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7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285" r:id="rId23"/>
    <p:sldId id="286" r:id="rId24"/>
    <p:sldId id="287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91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07C94B-7F11-4E56-976F-161BCE272274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CEE924-C522-48FC-9D98-AD8E19D820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9140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9pPr>
          </a:lstStyle>
          <a:p>
            <a:fld id="{54D74875-FFDB-46A6-B54C-833D27C586D2}" type="slidenum">
              <a:rPr lang="en-IN" altLang="en-US">
                <a:latin typeface="Calibri" pitchFamily="32" charset="0"/>
              </a:rPr>
              <a:pPr/>
              <a:t>1</a:t>
            </a:fld>
            <a:endParaRPr lang="en-IN" altLang="en-US">
              <a:latin typeface="Calibri" pitchFamily="32" charset="0"/>
            </a:endParaRPr>
          </a:p>
        </p:txBody>
      </p:sp>
      <p:sp>
        <p:nvSpPr>
          <p:cNvPr id="13315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331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60202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8519894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n-IN"/>
          </a:p>
        </p:txBody>
      </p:sp>
      <p:sp>
        <p:nvSpPr>
          <p:cNvPr id="4616317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96186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63EE841-3A39-9994-8263-5123273CFE4F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184775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n-IN"/>
          </a:p>
        </p:txBody>
      </p:sp>
      <p:sp>
        <p:nvSpPr>
          <p:cNvPr id="1643695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76172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4829EA-FDEA-FCCF-D795-88C97E9166B5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698B746-79DD-6589-2766-064D99B770E0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6055352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n-IN"/>
          </a:p>
        </p:txBody>
      </p:sp>
      <p:sp>
        <p:nvSpPr>
          <p:cNvPr id="3633446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66649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6AA891B-A58A-0F47-503B-EC0505A73C0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0686345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n-IN"/>
          </a:p>
        </p:txBody>
      </p:sp>
      <p:sp>
        <p:nvSpPr>
          <p:cNvPr id="2193310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51949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0F1BAAA-F302-FDCA-7202-5A58081BAC28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5886656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n-IN"/>
          </a:p>
        </p:txBody>
      </p:sp>
      <p:sp>
        <p:nvSpPr>
          <p:cNvPr id="6768840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34939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7FADED7-2B8B-1C70-E84C-5EF5DF6A66CE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07D230-49FC-BD37-417A-06E604FBF9FD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1CC70B-5E2B-474A-2E7D-24916BFF628F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63F2B37-F102-C3DB-8F0D-A442D595B964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A0FBF6-BB3B-DF7E-F1D8-609A50813E2E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1EA5DF-B58A-8984-78BA-9DE34305E9ED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E3F76F9-0EE8-09C9-E656-6778EA05F1E8}" type="slidenum">
              <a:rPr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3CB2C23-918E-7905-56CB-04A869484C0A}" type="slidenum">
              <a:rPr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CEE924-C522-48FC-9D98-AD8E19D820A8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6221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9A344-8477-E619-1764-C086C81BF7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290D88-DD24-6ADA-B729-8DDF14C545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AB0F89-05AB-4E50-006C-DE8DE7E4F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08F67-C84A-47E5-9103-C43766BE7F46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CA24C2-1E8D-217E-F9F9-38A76DCD2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6EC2B2-AA25-2506-E069-152F7FE09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DC6DA-C0FD-4BBC-AF92-3242B1F995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9019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552EA-B9A0-B3ED-B70F-23AF7BD76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B3EA47-04AE-EA3E-25D1-9E761FC613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6AE9ED-68D0-D7FA-C2DB-0EBBE4896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08F67-C84A-47E5-9103-C43766BE7F46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D6FC76-44D1-4FC7-FCFC-04EC588FB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B7D59F-9FBB-48CC-36BE-152AC7A1F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DC6DA-C0FD-4BBC-AF92-3242B1F995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392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39632-DD76-7BA1-667F-0EF09B652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82532C-C4F5-0FE3-4302-122A2477B2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FC6130-B797-E060-0710-8091AA468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08F67-C84A-47E5-9103-C43766BE7F46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EDF82F-3BD8-B258-492C-7E8D068EA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379C3-BDF5-FB1E-E27B-F92DEFBC6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DC6DA-C0FD-4BBC-AF92-3242B1F995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4269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6E116-FA10-D1F5-71E0-080428884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8B474-7502-A79C-A942-D24E3A4487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4BEEC3-0A16-F4A8-9CAB-2FFE649564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C0B78-5317-B39B-0651-3EF47B58B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08F67-C84A-47E5-9103-C43766BE7F46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DEF448-3BA2-4D6D-FE36-8688FEE13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07BC0F-D249-46EA-B203-4726094DE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DC6DA-C0FD-4BBC-AF92-3242B1F995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1072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D280B-EC14-599E-E539-88CEE4450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4F13E9-F44D-A26A-928A-D9C69AE0A1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796C08-5CC3-9DB8-232E-8712AA497F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5DD64B-EAAB-42B8-A85C-A8C8E4A9A7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F030DE-4697-75D8-AE25-62059EBAC5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0717C6-BF6F-B110-91C8-74795E486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08F67-C84A-47E5-9103-C43766BE7F46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2DCBED-0843-B9F2-F4AE-85C135378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AD86C5-4953-0CD6-FBB6-E7D8C0E7D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DC6DA-C0FD-4BBC-AF92-3242B1F995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6189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CC540-2268-CD24-A121-58509CEF8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65A727-3EDE-8E3D-0AE1-3DCDD52D8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08F67-C84A-47E5-9103-C43766BE7F46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23545A-EB69-1B66-0FE7-1FF9F4007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DC8575-9336-C36A-128D-FC85DE121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DC6DA-C0FD-4BBC-AF92-3242B1F995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6924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2F8A5F-802F-00AD-BDE1-CA88F7C26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08F67-C84A-47E5-9103-C43766BE7F46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324D85-AE1C-AAC3-2F8F-7D59EEACF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F5122E-7DC1-956B-7215-D775C93DF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DC6DA-C0FD-4BBC-AF92-3242B1F995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1670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054C6-3BC0-AC7D-662B-489126DCF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F3331-9505-D952-2F72-0305F1B29D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214C71-F6D9-C328-F0C8-7D4679E895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A6FDBE-63B4-77E6-BCD9-2783D06E6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08F67-C84A-47E5-9103-C43766BE7F46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038B3D-6CE2-E3B5-6BE1-7404D254A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CAF12C-D7C8-30C2-E606-E1EC7DFAD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DC6DA-C0FD-4BBC-AF92-3242B1F995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9502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DC5CD-B039-CF1B-1693-C0609C535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E7A8CD-E975-4870-5F43-C1D75807D4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B57996-BA2E-4A9C-33B8-4EA9F46A1A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7A60A7-E088-92B1-3E4C-6272A0BB1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08F67-C84A-47E5-9103-C43766BE7F46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F03A86-0D0A-5700-AE89-5478920C4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02C938-BF25-4D0D-9C37-F48C5992A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DC6DA-C0FD-4BBC-AF92-3242B1F995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4817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53D8C-DAAB-EACC-CCB7-7D9AF9C24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AB3579-628D-C73D-4AE6-B894996CB1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58982-3D2A-330A-24F6-0D5FE1028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08F67-C84A-47E5-9103-C43766BE7F46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A33DE9-2BFF-9CE4-76BC-7FC656842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B47DFF-63D4-12C0-B63F-6F11EA298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DC6DA-C0FD-4BBC-AF92-3242B1F995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3810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CF9949-3D19-937F-AB73-3DDE5BDADA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7A2BF6-A9D4-4269-2412-4C8C00900D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9775CE-634B-AC32-9D16-56AD88935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08F67-C84A-47E5-9103-C43766BE7F46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6CB3B6-060E-254D-E9B2-63B677220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6D9BA2-93D5-04C9-6F50-6F014F33F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DC6DA-C0FD-4BBC-AF92-3242B1F995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23264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E0B4FB4-92B0-4B03-8877-1ABBC6A29282}"/>
              </a:ext>
            </a:extLst>
          </p:cNvPr>
          <p:cNvSpPr/>
          <p:nvPr userDrawn="1"/>
        </p:nvSpPr>
        <p:spPr>
          <a:xfrm>
            <a:off x="0" y="6778627"/>
            <a:ext cx="12192000" cy="79375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 defTabSz="68578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1" kern="0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0383CE-66B3-49D6-A737-C885797C4908}"/>
              </a:ext>
            </a:extLst>
          </p:cNvPr>
          <p:cNvSpPr/>
          <p:nvPr userDrawn="1"/>
        </p:nvSpPr>
        <p:spPr>
          <a:xfrm>
            <a:off x="2078569" y="431801"/>
            <a:ext cx="8106833" cy="46039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A75A6FD3-E9D7-4EFF-9DEA-D1DDC040468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4735" y="177801"/>
            <a:ext cx="1547284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A9486E07-92DC-42F1-A094-76E347B1D6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084" y="177802"/>
            <a:ext cx="1581149" cy="50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454364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userDrawn="1">
  <p:cSld name="1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 bwMode="auto">
          <a:xfrm>
            <a:off x="914400" y="2541372"/>
            <a:ext cx="10363200" cy="6093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 bwMode="auto">
          <a:xfrm>
            <a:off x="1828800" y="3840481"/>
            <a:ext cx="853440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>
              <a:defRPr sz="1067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6933">
              <a:spcBef>
                <a:spcPts val="33"/>
              </a:spcBef>
              <a:defRPr/>
            </a:pPr>
            <a:r>
              <a:rPr lang="en-US"/>
              <a:t>Proprietary</a:t>
            </a:r>
            <a:r>
              <a:rPr lang="en-US" spc="-7"/>
              <a:t> </a:t>
            </a:r>
            <a:r>
              <a:rPr lang="en-US"/>
              <a:t>content.</a:t>
            </a:r>
            <a:r>
              <a:rPr lang="en-US" spc="-7"/>
              <a:t> </a:t>
            </a:r>
            <a:r>
              <a:rPr lang="en-US"/>
              <a:t>©</a:t>
            </a:r>
            <a:r>
              <a:rPr lang="en-US" spc="-7"/>
              <a:t> </a:t>
            </a:r>
            <a:r>
              <a:rPr lang="en-US"/>
              <a:t>Great</a:t>
            </a:r>
            <a:r>
              <a:rPr lang="en-US" spc="-7"/>
              <a:t> Learning. </a:t>
            </a:r>
            <a:r>
              <a:rPr lang="en-US"/>
              <a:t>All</a:t>
            </a:r>
            <a:r>
              <a:rPr lang="en-US" spc="-7"/>
              <a:t> Rights</a:t>
            </a:r>
            <a:r>
              <a:rPr lang="en-US" spc="-13"/>
              <a:t> </a:t>
            </a:r>
            <a:r>
              <a:rPr lang="en-US" spc="-7"/>
              <a:t>Reserved.</a:t>
            </a:r>
            <a:r>
              <a:rPr lang="en-US" spc="-13"/>
              <a:t> </a:t>
            </a:r>
            <a:r>
              <a:rPr lang="en-US" spc="-7"/>
              <a:t>Unauthorized use</a:t>
            </a:r>
            <a:r>
              <a:rPr lang="en-US" spc="-13"/>
              <a:t> </a:t>
            </a:r>
            <a:r>
              <a:rPr lang="en-US" spc="-7"/>
              <a:t>or</a:t>
            </a:r>
            <a:r>
              <a:rPr lang="en-US" spc="-13"/>
              <a:t> </a:t>
            </a:r>
            <a:r>
              <a:rPr lang="en-US" spc="-7"/>
              <a:t>distribution prohibited.</a:t>
            </a:r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8/1/2026</a:t>
            </a:fld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3538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1582E9-FD9C-BCEE-A3FE-A3A565B3F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7D2E35-CB9C-405F-912E-0A6BA75E2F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BA450F-5182-68A9-A28E-44CB931504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108F67-C84A-47E5-9103-C43766BE7F46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A17A9-22A6-F419-C3FB-49B81F5119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AFA496-BF4A-A7E9-772B-FBA6052471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4DC6DA-C0FD-4BBC-AF92-3242B1F995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1548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3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5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1"/>
          <p:cNvSpPr txBox="1">
            <a:spLocks noChangeArrowheads="1"/>
          </p:cNvSpPr>
          <p:nvPr/>
        </p:nvSpPr>
        <p:spPr bwMode="auto">
          <a:xfrm>
            <a:off x="1797050" y="1855790"/>
            <a:ext cx="7956551" cy="1222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5pPr>
            <a:lvl6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6pPr>
            <a:lvl7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7pPr>
            <a:lvl8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8pPr>
            <a:lvl9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9pPr>
          </a:lstStyle>
          <a:p>
            <a:pPr algn="ctr">
              <a:buClr>
                <a:srgbClr val="000000"/>
              </a:buClr>
              <a:buSzPct val="100000"/>
            </a:pPr>
            <a:r>
              <a:rPr lang="en-US" altLang="en-US" sz="5400" dirty="0">
                <a:solidFill>
                  <a:srgbClr val="10253F"/>
                </a:solidFill>
                <a:latin typeface="Berlin Sans FB Demi" pitchFamily="32" charset="0"/>
              </a:rPr>
              <a:t>INT253</a:t>
            </a:r>
            <a:br>
              <a:rPr lang="en-US" altLang="en-US" sz="5400" dirty="0">
                <a:solidFill>
                  <a:srgbClr val="10253F"/>
                </a:solidFill>
                <a:latin typeface="Berlin Sans FB Demi" pitchFamily="32" charset="0"/>
              </a:rPr>
            </a:br>
            <a:r>
              <a:rPr lang="en-US" altLang="en-US" sz="5400" dirty="0">
                <a:solidFill>
                  <a:srgbClr val="10253F"/>
                </a:solidFill>
                <a:latin typeface="Berlin Sans FB Demi" pitchFamily="32" charset="0"/>
              </a:rPr>
              <a:t>WEB DEVELOPMENT IN PYTHON USING DJANGO</a:t>
            </a:r>
          </a:p>
        </p:txBody>
      </p:sp>
      <p:sp>
        <p:nvSpPr>
          <p:cNvPr id="12293" name="Text Box 4"/>
          <p:cNvSpPr txBox="1">
            <a:spLocks noChangeArrowheads="1"/>
          </p:cNvSpPr>
          <p:nvPr/>
        </p:nvSpPr>
        <p:spPr bwMode="auto">
          <a:xfrm>
            <a:off x="5292726" y="3917951"/>
            <a:ext cx="1767448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5pPr>
            <a:lvl6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6pPr>
            <a:lvl7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7pPr>
            <a:lvl8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8pPr>
            <a:lvl9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9pPr>
          </a:lstStyle>
          <a:p>
            <a:pPr eaLnBrk="1" hangingPunct="1">
              <a:buSzPct val="100000"/>
            </a:pPr>
            <a:r>
              <a:rPr lang="en-US" altLang="en-US" sz="2400">
                <a:solidFill>
                  <a:srgbClr val="376092"/>
                </a:solidFill>
                <a:latin typeface="Arial Rounded MT Bold" pitchFamily="32" charset="0"/>
                <a:cs typeface="Arial" charset="0"/>
              </a:rPr>
              <a:t>Lecture #0</a:t>
            </a:r>
          </a:p>
        </p:txBody>
      </p:sp>
      <p:sp>
        <p:nvSpPr>
          <p:cNvPr id="12294" name="Text Box 5"/>
          <p:cNvSpPr txBox="1">
            <a:spLocks noChangeArrowheads="1"/>
          </p:cNvSpPr>
          <p:nvPr/>
        </p:nvSpPr>
        <p:spPr bwMode="auto">
          <a:xfrm>
            <a:off x="2895600" y="4379913"/>
            <a:ext cx="6400800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5pPr>
            <a:lvl6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6pPr>
            <a:lvl7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7pPr>
            <a:lvl8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8pPr>
            <a:lvl9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9pPr>
          </a:lstStyle>
          <a:p>
            <a:pPr algn="ctr">
              <a:spcBef>
                <a:spcPts val="800"/>
              </a:spcBef>
              <a:buSzPct val="100000"/>
            </a:pPr>
            <a:endParaRPr lang="en-US" altLang="en-US" dirty="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911335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7231038" name="object 2"/>
          <p:cNvPicPr/>
          <p:nvPr/>
        </p:nvPicPr>
        <p:blipFill>
          <a:blip r:embed="rId3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4888429" name="object 3"/>
          <p:cNvGrpSpPr/>
          <p:nvPr/>
        </p:nvGrpSpPr>
        <p:grpSpPr bwMode="auto">
          <a:xfrm>
            <a:off x="703071" y="1481328"/>
            <a:ext cx="10786532" cy="860211"/>
            <a:chOff x="527303" y="1110996"/>
            <a:chExt cx="8089899" cy="645158"/>
          </a:xfrm>
        </p:grpSpPr>
        <p:pic>
          <p:nvPicPr>
            <p:cNvPr id="1454372624" name="object 4"/>
            <p:cNvPicPr/>
            <p:nvPr/>
          </p:nvPicPr>
          <p:blipFill>
            <a:blip r:embed="rId4"/>
            <a:stretch/>
          </p:blipFill>
          <p:spPr bwMode="auto">
            <a:xfrm>
              <a:off x="527303" y="1110996"/>
              <a:ext cx="8089390" cy="644650"/>
            </a:xfrm>
            <a:prstGeom prst="rect">
              <a:avLst/>
            </a:prstGeom>
          </p:spPr>
        </p:pic>
        <p:sp>
          <p:nvSpPr>
            <p:cNvPr id="522099213" name="object 5"/>
            <p:cNvSpPr/>
            <p:nvPr/>
          </p:nvSpPr>
          <p:spPr bwMode="auto">
            <a:xfrm>
              <a:off x="669796" y="1181106"/>
              <a:ext cx="7804783" cy="504824"/>
            </a:xfrm>
            <a:custGeom>
              <a:avLst/>
              <a:gdLst/>
              <a:ahLst/>
              <a:cxnLst/>
              <a:rect l="l" t="t" r="r" b="b"/>
              <a:pathLst>
                <a:path w="7804784" h="504825" extrusionOk="0">
                  <a:moveTo>
                    <a:pt x="7720330" y="0"/>
                  </a:moveTo>
                  <a:lnTo>
                    <a:pt x="84074" y="0"/>
                  </a:lnTo>
                  <a:lnTo>
                    <a:pt x="51349" y="6607"/>
                  </a:lnTo>
                  <a:lnTo>
                    <a:pt x="24625" y="24625"/>
                  </a:lnTo>
                  <a:lnTo>
                    <a:pt x="6607" y="51349"/>
                  </a:lnTo>
                  <a:lnTo>
                    <a:pt x="0" y="84074"/>
                  </a:lnTo>
                  <a:lnTo>
                    <a:pt x="0" y="420357"/>
                  </a:lnTo>
                  <a:lnTo>
                    <a:pt x="6607" y="453084"/>
                  </a:lnTo>
                  <a:lnTo>
                    <a:pt x="24625" y="479812"/>
                  </a:lnTo>
                  <a:lnTo>
                    <a:pt x="51349" y="497834"/>
                  </a:lnTo>
                  <a:lnTo>
                    <a:pt x="84074" y="504444"/>
                  </a:lnTo>
                  <a:lnTo>
                    <a:pt x="7720330" y="504444"/>
                  </a:lnTo>
                  <a:lnTo>
                    <a:pt x="7753054" y="497834"/>
                  </a:lnTo>
                  <a:lnTo>
                    <a:pt x="7779778" y="479812"/>
                  </a:lnTo>
                  <a:lnTo>
                    <a:pt x="7797796" y="453084"/>
                  </a:lnTo>
                  <a:lnTo>
                    <a:pt x="7804404" y="420357"/>
                  </a:lnTo>
                  <a:lnTo>
                    <a:pt x="7804404" y="84074"/>
                  </a:lnTo>
                  <a:lnTo>
                    <a:pt x="7797796" y="51349"/>
                  </a:lnTo>
                  <a:lnTo>
                    <a:pt x="7779778" y="24625"/>
                  </a:lnTo>
                  <a:lnTo>
                    <a:pt x="7753054" y="6607"/>
                  </a:lnTo>
                  <a:lnTo>
                    <a:pt x="77203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 sz="2400"/>
            </a:p>
          </p:txBody>
        </p:sp>
      </p:grpSp>
      <p:sp>
        <p:nvSpPr>
          <p:cNvPr id="1436900437" name="object 6"/>
          <p:cNvSpPr txBox="1">
            <a:spLocks noGrp="1"/>
          </p:cNvSpPr>
          <p:nvPr>
            <p:ph type="title"/>
          </p:nvPr>
        </p:nvSpPr>
        <p:spPr bwMode="auto">
          <a:xfrm>
            <a:off x="3065864" y="1732400"/>
            <a:ext cx="6061285" cy="324874"/>
          </a:xfrm>
          <a:prstGeom prst="rect">
            <a:avLst/>
          </a:prstGeom>
        </p:spPr>
        <p:txBody>
          <a:bodyPr vert="horz" wrap="square" lIns="0" tIns="16932" rIns="0" bIns="0" rtlCol="0" anchor="ctr">
            <a:spAutoFit/>
          </a:bodyPr>
          <a:lstStyle/>
          <a:p>
            <a:pPr marL="16932">
              <a:lnSpc>
                <a:spcPct val="100000"/>
              </a:lnSpc>
              <a:spcBef>
                <a:spcPts val="132"/>
              </a:spcBef>
              <a:defRPr/>
            </a:pPr>
            <a:r>
              <a:rPr sz="2000">
                <a:solidFill>
                  <a:srgbClr val="0D0D0D"/>
                </a:solidFill>
                <a:latin typeface="Calibri"/>
                <a:cs typeface="Calibri"/>
              </a:rPr>
              <a:t>A</a:t>
            </a:r>
            <a:r>
              <a:rPr sz="2000" spc="-12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000" spc="-5">
                <a:solidFill>
                  <a:srgbClr val="0D0D0D"/>
                </a:solidFill>
                <a:latin typeface="Calibri"/>
                <a:cs typeface="Calibri"/>
              </a:rPr>
              <a:t>web</a:t>
            </a:r>
            <a:r>
              <a:rPr sz="2000" spc="5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000" spc="-5">
                <a:solidFill>
                  <a:srgbClr val="0D0D0D"/>
                </a:solidFill>
                <a:latin typeface="Calibri"/>
                <a:cs typeface="Calibri"/>
              </a:rPr>
              <a:t>framework</a:t>
            </a:r>
            <a:r>
              <a:rPr sz="2000" spc="19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000" spc="-5">
                <a:solidFill>
                  <a:srgbClr val="0D0D0D"/>
                </a:solidFill>
                <a:latin typeface="Calibri"/>
                <a:cs typeface="Calibri"/>
              </a:rPr>
              <a:t>provides</a:t>
            </a:r>
            <a:r>
              <a:rPr sz="2000" spc="12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000" spc="-5">
                <a:solidFill>
                  <a:srgbClr val="0D0D0D"/>
                </a:solidFill>
                <a:latin typeface="Calibri"/>
                <a:cs typeface="Calibri"/>
              </a:rPr>
              <a:t>tools </a:t>
            </a:r>
            <a:r>
              <a:rPr sz="2000">
                <a:solidFill>
                  <a:srgbClr val="0D0D0D"/>
                </a:solidFill>
                <a:latin typeface="Calibri"/>
                <a:cs typeface="Calibri"/>
              </a:rPr>
              <a:t>to</a:t>
            </a:r>
            <a:r>
              <a:rPr sz="2000" spc="-12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000" spc="-5">
                <a:solidFill>
                  <a:srgbClr val="0D0D0D"/>
                </a:solidFill>
                <a:latin typeface="Calibri"/>
                <a:cs typeface="Calibri"/>
              </a:rPr>
              <a:t>create</a:t>
            </a:r>
            <a:r>
              <a:rPr sz="2000">
                <a:solidFill>
                  <a:srgbClr val="0D0D0D"/>
                </a:solidFill>
                <a:latin typeface="Calibri"/>
                <a:cs typeface="Calibri"/>
              </a:rPr>
              <a:t> a</a:t>
            </a:r>
            <a:r>
              <a:rPr sz="2000" spc="-12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000" spc="-5">
                <a:solidFill>
                  <a:srgbClr val="0D0D0D"/>
                </a:solidFill>
                <a:latin typeface="Calibri"/>
                <a:cs typeface="Calibri"/>
              </a:rPr>
              <a:t>website</a:t>
            </a:r>
            <a:r>
              <a:rPr sz="2000" spc="25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000" spc="-5">
                <a:solidFill>
                  <a:srgbClr val="0D0D0D"/>
                </a:solidFill>
                <a:latin typeface="Calibri"/>
                <a:cs typeface="Calibri"/>
              </a:rPr>
              <a:t>easily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174368578" name="object 7"/>
          <p:cNvGrpSpPr/>
          <p:nvPr/>
        </p:nvGrpSpPr>
        <p:grpSpPr bwMode="auto">
          <a:xfrm>
            <a:off x="1" y="1"/>
            <a:ext cx="5682825" cy="968585"/>
            <a:chOff x="0" y="0"/>
            <a:chExt cx="4262119" cy="726439"/>
          </a:xfrm>
        </p:grpSpPr>
        <p:pic>
          <p:nvPicPr>
            <p:cNvPr id="1836224130" name="object 8"/>
            <p:cNvPicPr/>
            <p:nvPr/>
          </p:nvPicPr>
          <p:blipFill>
            <a:blip r:embed="rId5"/>
            <a:stretch/>
          </p:blipFill>
          <p:spPr bwMode="auto">
            <a:xfrm>
              <a:off x="0" y="0"/>
              <a:ext cx="4261864" cy="726184"/>
            </a:xfrm>
            <a:prstGeom prst="rect">
              <a:avLst/>
            </a:prstGeom>
          </p:spPr>
        </p:pic>
        <p:sp>
          <p:nvSpPr>
            <p:cNvPr id="120646927" name="object 9"/>
            <p:cNvSpPr/>
            <p:nvPr/>
          </p:nvSpPr>
          <p:spPr bwMode="auto">
            <a:xfrm>
              <a:off x="0" y="0"/>
              <a:ext cx="4155439" cy="654684"/>
            </a:xfrm>
            <a:custGeom>
              <a:avLst/>
              <a:gdLst/>
              <a:ahLst/>
              <a:cxnLst/>
              <a:rect l="l" t="t" r="r" b="b"/>
              <a:pathLst>
                <a:path w="4155440" h="654685" extrusionOk="0">
                  <a:moveTo>
                    <a:pt x="3827907" y="0"/>
                  </a:moveTo>
                  <a:lnTo>
                    <a:pt x="0" y="0"/>
                  </a:lnTo>
                  <a:lnTo>
                    <a:pt x="0" y="654558"/>
                  </a:lnTo>
                  <a:lnTo>
                    <a:pt x="3827907" y="654558"/>
                  </a:lnTo>
                  <a:lnTo>
                    <a:pt x="4155186" y="327279"/>
                  </a:lnTo>
                  <a:lnTo>
                    <a:pt x="3827907" y="0"/>
                  </a:lnTo>
                  <a:close/>
                </a:path>
              </a:pathLst>
            </a:custGeom>
            <a:solidFill>
              <a:srgbClr val="00684E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 sz="2400"/>
            </a:p>
          </p:txBody>
        </p:sp>
      </p:grpSp>
      <p:sp>
        <p:nvSpPr>
          <p:cNvPr id="2029877992" name="object 10"/>
          <p:cNvSpPr txBox="1"/>
          <p:nvPr/>
        </p:nvSpPr>
        <p:spPr bwMode="auto">
          <a:xfrm>
            <a:off x="925433" y="217299"/>
            <a:ext cx="3463712" cy="386429"/>
          </a:xfrm>
          <a:prstGeom prst="rect">
            <a:avLst/>
          </a:prstGeom>
        </p:spPr>
        <p:txBody>
          <a:bodyPr vert="horz" wrap="square" lIns="0" tIns="16932" rIns="0" bIns="0" rtlCol="0">
            <a:spAutoFit/>
          </a:bodyPr>
          <a:lstStyle/>
          <a:p>
            <a:pPr marL="16932">
              <a:spcBef>
                <a:spcPts val="132"/>
              </a:spcBef>
              <a:defRPr/>
            </a:pPr>
            <a:r>
              <a:rPr sz="2400">
                <a:solidFill>
                  <a:srgbClr val="FFFFFF"/>
                </a:solidFill>
                <a:latin typeface="Calibri"/>
                <a:cs typeface="Calibri"/>
              </a:rPr>
              <a:t>What</a:t>
            </a:r>
            <a:r>
              <a:rPr sz="2400" spc="-19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4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00" spc="-19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5">
                <a:solidFill>
                  <a:srgbClr val="FFFFFF"/>
                </a:solidFill>
                <a:latin typeface="Calibri"/>
                <a:cs typeface="Calibri"/>
              </a:rPr>
              <a:t>Web</a:t>
            </a:r>
            <a:r>
              <a:rPr sz="24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5">
                <a:solidFill>
                  <a:srgbClr val="FFFFFF"/>
                </a:solidFill>
                <a:latin typeface="Calibri"/>
                <a:cs typeface="Calibri"/>
              </a:rPr>
              <a:t>Framework?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2142106586" name="object 11"/>
          <p:cNvGrpSpPr/>
          <p:nvPr/>
        </p:nvGrpSpPr>
        <p:grpSpPr bwMode="auto">
          <a:xfrm>
            <a:off x="1393950" y="5185661"/>
            <a:ext cx="1943100" cy="675639"/>
            <a:chOff x="1045462" y="3889245"/>
            <a:chExt cx="1457325" cy="506729"/>
          </a:xfrm>
        </p:grpSpPr>
        <p:pic>
          <p:nvPicPr>
            <p:cNvPr id="1927792498" name="object 12"/>
            <p:cNvPicPr/>
            <p:nvPr/>
          </p:nvPicPr>
          <p:blipFill>
            <a:blip r:embed="rId6"/>
            <a:stretch/>
          </p:blipFill>
          <p:spPr bwMode="auto">
            <a:xfrm>
              <a:off x="1045462" y="3889245"/>
              <a:ext cx="1456930" cy="506728"/>
            </a:xfrm>
            <a:prstGeom prst="rect">
              <a:avLst/>
            </a:prstGeom>
          </p:spPr>
        </p:pic>
        <p:sp>
          <p:nvSpPr>
            <p:cNvPr id="173648492" name="object 13"/>
            <p:cNvSpPr/>
            <p:nvPr/>
          </p:nvSpPr>
          <p:spPr bwMode="auto">
            <a:xfrm>
              <a:off x="1135759" y="3970401"/>
              <a:ext cx="1276349" cy="344804"/>
            </a:xfrm>
            <a:custGeom>
              <a:avLst/>
              <a:gdLst/>
              <a:ahLst/>
              <a:cxnLst/>
              <a:rect l="l" t="t" r="r" b="b"/>
              <a:pathLst>
                <a:path w="1276350" h="344804" extrusionOk="0">
                  <a:moveTo>
                    <a:pt x="1218946" y="0"/>
                  </a:moveTo>
                  <a:lnTo>
                    <a:pt x="57403" y="0"/>
                  </a:lnTo>
                  <a:lnTo>
                    <a:pt x="35061" y="4511"/>
                  </a:lnTo>
                  <a:lnTo>
                    <a:pt x="16814" y="16814"/>
                  </a:lnTo>
                  <a:lnTo>
                    <a:pt x="4511" y="35061"/>
                  </a:lnTo>
                  <a:lnTo>
                    <a:pt x="0" y="57404"/>
                  </a:lnTo>
                  <a:lnTo>
                    <a:pt x="0" y="287020"/>
                  </a:lnTo>
                  <a:lnTo>
                    <a:pt x="4511" y="309362"/>
                  </a:lnTo>
                  <a:lnTo>
                    <a:pt x="16814" y="327609"/>
                  </a:lnTo>
                  <a:lnTo>
                    <a:pt x="35061" y="339912"/>
                  </a:lnTo>
                  <a:lnTo>
                    <a:pt x="57403" y="344424"/>
                  </a:lnTo>
                  <a:lnTo>
                    <a:pt x="1218946" y="344424"/>
                  </a:lnTo>
                  <a:lnTo>
                    <a:pt x="1241288" y="339912"/>
                  </a:lnTo>
                  <a:lnTo>
                    <a:pt x="1259535" y="327609"/>
                  </a:lnTo>
                  <a:lnTo>
                    <a:pt x="1271838" y="309362"/>
                  </a:lnTo>
                  <a:lnTo>
                    <a:pt x="1276350" y="287020"/>
                  </a:lnTo>
                  <a:lnTo>
                    <a:pt x="1276350" y="57404"/>
                  </a:lnTo>
                  <a:lnTo>
                    <a:pt x="1271838" y="35061"/>
                  </a:lnTo>
                  <a:lnTo>
                    <a:pt x="1259535" y="16814"/>
                  </a:lnTo>
                  <a:lnTo>
                    <a:pt x="1241288" y="4511"/>
                  </a:lnTo>
                  <a:lnTo>
                    <a:pt x="121894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 sz="2400"/>
            </a:p>
          </p:txBody>
        </p:sp>
        <p:sp>
          <p:nvSpPr>
            <p:cNvPr id="1489316403" name="object 14"/>
            <p:cNvSpPr/>
            <p:nvPr/>
          </p:nvSpPr>
          <p:spPr bwMode="auto">
            <a:xfrm>
              <a:off x="1135759" y="3970401"/>
              <a:ext cx="1276349" cy="344804"/>
            </a:xfrm>
            <a:custGeom>
              <a:avLst/>
              <a:gdLst/>
              <a:ahLst/>
              <a:cxnLst/>
              <a:rect l="l" t="t" r="r" b="b"/>
              <a:pathLst>
                <a:path w="1276350" h="344804" extrusionOk="0">
                  <a:moveTo>
                    <a:pt x="0" y="57404"/>
                  </a:moveTo>
                  <a:lnTo>
                    <a:pt x="4511" y="35061"/>
                  </a:lnTo>
                  <a:lnTo>
                    <a:pt x="16814" y="16814"/>
                  </a:lnTo>
                  <a:lnTo>
                    <a:pt x="35061" y="4511"/>
                  </a:lnTo>
                  <a:lnTo>
                    <a:pt x="57403" y="0"/>
                  </a:lnTo>
                  <a:lnTo>
                    <a:pt x="1218946" y="0"/>
                  </a:lnTo>
                  <a:lnTo>
                    <a:pt x="1241288" y="4511"/>
                  </a:lnTo>
                  <a:lnTo>
                    <a:pt x="1259535" y="16814"/>
                  </a:lnTo>
                  <a:lnTo>
                    <a:pt x="1271838" y="35061"/>
                  </a:lnTo>
                  <a:lnTo>
                    <a:pt x="1276350" y="57404"/>
                  </a:lnTo>
                  <a:lnTo>
                    <a:pt x="1276350" y="287020"/>
                  </a:lnTo>
                  <a:lnTo>
                    <a:pt x="1271838" y="309362"/>
                  </a:lnTo>
                  <a:lnTo>
                    <a:pt x="1259535" y="327609"/>
                  </a:lnTo>
                  <a:lnTo>
                    <a:pt x="1241288" y="339912"/>
                  </a:lnTo>
                  <a:lnTo>
                    <a:pt x="1218946" y="344424"/>
                  </a:lnTo>
                  <a:lnTo>
                    <a:pt x="57403" y="344424"/>
                  </a:lnTo>
                  <a:lnTo>
                    <a:pt x="35061" y="339912"/>
                  </a:lnTo>
                  <a:lnTo>
                    <a:pt x="16814" y="327609"/>
                  </a:lnTo>
                  <a:lnTo>
                    <a:pt x="4511" y="309362"/>
                  </a:lnTo>
                  <a:lnTo>
                    <a:pt x="0" y="287020"/>
                  </a:lnTo>
                  <a:lnTo>
                    <a:pt x="0" y="57404"/>
                  </a:lnTo>
                  <a:close/>
                </a:path>
              </a:pathLst>
            </a:custGeom>
            <a:grpFill/>
            <a:ln w="25146">
              <a:solidFill>
                <a:srgbClr val="92D05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 sz="2400"/>
            </a:p>
          </p:txBody>
        </p:sp>
      </p:grpSp>
      <p:grpSp>
        <p:nvGrpSpPr>
          <p:cNvPr id="1382241146" name="object 15"/>
          <p:cNvGrpSpPr/>
          <p:nvPr/>
        </p:nvGrpSpPr>
        <p:grpSpPr bwMode="auto">
          <a:xfrm>
            <a:off x="1301497" y="2690366"/>
            <a:ext cx="7227145" cy="2424852"/>
            <a:chOff x="976122" y="2017774"/>
            <a:chExt cx="5420359" cy="1818639"/>
          </a:xfrm>
        </p:grpSpPr>
        <p:pic>
          <p:nvPicPr>
            <p:cNvPr id="1766079508" name="object 16"/>
            <p:cNvPicPr/>
            <p:nvPr/>
          </p:nvPicPr>
          <p:blipFill>
            <a:blip r:embed="rId7"/>
            <a:stretch/>
          </p:blipFill>
          <p:spPr bwMode="auto">
            <a:xfrm>
              <a:off x="3653788" y="2017775"/>
              <a:ext cx="1818118" cy="1818130"/>
            </a:xfrm>
            <a:prstGeom prst="rect">
              <a:avLst/>
            </a:prstGeom>
          </p:spPr>
        </p:pic>
        <p:pic>
          <p:nvPicPr>
            <p:cNvPr id="1733549747" name="object 17"/>
            <p:cNvPicPr/>
            <p:nvPr/>
          </p:nvPicPr>
          <p:blipFill>
            <a:blip r:embed="rId8"/>
            <a:stretch/>
          </p:blipFill>
          <p:spPr bwMode="auto">
            <a:xfrm>
              <a:off x="3848099" y="2212084"/>
              <a:ext cx="1231390" cy="1231390"/>
            </a:xfrm>
            <a:prstGeom prst="rect">
              <a:avLst/>
            </a:prstGeom>
          </p:spPr>
        </p:pic>
        <p:pic>
          <p:nvPicPr>
            <p:cNvPr id="1825158952" name="object 18"/>
            <p:cNvPicPr/>
            <p:nvPr/>
          </p:nvPicPr>
          <p:blipFill>
            <a:blip r:embed="rId9"/>
            <a:stretch/>
          </p:blipFill>
          <p:spPr bwMode="auto">
            <a:xfrm>
              <a:off x="976122" y="2017774"/>
              <a:ext cx="1818131" cy="1818131"/>
            </a:xfrm>
            <a:prstGeom prst="rect">
              <a:avLst/>
            </a:prstGeom>
          </p:spPr>
        </p:pic>
        <p:pic>
          <p:nvPicPr>
            <p:cNvPr id="1651073551" name="object 19"/>
            <p:cNvPicPr/>
            <p:nvPr/>
          </p:nvPicPr>
          <p:blipFill>
            <a:blip r:embed="rId10"/>
            <a:stretch/>
          </p:blipFill>
          <p:spPr bwMode="auto">
            <a:xfrm>
              <a:off x="1170430" y="2212084"/>
              <a:ext cx="1231390" cy="1231390"/>
            </a:xfrm>
            <a:prstGeom prst="rect">
              <a:avLst/>
            </a:prstGeom>
          </p:spPr>
        </p:pic>
        <p:pic>
          <p:nvPicPr>
            <p:cNvPr id="475429818" name="object 20"/>
            <p:cNvPicPr/>
            <p:nvPr/>
          </p:nvPicPr>
          <p:blipFill>
            <a:blip r:embed="rId11"/>
            <a:stretch/>
          </p:blipFill>
          <p:spPr bwMode="auto">
            <a:xfrm>
              <a:off x="2740912" y="2443732"/>
              <a:ext cx="966214" cy="966214"/>
            </a:xfrm>
            <a:prstGeom prst="rect">
              <a:avLst/>
            </a:prstGeom>
          </p:spPr>
        </p:pic>
        <p:pic>
          <p:nvPicPr>
            <p:cNvPr id="1871588018" name="object 21"/>
            <p:cNvPicPr/>
            <p:nvPr/>
          </p:nvPicPr>
          <p:blipFill>
            <a:blip r:embed="rId12"/>
            <a:stretch/>
          </p:blipFill>
          <p:spPr bwMode="auto">
            <a:xfrm>
              <a:off x="2935222" y="2638044"/>
              <a:ext cx="379473" cy="379473"/>
            </a:xfrm>
            <a:prstGeom prst="rect">
              <a:avLst/>
            </a:prstGeom>
          </p:spPr>
        </p:pic>
        <p:pic>
          <p:nvPicPr>
            <p:cNvPr id="552860978" name="object 22"/>
            <p:cNvPicPr/>
            <p:nvPr/>
          </p:nvPicPr>
          <p:blipFill>
            <a:blip r:embed="rId11"/>
            <a:stretch/>
          </p:blipFill>
          <p:spPr bwMode="auto">
            <a:xfrm>
              <a:off x="5430011" y="2443732"/>
              <a:ext cx="966214" cy="966214"/>
            </a:xfrm>
            <a:prstGeom prst="rect">
              <a:avLst/>
            </a:prstGeom>
          </p:spPr>
        </p:pic>
        <p:pic>
          <p:nvPicPr>
            <p:cNvPr id="1756506776" name="object 23"/>
            <p:cNvPicPr/>
            <p:nvPr/>
          </p:nvPicPr>
          <p:blipFill>
            <a:blip r:embed="rId12"/>
            <a:stretch/>
          </p:blipFill>
          <p:spPr bwMode="auto">
            <a:xfrm>
              <a:off x="5624321" y="2638044"/>
              <a:ext cx="379473" cy="379473"/>
            </a:xfrm>
            <a:prstGeom prst="rect">
              <a:avLst/>
            </a:prstGeom>
          </p:spPr>
        </p:pic>
      </p:grpSp>
      <p:sp>
        <p:nvSpPr>
          <p:cNvPr id="986859161" name="object 24"/>
          <p:cNvSpPr txBox="1"/>
          <p:nvPr/>
        </p:nvSpPr>
        <p:spPr bwMode="auto">
          <a:xfrm>
            <a:off x="2105355" y="5337277"/>
            <a:ext cx="519005" cy="324874"/>
          </a:xfrm>
          <a:prstGeom prst="rect">
            <a:avLst/>
          </a:prstGeom>
        </p:spPr>
        <p:txBody>
          <a:bodyPr vert="horz" wrap="square" lIns="0" tIns="16932" rIns="0" bIns="0" rtlCol="0">
            <a:spAutoFit/>
          </a:bodyPr>
          <a:lstStyle/>
          <a:p>
            <a:pPr marL="16932">
              <a:spcBef>
                <a:spcPts val="132"/>
              </a:spcBef>
              <a:defRPr/>
            </a:pPr>
            <a:r>
              <a:rPr sz="2000" spc="-5">
                <a:solidFill>
                  <a:srgbClr val="0D0D0D"/>
                </a:solidFill>
                <a:latin typeface="Calibri"/>
                <a:cs typeface="Calibri"/>
              </a:rPr>
              <a:t>Web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19687566" name="object 25"/>
          <p:cNvGrpSpPr/>
          <p:nvPr/>
        </p:nvGrpSpPr>
        <p:grpSpPr bwMode="auto">
          <a:xfrm>
            <a:off x="5010913" y="5185661"/>
            <a:ext cx="1943100" cy="675639"/>
            <a:chOff x="3758184" y="3889245"/>
            <a:chExt cx="1457325" cy="506729"/>
          </a:xfrm>
        </p:grpSpPr>
        <p:pic>
          <p:nvPicPr>
            <p:cNvPr id="1118793080" name="object 26"/>
            <p:cNvPicPr/>
            <p:nvPr/>
          </p:nvPicPr>
          <p:blipFill>
            <a:blip r:embed="rId6"/>
            <a:stretch/>
          </p:blipFill>
          <p:spPr bwMode="auto">
            <a:xfrm>
              <a:off x="3758184" y="3889245"/>
              <a:ext cx="1456942" cy="506728"/>
            </a:xfrm>
            <a:prstGeom prst="rect">
              <a:avLst/>
            </a:prstGeom>
          </p:spPr>
        </p:pic>
        <p:sp>
          <p:nvSpPr>
            <p:cNvPr id="1081003315" name="object 27"/>
            <p:cNvSpPr/>
            <p:nvPr/>
          </p:nvSpPr>
          <p:spPr bwMode="auto">
            <a:xfrm>
              <a:off x="3848481" y="3970401"/>
              <a:ext cx="1276349" cy="344804"/>
            </a:xfrm>
            <a:custGeom>
              <a:avLst/>
              <a:gdLst/>
              <a:ahLst/>
              <a:cxnLst/>
              <a:rect l="l" t="t" r="r" b="b"/>
              <a:pathLst>
                <a:path w="1276350" h="344804" extrusionOk="0">
                  <a:moveTo>
                    <a:pt x="1218946" y="0"/>
                  </a:moveTo>
                  <a:lnTo>
                    <a:pt x="57403" y="0"/>
                  </a:lnTo>
                  <a:lnTo>
                    <a:pt x="35061" y="4511"/>
                  </a:lnTo>
                  <a:lnTo>
                    <a:pt x="16814" y="16814"/>
                  </a:lnTo>
                  <a:lnTo>
                    <a:pt x="4511" y="35061"/>
                  </a:lnTo>
                  <a:lnTo>
                    <a:pt x="0" y="57404"/>
                  </a:lnTo>
                  <a:lnTo>
                    <a:pt x="0" y="287020"/>
                  </a:lnTo>
                  <a:lnTo>
                    <a:pt x="4511" y="309362"/>
                  </a:lnTo>
                  <a:lnTo>
                    <a:pt x="16814" y="327609"/>
                  </a:lnTo>
                  <a:lnTo>
                    <a:pt x="35061" y="339912"/>
                  </a:lnTo>
                  <a:lnTo>
                    <a:pt x="57403" y="344424"/>
                  </a:lnTo>
                  <a:lnTo>
                    <a:pt x="1218946" y="344424"/>
                  </a:lnTo>
                  <a:lnTo>
                    <a:pt x="1241288" y="339912"/>
                  </a:lnTo>
                  <a:lnTo>
                    <a:pt x="1259535" y="327609"/>
                  </a:lnTo>
                  <a:lnTo>
                    <a:pt x="1271838" y="309362"/>
                  </a:lnTo>
                  <a:lnTo>
                    <a:pt x="1276350" y="287020"/>
                  </a:lnTo>
                  <a:lnTo>
                    <a:pt x="1276350" y="57404"/>
                  </a:lnTo>
                  <a:lnTo>
                    <a:pt x="1271838" y="35061"/>
                  </a:lnTo>
                  <a:lnTo>
                    <a:pt x="1259535" y="16814"/>
                  </a:lnTo>
                  <a:lnTo>
                    <a:pt x="1241288" y="4511"/>
                  </a:lnTo>
                  <a:lnTo>
                    <a:pt x="121894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 sz="2400"/>
            </a:p>
          </p:txBody>
        </p:sp>
        <p:sp>
          <p:nvSpPr>
            <p:cNvPr id="2106336970" name="object 28"/>
            <p:cNvSpPr/>
            <p:nvPr/>
          </p:nvSpPr>
          <p:spPr bwMode="auto">
            <a:xfrm>
              <a:off x="3848481" y="3970401"/>
              <a:ext cx="1276349" cy="344804"/>
            </a:xfrm>
            <a:custGeom>
              <a:avLst/>
              <a:gdLst/>
              <a:ahLst/>
              <a:cxnLst/>
              <a:rect l="l" t="t" r="r" b="b"/>
              <a:pathLst>
                <a:path w="1276350" h="344804" extrusionOk="0">
                  <a:moveTo>
                    <a:pt x="0" y="57404"/>
                  </a:moveTo>
                  <a:lnTo>
                    <a:pt x="4511" y="35061"/>
                  </a:lnTo>
                  <a:lnTo>
                    <a:pt x="16814" y="16814"/>
                  </a:lnTo>
                  <a:lnTo>
                    <a:pt x="35061" y="4511"/>
                  </a:lnTo>
                  <a:lnTo>
                    <a:pt x="57403" y="0"/>
                  </a:lnTo>
                  <a:lnTo>
                    <a:pt x="1218946" y="0"/>
                  </a:lnTo>
                  <a:lnTo>
                    <a:pt x="1241288" y="4511"/>
                  </a:lnTo>
                  <a:lnTo>
                    <a:pt x="1259535" y="16814"/>
                  </a:lnTo>
                  <a:lnTo>
                    <a:pt x="1271838" y="35061"/>
                  </a:lnTo>
                  <a:lnTo>
                    <a:pt x="1276350" y="57404"/>
                  </a:lnTo>
                  <a:lnTo>
                    <a:pt x="1276350" y="287020"/>
                  </a:lnTo>
                  <a:lnTo>
                    <a:pt x="1271838" y="309362"/>
                  </a:lnTo>
                  <a:lnTo>
                    <a:pt x="1259535" y="327609"/>
                  </a:lnTo>
                  <a:lnTo>
                    <a:pt x="1241288" y="339912"/>
                  </a:lnTo>
                  <a:lnTo>
                    <a:pt x="1218946" y="344424"/>
                  </a:lnTo>
                  <a:lnTo>
                    <a:pt x="57403" y="344424"/>
                  </a:lnTo>
                  <a:lnTo>
                    <a:pt x="35061" y="339912"/>
                  </a:lnTo>
                  <a:lnTo>
                    <a:pt x="16814" y="327609"/>
                  </a:lnTo>
                  <a:lnTo>
                    <a:pt x="4511" y="309362"/>
                  </a:lnTo>
                  <a:lnTo>
                    <a:pt x="0" y="287020"/>
                  </a:lnTo>
                  <a:lnTo>
                    <a:pt x="0" y="57404"/>
                  </a:lnTo>
                  <a:close/>
                </a:path>
              </a:pathLst>
            </a:custGeom>
            <a:grpFill/>
            <a:ln w="25146">
              <a:solidFill>
                <a:srgbClr val="92D05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 sz="2400"/>
            </a:p>
          </p:txBody>
        </p:sp>
      </p:grpSp>
      <p:sp>
        <p:nvSpPr>
          <p:cNvPr id="2133567949" name="object 29"/>
          <p:cNvSpPr txBox="1"/>
          <p:nvPr/>
        </p:nvSpPr>
        <p:spPr bwMode="auto">
          <a:xfrm>
            <a:off x="5636863" y="5337277"/>
            <a:ext cx="690877" cy="324874"/>
          </a:xfrm>
          <a:prstGeom prst="rect">
            <a:avLst/>
          </a:prstGeom>
        </p:spPr>
        <p:txBody>
          <a:bodyPr vert="horz" wrap="square" lIns="0" tIns="16932" rIns="0" bIns="0" rtlCol="0">
            <a:spAutoFit/>
          </a:bodyPr>
          <a:lstStyle/>
          <a:p>
            <a:pPr marL="16932">
              <a:spcBef>
                <a:spcPts val="132"/>
              </a:spcBef>
              <a:defRPr/>
            </a:pPr>
            <a:r>
              <a:rPr sz="2000">
                <a:solidFill>
                  <a:srgbClr val="0D0D0D"/>
                </a:solidFill>
                <a:latin typeface="Calibri"/>
                <a:cs typeface="Calibri"/>
              </a:rPr>
              <a:t>F</a:t>
            </a:r>
            <a:r>
              <a:rPr sz="2000" spc="-5">
                <a:solidFill>
                  <a:srgbClr val="0D0D0D"/>
                </a:solidFill>
                <a:latin typeface="Calibri"/>
                <a:cs typeface="Calibri"/>
              </a:rPr>
              <a:t>r</a:t>
            </a:r>
            <a:r>
              <a:rPr sz="2000">
                <a:solidFill>
                  <a:srgbClr val="0D0D0D"/>
                </a:solidFill>
                <a:latin typeface="Calibri"/>
                <a:cs typeface="Calibri"/>
              </a:rPr>
              <a:t>ame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85468055" name="object 30"/>
          <p:cNvGrpSpPr/>
          <p:nvPr/>
        </p:nvGrpSpPr>
        <p:grpSpPr bwMode="auto">
          <a:xfrm>
            <a:off x="8612630" y="2832606"/>
            <a:ext cx="2280917" cy="2282612"/>
            <a:chOff x="6459472" y="2124454"/>
            <a:chExt cx="1710688" cy="1711959"/>
          </a:xfrm>
        </p:grpSpPr>
        <p:pic>
          <p:nvPicPr>
            <p:cNvPr id="1467694425" name="object 31"/>
            <p:cNvPicPr/>
            <p:nvPr/>
          </p:nvPicPr>
          <p:blipFill>
            <a:blip r:embed="rId13"/>
            <a:stretch/>
          </p:blipFill>
          <p:spPr bwMode="auto">
            <a:xfrm>
              <a:off x="6459472" y="2124454"/>
              <a:ext cx="1710675" cy="1711449"/>
            </a:xfrm>
            <a:prstGeom prst="rect">
              <a:avLst/>
            </a:prstGeom>
          </p:spPr>
        </p:pic>
        <p:pic>
          <p:nvPicPr>
            <p:cNvPr id="1556466107" name="object 32"/>
            <p:cNvPicPr/>
            <p:nvPr/>
          </p:nvPicPr>
          <p:blipFill>
            <a:blip r:embed="rId14"/>
            <a:stretch/>
          </p:blipFill>
          <p:spPr bwMode="auto">
            <a:xfrm>
              <a:off x="6653783" y="2318765"/>
              <a:ext cx="1123948" cy="1124710"/>
            </a:xfrm>
            <a:prstGeom prst="rect">
              <a:avLst/>
            </a:prstGeom>
          </p:spPr>
        </p:pic>
      </p:grpSp>
      <p:grpSp>
        <p:nvGrpSpPr>
          <p:cNvPr id="1700817371" name="object 33"/>
          <p:cNvGrpSpPr/>
          <p:nvPr/>
        </p:nvGrpSpPr>
        <p:grpSpPr bwMode="auto">
          <a:xfrm>
            <a:off x="8751823" y="5185661"/>
            <a:ext cx="1943100" cy="675639"/>
            <a:chOff x="6563867" y="3889245"/>
            <a:chExt cx="1457325" cy="506729"/>
          </a:xfrm>
        </p:grpSpPr>
        <p:pic>
          <p:nvPicPr>
            <p:cNvPr id="1149768508" name="object 34"/>
            <p:cNvPicPr/>
            <p:nvPr/>
          </p:nvPicPr>
          <p:blipFill>
            <a:blip r:embed="rId6"/>
            <a:stretch/>
          </p:blipFill>
          <p:spPr bwMode="auto">
            <a:xfrm>
              <a:off x="6563867" y="3889245"/>
              <a:ext cx="1456930" cy="506728"/>
            </a:xfrm>
            <a:prstGeom prst="rect">
              <a:avLst/>
            </a:prstGeom>
          </p:spPr>
        </p:pic>
        <p:sp>
          <p:nvSpPr>
            <p:cNvPr id="2053915909" name="object 35"/>
            <p:cNvSpPr/>
            <p:nvPr/>
          </p:nvSpPr>
          <p:spPr bwMode="auto">
            <a:xfrm>
              <a:off x="6654164" y="3970401"/>
              <a:ext cx="1276349" cy="344804"/>
            </a:xfrm>
            <a:custGeom>
              <a:avLst/>
              <a:gdLst/>
              <a:ahLst/>
              <a:cxnLst/>
              <a:rect l="l" t="t" r="r" b="b"/>
              <a:pathLst>
                <a:path w="1276350" h="344804" extrusionOk="0">
                  <a:moveTo>
                    <a:pt x="1218946" y="0"/>
                  </a:moveTo>
                  <a:lnTo>
                    <a:pt x="57403" y="0"/>
                  </a:lnTo>
                  <a:lnTo>
                    <a:pt x="35061" y="4511"/>
                  </a:lnTo>
                  <a:lnTo>
                    <a:pt x="16814" y="16814"/>
                  </a:lnTo>
                  <a:lnTo>
                    <a:pt x="4511" y="35061"/>
                  </a:lnTo>
                  <a:lnTo>
                    <a:pt x="0" y="57404"/>
                  </a:lnTo>
                  <a:lnTo>
                    <a:pt x="0" y="287020"/>
                  </a:lnTo>
                  <a:lnTo>
                    <a:pt x="4511" y="309362"/>
                  </a:lnTo>
                  <a:lnTo>
                    <a:pt x="16814" y="327609"/>
                  </a:lnTo>
                  <a:lnTo>
                    <a:pt x="35061" y="339912"/>
                  </a:lnTo>
                  <a:lnTo>
                    <a:pt x="57403" y="344424"/>
                  </a:lnTo>
                  <a:lnTo>
                    <a:pt x="1218946" y="344424"/>
                  </a:lnTo>
                  <a:lnTo>
                    <a:pt x="1241288" y="339912"/>
                  </a:lnTo>
                  <a:lnTo>
                    <a:pt x="1259535" y="327609"/>
                  </a:lnTo>
                  <a:lnTo>
                    <a:pt x="1271838" y="309362"/>
                  </a:lnTo>
                  <a:lnTo>
                    <a:pt x="1276350" y="287020"/>
                  </a:lnTo>
                  <a:lnTo>
                    <a:pt x="1276350" y="57404"/>
                  </a:lnTo>
                  <a:lnTo>
                    <a:pt x="1271838" y="35061"/>
                  </a:lnTo>
                  <a:lnTo>
                    <a:pt x="1259535" y="16814"/>
                  </a:lnTo>
                  <a:lnTo>
                    <a:pt x="1241288" y="4511"/>
                  </a:lnTo>
                  <a:lnTo>
                    <a:pt x="121894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 sz="2400"/>
            </a:p>
          </p:txBody>
        </p:sp>
        <p:sp>
          <p:nvSpPr>
            <p:cNvPr id="1662952934" name="object 36"/>
            <p:cNvSpPr/>
            <p:nvPr/>
          </p:nvSpPr>
          <p:spPr bwMode="auto">
            <a:xfrm>
              <a:off x="6654164" y="3970401"/>
              <a:ext cx="1276349" cy="344804"/>
            </a:xfrm>
            <a:custGeom>
              <a:avLst/>
              <a:gdLst/>
              <a:ahLst/>
              <a:cxnLst/>
              <a:rect l="l" t="t" r="r" b="b"/>
              <a:pathLst>
                <a:path w="1276350" h="344804" extrusionOk="0">
                  <a:moveTo>
                    <a:pt x="0" y="57404"/>
                  </a:moveTo>
                  <a:lnTo>
                    <a:pt x="4511" y="35061"/>
                  </a:lnTo>
                  <a:lnTo>
                    <a:pt x="16814" y="16814"/>
                  </a:lnTo>
                  <a:lnTo>
                    <a:pt x="35061" y="4511"/>
                  </a:lnTo>
                  <a:lnTo>
                    <a:pt x="57403" y="0"/>
                  </a:lnTo>
                  <a:lnTo>
                    <a:pt x="1218946" y="0"/>
                  </a:lnTo>
                  <a:lnTo>
                    <a:pt x="1241288" y="4511"/>
                  </a:lnTo>
                  <a:lnTo>
                    <a:pt x="1259535" y="16814"/>
                  </a:lnTo>
                  <a:lnTo>
                    <a:pt x="1271838" y="35061"/>
                  </a:lnTo>
                  <a:lnTo>
                    <a:pt x="1276350" y="57404"/>
                  </a:lnTo>
                  <a:lnTo>
                    <a:pt x="1276350" y="287020"/>
                  </a:lnTo>
                  <a:lnTo>
                    <a:pt x="1271838" y="309362"/>
                  </a:lnTo>
                  <a:lnTo>
                    <a:pt x="1259535" y="327609"/>
                  </a:lnTo>
                  <a:lnTo>
                    <a:pt x="1241288" y="339912"/>
                  </a:lnTo>
                  <a:lnTo>
                    <a:pt x="1218946" y="344424"/>
                  </a:lnTo>
                  <a:lnTo>
                    <a:pt x="57403" y="344424"/>
                  </a:lnTo>
                  <a:lnTo>
                    <a:pt x="35061" y="339912"/>
                  </a:lnTo>
                  <a:lnTo>
                    <a:pt x="16814" y="327609"/>
                  </a:lnTo>
                  <a:lnTo>
                    <a:pt x="4511" y="309362"/>
                  </a:lnTo>
                  <a:lnTo>
                    <a:pt x="0" y="287020"/>
                  </a:lnTo>
                  <a:lnTo>
                    <a:pt x="0" y="57404"/>
                  </a:lnTo>
                  <a:close/>
                </a:path>
              </a:pathLst>
            </a:custGeom>
            <a:grpFill/>
            <a:ln w="25146">
              <a:solidFill>
                <a:srgbClr val="92D05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 sz="2400"/>
            </a:p>
          </p:txBody>
        </p:sp>
      </p:grpSp>
      <p:sp>
        <p:nvSpPr>
          <p:cNvPr id="1725845841" name="object 37"/>
          <p:cNvSpPr txBox="1"/>
          <p:nvPr/>
        </p:nvSpPr>
        <p:spPr bwMode="auto">
          <a:xfrm>
            <a:off x="9423091" y="5337277"/>
            <a:ext cx="597744" cy="324874"/>
          </a:xfrm>
          <a:prstGeom prst="rect">
            <a:avLst/>
          </a:prstGeom>
        </p:spPr>
        <p:txBody>
          <a:bodyPr vert="horz" wrap="square" lIns="0" tIns="16932" rIns="0" bIns="0" rtlCol="0">
            <a:spAutoFit/>
          </a:bodyPr>
          <a:lstStyle/>
          <a:p>
            <a:pPr marL="16932">
              <a:spcBef>
                <a:spcPts val="132"/>
              </a:spcBef>
              <a:defRPr/>
            </a:pPr>
            <a:r>
              <a:rPr sz="2000" spc="-5">
                <a:solidFill>
                  <a:srgbClr val="0D0D0D"/>
                </a:solidFill>
                <a:latin typeface="Calibri"/>
                <a:cs typeface="Calibri"/>
              </a:rPr>
              <a:t>W</a:t>
            </a:r>
            <a:r>
              <a:rPr sz="2000">
                <a:solidFill>
                  <a:srgbClr val="0D0D0D"/>
                </a:solidFill>
                <a:latin typeface="Calibri"/>
                <a:cs typeface="Calibri"/>
              </a:rPr>
              <a:t>o</a:t>
            </a:r>
            <a:r>
              <a:rPr sz="2000" spc="-5">
                <a:solidFill>
                  <a:srgbClr val="0D0D0D"/>
                </a:solidFill>
                <a:latin typeface="Calibri"/>
                <a:cs typeface="Calibri"/>
              </a:rPr>
              <a:t>r</a:t>
            </a:r>
            <a:r>
              <a:rPr sz="2000">
                <a:solidFill>
                  <a:srgbClr val="0D0D0D"/>
                </a:solidFill>
                <a:latin typeface="Calibri"/>
                <a:cs typeface="Calibri"/>
              </a:rPr>
              <a:t>k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62676716" name="Picture 1862676715"/>
          <p:cNvPicPr/>
          <p:nvPr/>
        </p:nvPicPr>
        <p:blipFill>
          <a:blip r:embed="rId3"/>
          <a:stretch/>
        </p:blipFill>
        <p:spPr bwMode="auto">
          <a:xfrm>
            <a:off x="218205" y="171703"/>
            <a:ext cx="11703840" cy="65760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5901047" name="Holder 2"/>
          <p:cNvSpPr>
            <a:spLocks noGrp="1"/>
          </p:cNvSpPr>
          <p:nvPr>
            <p:ph type="title"/>
          </p:nvPr>
        </p:nvSpPr>
        <p:spPr bwMode="auto">
          <a:xfrm>
            <a:off x="1616572" y="1254731"/>
            <a:ext cx="8602593" cy="1463519"/>
          </a:xfrm>
        </p:spPr>
        <p:txBody>
          <a:bodyPr vert="horz" lIns="0" tIns="0" rIns="0" bIns="0" rtlCol="0" anchor="ctr">
            <a:normAutofit/>
          </a:bodyPr>
          <a:lstStyle>
            <a:lvl1pPr>
              <a:defRPr sz="3600" b="1" i="0">
                <a:solidFill>
                  <a:srgbClr val="002A1F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r>
              <a:rPr sz="9600"/>
              <a:t>What is Django ?</a:t>
            </a:r>
          </a:p>
        </p:txBody>
      </p:sp>
      <p:pic>
        <p:nvPicPr>
          <p:cNvPr id="1184557595" name="Picture 1184557594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59819" y="3438160"/>
            <a:ext cx="4229100" cy="19176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53533722" name="Picture 1953533721"/>
          <p:cNvPicPr/>
          <p:nvPr/>
        </p:nvPicPr>
        <p:blipFill>
          <a:blip r:embed="rId3"/>
          <a:stretch/>
        </p:blipFill>
        <p:spPr bwMode="auto">
          <a:xfrm rot="21592796">
            <a:off x="362081" y="169850"/>
            <a:ext cx="11420580" cy="6609401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17504349" name="Picture 1117504348"/>
          <p:cNvPicPr/>
          <p:nvPr/>
        </p:nvPicPr>
        <p:blipFill>
          <a:blip r:embed="rId3"/>
          <a:stretch/>
        </p:blipFill>
        <p:spPr bwMode="auto">
          <a:xfrm>
            <a:off x="101760" y="304800"/>
            <a:ext cx="11944800" cy="76185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3858123" name=" 323858122"/>
          <p:cNvSpPr/>
          <p:nvPr/>
        </p:nvSpPr>
        <p:spPr bwMode="auto">
          <a:xfrm>
            <a:off x="79776" y="108856"/>
            <a:ext cx="11254331" cy="41688642"/>
          </a:xfrm>
        </p:spPr>
        <p:txBody>
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sz="2133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Inception (2003):</a:t>
            </a:r>
            <a:endParaRPr sz="1600"/>
          </a:p>
          <a:p>
            <a:pPr>
              <a:defRPr/>
            </a:pPr>
            <a:r>
              <a:rPr sz="21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Django was developed by Adrian Holovaty and Simon Willison.</a:t>
            </a:r>
            <a:endParaRPr sz="1600"/>
          </a:p>
          <a:p>
            <a:pPr>
              <a:defRPr/>
            </a:pPr>
            <a:r>
              <a:rPr sz="21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Started as an internal project at the Lawrence Journal-World newspaper in Kansas, USA.</a:t>
            </a:r>
            <a:endParaRPr sz="1600"/>
          </a:p>
          <a:p>
            <a:pPr>
              <a:defRPr/>
            </a:pPr>
            <a:r>
              <a:rPr sz="2133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Open Source Release (2005):</a:t>
            </a:r>
            <a:endParaRPr sz="1600"/>
          </a:p>
          <a:p>
            <a:pPr>
              <a:defRPr/>
            </a:pPr>
            <a:r>
              <a:rPr sz="21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Released as an open-source web framework in July 2005.</a:t>
            </a:r>
            <a:endParaRPr sz="1600"/>
          </a:p>
          <a:p>
            <a:pPr>
              <a:defRPr/>
            </a:pPr>
            <a:r>
              <a:rPr sz="21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Aimed at easing the development of complex, data-driven websites.</a:t>
            </a:r>
            <a:endParaRPr sz="1600"/>
          </a:p>
          <a:p>
            <a:pPr>
              <a:defRPr/>
            </a:pPr>
            <a:r>
              <a:rPr sz="2133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Django Software Foundation (2008):</a:t>
            </a:r>
            <a:endParaRPr sz="1600"/>
          </a:p>
          <a:p>
            <a:pPr>
              <a:defRPr/>
            </a:pPr>
            <a:r>
              <a:rPr sz="21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Django gained community support and formed the Django Software Foundation (DSF) in 2008.</a:t>
            </a:r>
            <a:endParaRPr sz="1600"/>
          </a:p>
          <a:p>
            <a:pPr>
              <a:defRPr/>
            </a:pPr>
            <a:r>
              <a:rPr sz="21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DSF oversees Django's development and promotes its use.</a:t>
            </a:r>
            <a:endParaRPr sz="1600"/>
          </a:p>
          <a:p>
            <a:pPr>
              <a:defRPr/>
            </a:pPr>
            <a:r>
              <a:rPr sz="2133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Version 1.0 (2008):</a:t>
            </a:r>
            <a:endParaRPr sz="1600"/>
          </a:p>
          <a:p>
            <a:pPr>
              <a:defRPr/>
            </a:pPr>
            <a:r>
              <a:rPr sz="21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Django 1.0 was released in September 2008, marking stability and maturity.</a:t>
            </a:r>
            <a:endParaRPr sz="1600"/>
          </a:p>
          <a:p>
            <a:pPr>
              <a:defRPr/>
            </a:pPr>
            <a:r>
              <a:rPr sz="21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Widely adopted in the web development community.</a:t>
            </a:r>
            <a:endParaRPr sz="1600"/>
          </a:p>
          <a:p>
            <a:pPr>
              <a:defRPr/>
            </a:pPr>
            <a:r>
              <a:rPr sz="2133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Introduction of Django REST Framework (2011):</a:t>
            </a:r>
            <a:endParaRPr sz="1600"/>
          </a:p>
          <a:p>
            <a:pPr>
              <a:defRPr/>
            </a:pPr>
            <a:r>
              <a:rPr sz="21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Django REST Framework was introduced to simplify building Web APIs.</a:t>
            </a:r>
            <a:endParaRPr sz="1600"/>
          </a:p>
          <a:p>
            <a:pPr>
              <a:defRPr/>
            </a:pPr>
            <a:r>
              <a:rPr sz="21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Enabled the development of RESTful APIs using Django.</a:t>
            </a:r>
            <a:endParaRPr sz="1600"/>
          </a:p>
          <a:p>
            <a:pPr>
              <a:defRPr/>
            </a:pPr>
            <a:r>
              <a:rPr sz="2133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Migration to Python 3 (2013-2019):</a:t>
            </a:r>
            <a:endParaRPr sz="1600"/>
          </a:p>
          <a:p>
            <a:pPr>
              <a:defRPr/>
            </a:pPr>
            <a:r>
              <a:rPr sz="21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Django community worked on migrating the framework to Python 3.</a:t>
            </a:r>
            <a:endParaRPr sz="1600"/>
          </a:p>
          <a:p>
            <a:pPr>
              <a:defRPr/>
            </a:pPr>
            <a:r>
              <a:rPr sz="21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Django 2.0, released in 2017, officially dropped support for Python 2.</a:t>
            </a:r>
            <a:endParaRPr sz="1600"/>
          </a:p>
          <a:p>
            <a:pPr>
              <a:defRPr/>
            </a:pPr>
            <a:r>
              <a:rPr sz="2133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Django Channels (2016):</a:t>
            </a:r>
            <a:endParaRPr sz="1600"/>
          </a:p>
          <a:p>
            <a:pPr>
              <a:defRPr/>
            </a:pPr>
            <a:r>
              <a:rPr sz="21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Introduction of Django Channels for handling WebSockets and other asynchronous protocols.</a:t>
            </a:r>
            <a:endParaRPr sz="1600"/>
          </a:p>
          <a:p>
            <a:pPr>
              <a:defRPr/>
            </a:pPr>
            <a:r>
              <a:rPr sz="21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Opened the door for real-time applications and chat functionalities.</a:t>
            </a:r>
            <a:endParaRPr sz="1600"/>
          </a:p>
        </p:txBody>
      </p:sp>
      <p:sp>
        <p:nvSpPr>
          <p:cNvPr id="241269462" name="PlaceHolder 1"/>
          <p:cNvSpPr>
            <a:spLocks noGrp="1"/>
          </p:cNvSpPr>
          <p:nvPr/>
        </p:nvSpPr>
        <p:spPr bwMode="auto">
          <a:xfrm>
            <a:off x="526303" y="-155867"/>
            <a:ext cx="10361280" cy="718296"/>
          </a:xfrm>
          <a:prstGeom prst="rect">
            <a:avLst/>
          </a:prstGeom>
          <a:noFill/>
          <a:ln w="0">
            <a:noFill/>
          </a:ln>
        </p:spPr>
        <p:txBody>
          <a:bodyPr wrap="square" lIns="121920" tIns="60960" rIns="121920" bIns="60960" anchor="t">
            <a:noAutofit/>
          </a:bodyPr>
          <a:lstStyle>
            <a:lvl1pPr>
              <a:defRPr sz="3600" b="1" i="0">
                <a:solidFill>
                  <a:srgbClr val="002A1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 defTabSz="1219170">
              <a:tabLst>
                <a:tab pos="0" algn="l"/>
              </a:tabLst>
              <a:defRPr/>
            </a:pPr>
            <a:r>
              <a:rPr lang="en-GB" sz="3733" b="0">
                <a:solidFill>
                  <a:srgbClr val="C00000"/>
                </a:solidFill>
                <a:latin typeface="Times New Roman"/>
                <a:ea typeface="Times New Roman"/>
              </a:rPr>
              <a:t>History of django</a:t>
            </a:r>
            <a:endParaRPr lang="en-US" sz="3733" b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6654750" name="PlaceHolder 17"/>
          <p:cNvSpPr/>
          <p:nvPr/>
        </p:nvSpPr>
        <p:spPr bwMode="auto">
          <a:xfrm>
            <a:off x="700153" y="2381148"/>
            <a:ext cx="10361280" cy="1647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t">
            <a:noAutofit/>
          </a:bodyPr>
          <a:lstStyle/>
          <a:p>
            <a:pPr algn="ctr" defTabSz="1219170">
              <a:tabLst>
                <a:tab pos="0" algn="l"/>
              </a:tabLst>
              <a:defRPr/>
            </a:pPr>
            <a:r>
              <a:rPr lang="en-GB" sz="5867">
                <a:solidFill>
                  <a:srgbClr val="C00000"/>
                </a:solidFill>
                <a:latin typeface="Times New Roman"/>
                <a:ea typeface="Times New Roman"/>
              </a:rPr>
              <a:t>Why use Django?</a:t>
            </a:r>
            <a:endParaRPr lang="en-US" sz="5867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 bwMode="auto">
          <a:xfrm>
            <a:off x="3269488" y="1465072"/>
            <a:ext cx="5654040" cy="893233"/>
            <a:chOff x="2452116" y="1098803"/>
            <a:chExt cx="4240530" cy="669925"/>
          </a:xfrm>
        </p:grpSpPr>
        <p:pic>
          <p:nvPicPr>
            <p:cNvPr id="4" name="object 4"/>
            <p:cNvPicPr/>
            <p:nvPr/>
          </p:nvPicPr>
          <p:blipFill>
            <a:blip r:embed="rId4"/>
            <a:stretch/>
          </p:blipFill>
          <p:spPr bwMode="auto">
            <a:xfrm>
              <a:off x="2452116" y="1098803"/>
              <a:ext cx="4240529" cy="66979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 bwMode="auto">
            <a:xfrm>
              <a:off x="2569845" y="1181482"/>
              <a:ext cx="4005579" cy="504825"/>
            </a:xfrm>
            <a:custGeom>
              <a:avLst/>
              <a:gdLst/>
              <a:ahLst/>
              <a:cxnLst/>
              <a:rect l="l" t="t" r="r" b="b"/>
              <a:pathLst>
                <a:path w="4005579" h="504825" extrusionOk="0">
                  <a:moveTo>
                    <a:pt x="3920998" y="0"/>
                  </a:moveTo>
                  <a:lnTo>
                    <a:pt x="84074" y="0"/>
                  </a:lnTo>
                  <a:lnTo>
                    <a:pt x="51349" y="6607"/>
                  </a:lnTo>
                  <a:lnTo>
                    <a:pt x="24625" y="24625"/>
                  </a:lnTo>
                  <a:lnTo>
                    <a:pt x="6607" y="51349"/>
                  </a:lnTo>
                  <a:lnTo>
                    <a:pt x="0" y="84074"/>
                  </a:lnTo>
                  <a:lnTo>
                    <a:pt x="0" y="420370"/>
                  </a:lnTo>
                  <a:lnTo>
                    <a:pt x="6607" y="453094"/>
                  </a:lnTo>
                  <a:lnTo>
                    <a:pt x="24625" y="479818"/>
                  </a:lnTo>
                  <a:lnTo>
                    <a:pt x="51349" y="497836"/>
                  </a:lnTo>
                  <a:lnTo>
                    <a:pt x="84074" y="504444"/>
                  </a:lnTo>
                  <a:lnTo>
                    <a:pt x="3920998" y="504444"/>
                  </a:lnTo>
                  <a:lnTo>
                    <a:pt x="3953722" y="497836"/>
                  </a:lnTo>
                  <a:lnTo>
                    <a:pt x="3980446" y="479818"/>
                  </a:lnTo>
                  <a:lnTo>
                    <a:pt x="3998464" y="453094"/>
                  </a:lnTo>
                  <a:lnTo>
                    <a:pt x="4005072" y="420370"/>
                  </a:lnTo>
                  <a:lnTo>
                    <a:pt x="4005072" y="84074"/>
                  </a:lnTo>
                  <a:lnTo>
                    <a:pt x="3998464" y="51349"/>
                  </a:lnTo>
                  <a:lnTo>
                    <a:pt x="3980446" y="24625"/>
                  </a:lnTo>
                  <a:lnTo>
                    <a:pt x="3953722" y="6607"/>
                  </a:lnTo>
                  <a:lnTo>
                    <a:pt x="39209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 sz="2400"/>
            </a:p>
          </p:txBody>
        </p:sp>
        <p:sp>
          <p:nvSpPr>
            <p:cNvPr id="6" name="object 6"/>
            <p:cNvSpPr/>
            <p:nvPr/>
          </p:nvSpPr>
          <p:spPr bwMode="auto">
            <a:xfrm>
              <a:off x="2569845" y="1181482"/>
              <a:ext cx="4005579" cy="504825"/>
            </a:xfrm>
            <a:custGeom>
              <a:avLst/>
              <a:gdLst/>
              <a:ahLst/>
              <a:cxnLst/>
              <a:rect l="l" t="t" r="r" b="b"/>
              <a:pathLst>
                <a:path w="4005579" h="504825" extrusionOk="0">
                  <a:moveTo>
                    <a:pt x="0" y="84074"/>
                  </a:moveTo>
                  <a:lnTo>
                    <a:pt x="6607" y="51349"/>
                  </a:lnTo>
                  <a:lnTo>
                    <a:pt x="24625" y="24625"/>
                  </a:lnTo>
                  <a:lnTo>
                    <a:pt x="51349" y="6607"/>
                  </a:lnTo>
                  <a:lnTo>
                    <a:pt x="84074" y="0"/>
                  </a:lnTo>
                  <a:lnTo>
                    <a:pt x="3920998" y="0"/>
                  </a:lnTo>
                  <a:lnTo>
                    <a:pt x="3953722" y="6607"/>
                  </a:lnTo>
                  <a:lnTo>
                    <a:pt x="3980446" y="24625"/>
                  </a:lnTo>
                  <a:lnTo>
                    <a:pt x="3998464" y="51349"/>
                  </a:lnTo>
                  <a:lnTo>
                    <a:pt x="4005072" y="84074"/>
                  </a:lnTo>
                  <a:lnTo>
                    <a:pt x="4005072" y="420370"/>
                  </a:lnTo>
                  <a:lnTo>
                    <a:pt x="3998464" y="453094"/>
                  </a:lnTo>
                  <a:lnTo>
                    <a:pt x="3980446" y="479818"/>
                  </a:lnTo>
                  <a:lnTo>
                    <a:pt x="3953722" y="497836"/>
                  </a:lnTo>
                  <a:lnTo>
                    <a:pt x="3920998" y="504444"/>
                  </a:lnTo>
                  <a:lnTo>
                    <a:pt x="84074" y="504444"/>
                  </a:lnTo>
                  <a:lnTo>
                    <a:pt x="51349" y="497836"/>
                  </a:lnTo>
                  <a:lnTo>
                    <a:pt x="24625" y="479818"/>
                  </a:lnTo>
                  <a:lnTo>
                    <a:pt x="6607" y="453094"/>
                  </a:lnTo>
                  <a:lnTo>
                    <a:pt x="0" y="420370"/>
                  </a:lnTo>
                  <a:lnTo>
                    <a:pt x="0" y="84074"/>
                  </a:lnTo>
                  <a:close/>
                </a:path>
              </a:pathLst>
            </a:custGeom>
            <a:grpFill/>
            <a:ln w="25145">
              <a:solidFill>
                <a:srgbClr val="92D05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 sz="2400"/>
            </a:p>
          </p:txBody>
        </p:sp>
      </p:grpSp>
      <p:sp>
        <p:nvSpPr>
          <p:cNvPr id="7" name="object 7"/>
          <p:cNvSpPr txBox="1"/>
          <p:nvPr/>
        </p:nvSpPr>
        <p:spPr bwMode="auto">
          <a:xfrm>
            <a:off x="4947286" y="1725505"/>
            <a:ext cx="2297852" cy="32487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  <a:defRPr/>
            </a:pPr>
            <a:r>
              <a:rPr sz="2000" spc="-7">
                <a:solidFill>
                  <a:srgbClr val="0D0D0D"/>
                </a:solidFill>
                <a:latin typeface="Calibri"/>
                <a:cs typeface="Calibri"/>
              </a:rPr>
              <a:t>Built</a:t>
            </a:r>
            <a:r>
              <a:rPr sz="2000" spc="-2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000">
                <a:solidFill>
                  <a:srgbClr val="0D0D0D"/>
                </a:solidFill>
                <a:latin typeface="Calibri"/>
                <a:cs typeface="Calibri"/>
              </a:rPr>
              <a:t>on</a:t>
            </a:r>
            <a:r>
              <a:rPr sz="2000" spc="-4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000">
                <a:solidFill>
                  <a:srgbClr val="0D0D0D"/>
                </a:solidFill>
                <a:latin typeface="Calibri"/>
                <a:cs typeface="Calibri"/>
              </a:rPr>
              <a:t>top</a:t>
            </a:r>
            <a:r>
              <a:rPr sz="2000" spc="-47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000">
                <a:solidFill>
                  <a:srgbClr val="0D0D0D"/>
                </a:solidFill>
                <a:latin typeface="Calibri"/>
                <a:cs typeface="Calibri"/>
              </a:rPr>
              <a:t>of</a:t>
            </a:r>
            <a:r>
              <a:rPr sz="2000" spc="-33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000" spc="-7">
                <a:solidFill>
                  <a:srgbClr val="0D0D0D"/>
                </a:solidFill>
                <a:latin typeface="Calibri"/>
                <a:cs typeface="Calibri"/>
              </a:rPr>
              <a:t>Python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 bwMode="auto">
          <a:xfrm>
            <a:off x="0" y="0"/>
            <a:ext cx="5682827" cy="968587"/>
            <a:chOff x="0" y="0"/>
            <a:chExt cx="4262120" cy="726440"/>
          </a:xfrm>
        </p:grpSpPr>
        <p:pic>
          <p:nvPicPr>
            <p:cNvPr id="9" name="object 9"/>
            <p:cNvPicPr/>
            <p:nvPr/>
          </p:nvPicPr>
          <p:blipFill>
            <a:blip r:embed="rId5"/>
            <a:stretch/>
          </p:blipFill>
          <p:spPr bwMode="auto">
            <a:xfrm>
              <a:off x="0" y="0"/>
              <a:ext cx="4261865" cy="72618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 bwMode="auto">
            <a:xfrm>
              <a:off x="0" y="0"/>
              <a:ext cx="4155440" cy="654685"/>
            </a:xfrm>
            <a:custGeom>
              <a:avLst/>
              <a:gdLst/>
              <a:ahLst/>
              <a:cxnLst/>
              <a:rect l="l" t="t" r="r" b="b"/>
              <a:pathLst>
                <a:path w="4155440" h="654685" extrusionOk="0">
                  <a:moveTo>
                    <a:pt x="3827907" y="0"/>
                  </a:moveTo>
                  <a:lnTo>
                    <a:pt x="0" y="0"/>
                  </a:lnTo>
                  <a:lnTo>
                    <a:pt x="0" y="654558"/>
                  </a:lnTo>
                  <a:lnTo>
                    <a:pt x="3827907" y="654558"/>
                  </a:lnTo>
                  <a:lnTo>
                    <a:pt x="4155186" y="327279"/>
                  </a:lnTo>
                  <a:lnTo>
                    <a:pt x="3827907" y="0"/>
                  </a:lnTo>
                  <a:close/>
                </a:path>
              </a:pathLst>
            </a:custGeom>
            <a:solidFill>
              <a:srgbClr val="00684E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 sz="2400"/>
            </a:p>
          </p:txBody>
        </p:sp>
      </p:grpSp>
      <p:sp>
        <p:nvSpPr>
          <p:cNvPr id="11" name="object 11"/>
          <p:cNvSpPr txBox="1"/>
          <p:nvPr/>
        </p:nvSpPr>
        <p:spPr bwMode="auto">
          <a:xfrm>
            <a:off x="471325" y="217299"/>
            <a:ext cx="4373992" cy="75576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2">
              <a:spcBef>
                <a:spcPts val="132"/>
              </a:spcBef>
              <a:defRPr/>
            </a:pPr>
            <a:r>
              <a:rPr lang="en-US" sz="2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Why</a:t>
            </a:r>
            <a:r>
              <a:rPr lang="en-US" sz="2400" spc="-12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spc="-5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Django</a:t>
            </a:r>
            <a:r>
              <a:rPr lang="en-US" sz="2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spc="-5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?</a:t>
            </a:r>
            <a:endParaRPr sz="2400">
              <a:latin typeface="Calibri"/>
              <a:cs typeface="Calibri"/>
            </a:endParaRPr>
          </a:p>
          <a:p>
            <a:pPr>
              <a:defRPr/>
            </a:pPr>
            <a:endParaRPr sz="2400"/>
          </a:p>
        </p:txBody>
      </p:sp>
      <p:grpSp>
        <p:nvGrpSpPr>
          <p:cNvPr id="12" name="object 12"/>
          <p:cNvGrpSpPr/>
          <p:nvPr/>
        </p:nvGrpSpPr>
        <p:grpSpPr bwMode="auto">
          <a:xfrm>
            <a:off x="2328672" y="1481328"/>
            <a:ext cx="877147" cy="877147"/>
            <a:chOff x="1746504" y="1110996"/>
            <a:chExt cx="657860" cy="657860"/>
          </a:xfrm>
        </p:grpSpPr>
        <p:pic>
          <p:nvPicPr>
            <p:cNvPr id="13" name="object 13"/>
            <p:cNvPicPr/>
            <p:nvPr/>
          </p:nvPicPr>
          <p:blipFill>
            <a:blip r:embed="rId6"/>
            <a:stretch/>
          </p:blipFill>
          <p:spPr bwMode="auto">
            <a:xfrm>
              <a:off x="1746504" y="1110996"/>
              <a:ext cx="657605" cy="65760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 bwMode="auto">
            <a:xfrm>
              <a:off x="1829181" y="1193673"/>
              <a:ext cx="492759" cy="492759"/>
            </a:xfrm>
            <a:custGeom>
              <a:avLst/>
              <a:gdLst/>
              <a:ahLst/>
              <a:cxnLst/>
              <a:rect l="l" t="t" r="r" b="b"/>
              <a:pathLst>
                <a:path w="492760" h="492760" extrusionOk="0">
                  <a:moveTo>
                    <a:pt x="246126" y="0"/>
                  </a:moveTo>
                  <a:lnTo>
                    <a:pt x="196524" y="5000"/>
                  </a:lnTo>
                  <a:lnTo>
                    <a:pt x="150324" y="19342"/>
                  </a:lnTo>
                  <a:lnTo>
                    <a:pt x="108516" y="42035"/>
                  </a:lnTo>
                  <a:lnTo>
                    <a:pt x="72089" y="72089"/>
                  </a:lnTo>
                  <a:lnTo>
                    <a:pt x="42035" y="108516"/>
                  </a:lnTo>
                  <a:lnTo>
                    <a:pt x="19342" y="150324"/>
                  </a:lnTo>
                  <a:lnTo>
                    <a:pt x="5000" y="196524"/>
                  </a:lnTo>
                  <a:lnTo>
                    <a:pt x="0" y="246125"/>
                  </a:lnTo>
                  <a:lnTo>
                    <a:pt x="5000" y="295727"/>
                  </a:lnTo>
                  <a:lnTo>
                    <a:pt x="19342" y="341927"/>
                  </a:lnTo>
                  <a:lnTo>
                    <a:pt x="42035" y="383735"/>
                  </a:lnTo>
                  <a:lnTo>
                    <a:pt x="72089" y="420162"/>
                  </a:lnTo>
                  <a:lnTo>
                    <a:pt x="108516" y="450216"/>
                  </a:lnTo>
                  <a:lnTo>
                    <a:pt x="150324" y="472909"/>
                  </a:lnTo>
                  <a:lnTo>
                    <a:pt x="196524" y="487251"/>
                  </a:lnTo>
                  <a:lnTo>
                    <a:pt x="246126" y="492251"/>
                  </a:lnTo>
                  <a:lnTo>
                    <a:pt x="295727" y="487251"/>
                  </a:lnTo>
                  <a:lnTo>
                    <a:pt x="341927" y="472909"/>
                  </a:lnTo>
                  <a:lnTo>
                    <a:pt x="383735" y="450216"/>
                  </a:lnTo>
                  <a:lnTo>
                    <a:pt x="420162" y="420162"/>
                  </a:lnTo>
                  <a:lnTo>
                    <a:pt x="450216" y="383735"/>
                  </a:lnTo>
                  <a:lnTo>
                    <a:pt x="472909" y="341927"/>
                  </a:lnTo>
                  <a:lnTo>
                    <a:pt x="487251" y="295727"/>
                  </a:lnTo>
                  <a:lnTo>
                    <a:pt x="492252" y="246125"/>
                  </a:lnTo>
                  <a:lnTo>
                    <a:pt x="487251" y="196524"/>
                  </a:lnTo>
                  <a:lnTo>
                    <a:pt x="472909" y="150324"/>
                  </a:lnTo>
                  <a:lnTo>
                    <a:pt x="450216" y="108516"/>
                  </a:lnTo>
                  <a:lnTo>
                    <a:pt x="420162" y="72089"/>
                  </a:lnTo>
                  <a:lnTo>
                    <a:pt x="383735" y="42035"/>
                  </a:lnTo>
                  <a:lnTo>
                    <a:pt x="341927" y="19342"/>
                  </a:lnTo>
                  <a:lnTo>
                    <a:pt x="295727" y="5000"/>
                  </a:lnTo>
                  <a:lnTo>
                    <a:pt x="2461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 sz="2400"/>
            </a:p>
          </p:txBody>
        </p:sp>
        <p:sp>
          <p:nvSpPr>
            <p:cNvPr id="15" name="object 15"/>
            <p:cNvSpPr/>
            <p:nvPr/>
          </p:nvSpPr>
          <p:spPr bwMode="auto">
            <a:xfrm>
              <a:off x="1829181" y="1193673"/>
              <a:ext cx="492759" cy="492759"/>
            </a:xfrm>
            <a:custGeom>
              <a:avLst/>
              <a:gdLst/>
              <a:ahLst/>
              <a:cxnLst/>
              <a:rect l="l" t="t" r="r" b="b"/>
              <a:pathLst>
                <a:path w="492760" h="492760" extrusionOk="0">
                  <a:moveTo>
                    <a:pt x="0" y="246125"/>
                  </a:moveTo>
                  <a:lnTo>
                    <a:pt x="5000" y="196524"/>
                  </a:lnTo>
                  <a:lnTo>
                    <a:pt x="19342" y="150324"/>
                  </a:lnTo>
                  <a:lnTo>
                    <a:pt x="42035" y="108516"/>
                  </a:lnTo>
                  <a:lnTo>
                    <a:pt x="72089" y="72089"/>
                  </a:lnTo>
                  <a:lnTo>
                    <a:pt x="108516" y="42035"/>
                  </a:lnTo>
                  <a:lnTo>
                    <a:pt x="150324" y="19342"/>
                  </a:lnTo>
                  <a:lnTo>
                    <a:pt x="196524" y="5000"/>
                  </a:lnTo>
                  <a:lnTo>
                    <a:pt x="246126" y="0"/>
                  </a:lnTo>
                  <a:lnTo>
                    <a:pt x="295727" y="5000"/>
                  </a:lnTo>
                  <a:lnTo>
                    <a:pt x="341927" y="19342"/>
                  </a:lnTo>
                  <a:lnTo>
                    <a:pt x="383735" y="42035"/>
                  </a:lnTo>
                  <a:lnTo>
                    <a:pt x="420162" y="72089"/>
                  </a:lnTo>
                  <a:lnTo>
                    <a:pt x="450216" y="108516"/>
                  </a:lnTo>
                  <a:lnTo>
                    <a:pt x="472909" y="150324"/>
                  </a:lnTo>
                  <a:lnTo>
                    <a:pt x="487251" y="196524"/>
                  </a:lnTo>
                  <a:lnTo>
                    <a:pt x="492252" y="246125"/>
                  </a:lnTo>
                  <a:lnTo>
                    <a:pt x="487251" y="295727"/>
                  </a:lnTo>
                  <a:lnTo>
                    <a:pt x="472909" y="341927"/>
                  </a:lnTo>
                  <a:lnTo>
                    <a:pt x="450216" y="383735"/>
                  </a:lnTo>
                  <a:lnTo>
                    <a:pt x="420162" y="420162"/>
                  </a:lnTo>
                  <a:lnTo>
                    <a:pt x="383735" y="450216"/>
                  </a:lnTo>
                  <a:lnTo>
                    <a:pt x="341927" y="472909"/>
                  </a:lnTo>
                  <a:lnTo>
                    <a:pt x="295727" y="487251"/>
                  </a:lnTo>
                  <a:lnTo>
                    <a:pt x="246126" y="492251"/>
                  </a:lnTo>
                  <a:lnTo>
                    <a:pt x="196524" y="487251"/>
                  </a:lnTo>
                  <a:lnTo>
                    <a:pt x="150324" y="472909"/>
                  </a:lnTo>
                  <a:lnTo>
                    <a:pt x="108516" y="450216"/>
                  </a:lnTo>
                  <a:lnTo>
                    <a:pt x="72089" y="420162"/>
                  </a:lnTo>
                  <a:lnTo>
                    <a:pt x="42035" y="383735"/>
                  </a:lnTo>
                  <a:lnTo>
                    <a:pt x="19342" y="341927"/>
                  </a:lnTo>
                  <a:lnTo>
                    <a:pt x="5000" y="295727"/>
                  </a:lnTo>
                  <a:lnTo>
                    <a:pt x="0" y="246125"/>
                  </a:lnTo>
                  <a:close/>
                </a:path>
              </a:pathLst>
            </a:custGeom>
            <a:grpFill/>
            <a:ln w="25146">
              <a:solidFill>
                <a:srgbClr val="92D05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 sz="2400"/>
            </a:p>
          </p:txBody>
        </p:sp>
      </p:grpSp>
      <p:sp>
        <p:nvSpPr>
          <p:cNvPr id="16" name="object 16"/>
          <p:cNvSpPr txBox="1"/>
          <p:nvPr/>
        </p:nvSpPr>
        <p:spPr bwMode="auto">
          <a:xfrm>
            <a:off x="2685330" y="1733245"/>
            <a:ext cx="163407" cy="32487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  <a:defRPr/>
            </a:pPr>
            <a:r>
              <a:rPr sz="2000">
                <a:solidFill>
                  <a:srgbClr val="0D0D0D"/>
                </a:solidFill>
                <a:latin typeface="Calibri"/>
                <a:cs typeface="Calibri"/>
              </a:rPr>
              <a:t>1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 bwMode="auto">
          <a:xfrm>
            <a:off x="3994911" y="2448559"/>
            <a:ext cx="4467013" cy="4409439"/>
            <a:chOff x="2996183" y="1836419"/>
            <a:chExt cx="3350260" cy="3307079"/>
          </a:xfrm>
        </p:grpSpPr>
        <p:pic>
          <p:nvPicPr>
            <p:cNvPr id="18" name="object 18"/>
            <p:cNvPicPr/>
            <p:nvPr/>
          </p:nvPicPr>
          <p:blipFill>
            <a:blip r:embed="rId7"/>
            <a:stretch/>
          </p:blipFill>
          <p:spPr bwMode="auto">
            <a:xfrm>
              <a:off x="2996183" y="1836419"/>
              <a:ext cx="3349739" cy="330707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/>
            <a:stretch/>
          </p:blipFill>
          <p:spPr bwMode="auto">
            <a:xfrm>
              <a:off x="3190494" y="2030730"/>
              <a:ext cx="2763011" cy="275310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 bwMode="auto">
          <a:xfrm>
            <a:off x="3269488" y="1465071"/>
            <a:ext cx="5654040" cy="5393267"/>
            <a:chOff x="2452116" y="1098803"/>
            <a:chExt cx="4240530" cy="4044950"/>
          </a:xfrm>
        </p:grpSpPr>
        <p:pic>
          <p:nvPicPr>
            <p:cNvPr id="4" name="object 4"/>
            <p:cNvPicPr/>
            <p:nvPr/>
          </p:nvPicPr>
          <p:blipFill>
            <a:blip r:embed="rId4"/>
            <a:stretch/>
          </p:blipFill>
          <p:spPr bwMode="auto">
            <a:xfrm>
              <a:off x="2855975" y="1686305"/>
              <a:ext cx="3489959" cy="345719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5"/>
            <a:stretch/>
          </p:blipFill>
          <p:spPr bwMode="auto">
            <a:xfrm>
              <a:off x="3050285" y="1880616"/>
              <a:ext cx="2903219" cy="290321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6"/>
            <a:stretch/>
          </p:blipFill>
          <p:spPr bwMode="auto">
            <a:xfrm>
              <a:off x="2452116" y="1098803"/>
              <a:ext cx="4240529" cy="66979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 bwMode="auto">
            <a:xfrm>
              <a:off x="2569845" y="1181482"/>
              <a:ext cx="4005579" cy="504825"/>
            </a:xfrm>
            <a:custGeom>
              <a:avLst/>
              <a:gdLst/>
              <a:ahLst/>
              <a:cxnLst/>
              <a:rect l="l" t="t" r="r" b="b"/>
              <a:pathLst>
                <a:path w="4005579" h="504825" extrusionOk="0">
                  <a:moveTo>
                    <a:pt x="3920998" y="0"/>
                  </a:moveTo>
                  <a:lnTo>
                    <a:pt x="84074" y="0"/>
                  </a:lnTo>
                  <a:lnTo>
                    <a:pt x="51349" y="6607"/>
                  </a:lnTo>
                  <a:lnTo>
                    <a:pt x="24625" y="24625"/>
                  </a:lnTo>
                  <a:lnTo>
                    <a:pt x="6607" y="51349"/>
                  </a:lnTo>
                  <a:lnTo>
                    <a:pt x="0" y="84074"/>
                  </a:lnTo>
                  <a:lnTo>
                    <a:pt x="0" y="420370"/>
                  </a:lnTo>
                  <a:lnTo>
                    <a:pt x="6607" y="453094"/>
                  </a:lnTo>
                  <a:lnTo>
                    <a:pt x="24625" y="479818"/>
                  </a:lnTo>
                  <a:lnTo>
                    <a:pt x="51349" y="497836"/>
                  </a:lnTo>
                  <a:lnTo>
                    <a:pt x="84074" y="504444"/>
                  </a:lnTo>
                  <a:lnTo>
                    <a:pt x="3920998" y="504444"/>
                  </a:lnTo>
                  <a:lnTo>
                    <a:pt x="3953722" y="497836"/>
                  </a:lnTo>
                  <a:lnTo>
                    <a:pt x="3980446" y="479818"/>
                  </a:lnTo>
                  <a:lnTo>
                    <a:pt x="3998464" y="453094"/>
                  </a:lnTo>
                  <a:lnTo>
                    <a:pt x="4005072" y="420370"/>
                  </a:lnTo>
                  <a:lnTo>
                    <a:pt x="4005072" y="84074"/>
                  </a:lnTo>
                  <a:lnTo>
                    <a:pt x="3998464" y="51349"/>
                  </a:lnTo>
                  <a:lnTo>
                    <a:pt x="3980446" y="24625"/>
                  </a:lnTo>
                  <a:lnTo>
                    <a:pt x="3953722" y="6607"/>
                  </a:lnTo>
                  <a:lnTo>
                    <a:pt x="39209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 sz="2400"/>
            </a:p>
          </p:txBody>
        </p:sp>
        <p:sp>
          <p:nvSpPr>
            <p:cNvPr id="8" name="object 8"/>
            <p:cNvSpPr/>
            <p:nvPr/>
          </p:nvSpPr>
          <p:spPr bwMode="auto">
            <a:xfrm>
              <a:off x="2569845" y="1181482"/>
              <a:ext cx="4005579" cy="504825"/>
            </a:xfrm>
            <a:custGeom>
              <a:avLst/>
              <a:gdLst/>
              <a:ahLst/>
              <a:cxnLst/>
              <a:rect l="l" t="t" r="r" b="b"/>
              <a:pathLst>
                <a:path w="4005579" h="504825" extrusionOk="0">
                  <a:moveTo>
                    <a:pt x="0" y="84074"/>
                  </a:moveTo>
                  <a:lnTo>
                    <a:pt x="6607" y="51349"/>
                  </a:lnTo>
                  <a:lnTo>
                    <a:pt x="24625" y="24625"/>
                  </a:lnTo>
                  <a:lnTo>
                    <a:pt x="51349" y="6607"/>
                  </a:lnTo>
                  <a:lnTo>
                    <a:pt x="84074" y="0"/>
                  </a:lnTo>
                  <a:lnTo>
                    <a:pt x="3920998" y="0"/>
                  </a:lnTo>
                  <a:lnTo>
                    <a:pt x="3953722" y="6607"/>
                  </a:lnTo>
                  <a:lnTo>
                    <a:pt x="3980446" y="24625"/>
                  </a:lnTo>
                  <a:lnTo>
                    <a:pt x="3998464" y="51349"/>
                  </a:lnTo>
                  <a:lnTo>
                    <a:pt x="4005072" y="84074"/>
                  </a:lnTo>
                  <a:lnTo>
                    <a:pt x="4005072" y="420370"/>
                  </a:lnTo>
                  <a:lnTo>
                    <a:pt x="3998464" y="453094"/>
                  </a:lnTo>
                  <a:lnTo>
                    <a:pt x="3980446" y="479818"/>
                  </a:lnTo>
                  <a:lnTo>
                    <a:pt x="3953722" y="497836"/>
                  </a:lnTo>
                  <a:lnTo>
                    <a:pt x="3920998" y="504444"/>
                  </a:lnTo>
                  <a:lnTo>
                    <a:pt x="84074" y="504444"/>
                  </a:lnTo>
                  <a:lnTo>
                    <a:pt x="51349" y="497836"/>
                  </a:lnTo>
                  <a:lnTo>
                    <a:pt x="24625" y="479818"/>
                  </a:lnTo>
                  <a:lnTo>
                    <a:pt x="6607" y="453094"/>
                  </a:lnTo>
                  <a:lnTo>
                    <a:pt x="0" y="420370"/>
                  </a:lnTo>
                  <a:lnTo>
                    <a:pt x="0" y="84074"/>
                  </a:lnTo>
                  <a:close/>
                </a:path>
              </a:pathLst>
            </a:custGeom>
            <a:grpFill/>
            <a:ln w="25145">
              <a:solidFill>
                <a:srgbClr val="92D05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 sz="2400"/>
            </a:p>
          </p:txBody>
        </p:sp>
      </p:grpSp>
      <p:sp>
        <p:nvSpPr>
          <p:cNvPr id="9" name="object 9"/>
          <p:cNvSpPr txBox="1"/>
          <p:nvPr/>
        </p:nvSpPr>
        <p:spPr bwMode="auto">
          <a:xfrm>
            <a:off x="4450420" y="1725505"/>
            <a:ext cx="3290147" cy="32487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  <a:defRPr/>
            </a:pPr>
            <a:r>
              <a:rPr sz="2000" spc="-7">
                <a:solidFill>
                  <a:srgbClr val="0D0D0D"/>
                </a:solidFill>
                <a:latin typeface="Calibri"/>
                <a:cs typeface="Calibri"/>
              </a:rPr>
              <a:t>Quick development</a:t>
            </a:r>
            <a:r>
              <a:rPr sz="2000" spc="7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000">
                <a:solidFill>
                  <a:srgbClr val="0D0D0D"/>
                </a:solidFill>
                <a:latin typeface="Calibri"/>
                <a:cs typeface="Calibri"/>
              </a:rPr>
              <a:t>of</a:t>
            </a:r>
            <a:r>
              <a:rPr sz="2000" spc="-33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000" spc="-7">
                <a:solidFill>
                  <a:srgbClr val="0D0D0D"/>
                </a:solidFill>
                <a:latin typeface="Calibri"/>
                <a:cs typeface="Calibri"/>
              </a:rPr>
              <a:t>websites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 bwMode="auto">
          <a:xfrm>
            <a:off x="0" y="0"/>
            <a:ext cx="5682827" cy="968587"/>
            <a:chOff x="0" y="0"/>
            <a:chExt cx="4262120" cy="726440"/>
          </a:xfrm>
        </p:grpSpPr>
        <p:pic>
          <p:nvPicPr>
            <p:cNvPr id="11" name="object 11"/>
            <p:cNvPicPr/>
            <p:nvPr/>
          </p:nvPicPr>
          <p:blipFill>
            <a:blip r:embed="rId7"/>
            <a:stretch/>
          </p:blipFill>
          <p:spPr bwMode="auto">
            <a:xfrm>
              <a:off x="0" y="0"/>
              <a:ext cx="4261865" cy="72618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 bwMode="auto">
            <a:xfrm>
              <a:off x="0" y="0"/>
              <a:ext cx="4155440" cy="654685"/>
            </a:xfrm>
            <a:custGeom>
              <a:avLst/>
              <a:gdLst/>
              <a:ahLst/>
              <a:cxnLst/>
              <a:rect l="l" t="t" r="r" b="b"/>
              <a:pathLst>
                <a:path w="4155440" h="654685" extrusionOk="0">
                  <a:moveTo>
                    <a:pt x="3827907" y="0"/>
                  </a:moveTo>
                  <a:lnTo>
                    <a:pt x="0" y="0"/>
                  </a:lnTo>
                  <a:lnTo>
                    <a:pt x="0" y="654558"/>
                  </a:lnTo>
                  <a:lnTo>
                    <a:pt x="3827907" y="654558"/>
                  </a:lnTo>
                  <a:lnTo>
                    <a:pt x="4155186" y="327279"/>
                  </a:lnTo>
                  <a:lnTo>
                    <a:pt x="3827907" y="0"/>
                  </a:lnTo>
                  <a:close/>
                </a:path>
              </a:pathLst>
            </a:custGeom>
            <a:solidFill>
              <a:srgbClr val="00684E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 sz="2400"/>
            </a:p>
          </p:txBody>
        </p:sp>
      </p:grpSp>
      <p:sp>
        <p:nvSpPr>
          <p:cNvPr id="13" name="object 13"/>
          <p:cNvSpPr txBox="1"/>
          <p:nvPr/>
        </p:nvSpPr>
        <p:spPr bwMode="auto">
          <a:xfrm>
            <a:off x="471325" y="217299"/>
            <a:ext cx="4373992" cy="75576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2">
              <a:spcBef>
                <a:spcPts val="132"/>
              </a:spcBef>
              <a:defRPr/>
            </a:pPr>
            <a:r>
              <a:rPr lang="en-US" sz="2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Why</a:t>
            </a:r>
            <a:r>
              <a:rPr lang="en-US" sz="2400" spc="-12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spc="-5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Django</a:t>
            </a:r>
            <a:r>
              <a:rPr lang="en-US" sz="2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spc="-5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?</a:t>
            </a:r>
            <a:endParaRPr sz="2400">
              <a:latin typeface="Calibri"/>
              <a:cs typeface="Calibri"/>
            </a:endParaRPr>
          </a:p>
          <a:p>
            <a:pPr>
              <a:defRPr/>
            </a:pPr>
            <a:endParaRPr sz="2400"/>
          </a:p>
        </p:txBody>
      </p:sp>
      <p:grpSp>
        <p:nvGrpSpPr>
          <p:cNvPr id="14" name="object 14"/>
          <p:cNvGrpSpPr/>
          <p:nvPr/>
        </p:nvGrpSpPr>
        <p:grpSpPr bwMode="auto">
          <a:xfrm>
            <a:off x="2328672" y="1481328"/>
            <a:ext cx="877147" cy="877147"/>
            <a:chOff x="1746504" y="1110996"/>
            <a:chExt cx="657860" cy="657860"/>
          </a:xfrm>
        </p:grpSpPr>
        <p:pic>
          <p:nvPicPr>
            <p:cNvPr id="15" name="object 15"/>
            <p:cNvPicPr/>
            <p:nvPr/>
          </p:nvPicPr>
          <p:blipFill>
            <a:blip r:embed="rId8"/>
            <a:stretch/>
          </p:blipFill>
          <p:spPr bwMode="auto">
            <a:xfrm>
              <a:off x="1746504" y="1110996"/>
              <a:ext cx="657605" cy="65760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 bwMode="auto">
            <a:xfrm>
              <a:off x="1829181" y="1193673"/>
              <a:ext cx="492759" cy="492759"/>
            </a:xfrm>
            <a:custGeom>
              <a:avLst/>
              <a:gdLst/>
              <a:ahLst/>
              <a:cxnLst/>
              <a:rect l="l" t="t" r="r" b="b"/>
              <a:pathLst>
                <a:path w="492760" h="492760" extrusionOk="0">
                  <a:moveTo>
                    <a:pt x="246126" y="0"/>
                  </a:moveTo>
                  <a:lnTo>
                    <a:pt x="196524" y="5000"/>
                  </a:lnTo>
                  <a:lnTo>
                    <a:pt x="150324" y="19342"/>
                  </a:lnTo>
                  <a:lnTo>
                    <a:pt x="108516" y="42035"/>
                  </a:lnTo>
                  <a:lnTo>
                    <a:pt x="72089" y="72089"/>
                  </a:lnTo>
                  <a:lnTo>
                    <a:pt x="42035" y="108516"/>
                  </a:lnTo>
                  <a:lnTo>
                    <a:pt x="19342" y="150324"/>
                  </a:lnTo>
                  <a:lnTo>
                    <a:pt x="5000" y="196524"/>
                  </a:lnTo>
                  <a:lnTo>
                    <a:pt x="0" y="246125"/>
                  </a:lnTo>
                  <a:lnTo>
                    <a:pt x="5000" y="295727"/>
                  </a:lnTo>
                  <a:lnTo>
                    <a:pt x="19342" y="341927"/>
                  </a:lnTo>
                  <a:lnTo>
                    <a:pt x="42035" y="383735"/>
                  </a:lnTo>
                  <a:lnTo>
                    <a:pt x="72089" y="420162"/>
                  </a:lnTo>
                  <a:lnTo>
                    <a:pt x="108516" y="450216"/>
                  </a:lnTo>
                  <a:lnTo>
                    <a:pt x="150324" y="472909"/>
                  </a:lnTo>
                  <a:lnTo>
                    <a:pt x="196524" y="487251"/>
                  </a:lnTo>
                  <a:lnTo>
                    <a:pt x="246126" y="492251"/>
                  </a:lnTo>
                  <a:lnTo>
                    <a:pt x="295727" y="487251"/>
                  </a:lnTo>
                  <a:lnTo>
                    <a:pt x="341927" y="472909"/>
                  </a:lnTo>
                  <a:lnTo>
                    <a:pt x="383735" y="450216"/>
                  </a:lnTo>
                  <a:lnTo>
                    <a:pt x="420162" y="420162"/>
                  </a:lnTo>
                  <a:lnTo>
                    <a:pt x="450216" y="383735"/>
                  </a:lnTo>
                  <a:lnTo>
                    <a:pt x="472909" y="341927"/>
                  </a:lnTo>
                  <a:lnTo>
                    <a:pt x="487251" y="295727"/>
                  </a:lnTo>
                  <a:lnTo>
                    <a:pt x="492252" y="246125"/>
                  </a:lnTo>
                  <a:lnTo>
                    <a:pt x="487251" y="196524"/>
                  </a:lnTo>
                  <a:lnTo>
                    <a:pt x="472909" y="150324"/>
                  </a:lnTo>
                  <a:lnTo>
                    <a:pt x="450216" y="108516"/>
                  </a:lnTo>
                  <a:lnTo>
                    <a:pt x="420162" y="72089"/>
                  </a:lnTo>
                  <a:lnTo>
                    <a:pt x="383735" y="42035"/>
                  </a:lnTo>
                  <a:lnTo>
                    <a:pt x="341927" y="19342"/>
                  </a:lnTo>
                  <a:lnTo>
                    <a:pt x="295727" y="5000"/>
                  </a:lnTo>
                  <a:lnTo>
                    <a:pt x="2461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 sz="2400"/>
            </a:p>
          </p:txBody>
        </p:sp>
        <p:sp>
          <p:nvSpPr>
            <p:cNvPr id="17" name="object 17"/>
            <p:cNvSpPr/>
            <p:nvPr/>
          </p:nvSpPr>
          <p:spPr bwMode="auto">
            <a:xfrm>
              <a:off x="1829181" y="1193673"/>
              <a:ext cx="492759" cy="492759"/>
            </a:xfrm>
            <a:custGeom>
              <a:avLst/>
              <a:gdLst/>
              <a:ahLst/>
              <a:cxnLst/>
              <a:rect l="l" t="t" r="r" b="b"/>
              <a:pathLst>
                <a:path w="492760" h="492760" extrusionOk="0">
                  <a:moveTo>
                    <a:pt x="0" y="246125"/>
                  </a:moveTo>
                  <a:lnTo>
                    <a:pt x="5000" y="196524"/>
                  </a:lnTo>
                  <a:lnTo>
                    <a:pt x="19342" y="150324"/>
                  </a:lnTo>
                  <a:lnTo>
                    <a:pt x="42035" y="108516"/>
                  </a:lnTo>
                  <a:lnTo>
                    <a:pt x="72089" y="72089"/>
                  </a:lnTo>
                  <a:lnTo>
                    <a:pt x="108516" y="42035"/>
                  </a:lnTo>
                  <a:lnTo>
                    <a:pt x="150324" y="19342"/>
                  </a:lnTo>
                  <a:lnTo>
                    <a:pt x="196524" y="5000"/>
                  </a:lnTo>
                  <a:lnTo>
                    <a:pt x="246126" y="0"/>
                  </a:lnTo>
                  <a:lnTo>
                    <a:pt x="295727" y="5000"/>
                  </a:lnTo>
                  <a:lnTo>
                    <a:pt x="341927" y="19342"/>
                  </a:lnTo>
                  <a:lnTo>
                    <a:pt x="383735" y="42035"/>
                  </a:lnTo>
                  <a:lnTo>
                    <a:pt x="420162" y="72089"/>
                  </a:lnTo>
                  <a:lnTo>
                    <a:pt x="450216" y="108516"/>
                  </a:lnTo>
                  <a:lnTo>
                    <a:pt x="472909" y="150324"/>
                  </a:lnTo>
                  <a:lnTo>
                    <a:pt x="487251" y="196524"/>
                  </a:lnTo>
                  <a:lnTo>
                    <a:pt x="492252" y="246125"/>
                  </a:lnTo>
                  <a:lnTo>
                    <a:pt x="487251" y="295727"/>
                  </a:lnTo>
                  <a:lnTo>
                    <a:pt x="472909" y="341927"/>
                  </a:lnTo>
                  <a:lnTo>
                    <a:pt x="450216" y="383735"/>
                  </a:lnTo>
                  <a:lnTo>
                    <a:pt x="420162" y="420162"/>
                  </a:lnTo>
                  <a:lnTo>
                    <a:pt x="383735" y="450216"/>
                  </a:lnTo>
                  <a:lnTo>
                    <a:pt x="341927" y="472909"/>
                  </a:lnTo>
                  <a:lnTo>
                    <a:pt x="295727" y="487251"/>
                  </a:lnTo>
                  <a:lnTo>
                    <a:pt x="246126" y="492251"/>
                  </a:lnTo>
                  <a:lnTo>
                    <a:pt x="196524" y="487251"/>
                  </a:lnTo>
                  <a:lnTo>
                    <a:pt x="150324" y="472909"/>
                  </a:lnTo>
                  <a:lnTo>
                    <a:pt x="108516" y="450216"/>
                  </a:lnTo>
                  <a:lnTo>
                    <a:pt x="72089" y="420162"/>
                  </a:lnTo>
                  <a:lnTo>
                    <a:pt x="42035" y="383735"/>
                  </a:lnTo>
                  <a:lnTo>
                    <a:pt x="19342" y="341927"/>
                  </a:lnTo>
                  <a:lnTo>
                    <a:pt x="5000" y="295727"/>
                  </a:lnTo>
                  <a:lnTo>
                    <a:pt x="0" y="246125"/>
                  </a:lnTo>
                  <a:close/>
                </a:path>
              </a:pathLst>
            </a:custGeom>
            <a:grpFill/>
            <a:ln w="25146">
              <a:solidFill>
                <a:srgbClr val="92D05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 sz="2400"/>
            </a:p>
          </p:txBody>
        </p:sp>
      </p:grpSp>
      <p:sp>
        <p:nvSpPr>
          <p:cNvPr id="18" name="object 18"/>
          <p:cNvSpPr txBox="1"/>
          <p:nvPr/>
        </p:nvSpPr>
        <p:spPr bwMode="auto">
          <a:xfrm>
            <a:off x="2685330" y="1733245"/>
            <a:ext cx="163407" cy="32487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  <a:defRPr/>
            </a:pPr>
            <a:r>
              <a:rPr sz="2000">
                <a:solidFill>
                  <a:srgbClr val="0D0D0D"/>
                </a:solidFill>
                <a:latin typeface="Calibri"/>
                <a:cs typeface="Calibri"/>
              </a:rPr>
              <a:t>2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 bwMode="auto">
          <a:xfrm>
            <a:off x="3269488" y="1465071"/>
            <a:ext cx="5654040" cy="5379720"/>
            <a:chOff x="2452116" y="1098803"/>
            <a:chExt cx="4240530" cy="4034790"/>
          </a:xfrm>
        </p:grpSpPr>
        <p:pic>
          <p:nvPicPr>
            <p:cNvPr id="4" name="object 4"/>
            <p:cNvPicPr/>
            <p:nvPr/>
          </p:nvPicPr>
          <p:blipFill>
            <a:blip r:embed="rId4"/>
            <a:stretch/>
          </p:blipFill>
          <p:spPr bwMode="auto">
            <a:xfrm>
              <a:off x="2947416" y="1686305"/>
              <a:ext cx="3447288" cy="344728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5"/>
            <a:stretch/>
          </p:blipFill>
          <p:spPr bwMode="auto">
            <a:xfrm>
              <a:off x="3141726" y="1880616"/>
              <a:ext cx="2860535" cy="286054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6"/>
            <a:stretch/>
          </p:blipFill>
          <p:spPr bwMode="auto">
            <a:xfrm>
              <a:off x="2452116" y="1098803"/>
              <a:ext cx="4240529" cy="66979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 bwMode="auto">
            <a:xfrm>
              <a:off x="2569845" y="1181482"/>
              <a:ext cx="4005579" cy="504825"/>
            </a:xfrm>
            <a:custGeom>
              <a:avLst/>
              <a:gdLst/>
              <a:ahLst/>
              <a:cxnLst/>
              <a:rect l="l" t="t" r="r" b="b"/>
              <a:pathLst>
                <a:path w="4005579" h="504825" extrusionOk="0">
                  <a:moveTo>
                    <a:pt x="3920998" y="0"/>
                  </a:moveTo>
                  <a:lnTo>
                    <a:pt x="84074" y="0"/>
                  </a:lnTo>
                  <a:lnTo>
                    <a:pt x="51349" y="6607"/>
                  </a:lnTo>
                  <a:lnTo>
                    <a:pt x="24625" y="24625"/>
                  </a:lnTo>
                  <a:lnTo>
                    <a:pt x="6607" y="51349"/>
                  </a:lnTo>
                  <a:lnTo>
                    <a:pt x="0" y="84074"/>
                  </a:lnTo>
                  <a:lnTo>
                    <a:pt x="0" y="420370"/>
                  </a:lnTo>
                  <a:lnTo>
                    <a:pt x="6607" y="453094"/>
                  </a:lnTo>
                  <a:lnTo>
                    <a:pt x="24625" y="479818"/>
                  </a:lnTo>
                  <a:lnTo>
                    <a:pt x="51349" y="497836"/>
                  </a:lnTo>
                  <a:lnTo>
                    <a:pt x="84074" y="504444"/>
                  </a:lnTo>
                  <a:lnTo>
                    <a:pt x="3920998" y="504444"/>
                  </a:lnTo>
                  <a:lnTo>
                    <a:pt x="3953722" y="497836"/>
                  </a:lnTo>
                  <a:lnTo>
                    <a:pt x="3980446" y="479818"/>
                  </a:lnTo>
                  <a:lnTo>
                    <a:pt x="3998464" y="453094"/>
                  </a:lnTo>
                  <a:lnTo>
                    <a:pt x="4005072" y="420370"/>
                  </a:lnTo>
                  <a:lnTo>
                    <a:pt x="4005072" y="84074"/>
                  </a:lnTo>
                  <a:lnTo>
                    <a:pt x="3998464" y="51349"/>
                  </a:lnTo>
                  <a:lnTo>
                    <a:pt x="3980446" y="24625"/>
                  </a:lnTo>
                  <a:lnTo>
                    <a:pt x="3953722" y="6607"/>
                  </a:lnTo>
                  <a:lnTo>
                    <a:pt x="39209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 sz="2400"/>
            </a:p>
          </p:txBody>
        </p:sp>
        <p:sp>
          <p:nvSpPr>
            <p:cNvPr id="8" name="object 8"/>
            <p:cNvSpPr/>
            <p:nvPr/>
          </p:nvSpPr>
          <p:spPr bwMode="auto">
            <a:xfrm>
              <a:off x="2569845" y="1181482"/>
              <a:ext cx="4005579" cy="504825"/>
            </a:xfrm>
            <a:custGeom>
              <a:avLst/>
              <a:gdLst/>
              <a:ahLst/>
              <a:cxnLst/>
              <a:rect l="l" t="t" r="r" b="b"/>
              <a:pathLst>
                <a:path w="4005579" h="504825" extrusionOk="0">
                  <a:moveTo>
                    <a:pt x="0" y="84074"/>
                  </a:moveTo>
                  <a:lnTo>
                    <a:pt x="6607" y="51349"/>
                  </a:lnTo>
                  <a:lnTo>
                    <a:pt x="24625" y="24625"/>
                  </a:lnTo>
                  <a:lnTo>
                    <a:pt x="51349" y="6607"/>
                  </a:lnTo>
                  <a:lnTo>
                    <a:pt x="84074" y="0"/>
                  </a:lnTo>
                  <a:lnTo>
                    <a:pt x="3920998" y="0"/>
                  </a:lnTo>
                  <a:lnTo>
                    <a:pt x="3953722" y="6607"/>
                  </a:lnTo>
                  <a:lnTo>
                    <a:pt x="3980446" y="24625"/>
                  </a:lnTo>
                  <a:lnTo>
                    <a:pt x="3998464" y="51349"/>
                  </a:lnTo>
                  <a:lnTo>
                    <a:pt x="4005072" y="84074"/>
                  </a:lnTo>
                  <a:lnTo>
                    <a:pt x="4005072" y="420370"/>
                  </a:lnTo>
                  <a:lnTo>
                    <a:pt x="3998464" y="453094"/>
                  </a:lnTo>
                  <a:lnTo>
                    <a:pt x="3980446" y="479818"/>
                  </a:lnTo>
                  <a:lnTo>
                    <a:pt x="3953722" y="497836"/>
                  </a:lnTo>
                  <a:lnTo>
                    <a:pt x="3920998" y="504444"/>
                  </a:lnTo>
                  <a:lnTo>
                    <a:pt x="84074" y="504444"/>
                  </a:lnTo>
                  <a:lnTo>
                    <a:pt x="51349" y="497836"/>
                  </a:lnTo>
                  <a:lnTo>
                    <a:pt x="24625" y="479818"/>
                  </a:lnTo>
                  <a:lnTo>
                    <a:pt x="6607" y="453094"/>
                  </a:lnTo>
                  <a:lnTo>
                    <a:pt x="0" y="420370"/>
                  </a:lnTo>
                  <a:lnTo>
                    <a:pt x="0" y="84074"/>
                  </a:lnTo>
                  <a:close/>
                </a:path>
              </a:pathLst>
            </a:custGeom>
            <a:grpFill/>
            <a:ln w="25145">
              <a:solidFill>
                <a:srgbClr val="92D05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 sz="2400"/>
            </a:p>
          </p:txBody>
        </p:sp>
      </p:grpSp>
      <p:sp>
        <p:nvSpPr>
          <p:cNvPr id="9" name="object 9"/>
          <p:cNvSpPr txBox="1"/>
          <p:nvPr/>
        </p:nvSpPr>
        <p:spPr bwMode="auto">
          <a:xfrm>
            <a:off x="5230708" y="1725505"/>
            <a:ext cx="1728893" cy="32487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  <a:defRPr/>
            </a:pPr>
            <a:r>
              <a:rPr sz="2000" spc="-7">
                <a:solidFill>
                  <a:srgbClr val="0D0D0D"/>
                </a:solidFill>
                <a:latin typeface="Calibri"/>
                <a:cs typeface="Calibri"/>
              </a:rPr>
              <a:t>Lots</a:t>
            </a:r>
            <a:r>
              <a:rPr sz="2000" spc="-6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000">
                <a:solidFill>
                  <a:srgbClr val="0D0D0D"/>
                </a:solidFill>
                <a:latin typeface="Calibri"/>
                <a:cs typeface="Calibri"/>
              </a:rPr>
              <a:t>of</a:t>
            </a:r>
            <a:r>
              <a:rPr sz="2000" spc="-33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000" spc="-7">
                <a:solidFill>
                  <a:srgbClr val="0D0D0D"/>
                </a:solidFill>
                <a:latin typeface="Calibri"/>
                <a:cs typeface="Calibri"/>
              </a:rPr>
              <a:t>packages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 bwMode="auto">
          <a:xfrm>
            <a:off x="0" y="0"/>
            <a:ext cx="5682827" cy="968587"/>
            <a:chOff x="0" y="0"/>
            <a:chExt cx="4262120" cy="726440"/>
          </a:xfrm>
        </p:grpSpPr>
        <p:pic>
          <p:nvPicPr>
            <p:cNvPr id="11" name="object 11"/>
            <p:cNvPicPr/>
            <p:nvPr/>
          </p:nvPicPr>
          <p:blipFill>
            <a:blip r:embed="rId7"/>
            <a:stretch/>
          </p:blipFill>
          <p:spPr bwMode="auto">
            <a:xfrm>
              <a:off x="0" y="0"/>
              <a:ext cx="4261865" cy="72618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 bwMode="auto">
            <a:xfrm>
              <a:off x="0" y="0"/>
              <a:ext cx="4155440" cy="654685"/>
            </a:xfrm>
            <a:custGeom>
              <a:avLst/>
              <a:gdLst/>
              <a:ahLst/>
              <a:cxnLst/>
              <a:rect l="l" t="t" r="r" b="b"/>
              <a:pathLst>
                <a:path w="4155440" h="654685" extrusionOk="0">
                  <a:moveTo>
                    <a:pt x="3827907" y="0"/>
                  </a:moveTo>
                  <a:lnTo>
                    <a:pt x="0" y="0"/>
                  </a:lnTo>
                  <a:lnTo>
                    <a:pt x="0" y="654558"/>
                  </a:lnTo>
                  <a:lnTo>
                    <a:pt x="3827907" y="654558"/>
                  </a:lnTo>
                  <a:lnTo>
                    <a:pt x="4155186" y="327279"/>
                  </a:lnTo>
                  <a:lnTo>
                    <a:pt x="3827907" y="0"/>
                  </a:lnTo>
                  <a:close/>
                </a:path>
              </a:pathLst>
            </a:custGeom>
            <a:solidFill>
              <a:srgbClr val="00684E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 sz="2400"/>
            </a:p>
          </p:txBody>
        </p:sp>
      </p:grpSp>
      <p:sp>
        <p:nvSpPr>
          <p:cNvPr id="13" name="object 13"/>
          <p:cNvSpPr txBox="1"/>
          <p:nvPr/>
        </p:nvSpPr>
        <p:spPr bwMode="auto">
          <a:xfrm>
            <a:off x="471325" y="217299"/>
            <a:ext cx="4373992" cy="75576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2">
              <a:spcBef>
                <a:spcPts val="132"/>
              </a:spcBef>
              <a:defRPr/>
            </a:pPr>
            <a:r>
              <a:rPr lang="en-US" sz="2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Why</a:t>
            </a:r>
            <a:r>
              <a:rPr lang="en-US" sz="2400" spc="-12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spc="-5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Django</a:t>
            </a:r>
            <a:r>
              <a:rPr lang="en-US" sz="2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spc="-5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?</a:t>
            </a:r>
            <a:endParaRPr sz="2400">
              <a:latin typeface="Calibri"/>
              <a:cs typeface="Calibri"/>
            </a:endParaRPr>
          </a:p>
          <a:p>
            <a:pPr>
              <a:defRPr/>
            </a:pPr>
            <a:endParaRPr sz="2400"/>
          </a:p>
        </p:txBody>
      </p:sp>
      <p:grpSp>
        <p:nvGrpSpPr>
          <p:cNvPr id="14" name="object 14"/>
          <p:cNvGrpSpPr/>
          <p:nvPr/>
        </p:nvGrpSpPr>
        <p:grpSpPr bwMode="auto">
          <a:xfrm>
            <a:off x="2328672" y="1481328"/>
            <a:ext cx="877147" cy="877147"/>
            <a:chOff x="1746504" y="1110996"/>
            <a:chExt cx="657860" cy="657860"/>
          </a:xfrm>
        </p:grpSpPr>
        <p:pic>
          <p:nvPicPr>
            <p:cNvPr id="15" name="object 15"/>
            <p:cNvPicPr/>
            <p:nvPr/>
          </p:nvPicPr>
          <p:blipFill>
            <a:blip r:embed="rId8"/>
            <a:stretch/>
          </p:blipFill>
          <p:spPr bwMode="auto">
            <a:xfrm>
              <a:off x="1746504" y="1110996"/>
              <a:ext cx="657605" cy="65760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 bwMode="auto">
            <a:xfrm>
              <a:off x="1829181" y="1193673"/>
              <a:ext cx="492759" cy="492759"/>
            </a:xfrm>
            <a:custGeom>
              <a:avLst/>
              <a:gdLst/>
              <a:ahLst/>
              <a:cxnLst/>
              <a:rect l="l" t="t" r="r" b="b"/>
              <a:pathLst>
                <a:path w="492760" h="492760" extrusionOk="0">
                  <a:moveTo>
                    <a:pt x="246126" y="0"/>
                  </a:moveTo>
                  <a:lnTo>
                    <a:pt x="196524" y="5000"/>
                  </a:lnTo>
                  <a:lnTo>
                    <a:pt x="150324" y="19342"/>
                  </a:lnTo>
                  <a:lnTo>
                    <a:pt x="108516" y="42035"/>
                  </a:lnTo>
                  <a:lnTo>
                    <a:pt x="72089" y="72089"/>
                  </a:lnTo>
                  <a:lnTo>
                    <a:pt x="42035" y="108516"/>
                  </a:lnTo>
                  <a:lnTo>
                    <a:pt x="19342" y="150324"/>
                  </a:lnTo>
                  <a:lnTo>
                    <a:pt x="5000" y="196524"/>
                  </a:lnTo>
                  <a:lnTo>
                    <a:pt x="0" y="246125"/>
                  </a:lnTo>
                  <a:lnTo>
                    <a:pt x="5000" y="295727"/>
                  </a:lnTo>
                  <a:lnTo>
                    <a:pt x="19342" y="341927"/>
                  </a:lnTo>
                  <a:lnTo>
                    <a:pt x="42035" y="383735"/>
                  </a:lnTo>
                  <a:lnTo>
                    <a:pt x="72089" y="420162"/>
                  </a:lnTo>
                  <a:lnTo>
                    <a:pt x="108516" y="450216"/>
                  </a:lnTo>
                  <a:lnTo>
                    <a:pt x="150324" y="472909"/>
                  </a:lnTo>
                  <a:lnTo>
                    <a:pt x="196524" y="487251"/>
                  </a:lnTo>
                  <a:lnTo>
                    <a:pt x="246126" y="492251"/>
                  </a:lnTo>
                  <a:lnTo>
                    <a:pt x="295727" y="487251"/>
                  </a:lnTo>
                  <a:lnTo>
                    <a:pt x="341927" y="472909"/>
                  </a:lnTo>
                  <a:lnTo>
                    <a:pt x="383735" y="450216"/>
                  </a:lnTo>
                  <a:lnTo>
                    <a:pt x="420162" y="420162"/>
                  </a:lnTo>
                  <a:lnTo>
                    <a:pt x="450216" y="383735"/>
                  </a:lnTo>
                  <a:lnTo>
                    <a:pt x="472909" y="341927"/>
                  </a:lnTo>
                  <a:lnTo>
                    <a:pt x="487251" y="295727"/>
                  </a:lnTo>
                  <a:lnTo>
                    <a:pt x="492252" y="246125"/>
                  </a:lnTo>
                  <a:lnTo>
                    <a:pt x="487251" y="196524"/>
                  </a:lnTo>
                  <a:lnTo>
                    <a:pt x="472909" y="150324"/>
                  </a:lnTo>
                  <a:lnTo>
                    <a:pt x="450216" y="108516"/>
                  </a:lnTo>
                  <a:lnTo>
                    <a:pt x="420162" y="72089"/>
                  </a:lnTo>
                  <a:lnTo>
                    <a:pt x="383735" y="42035"/>
                  </a:lnTo>
                  <a:lnTo>
                    <a:pt x="341927" y="19342"/>
                  </a:lnTo>
                  <a:lnTo>
                    <a:pt x="295727" y="5000"/>
                  </a:lnTo>
                  <a:lnTo>
                    <a:pt x="2461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 sz="2400"/>
            </a:p>
          </p:txBody>
        </p:sp>
        <p:sp>
          <p:nvSpPr>
            <p:cNvPr id="17" name="object 17"/>
            <p:cNvSpPr/>
            <p:nvPr/>
          </p:nvSpPr>
          <p:spPr bwMode="auto">
            <a:xfrm>
              <a:off x="1829181" y="1193673"/>
              <a:ext cx="492759" cy="492759"/>
            </a:xfrm>
            <a:custGeom>
              <a:avLst/>
              <a:gdLst/>
              <a:ahLst/>
              <a:cxnLst/>
              <a:rect l="l" t="t" r="r" b="b"/>
              <a:pathLst>
                <a:path w="492760" h="492760" extrusionOk="0">
                  <a:moveTo>
                    <a:pt x="0" y="246125"/>
                  </a:moveTo>
                  <a:lnTo>
                    <a:pt x="5000" y="196524"/>
                  </a:lnTo>
                  <a:lnTo>
                    <a:pt x="19342" y="150324"/>
                  </a:lnTo>
                  <a:lnTo>
                    <a:pt x="42035" y="108516"/>
                  </a:lnTo>
                  <a:lnTo>
                    <a:pt x="72089" y="72089"/>
                  </a:lnTo>
                  <a:lnTo>
                    <a:pt x="108516" y="42035"/>
                  </a:lnTo>
                  <a:lnTo>
                    <a:pt x="150324" y="19342"/>
                  </a:lnTo>
                  <a:lnTo>
                    <a:pt x="196524" y="5000"/>
                  </a:lnTo>
                  <a:lnTo>
                    <a:pt x="246126" y="0"/>
                  </a:lnTo>
                  <a:lnTo>
                    <a:pt x="295727" y="5000"/>
                  </a:lnTo>
                  <a:lnTo>
                    <a:pt x="341927" y="19342"/>
                  </a:lnTo>
                  <a:lnTo>
                    <a:pt x="383735" y="42035"/>
                  </a:lnTo>
                  <a:lnTo>
                    <a:pt x="420162" y="72089"/>
                  </a:lnTo>
                  <a:lnTo>
                    <a:pt x="450216" y="108516"/>
                  </a:lnTo>
                  <a:lnTo>
                    <a:pt x="472909" y="150324"/>
                  </a:lnTo>
                  <a:lnTo>
                    <a:pt x="487251" y="196524"/>
                  </a:lnTo>
                  <a:lnTo>
                    <a:pt x="492252" y="246125"/>
                  </a:lnTo>
                  <a:lnTo>
                    <a:pt x="487251" y="295727"/>
                  </a:lnTo>
                  <a:lnTo>
                    <a:pt x="472909" y="341927"/>
                  </a:lnTo>
                  <a:lnTo>
                    <a:pt x="450216" y="383735"/>
                  </a:lnTo>
                  <a:lnTo>
                    <a:pt x="420162" y="420162"/>
                  </a:lnTo>
                  <a:lnTo>
                    <a:pt x="383735" y="450216"/>
                  </a:lnTo>
                  <a:lnTo>
                    <a:pt x="341927" y="472909"/>
                  </a:lnTo>
                  <a:lnTo>
                    <a:pt x="295727" y="487251"/>
                  </a:lnTo>
                  <a:lnTo>
                    <a:pt x="246126" y="492251"/>
                  </a:lnTo>
                  <a:lnTo>
                    <a:pt x="196524" y="487251"/>
                  </a:lnTo>
                  <a:lnTo>
                    <a:pt x="150324" y="472909"/>
                  </a:lnTo>
                  <a:lnTo>
                    <a:pt x="108516" y="450216"/>
                  </a:lnTo>
                  <a:lnTo>
                    <a:pt x="72089" y="420162"/>
                  </a:lnTo>
                  <a:lnTo>
                    <a:pt x="42035" y="383735"/>
                  </a:lnTo>
                  <a:lnTo>
                    <a:pt x="19342" y="341927"/>
                  </a:lnTo>
                  <a:lnTo>
                    <a:pt x="5000" y="295727"/>
                  </a:lnTo>
                  <a:lnTo>
                    <a:pt x="0" y="246125"/>
                  </a:lnTo>
                  <a:close/>
                </a:path>
              </a:pathLst>
            </a:custGeom>
            <a:grpFill/>
            <a:ln w="25146">
              <a:solidFill>
                <a:srgbClr val="92D05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 sz="2400"/>
            </a:p>
          </p:txBody>
        </p:sp>
      </p:grpSp>
      <p:sp>
        <p:nvSpPr>
          <p:cNvPr id="18" name="object 18"/>
          <p:cNvSpPr txBox="1"/>
          <p:nvPr/>
        </p:nvSpPr>
        <p:spPr bwMode="auto">
          <a:xfrm>
            <a:off x="2685330" y="1733245"/>
            <a:ext cx="163407" cy="32487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  <a:defRPr/>
            </a:pPr>
            <a:r>
              <a:rPr sz="2000">
                <a:solidFill>
                  <a:srgbClr val="0D0D0D"/>
                </a:solidFill>
                <a:latin typeface="Calibri"/>
                <a:cs typeface="Calibri"/>
              </a:rPr>
              <a:t>3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 bwMode="auto">
          <a:xfrm>
            <a:off x="3269488" y="1465071"/>
            <a:ext cx="5654040" cy="5393267"/>
            <a:chOff x="2452116" y="1098803"/>
            <a:chExt cx="4240530" cy="4044950"/>
          </a:xfrm>
        </p:grpSpPr>
        <p:pic>
          <p:nvPicPr>
            <p:cNvPr id="4" name="object 4"/>
            <p:cNvPicPr/>
            <p:nvPr/>
          </p:nvPicPr>
          <p:blipFill>
            <a:blip r:embed="rId4"/>
            <a:stretch/>
          </p:blipFill>
          <p:spPr bwMode="auto">
            <a:xfrm>
              <a:off x="2903219" y="1686305"/>
              <a:ext cx="3535679" cy="345719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5"/>
            <a:stretch/>
          </p:blipFill>
          <p:spPr bwMode="auto">
            <a:xfrm>
              <a:off x="3097529" y="1880616"/>
              <a:ext cx="2948939" cy="294893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6"/>
            <a:stretch/>
          </p:blipFill>
          <p:spPr bwMode="auto">
            <a:xfrm>
              <a:off x="2452116" y="1098803"/>
              <a:ext cx="4240529" cy="66979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 bwMode="auto">
            <a:xfrm>
              <a:off x="2569845" y="1181482"/>
              <a:ext cx="4005579" cy="504825"/>
            </a:xfrm>
            <a:custGeom>
              <a:avLst/>
              <a:gdLst/>
              <a:ahLst/>
              <a:cxnLst/>
              <a:rect l="l" t="t" r="r" b="b"/>
              <a:pathLst>
                <a:path w="4005579" h="504825" extrusionOk="0">
                  <a:moveTo>
                    <a:pt x="3920998" y="0"/>
                  </a:moveTo>
                  <a:lnTo>
                    <a:pt x="84074" y="0"/>
                  </a:lnTo>
                  <a:lnTo>
                    <a:pt x="51349" y="6607"/>
                  </a:lnTo>
                  <a:lnTo>
                    <a:pt x="24625" y="24625"/>
                  </a:lnTo>
                  <a:lnTo>
                    <a:pt x="6607" y="51349"/>
                  </a:lnTo>
                  <a:lnTo>
                    <a:pt x="0" y="84074"/>
                  </a:lnTo>
                  <a:lnTo>
                    <a:pt x="0" y="420370"/>
                  </a:lnTo>
                  <a:lnTo>
                    <a:pt x="6607" y="453094"/>
                  </a:lnTo>
                  <a:lnTo>
                    <a:pt x="24625" y="479818"/>
                  </a:lnTo>
                  <a:lnTo>
                    <a:pt x="51349" y="497836"/>
                  </a:lnTo>
                  <a:lnTo>
                    <a:pt x="84074" y="504444"/>
                  </a:lnTo>
                  <a:lnTo>
                    <a:pt x="3920998" y="504444"/>
                  </a:lnTo>
                  <a:lnTo>
                    <a:pt x="3953722" y="497836"/>
                  </a:lnTo>
                  <a:lnTo>
                    <a:pt x="3980446" y="479818"/>
                  </a:lnTo>
                  <a:lnTo>
                    <a:pt x="3998464" y="453094"/>
                  </a:lnTo>
                  <a:lnTo>
                    <a:pt x="4005072" y="420370"/>
                  </a:lnTo>
                  <a:lnTo>
                    <a:pt x="4005072" y="84074"/>
                  </a:lnTo>
                  <a:lnTo>
                    <a:pt x="3998464" y="51349"/>
                  </a:lnTo>
                  <a:lnTo>
                    <a:pt x="3980446" y="24625"/>
                  </a:lnTo>
                  <a:lnTo>
                    <a:pt x="3953722" y="6607"/>
                  </a:lnTo>
                  <a:lnTo>
                    <a:pt x="39209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 sz="2400"/>
            </a:p>
          </p:txBody>
        </p:sp>
        <p:sp>
          <p:nvSpPr>
            <p:cNvPr id="8" name="object 8"/>
            <p:cNvSpPr/>
            <p:nvPr/>
          </p:nvSpPr>
          <p:spPr bwMode="auto">
            <a:xfrm>
              <a:off x="2569845" y="1181482"/>
              <a:ext cx="4005579" cy="504825"/>
            </a:xfrm>
            <a:custGeom>
              <a:avLst/>
              <a:gdLst/>
              <a:ahLst/>
              <a:cxnLst/>
              <a:rect l="l" t="t" r="r" b="b"/>
              <a:pathLst>
                <a:path w="4005579" h="504825" extrusionOk="0">
                  <a:moveTo>
                    <a:pt x="0" y="84074"/>
                  </a:moveTo>
                  <a:lnTo>
                    <a:pt x="6607" y="51349"/>
                  </a:lnTo>
                  <a:lnTo>
                    <a:pt x="24625" y="24625"/>
                  </a:lnTo>
                  <a:lnTo>
                    <a:pt x="51349" y="6607"/>
                  </a:lnTo>
                  <a:lnTo>
                    <a:pt x="84074" y="0"/>
                  </a:lnTo>
                  <a:lnTo>
                    <a:pt x="3920998" y="0"/>
                  </a:lnTo>
                  <a:lnTo>
                    <a:pt x="3953722" y="6607"/>
                  </a:lnTo>
                  <a:lnTo>
                    <a:pt x="3980446" y="24625"/>
                  </a:lnTo>
                  <a:lnTo>
                    <a:pt x="3998464" y="51349"/>
                  </a:lnTo>
                  <a:lnTo>
                    <a:pt x="4005072" y="84074"/>
                  </a:lnTo>
                  <a:lnTo>
                    <a:pt x="4005072" y="420370"/>
                  </a:lnTo>
                  <a:lnTo>
                    <a:pt x="3998464" y="453094"/>
                  </a:lnTo>
                  <a:lnTo>
                    <a:pt x="3980446" y="479818"/>
                  </a:lnTo>
                  <a:lnTo>
                    <a:pt x="3953722" y="497836"/>
                  </a:lnTo>
                  <a:lnTo>
                    <a:pt x="3920998" y="504444"/>
                  </a:lnTo>
                  <a:lnTo>
                    <a:pt x="84074" y="504444"/>
                  </a:lnTo>
                  <a:lnTo>
                    <a:pt x="51349" y="497836"/>
                  </a:lnTo>
                  <a:lnTo>
                    <a:pt x="24625" y="479818"/>
                  </a:lnTo>
                  <a:lnTo>
                    <a:pt x="6607" y="453094"/>
                  </a:lnTo>
                  <a:lnTo>
                    <a:pt x="0" y="420370"/>
                  </a:lnTo>
                  <a:lnTo>
                    <a:pt x="0" y="84074"/>
                  </a:lnTo>
                  <a:close/>
                </a:path>
              </a:pathLst>
            </a:custGeom>
            <a:grpFill/>
            <a:ln w="25145">
              <a:solidFill>
                <a:srgbClr val="92D05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 sz="2400"/>
            </a:p>
          </p:txBody>
        </p:sp>
      </p:grpSp>
      <p:sp>
        <p:nvSpPr>
          <p:cNvPr id="9" name="object 9"/>
          <p:cNvSpPr txBox="1"/>
          <p:nvPr/>
        </p:nvSpPr>
        <p:spPr bwMode="auto">
          <a:xfrm>
            <a:off x="4809110" y="1725505"/>
            <a:ext cx="2574713" cy="32487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  <a:defRPr/>
            </a:pPr>
            <a:r>
              <a:rPr sz="2000" spc="-7">
                <a:solidFill>
                  <a:srgbClr val="0D0D0D"/>
                </a:solidFill>
                <a:latin typeface="Calibri"/>
                <a:cs typeface="Calibri"/>
              </a:rPr>
              <a:t>Django</a:t>
            </a:r>
            <a:r>
              <a:rPr sz="2000" spc="-53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000" spc="-7">
                <a:solidFill>
                  <a:srgbClr val="0D0D0D"/>
                </a:solidFill>
                <a:latin typeface="Calibri"/>
                <a:cs typeface="Calibri"/>
              </a:rPr>
              <a:t>provides</a:t>
            </a:r>
            <a:r>
              <a:rPr sz="2000" spc="-13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000" spc="-7">
                <a:solidFill>
                  <a:srgbClr val="0D0D0D"/>
                </a:solidFill>
                <a:latin typeface="Calibri"/>
                <a:cs typeface="Calibri"/>
              </a:rPr>
              <a:t>security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 bwMode="auto">
          <a:xfrm>
            <a:off x="0" y="0"/>
            <a:ext cx="5682827" cy="968587"/>
            <a:chOff x="0" y="0"/>
            <a:chExt cx="4262120" cy="726440"/>
          </a:xfrm>
        </p:grpSpPr>
        <p:pic>
          <p:nvPicPr>
            <p:cNvPr id="11" name="object 11"/>
            <p:cNvPicPr/>
            <p:nvPr/>
          </p:nvPicPr>
          <p:blipFill>
            <a:blip r:embed="rId7"/>
            <a:stretch/>
          </p:blipFill>
          <p:spPr bwMode="auto">
            <a:xfrm>
              <a:off x="0" y="0"/>
              <a:ext cx="4261865" cy="72618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 bwMode="auto">
            <a:xfrm>
              <a:off x="0" y="0"/>
              <a:ext cx="4155440" cy="654685"/>
            </a:xfrm>
            <a:custGeom>
              <a:avLst/>
              <a:gdLst/>
              <a:ahLst/>
              <a:cxnLst/>
              <a:rect l="l" t="t" r="r" b="b"/>
              <a:pathLst>
                <a:path w="4155440" h="654685" extrusionOk="0">
                  <a:moveTo>
                    <a:pt x="3827907" y="0"/>
                  </a:moveTo>
                  <a:lnTo>
                    <a:pt x="0" y="0"/>
                  </a:lnTo>
                  <a:lnTo>
                    <a:pt x="0" y="654558"/>
                  </a:lnTo>
                  <a:lnTo>
                    <a:pt x="3827907" y="654558"/>
                  </a:lnTo>
                  <a:lnTo>
                    <a:pt x="4155186" y="327279"/>
                  </a:lnTo>
                  <a:lnTo>
                    <a:pt x="3827907" y="0"/>
                  </a:lnTo>
                  <a:close/>
                </a:path>
              </a:pathLst>
            </a:custGeom>
            <a:solidFill>
              <a:srgbClr val="00684E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 sz="2400"/>
            </a:p>
          </p:txBody>
        </p:sp>
      </p:grpSp>
      <p:sp>
        <p:nvSpPr>
          <p:cNvPr id="13" name="object 13"/>
          <p:cNvSpPr txBox="1"/>
          <p:nvPr/>
        </p:nvSpPr>
        <p:spPr bwMode="auto">
          <a:xfrm>
            <a:off x="471325" y="217299"/>
            <a:ext cx="4373512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  <a:defRPr/>
            </a:pPr>
            <a:r>
              <a:rPr sz="2400">
                <a:solidFill>
                  <a:srgbClr val="FFFFFF"/>
                </a:solidFill>
                <a:latin typeface="Calibri"/>
                <a:cs typeface="Calibri"/>
              </a:rPr>
              <a:t>Why</a:t>
            </a:r>
            <a:r>
              <a:rPr sz="2400" spc="-13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7">
                <a:solidFill>
                  <a:srgbClr val="FFFFFF"/>
                </a:solidFill>
                <a:latin typeface="Calibri"/>
                <a:cs typeface="Calibri"/>
              </a:rPr>
              <a:t>Django</a:t>
            </a:r>
            <a:r>
              <a:rPr sz="24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7">
                <a:solidFill>
                  <a:srgbClr val="FFFFFF"/>
                </a:solidFill>
                <a:latin typeface="Calibri"/>
                <a:cs typeface="Calibri"/>
              </a:rPr>
              <a:t>?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 bwMode="auto">
          <a:xfrm>
            <a:off x="2328672" y="1481328"/>
            <a:ext cx="877147" cy="877147"/>
            <a:chOff x="1746504" y="1110996"/>
            <a:chExt cx="657860" cy="657860"/>
          </a:xfrm>
        </p:grpSpPr>
        <p:pic>
          <p:nvPicPr>
            <p:cNvPr id="15" name="object 15"/>
            <p:cNvPicPr/>
            <p:nvPr/>
          </p:nvPicPr>
          <p:blipFill>
            <a:blip r:embed="rId8"/>
            <a:stretch/>
          </p:blipFill>
          <p:spPr bwMode="auto">
            <a:xfrm>
              <a:off x="1746504" y="1110996"/>
              <a:ext cx="657605" cy="65760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 bwMode="auto">
            <a:xfrm>
              <a:off x="1829181" y="1193673"/>
              <a:ext cx="492759" cy="492759"/>
            </a:xfrm>
            <a:custGeom>
              <a:avLst/>
              <a:gdLst/>
              <a:ahLst/>
              <a:cxnLst/>
              <a:rect l="l" t="t" r="r" b="b"/>
              <a:pathLst>
                <a:path w="492760" h="492760" extrusionOk="0">
                  <a:moveTo>
                    <a:pt x="246126" y="0"/>
                  </a:moveTo>
                  <a:lnTo>
                    <a:pt x="196524" y="5000"/>
                  </a:lnTo>
                  <a:lnTo>
                    <a:pt x="150324" y="19342"/>
                  </a:lnTo>
                  <a:lnTo>
                    <a:pt x="108516" y="42035"/>
                  </a:lnTo>
                  <a:lnTo>
                    <a:pt x="72089" y="72089"/>
                  </a:lnTo>
                  <a:lnTo>
                    <a:pt x="42035" y="108516"/>
                  </a:lnTo>
                  <a:lnTo>
                    <a:pt x="19342" y="150324"/>
                  </a:lnTo>
                  <a:lnTo>
                    <a:pt x="5000" y="196524"/>
                  </a:lnTo>
                  <a:lnTo>
                    <a:pt x="0" y="246125"/>
                  </a:lnTo>
                  <a:lnTo>
                    <a:pt x="5000" y="295727"/>
                  </a:lnTo>
                  <a:lnTo>
                    <a:pt x="19342" y="341927"/>
                  </a:lnTo>
                  <a:lnTo>
                    <a:pt x="42035" y="383735"/>
                  </a:lnTo>
                  <a:lnTo>
                    <a:pt x="72089" y="420162"/>
                  </a:lnTo>
                  <a:lnTo>
                    <a:pt x="108516" y="450216"/>
                  </a:lnTo>
                  <a:lnTo>
                    <a:pt x="150324" y="472909"/>
                  </a:lnTo>
                  <a:lnTo>
                    <a:pt x="196524" y="487251"/>
                  </a:lnTo>
                  <a:lnTo>
                    <a:pt x="246126" y="492251"/>
                  </a:lnTo>
                  <a:lnTo>
                    <a:pt x="295727" y="487251"/>
                  </a:lnTo>
                  <a:lnTo>
                    <a:pt x="341927" y="472909"/>
                  </a:lnTo>
                  <a:lnTo>
                    <a:pt x="383735" y="450216"/>
                  </a:lnTo>
                  <a:lnTo>
                    <a:pt x="420162" y="420162"/>
                  </a:lnTo>
                  <a:lnTo>
                    <a:pt x="450216" y="383735"/>
                  </a:lnTo>
                  <a:lnTo>
                    <a:pt x="472909" y="341927"/>
                  </a:lnTo>
                  <a:lnTo>
                    <a:pt x="487251" y="295727"/>
                  </a:lnTo>
                  <a:lnTo>
                    <a:pt x="492252" y="246125"/>
                  </a:lnTo>
                  <a:lnTo>
                    <a:pt x="487251" y="196524"/>
                  </a:lnTo>
                  <a:lnTo>
                    <a:pt x="472909" y="150324"/>
                  </a:lnTo>
                  <a:lnTo>
                    <a:pt x="450216" y="108516"/>
                  </a:lnTo>
                  <a:lnTo>
                    <a:pt x="420162" y="72089"/>
                  </a:lnTo>
                  <a:lnTo>
                    <a:pt x="383735" y="42035"/>
                  </a:lnTo>
                  <a:lnTo>
                    <a:pt x="341927" y="19342"/>
                  </a:lnTo>
                  <a:lnTo>
                    <a:pt x="295727" y="5000"/>
                  </a:lnTo>
                  <a:lnTo>
                    <a:pt x="2461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 sz="2400"/>
            </a:p>
          </p:txBody>
        </p:sp>
        <p:sp>
          <p:nvSpPr>
            <p:cNvPr id="17" name="object 17"/>
            <p:cNvSpPr/>
            <p:nvPr/>
          </p:nvSpPr>
          <p:spPr bwMode="auto">
            <a:xfrm>
              <a:off x="1829181" y="1193673"/>
              <a:ext cx="492759" cy="492759"/>
            </a:xfrm>
            <a:custGeom>
              <a:avLst/>
              <a:gdLst/>
              <a:ahLst/>
              <a:cxnLst/>
              <a:rect l="l" t="t" r="r" b="b"/>
              <a:pathLst>
                <a:path w="492760" h="492760" extrusionOk="0">
                  <a:moveTo>
                    <a:pt x="0" y="246125"/>
                  </a:moveTo>
                  <a:lnTo>
                    <a:pt x="5000" y="196524"/>
                  </a:lnTo>
                  <a:lnTo>
                    <a:pt x="19342" y="150324"/>
                  </a:lnTo>
                  <a:lnTo>
                    <a:pt x="42035" y="108516"/>
                  </a:lnTo>
                  <a:lnTo>
                    <a:pt x="72089" y="72089"/>
                  </a:lnTo>
                  <a:lnTo>
                    <a:pt x="108516" y="42035"/>
                  </a:lnTo>
                  <a:lnTo>
                    <a:pt x="150324" y="19342"/>
                  </a:lnTo>
                  <a:lnTo>
                    <a:pt x="196524" y="5000"/>
                  </a:lnTo>
                  <a:lnTo>
                    <a:pt x="246126" y="0"/>
                  </a:lnTo>
                  <a:lnTo>
                    <a:pt x="295727" y="5000"/>
                  </a:lnTo>
                  <a:lnTo>
                    <a:pt x="341927" y="19342"/>
                  </a:lnTo>
                  <a:lnTo>
                    <a:pt x="383735" y="42035"/>
                  </a:lnTo>
                  <a:lnTo>
                    <a:pt x="420162" y="72089"/>
                  </a:lnTo>
                  <a:lnTo>
                    <a:pt x="450216" y="108516"/>
                  </a:lnTo>
                  <a:lnTo>
                    <a:pt x="472909" y="150324"/>
                  </a:lnTo>
                  <a:lnTo>
                    <a:pt x="487251" y="196524"/>
                  </a:lnTo>
                  <a:lnTo>
                    <a:pt x="492252" y="246125"/>
                  </a:lnTo>
                  <a:lnTo>
                    <a:pt x="487251" y="295727"/>
                  </a:lnTo>
                  <a:lnTo>
                    <a:pt x="472909" y="341927"/>
                  </a:lnTo>
                  <a:lnTo>
                    <a:pt x="450216" y="383735"/>
                  </a:lnTo>
                  <a:lnTo>
                    <a:pt x="420162" y="420162"/>
                  </a:lnTo>
                  <a:lnTo>
                    <a:pt x="383735" y="450216"/>
                  </a:lnTo>
                  <a:lnTo>
                    <a:pt x="341927" y="472909"/>
                  </a:lnTo>
                  <a:lnTo>
                    <a:pt x="295727" y="487251"/>
                  </a:lnTo>
                  <a:lnTo>
                    <a:pt x="246126" y="492251"/>
                  </a:lnTo>
                  <a:lnTo>
                    <a:pt x="196524" y="487251"/>
                  </a:lnTo>
                  <a:lnTo>
                    <a:pt x="150324" y="472909"/>
                  </a:lnTo>
                  <a:lnTo>
                    <a:pt x="108516" y="450216"/>
                  </a:lnTo>
                  <a:lnTo>
                    <a:pt x="72089" y="420162"/>
                  </a:lnTo>
                  <a:lnTo>
                    <a:pt x="42035" y="383735"/>
                  </a:lnTo>
                  <a:lnTo>
                    <a:pt x="19342" y="341927"/>
                  </a:lnTo>
                  <a:lnTo>
                    <a:pt x="5000" y="295727"/>
                  </a:lnTo>
                  <a:lnTo>
                    <a:pt x="0" y="246125"/>
                  </a:lnTo>
                  <a:close/>
                </a:path>
              </a:pathLst>
            </a:custGeom>
            <a:grpFill/>
            <a:ln w="25146">
              <a:solidFill>
                <a:srgbClr val="92D05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 sz="2400"/>
            </a:p>
          </p:txBody>
        </p:sp>
      </p:grpSp>
      <p:sp>
        <p:nvSpPr>
          <p:cNvPr id="18" name="object 18"/>
          <p:cNvSpPr txBox="1"/>
          <p:nvPr/>
        </p:nvSpPr>
        <p:spPr bwMode="auto">
          <a:xfrm>
            <a:off x="2685330" y="1733245"/>
            <a:ext cx="163407" cy="32487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  <a:defRPr/>
            </a:pPr>
            <a:r>
              <a:rPr sz="2000">
                <a:solidFill>
                  <a:srgbClr val="0D0D0D"/>
                </a:solidFill>
                <a:latin typeface="Calibri"/>
                <a:cs typeface="Calibri"/>
              </a:rPr>
              <a:t>4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 bwMode="auto">
          <a:xfrm>
            <a:off x="3269488" y="1465071"/>
            <a:ext cx="5654040" cy="5393267"/>
            <a:chOff x="2452116" y="1098803"/>
            <a:chExt cx="4240530" cy="4044950"/>
          </a:xfrm>
        </p:grpSpPr>
        <p:pic>
          <p:nvPicPr>
            <p:cNvPr id="4" name="object 4"/>
            <p:cNvPicPr/>
            <p:nvPr/>
          </p:nvPicPr>
          <p:blipFill>
            <a:blip r:embed="rId4"/>
            <a:stretch/>
          </p:blipFill>
          <p:spPr bwMode="auto">
            <a:xfrm>
              <a:off x="2762250" y="1545335"/>
              <a:ext cx="3817619" cy="359816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5"/>
            <a:stretch/>
          </p:blipFill>
          <p:spPr bwMode="auto">
            <a:xfrm>
              <a:off x="2956559" y="1739645"/>
              <a:ext cx="3230867" cy="32308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6"/>
            <a:stretch/>
          </p:blipFill>
          <p:spPr bwMode="auto">
            <a:xfrm>
              <a:off x="2452116" y="1098803"/>
              <a:ext cx="4240529" cy="66979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 bwMode="auto">
            <a:xfrm>
              <a:off x="2569845" y="1181482"/>
              <a:ext cx="4005579" cy="504825"/>
            </a:xfrm>
            <a:custGeom>
              <a:avLst/>
              <a:gdLst/>
              <a:ahLst/>
              <a:cxnLst/>
              <a:rect l="l" t="t" r="r" b="b"/>
              <a:pathLst>
                <a:path w="4005579" h="504825" extrusionOk="0">
                  <a:moveTo>
                    <a:pt x="3920998" y="0"/>
                  </a:moveTo>
                  <a:lnTo>
                    <a:pt x="84074" y="0"/>
                  </a:lnTo>
                  <a:lnTo>
                    <a:pt x="51349" y="6607"/>
                  </a:lnTo>
                  <a:lnTo>
                    <a:pt x="24625" y="24625"/>
                  </a:lnTo>
                  <a:lnTo>
                    <a:pt x="6607" y="51349"/>
                  </a:lnTo>
                  <a:lnTo>
                    <a:pt x="0" y="84074"/>
                  </a:lnTo>
                  <a:lnTo>
                    <a:pt x="0" y="420370"/>
                  </a:lnTo>
                  <a:lnTo>
                    <a:pt x="6607" y="453094"/>
                  </a:lnTo>
                  <a:lnTo>
                    <a:pt x="24625" y="479818"/>
                  </a:lnTo>
                  <a:lnTo>
                    <a:pt x="51349" y="497836"/>
                  </a:lnTo>
                  <a:lnTo>
                    <a:pt x="84074" y="504444"/>
                  </a:lnTo>
                  <a:lnTo>
                    <a:pt x="3920998" y="504444"/>
                  </a:lnTo>
                  <a:lnTo>
                    <a:pt x="3953722" y="497836"/>
                  </a:lnTo>
                  <a:lnTo>
                    <a:pt x="3980446" y="479818"/>
                  </a:lnTo>
                  <a:lnTo>
                    <a:pt x="3998464" y="453094"/>
                  </a:lnTo>
                  <a:lnTo>
                    <a:pt x="4005072" y="420370"/>
                  </a:lnTo>
                  <a:lnTo>
                    <a:pt x="4005072" y="84074"/>
                  </a:lnTo>
                  <a:lnTo>
                    <a:pt x="3998464" y="51349"/>
                  </a:lnTo>
                  <a:lnTo>
                    <a:pt x="3980446" y="24625"/>
                  </a:lnTo>
                  <a:lnTo>
                    <a:pt x="3953722" y="6607"/>
                  </a:lnTo>
                  <a:lnTo>
                    <a:pt x="39209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 sz="2400"/>
            </a:p>
          </p:txBody>
        </p:sp>
        <p:sp>
          <p:nvSpPr>
            <p:cNvPr id="8" name="object 8"/>
            <p:cNvSpPr/>
            <p:nvPr/>
          </p:nvSpPr>
          <p:spPr bwMode="auto">
            <a:xfrm>
              <a:off x="2569845" y="1181482"/>
              <a:ext cx="4005579" cy="504825"/>
            </a:xfrm>
            <a:custGeom>
              <a:avLst/>
              <a:gdLst/>
              <a:ahLst/>
              <a:cxnLst/>
              <a:rect l="l" t="t" r="r" b="b"/>
              <a:pathLst>
                <a:path w="4005579" h="504825" extrusionOk="0">
                  <a:moveTo>
                    <a:pt x="0" y="84074"/>
                  </a:moveTo>
                  <a:lnTo>
                    <a:pt x="6607" y="51349"/>
                  </a:lnTo>
                  <a:lnTo>
                    <a:pt x="24625" y="24625"/>
                  </a:lnTo>
                  <a:lnTo>
                    <a:pt x="51349" y="6607"/>
                  </a:lnTo>
                  <a:lnTo>
                    <a:pt x="84074" y="0"/>
                  </a:lnTo>
                  <a:lnTo>
                    <a:pt x="3920998" y="0"/>
                  </a:lnTo>
                  <a:lnTo>
                    <a:pt x="3953722" y="6607"/>
                  </a:lnTo>
                  <a:lnTo>
                    <a:pt x="3980446" y="24625"/>
                  </a:lnTo>
                  <a:lnTo>
                    <a:pt x="3998464" y="51349"/>
                  </a:lnTo>
                  <a:lnTo>
                    <a:pt x="4005072" y="84074"/>
                  </a:lnTo>
                  <a:lnTo>
                    <a:pt x="4005072" y="420370"/>
                  </a:lnTo>
                  <a:lnTo>
                    <a:pt x="3998464" y="453094"/>
                  </a:lnTo>
                  <a:lnTo>
                    <a:pt x="3980446" y="479818"/>
                  </a:lnTo>
                  <a:lnTo>
                    <a:pt x="3953722" y="497836"/>
                  </a:lnTo>
                  <a:lnTo>
                    <a:pt x="3920998" y="504444"/>
                  </a:lnTo>
                  <a:lnTo>
                    <a:pt x="84074" y="504444"/>
                  </a:lnTo>
                  <a:lnTo>
                    <a:pt x="51349" y="497836"/>
                  </a:lnTo>
                  <a:lnTo>
                    <a:pt x="24625" y="479818"/>
                  </a:lnTo>
                  <a:lnTo>
                    <a:pt x="6607" y="453094"/>
                  </a:lnTo>
                  <a:lnTo>
                    <a:pt x="0" y="420370"/>
                  </a:lnTo>
                  <a:lnTo>
                    <a:pt x="0" y="84074"/>
                  </a:lnTo>
                  <a:close/>
                </a:path>
              </a:pathLst>
            </a:custGeom>
            <a:grpFill/>
            <a:ln w="25145">
              <a:solidFill>
                <a:srgbClr val="92D05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 sz="2400"/>
            </a:p>
          </p:txBody>
        </p:sp>
      </p:grpSp>
      <p:sp>
        <p:nvSpPr>
          <p:cNvPr id="9" name="object 9"/>
          <p:cNvSpPr txBox="1"/>
          <p:nvPr/>
        </p:nvSpPr>
        <p:spPr bwMode="auto">
          <a:xfrm>
            <a:off x="5167715" y="1725505"/>
            <a:ext cx="1857587" cy="32487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  <a:defRPr/>
            </a:pPr>
            <a:r>
              <a:rPr sz="2000" spc="-7">
                <a:solidFill>
                  <a:srgbClr val="0D0D0D"/>
                </a:solidFill>
                <a:latin typeface="Calibri"/>
                <a:cs typeface="Calibri"/>
              </a:rPr>
              <a:t>Django</a:t>
            </a:r>
            <a:r>
              <a:rPr sz="2000" spc="-53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000" spc="-7">
                <a:solidFill>
                  <a:srgbClr val="0D0D0D"/>
                </a:solidFill>
                <a:latin typeface="Calibri"/>
                <a:cs typeface="Calibri"/>
              </a:rPr>
              <a:t>is</a:t>
            </a:r>
            <a:r>
              <a:rPr sz="2000" spc="-27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000" spc="-7">
                <a:solidFill>
                  <a:srgbClr val="0D0D0D"/>
                </a:solidFill>
                <a:latin typeface="Calibri"/>
                <a:cs typeface="Calibri"/>
              </a:rPr>
              <a:t>scalable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 bwMode="auto">
          <a:xfrm>
            <a:off x="0" y="0"/>
            <a:ext cx="5682827" cy="968587"/>
            <a:chOff x="0" y="0"/>
            <a:chExt cx="4262120" cy="726440"/>
          </a:xfrm>
        </p:grpSpPr>
        <p:pic>
          <p:nvPicPr>
            <p:cNvPr id="11" name="object 11"/>
            <p:cNvPicPr/>
            <p:nvPr/>
          </p:nvPicPr>
          <p:blipFill>
            <a:blip r:embed="rId7"/>
            <a:stretch/>
          </p:blipFill>
          <p:spPr bwMode="auto">
            <a:xfrm>
              <a:off x="0" y="0"/>
              <a:ext cx="4261865" cy="72618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 bwMode="auto">
            <a:xfrm>
              <a:off x="0" y="0"/>
              <a:ext cx="4155440" cy="654685"/>
            </a:xfrm>
            <a:custGeom>
              <a:avLst/>
              <a:gdLst/>
              <a:ahLst/>
              <a:cxnLst/>
              <a:rect l="l" t="t" r="r" b="b"/>
              <a:pathLst>
                <a:path w="4155440" h="654685" extrusionOk="0">
                  <a:moveTo>
                    <a:pt x="3827907" y="0"/>
                  </a:moveTo>
                  <a:lnTo>
                    <a:pt x="0" y="0"/>
                  </a:lnTo>
                  <a:lnTo>
                    <a:pt x="0" y="654558"/>
                  </a:lnTo>
                  <a:lnTo>
                    <a:pt x="3827907" y="654558"/>
                  </a:lnTo>
                  <a:lnTo>
                    <a:pt x="4155186" y="327279"/>
                  </a:lnTo>
                  <a:lnTo>
                    <a:pt x="3827907" y="0"/>
                  </a:lnTo>
                  <a:close/>
                </a:path>
              </a:pathLst>
            </a:custGeom>
            <a:solidFill>
              <a:srgbClr val="00684E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 sz="2400"/>
            </a:p>
          </p:txBody>
        </p:sp>
      </p:grpSp>
      <p:sp>
        <p:nvSpPr>
          <p:cNvPr id="13" name="object 13"/>
          <p:cNvSpPr txBox="1"/>
          <p:nvPr/>
        </p:nvSpPr>
        <p:spPr bwMode="auto">
          <a:xfrm>
            <a:off x="471325" y="217299"/>
            <a:ext cx="4373992" cy="75576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2">
              <a:spcBef>
                <a:spcPts val="132"/>
              </a:spcBef>
              <a:defRPr/>
            </a:pPr>
            <a:r>
              <a:rPr lang="en-US" sz="2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Why</a:t>
            </a:r>
            <a:r>
              <a:rPr lang="en-US" sz="2400" spc="-12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spc="-5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Django</a:t>
            </a:r>
            <a:r>
              <a:rPr lang="en-US" sz="2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spc="-5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?</a:t>
            </a:r>
            <a:endParaRPr sz="2400">
              <a:latin typeface="Calibri"/>
              <a:cs typeface="Calibri"/>
            </a:endParaRPr>
          </a:p>
          <a:p>
            <a:pPr>
              <a:defRPr/>
            </a:pPr>
            <a:endParaRPr sz="2400"/>
          </a:p>
        </p:txBody>
      </p:sp>
      <p:grpSp>
        <p:nvGrpSpPr>
          <p:cNvPr id="14" name="object 14"/>
          <p:cNvGrpSpPr/>
          <p:nvPr/>
        </p:nvGrpSpPr>
        <p:grpSpPr bwMode="auto">
          <a:xfrm>
            <a:off x="2328672" y="1481328"/>
            <a:ext cx="877147" cy="877147"/>
            <a:chOff x="1746504" y="1110996"/>
            <a:chExt cx="657860" cy="657860"/>
          </a:xfrm>
        </p:grpSpPr>
        <p:pic>
          <p:nvPicPr>
            <p:cNvPr id="15" name="object 15"/>
            <p:cNvPicPr/>
            <p:nvPr/>
          </p:nvPicPr>
          <p:blipFill>
            <a:blip r:embed="rId8"/>
            <a:stretch/>
          </p:blipFill>
          <p:spPr bwMode="auto">
            <a:xfrm>
              <a:off x="1746504" y="1110996"/>
              <a:ext cx="657605" cy="65760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 bwMode="auto">
            <a:xfrm>
              <a:off x="1829181" y="1193673"/>
              <a:ext cx="492759" cy="492759"/>
            </a:xfrm>
            <a:custGeom>
              <a:avLst/>
              <a:gdLst/>
              <a:ahLst/>
              <a:cxnLst/>
              <a:rect l="l" t="t" r="r" b="b"/>
              <a:pathLst>
                <a:path w="492760" h="492760" extrusionOk="0">
                  <a:moveTo>
                    <a:pt x="246126" y="0"/>
                  </a:moveTo>
                  <a:lnTo>
                    <a:pt x="196524" y="5000"/>
                  </a:lnTo>
                  <a:lnTo>
                    <a:pt x="150324" y="19342"/>
                  </a:lnTo>
                  <a:lnTo>
                    <a:pt x="108516" y="42035"/>
                  </a:lnTo>
                  <a:lnTo>
                    <a:pt x="72089" y="72089"/>
                  </a:lnTo>
                  <a:lnTo>
                    <a:pt x="42035" y="108516"/>
                  </a:lnTo>
                  <a:lnTo>
                    <a:pt x="19342" y="150324"/>
                  </a:lnTo>
                  <a:lnTo>
                    <a:pt x="5000" y="196524"/>
                  </a:lnTo>
                  <a:lnTo>
                    <a:pt x="0" y="246125"/>
                  </a:lnTo>
                  <a:lnTo>
                    <a:pt x="5000" y="295727"/>
                  </a:lnTo>
                  <a:lnTo>
                    <a:pt x="19342" y="341927"/>
                  </a:lnTo>
                  <a:lnTo>
                    <a:pt x="42035" y="383735"/>
                  </a:lnTo>
                  <a:lnTo>
                    <a:pt x="72089" y="420162"/>
                  </a:lnTo>
                  <a:lnTo>
                    <a:pt x="108516" y="450216"/>
                  </a:lnTo>
                  <a:lnTo>
                    <a:pt x="150324" y="472909"/>
                  </a:lnTo>
                  <a:lnTo>
                    <a:pt x="196524" y="487251"/>
                  </a:lnTo>
                  <a:lnTo>
                    <a:pt x="246126" y="492251"/>
                  </a:lnTo>
                  <a:lnTo>
                    <a:pt x="295727" y="487251"/>
                  </a:lnTo>
                  <a:lnTo>
                    <a:pt x="341927" y="472909"/>
                  </a:lnTo>
                  <a:lnTo>
                    <a:pt x="383735" y="450216"/>
                  </a:lnTo>
                  <a:lnTo>
                    <a:pt x="420162" y="420162"/>
                  </a:lnTo>
                  <a:lnTo>
                    <a:pt x="450216" y="383735"/>
                  </a:lnTo>
                  <a:lnTo>
                    <a:pt x="472909" y="341927"/>
                  </a:lnTo>
                  <a:lnTo>
                    <a:pt x="487251" y="295727"/>
                  </a:lnTo>
                  <a:lnTo>
                    <a:pt x="492252" y="246125"/>
                  </a:lnTo>
                  <a:lnTo>
                    <a:pt x="487251" y="196524"/>
                  </a:lnTo>
                  <a:lnTo>
                    <a:pt x="472909" y="150324"/>
                  </a:lnTo>
                  <a:lnTo>
                    <a:pt x="450216" y="108516"/>
                  </a:lnTo>
                  <a:lnTo>
                    <a:pt x="420162" y="72089"/>
                  </a:lnTo>
                  <a:lnTo>
                    <a:pt x="383735" y="42035"/>
                  </a:lnTo>
                  <a:lnTo>
                    <a:pt x="341927" y="19342"/>
                  </a:lnTo>
                  <a:lnTo>
                    <a:pt x="295727" y="5000"/>
                  </a:lnTo>
                  <a:lnTo>
                    <a:pt x="2461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 sz="2400"/>
            </a:p>
          </p:txBody>
        </p:sp>
        <p:sp>
          <p:nvSpPr>
            <p:cNvPr id="17" name="object 17"/>
            <p:cNvSpPr/>
            <p:nvPr/>
          </p:nvSpPr>
          <p:spPr bwMode="auto">
            <a:xfrm>
              <a:off x="1829181" y="1193673"/>
              <a:ext cx="492759" cy="492759"/>
            </a:xfrm>
            <a:custGeom>
              <a:avLst/>
              <a:gdLst/>
              <a:ahLst/>
              <a:cxnLst/>
              <a:rect l="l" t="t" r="r" b="b"/>
              <a:pathLst>
                <a:path w="492760" h="492760" extrusionOk="0">
                  <a:moveTo>
                    <a:pt x="0" y="246125"/>
                  </a:moveTo>
                  <a:lnTo>
                    <a:pt x="5000" y="196524"/>
                  </a:lnTo>
                  <a:lnTo>
                    <a:pt x="19342" y="150324"/>
                  </a:lnTo>
                  <a:lnTo>
                    <a:pt x="42035" y="108516"/>
                  </a:lnTo>
                  <a:lnTo>
                    <a:pt x="72089" y="72089"/>
                  </a:lnTo>
                  <a:lnTo>
                    <a:pt x="108516" y="42035"/>
                  </a:lnTo>
                  <a:lnTo>
                    <a:pt x="150324" y="19342"/>
                  </a:lnTo>
                  <a:lnTo>
                    <a:pt x="196524" y="5000"/>
                  </a:lnTo>
                  <a:lnTo>
                    <a:pt x="246126" y="0"/>
                  </a:lnTo>
                  <a:lnTo>
                    <a:pt x="295727" y="5000"/>
                  </a:lnTo>
                  <a:lnTo>
                    <a:pt x="341927" y="19342"/>
                  </a:lnTo>
                  <a:lnTo>
                    <a:pt x="383735" y="42035"/>
                  </a:lnTo>
                  <a:lnTo>
                    <a:pt x="420162" y="72089"/>
                  </a:lnTo>
                  <a:lnTo>
                    <a:pt x="450216" y="108516"/>
                  </a:lnTo>
                  <a:lnTo>
                    <a:pt x="472909" y="150324"/>
                  </a:lnTo>
                  <a:lnTo>
                    <a:pt x="487251" y="196524"/>
                  </a:lnTo>
                  <a:lnTo>
                    <a:pt x="492252" y="246125"/>
                  </a:lnTo>
                  <a:lnTo>
                    <a:pt x="487251" y="295727"/>
                  </a:lnTo>
                  <a:lnTo>
                    <a:pt x="472909" y="341927"/>
                  </a:lnTo>
                  <a:lnTo>
                    <a:pt x="450216" y="383735"/>
                  </a:lnTo>
                  <a:lnTo>
                    <a:pt x="420162" y="420162"/>
                  </a:lnTo>
                  <a:lnTo>
                    <a:pt x="383735" y="450216"/>
                  </a:lnTo>
                  <a:lnTo>
                    <a:pt x="341927" y="472909"/>
                  </a:lnTo>
                  <a:lnTo>
                    <a:pt x="295727" y="487251"/>
                  </a:lnTo>
                  <a:lnTo>
                    <a:pt x="246126" y="492251"/>
                  </a:lnTo>
                  <a:lnTo>
                    <a:pt x="196524" y="487251"/>
                  </a:lnTo>
                  <a:lnTo>
                    <a:pt x="150324" y="472909"/>
                  </a:lnTo>
                  <a:lnTo>
                    <a:pt x="108516" y="450216"/>
                  </a:lnTo>
                  <a:lnTo>
                    <a:pt x="72089" y="420162"/>
                  </a:lnTo>
                  <a:lnTo>
                    <a:pt x="42035" y="383735"/>
                  </a:lnTo>
                  <a:lnTo>
                    <a:pt x="19342" y="341927"/>
                  </a:lnTo>
                  <a:lnTo>
                    <a:pt x="5000" y="295727"/>
                  </a:lnTo>
                  <a:lnTo>
                    <a:pt x="0" y="246125"/>
                  </a:lnTo>
                  <a:close/>
                </a:path>
              </a:pathLst>
            </a:custGeom>
            <a:grpFill/>
            <a:ln w="25146">
              <a:solidFill>
                <a:srgbClr val="92D05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 sz="2400"/>
            </a:p>
          </p:txBody>
        </p:sp>
      </p:grpSp>
      <p:sp>
        <p:nvSpPr>
          <p:cNvPr id="18" name="object 18"/>
          <p:cNvSpPr txBox="1"/>
          <p:nvPr/>
        </p:nvSpPr>
        <p:spPr bwMode="auto">
          <a:xfrm>
            <a:off x="2685330" y="1733245"/>
            <a:ext cx="163407" cy="32487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  <a:defRPr/>
            </a:pPr>
            <a:r>
              <a:rPr sz="2000">
                <a:solidFill>
                  <a:srgbClr val="0D0D0D"/>
                </a:solidFill>
                <a:latin typeface="Calibri"/>
                <a:cs typeface="Calibri"/>
              </a:rPr>
              <a:t>5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4570747" name="PlaceHolder 20"/>
          <p:cNvSpPr/>
          <p:nvPr/>
        </p:nvSpPr>
        <p:spPr bwMode="auto">
          <a:xfrm>
            <a:off x="1607296" y="2381148"/>
            <a:ext cx="10361280" cy="1647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t">
            <a:noAutofit/>
          </a:bodyPr>
          <a:lstStyle/>
          <a:p>
            <a:pPr>
              <a:defRPr/>
            </a:pPr>
            <a:endParaRPr sz="2400"/>
          </a:p>
        </p:txBody>
      </p:sp>
      <p:sp>
        <p:nvSpPr>
          <p:cNvPr id="1439845867" name="object 13"/>
          <p:cNvSpPr txBox="1"/>
          <p:nvPr/>
        </p:nvSpPr>
        <p:spPr bwMode="auto">
          <a:xfrm>
            <a:off x="195125" y="35872"/>
            <a:ext cx="4376872" cy="1125093"/>
          </a:xfrm>
          <a:prstGeom prst="rect">
            <a:avLst/>
          </a:prstGeom>
        </p:spPr>
        <p:txBody>
          <a:bodyPr vert="horz" wrap="square" lIns="0" tIns="16932" rIns="0" bIns="0" rtlCol="0">
            <a:spAutoFit/>
          </a:bodyPr>
          <a:lstStyle/>
          <a:p>
            <a:pPr algn="ctr" defTabSz="1219170">
              <a:defRPr/>
            </a:pPr>
            <a:r>
              <a:rPr lang="en-GB" sz="240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Top 10 Django Apps And  Companies Are Using it</a:t>
            </a:r>
            <a:endParaRPr sz="2400">
              <a:solidFill>
                <a:schemeClr val="bg1"/>
              </a:solidFill>
              <a:latin typeface="Arial"/>
            </a:endParaRPr>
          </a:p>
          <a:p>
            <a:pPr>
              <a:defRPr/>
            </a:pPr>
            <a:endParaRPr sz="2400">
              <a:solidFill>
                <a:schemeClr val="bg1"/>
              </a:solidFill>
            </a:endParaRPr>
          </a:p>
        </p:txBody>
      </p:sp>
      <p:pic>
        <p:nvPicPr>
          <p:cNvPr id="190292202" name="Picture 190292201"/>
          <p:cNvPicPr/>
          <p:nvPr/>
        </p:nvPicPr>
        <p:blipFill>
          <a:blip r:embed="rId3"/>
          <a:stretch/>
        </p:blipFill>
        <p:spPr bwMode="auto">
          <a:xfrm>
            <a:off x="141513" y="966622"/>
            <a:ext cx="11428800" cy="5836948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001D1-2107-992C-D241-5A5C41946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a Django Project?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4AA7D-BF8F-069A-5232-42F65DBE70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Django Project is the top-level container of a Django application. It contains the global configuration, settings, URLs, and one or more Django applications (apps) that work together to build a complete web application.</a:t>
            </a:r>
          </a:p>
        </p:txBody>
      </p:sp>
    </p:spTree>
    <p:extLst>
      <p:ext uri="{BB962C8B-B14F-4D97-AF65-F5344CB8AC3E}">
        <p14:creationId xmlns:p14="http://schemas.microsoft.com/office/powerpoint/2010/main" val="33781734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C27A3-7339-669F-49CD-F6A731C89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a Django App?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AC0BE-072A-A630-7A9C-8228AC3897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Django App is a self-contained Python module that implements a specific feature or functionality of a Django project. It contains its own models, views, templates, URLs, and other components required for that feature.</a:t>
            </a:r>
          </a:p>
        </p:txBody>
      </p:sp>
    </p:spTree>
    <p:extLst>
      <p:ext uri="{BB962C8B-B14F-4D97-AF65-F5344CB8AC3E}">
        <p14:creationId xmlns:p14="http://schemas.microsoft.com/office/powerpoint/2010/main" val="6533749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50CDC-1F58-FDDA-CF1F-FD18E2D30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For Eg: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7E7B89-26FA-05E9-D0F4-09387A7F1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2802" y="1726469"/>
            <a:ext cx="5220152" cy="4724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7849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1673A-789A-89FE-3C14-A2C6D4009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Folder structure – startproject command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E7593-6D22-1DC9-CF63-3E58DF99C9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4936" y="1825625"/>
            <a:ext cx="5678864" cy="4351338"/>
          </a:xfrm>
        </p:spPr>
        <p:txBody>
          <a:bodyPr>
            <a:normAutofit/>
          </a:bodyPr>
          <a:lstStyle/>
          <a:p>
            <a:r>
              <a:rPr lang="en-IN" sz="2000" b="1" dirty="0"/>
              <a:t>manage.py </a:t>
            </a:r>
            <a:r>
              <a:rPr lang="en-IN" sz="2000" dirty="0"/>
              <a:t>- manage.py is a command-line utility that allows developers to interact with the Django project.</a:t>
            </a:r>
          </a:p>
          <a:p>
            <a:r>
              <a:rPr lang="en-IN" sz="2000" b="1" dirty="0"/>
              <a:t>init.py - </a:t>
            </a:r>
            <a:r>
              <a:rPr lang="en-IN" sz="2000" dirty="0"/>
              <a:t>__init__.py tells Python that this folder should be treated as a Python package.</a:t>
            </a:r>
          </a:p>
          <a:p>
            <a:r>
              <a:rPr lang="en-IN" sz="2000" b="1" dirty="0"/>
              <a:t>settings.py - </a:t>
            </a:r>
            <a:r>
              <a:rPr lang="en-IN" sz="2000" dirty="0"/>
              <a:t>Contains all project-level configurations.</a:t>
            </a:r>
            <a:br>
              <a:rPr lang="en-IN" sz="2000" dirty="0"/>
            </a:br>
            <a:r>
              <a:rPr lang="en-IN" sz="2000" dirty="0"/>
              <a:t>Everything about the project is controlled here.</a:t>
            </a:r>
          </a:p>
          <a:p>
            <a:r>
              <a:rPr lang="en-IN" sz="2000" b="1" dirty="0"/>
              <a:t>urls.py - </a:t>
            </a:r>
            <a:r>
              <a:rPr lang="en-IN" sz="2000" dirty="0"/>
              <a:t>Maps URLs to Views. - /student</a:t>
            </a:r>
          </a:p>
          <a:p>
            <a:r>
              <a:rPr lang="en-IN" sz="2000" b="1" dirty="0"/>
              <a:t>wsgi.py - </a:t>
            </a:r>
            <a:r>
              <a:rPr lang="en-IN" sz="2000" dirty="0"/>
              <a:t>(Web Server Gateway Interface)</a:t>
            </a:r>
          </a:p>
          <a:p>
            <a:r>
              <a:rPr lang="en-IN" sz="2000" b="1" dirty="0"/>
              <a:t>asgi.py – </a:t>
            </a:r>
            <a:r>
              <a:rPr lang="en-IN" sz="2000" dirty="0"/>
              <a:t>(Asynchronous Server Gateway Interface)</a:t>
            </a:r>
            <a:endParaRPr lang="en-IN" sz="2000" b="1" dirty="0"/>
          </a:p>
          <a:p>
            <a:endParaRPr lang="en-IN" sz="20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F7F775-29B9-9A70-9747-B3517128A9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907505"/>
            <a:ext cx="4380904" cy="3668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48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18802-5017-18D7-621A-34FFA6394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Folder structure – </a:t>
            </a:r>
            <a:r>
              <a:rPr lang="en-IN" dirty="0" err="1"/>
              <a:t>startapp</a:t>
            </a:r>
            <a:r>
              <a:rPr lang="en-IN" dirty="0"/>
              <a:t> command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C3EF1FE-19DC-C4F5-B92D-6F27BDCAB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4935" y="1825625"/>
            <a:ext cx="5678865" cy="4471480"/>
          </a:xfrm>
        </p:spPr>
        <p:txBody>
          <a:bodyPr>
            <a:noAutofit/>
          </a:bodyPr>
          <a:lstStyle/>
          <a:p>
            <a:r>
              <a:rPr lang="en-IN" sz="1800" b="1" dirty="0"/>
              <a:t>init</a:t>
            </a:r>
            <a:r>
              <a:rPr lang="en-IN" sz="1800" dirty="0"/>
              <a:t>.</a:t>
            </a:r>
            <a:r>
              <a:rPr lang="en-IN" sz="1800" b="1" dirty="0"/>
              <a:t>py - </a:t>
            </a:r>
            <a:r>
              <a:rPr lang="en-IN" sz="1800" dirty="0"/>
              <a:t>This folder (feedback) is a Python package.</a:t>
            </a:r>
          </a:p>
          <a:p>
            <a:r>
              <a:rPr lang="en-IN" sz="1800" b="1" dirty="0"/>
              <a:t>apps.py - </a:t>
            </a:r>
            <a:r>
              <a:rPr lang="en-IN" sz="1800" dirty="0"/>
              <a:t>It stores the configuration (basic information) of your app.</a:t>
            </a:r>
          </a:p>
          <a:p>
            <a:r>
              <a:rPr lang="en-IN" sz="1800" b="1" dirty="0"/>
              <a:t>models.py - </a:t>
            </a:r>
            <a:r>
              <a:rPr lang="en-IN" sz="1800" dirty="0"/>
              <a:t>This file is used to create database tables for storing data.</a:t>
            </a:r>
          </a:p>
          <a:p>
            <a:r>
              <a:rPr lang="en-IN" sz="1800" b="1" dirty="0"/>
              <a:t>views.py -</a:t>
            </a:r>
            <a:r>
              <a:rPr lang="en-IN" sz="1800" dirty="0"/>
              <a:t> This file contains the logic of your application.</a:t>
            </a:r>
          </a:p>
          <a:p>
            <a:r>
              <a:rPr lang="en-IN" sz="1800" b="1" dirty="0"/>
              <a:t>admin.py - </a:t>
            </a:r>
            <a:r>
              <a:rPr lang="en-IN" sz="1800" dirty="0"/>
              <a:t>This file connects your models to Django's Admin Panel.</a:t>
            </a:r>
          </a:p>
          <a:p>
            <a:r>
              <a:rPr lang="en-IN" sz="1800" b="1" dirty="0"/>
              <a:t>tests.py - </a:t>
            </a:r>
            <a:r>
              <a:rPr lang="en-IN" sz="1800" dirty="0"/>
              <a:t>This file is used to test whether your application works correctly.</a:t>
            </a:r>
          </a:p>
          <a:p>
            <a:r>
              <a:rPr lang="en-IN" sz="1800" b="1" dirty="0"/>
              <a:t>migrations Folder - </a:t>
            </a:r>
            <a:r>
              <a:rPr lang="en-IN" sz="1800" dirty="0"/>
              <a:t>A migration is a file that keeps track of changes made to your models.</a:t>
            </a:r>
          </a:p>
          <a:p>
            <a:r>
              <a:rPr lang="en-IN" sz="1800" b="1" dirty="0"/>
              <a:t>migrations/init.py - </a:t>
            </a:r>
            <a:r>
              <a:rPr lang="en-IN" sz="1800" dirty="0"/>
              <a:t>This file simply tells Python that the migrations folder is also a Python package.</a:t>
            </a:r>
            <a:endParaRPr lang="en-IN" sz="18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D1524B-6870-C304-A5C7-C655C23A0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615" y="1825625"/>
            <a:ext cx="4590295" cy="3953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4059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8F002-0A54-1BE0-5C2F-B5953C1FB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django</a:t>
            </a:r>
            <a:r>
              <a:rPr lang="en-IN" dirty="0"/>
              <a:t>-admin and manage.py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F58EB71-5B6A-7426-856A-BB1748B791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4526058"/>
              </p:ext>
            </p:extLst>
          </p:nvPr>
        </p:nvGraphicFramePr>
        <p:xfrm>
          <a:off x="1178560" y="2322459"/>
          <a:ext cx="9834880" cy="31797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17440">
                  <a:extLst>
                    <a:ext uri="{9D8B030D-6E8A-4147-A177-3AD203B41FA5}">
                      <a16:colId xmlns:a16="http://schemas.microsoft.com/office/drawing/2014/main" val="3407782321"/>
                    </a:ext>
                  </a:extLst>
                </a:gridCol>
                <a:gridCol w="4917440">
                  <a:extLst>
                    <a:ext uri="{9D8B030D-6E8A-4147-A177-3AD203B41FA5}">
                      <a16:colId xmlns:a16="http://schemas.microsoft.com/office/drawing/2014/main" val="1238247598"/>
                    </a:ext>
                  </a:extLst>
                </a:gridCol>
              </a:tblGrid>
              <a:tr h="794929">
                <a:tc>
                  <a:txBody>
                    <a:bodyPr/>
                    <a:lstStyle/>
                    <a:p>
                      <a:pPr algn="ctr"/>
                      <a:r>
                        <a:rPr lang="en-IN" sz="2600" dirty="0" err="1">
                          <a:solidFill>
                            <a:sysClr val="windowText" lastClr="000000"/>
                          </a:solidFill>
                        </a:rPr>
                        <a:t>django</a:t>
                      </a:r>
                      <a:r>
                        <a:rPr lang="en-IN" sz="2600" dirty="0">
                          <a:solidFill>
                            <a:sysClr val="windowText" lastClr="000000"/>
                          </a:solidFill>
                        </a:rPr>
                        <a:t>-admin</a:t>
                      </a:r>
                    </a:p>
                  </a:txBody>
                  <a:tcPr marL="110642" marR="110642" marT="98005" marB="980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600" dirty="0">
                          <a:solidFill>
                            <a:sysClr val="windowText" lastClr="000000"/>
                          </a:solidFill>
                        </a:rPr>
                        <a:t>manage.py</a:t>
                      </a:r>
                    </a:p>
                  </a:txBody>
                  <a:tcPr marL="110642" marR="110642" marT="98005" marB="9800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5479920"/>
                  </a:ext>
                </a:extLst>
              </a:tr>
              <a:tr h="7949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Used before creating a project.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Used after creating a project.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5779185"/>
                  </a:ext>
                </a:extLst>
              </a:tr>
              <a:tr h="7949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Global Django command-line tool.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Project-specific command-line tool.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6150677"/>
                  </a:ext>
                </a:extLst>
              </a:tr>
              <a:tr h="7949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Creates new Django projects.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Manages the existing Django project.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13367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39982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DDD7D-A801-F135-C952-DB2DDDE68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Common </a:t>
            </a:r>
            <a:r>
              <a:rPr lang="en-IN" dirty="0" err="1"/>
              <a:t>django</a:t>
            </a:r>
            <a:r>
              <a:rPr lang="en-IN" dirty="0"/>
              <a:t>-admin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78B950-4B52-9FD2-D2B9-ED3788349B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1. Create a New Project</a:t>
            </a:r>
          </a:p>
          <a:p>
            <a:pPr marL="0" indent="0">
              <a:buNone/>
            </a:pPr>
            <a:r>
              <a:rPr lang="en-IN" sz="2400" dirty="0" err="1"/>
              <a:t>django</a:t>
            </a:r>
            <a:r>
              <a:rPr lang="en-IN" sz="2400" dirty="0"/>
              <a:t>-admin </a:t>
            </a:r>
            <a:r>
              <a:rPr lang="en-IN" sz="2400" dirty="0" err="1"/>
              <a:t>startproject</a:t>
            </a:r>
            <a:r>
              <a:rPr lang="en-IN" sz="2400" dirty="0"/>
              <a:t> </a:t>
            </a:r>
            <a:r>
              <a:rPr lang="en-IN" sz="2400" dirty="0" err="1"/>
              <a:t>myproject</a:t>
            </a:r>
            <a:endParaRPr lang="en-IN" sz="2400" dirty="0"/>
          </a:p>
          <a:p>
            <a:pPr marL="0" indent="0">
              <a:buNone/>
            </a:pPr>
            <a:r>
              <a:rPr lang="en-IN" sz="2400" b="1" dirty="0"/>
              <a:t>Purpose:</a:t>
            </a:r>
            <a:r>
              <a:rPr lang="en-IN" sz="2400" dirty="0"/>
              <a:t> Creates a new Django project.</a:t>
            </a:r>
          </a:p>
          <a:p>
            <a:pPr marL="0" indent="0">
              <a:buNone/>
            </a:pPr>
            <a:r>
              <a:rPr lang="en-IN" sz="2400" b="1" dirty="0"/>
              <a:t>2. Check Django Version</a:t>
            </a:r>
          </a:p>
          <a:p>
            <a:pPr marL="0" indent="0">
              <a:buNone/>
            </a:pPr>
            <a:r>
              <a:rPr lang="en-IN" sz="2400" dirty="0" err="1"/>
              <a:t>django</a:t>
            </a:r>
            <a:r>
              <a:rPr lang="en-IN" sz="2400" dirty="0"/>
              <a:t>-admin --version</a:t>
            </a:r>
          </a:p>
          <a:p>
            <a:pPr marL="0" indent="0">
              <a:buNone/>
            </a:pPr>
            <a:r>
              <a:rPr lang="en-IN" sz="2400" b="1" dirty="0"/>
              <a:t>Purpose:</a:t>
            </a:r>
            <a:r>
              <a:rPr lang="en-IN" sz="2400" dirty="0"/>
              <a:t> Displays the installed Django version.</a:t>
            </a:r>
          </a:p>
          <a:p>
            <a:pPr marL="0" indent="0">
              <a:buNone/>
            </a:pPr>
            <a:r>
              <a:rPr lang="en-IN" sz="2400" b="1" dirty="0"/>
              <a:t>3. Display Help</a:t>
            </a:r>
          </a:p>
          <a:p>
            <a:pPr marL="0" indent="0">
              <a:buNone/>
            </a:pPr>
            <a:r>
              <a:rPr lang="en-IN" sz="2400" dirty="0" err="1"/>
              <a:t>django</a:t>
            </a:r>
            <a:r>
              <a:rPr lang="en-IN" sz="2400" dirty="0"/>
              <a:t>-admin help</a:t>
            </a:r>
          </a:p>
          <a:p>
            <a:pPr marL="0" indent="0">
              <a:buNone/>
            </a:pPr>
            <a:r>
              <a:rPr lang="en-IN" sz="2400" b="1" dirty="0"/>
              <a:t>Purpose:</a:t>
            </a:r>
            <a:r>
              <a:rPr lang="en-IN" sz="2400" dirty="0"/>
              <a:t> Shows all available Django commands.</a:t>
            </a:r>
          </a:p>
          <a:p>
            <a:pPr marL="0" indent="0">
              <a:buNone/>
            </a:pPr>
            <a:endParaRPr lang="en-IN" sz="2400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6068900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3B82D-A8EC-0AAF-65DB-AC5FECEDD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Common manage.py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12558-0880-C44B-77CF-9F1CB9AC2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1. Run Development Server </a:t>
            </a:r>
          </a:p>
          <a:p>
            <a:pPr marL="0" indent="0">
              <a:buNone/>
            </a:pPr>
            <a:r>
              <a:rPr lang="en-IN" dirty="0"/>
              <a:t>python manage.py </a:t>
            </a:r>
            <a:r>
              <a:rPr lang="en-IN" dirty="0" err="1"/>
              <a:t>runserver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Purpose:</a:t>
            </a:r>
            <a:r>
              <a:rPr lang="en-IN" dirty="0"/>
              <a:t> Starts the Django development server.</a:t>
            </a:r>
          </a:p>
          <a:p>
            <a:pPr marL="0" indent="0">
              <a:buNone/>
            </a:pPr>
            <a:r>
              <a:rPr lang="en-IN" b="1" dirty="0"/>
              <a:t>2. Create an App </a:t>
            </a:r>
          </a:p>
          <a:p>
            <a:pPr marL="0" indent="0">
              <a:buNone/>
            </a:pPr>
            <a:r>
              <a:rPr lang="en-IN" dirty="0"/>
              <a:t>python manage.py </a:t>
            </a:r>
            <a:r>
              <a:rPr lang="en-IN" dirty="0" err="1"/>
              <a:t>startapp</a:t>
            </a:r>
            <a:r>
              <a:rPr lang="en-IN" dirty="0"/>
              <a:t> feedback</a:t>
            </a:r>
          </a:p>
          <a:p>
            <a:pPr marL="0" indent="0">
              <a:buNone/>
            </a:pPr>
            <a:r>
              <a:rPr lang="en-IN" b="1" dirty="0"/>
              <a:t>Purpose:</a:t>
            </a:r>
            <a:r>
              <a:rPr lang="en-IN" dirty="0"/>
              <a:t> Creates a new Django app.</a:t>
            </a:r>
          </a:p>
          <a:p>
            <a:pPr marL="0" indent="0">
              <a:buNone/>
            </a:pPr>
            <a:r>
              <a:rPr lang="en-IN" b="1" dirty="0"/>
              <a:t>3. Create Migration Files </a:t>
            </a:r>
          </a:p>
          <a:p>
            <a:pPr marL="0" indent="0">
              <a:buNone/>
            </a:pPr>
            <a:r>
              <a:rPr lang="en-IN" dirty="0"/>
              <a:t>python manage.py </a:t>
            </a:r>
            <a:r>
              <a:rPr lang="en-IN" dirty="0" err="1"/>
              <a:t>makemigrations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Purpose:</a:t>
            </a:r>
            <a:r>
              <a:rPr lang="en-IN" dirty="0"/>
              <a:t> Detects changes in models and creates migration files.</a:t>
            </a:r>
          </a:p>
          <a:p>
            <a:pPr marL="0" indent="0">
              <a:buNone/>
            </a:pPr>
            <a:r>
              <a:rPr lang="en-IN" b="1" dirty="0"/>
              <a:t>4. Apply Migrations </a:t>
            </a:r>
          </a:p>
          <a:p>
            <a:pPr marL="0" indent="0">
              <a:buNone/>
            </a:pPr>
            <a:r>
              <a:rPr lang="en-IN" dirty="0"/>
              <a:t>python manage.py migrate</a:t>
            </a:r>
          </a:p>
          <a:p>
            <a:pPr marL="0" indent="0">
              <a:buNone/>
            </a:pPr>
            <a:r>
              <a:rPr lang="en-IN" b="1" dirty="0"/>
              <a:t>Purpose:</a:t>
            </a:r>
            <a:r>
              <a:rPr lang="en-IN" dirty="0"/>
              <a:t> Creates or updates database tables.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96508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5C842-4309-DB20-0C5A-5D0ADFFFB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view?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06AC8-6342-8913-4DAD-94A8DE7BEC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View:</a:t>
            </a:r>
          </a:p>
          <a:p>
            <a:pPr marL="0" indent="0">
              <a:buNone/>
            </a:pPr>
            <a:r>
              <a:rPr lang="en-IN" dirty="0"/>
              <a:t>A View is a Python function that decides what to show to the user.</a:t>
            </a:r>
          </a:p>
          <a:p>
            <a:pPr marL="0" indent="0">
              <a:buNone/>
            </a:pPr>
            <a:r>
              <a:rPr lang="en-IN" dirty="0"/>
              <a:t>For Eg- whatever </a:t>
            </a:r>
            <a:r>
              <a:rPr lang="en-IN" dirty="0" err="1"/>
              <a:t>ui</a:t>
            </a:r>
            <a:r>
              <a:rPr lang="en-IN" dirty="0"/>
              <a:t> we are seeing</a:t>
            </a:r>
          </a:p>
          <a:p>
            <a:pPr marL="0" indent="0">
              <a:buNone/>
            </a:pPr>
            <a:r>
              <a:rPr lang="en-IN" b="1" dirty="0"/>
              <a:t>Creating View:</a:t>
            </a:r>
          </a:p>
          <a:p>
            <a:pPr marL="0" indent="0">
              <a:buNone/>
            </a:pPr>
            <a:r>
              <a:rPr lang="en-IN" dirty="0"/>
              <a:t>from </a:t>
            </a:r>
            <a:r>
              <a:rPr lang="en-IN" dirty="0" err="1"/>
              <a:t>django.http</a:t>
            </a:r>
            <a:r>
              <a:rPr lang="en-IN" dirty="0"/>
              <a:t> import </a:t>
            </a:r>
            <a:r>
              <a:rPr lang="en-IN" dirty="0" err="1"/>
              <a:t>HttpResponse</a:t>
            </a:r>
            <a:r>
              <a:rPr lang="en-IN" dirty="0"/>
              <a:t> </a:t>
            </a:r>
          </a:p>
          <a:p>
            <a:pPr marL="0" indent="0">
              <a:buNone/>
            </a:pPr>
            <a:r>
              <a:rPr lang="en-IN" dirty="0"/>
              <a:t>def home(request): </a:t>
            </a:r>
          </a:p>
          <a:p>
            <a:pPr marL="0" indent="0">
              <a:buNone/>
            </a:pPr>
            <a:r>
              <a:rPr lang="en-IN" dirty="0"/>
              <a:t>	return </a:t>
            </a:r>
            <a:r>
              <a:rPr lang="en-IN" dirty="0" err="1"/>
              <a:t>HttpResponse</a:t>
            </a:r>
            <a:r>
              <a:rPr lang="en-IN" dirty="0"/>
              <a:t>("Welcome to Django")</a:t>
            </a:r>
          </a:p>
          <a:p>
            <a:pPr marL="0" indent="0">
              <a:buNone/>
            </a:pPr>
            <a:r>
              <a:rPr lang="en-IN" b="1" dirty="0"/>
              <a:t>View with Logic and Decision:</a:t>
            </a:r>
          </a:p>
          <a:p>
            <a:pPr marL="0" indent="0">
              <a:buNone/>
            </a:pPr>
            <a:r>
              <a:rPr lang="en-IN" dirty="0"/>
              <a:t>def student(request): </a:t>
            </a:r>
          </a:p>
          <a:p>
            <a:pPr marL="0" indent="0">
              <a:buNone/>
            </a:pPr>
            <a:r>
              <a:rPr lang="en-IN" dirty="0"/>
              <a:t>	if </a:t>
            </a:r>
            <a:r>
              <a:rPr lang="en-IN" dirty="0" err="1"/>
              <a:t>request.method</a:t>
            </a:r>
            <a:r>
              <a:rPr lang="en-IN" dirty="0"/>
              <a:t> == "POST": </a:t>
            </a:r>
          </a:p>
          <a:p>
            <a:pPr marL="0" indent="0">
              <a:buNone/>
            </a:pPr>
            <a:r>
              <a:rPr lang="en-IN" dirty="0"/>
              <a:t>		return </a:t>
            </a:r>
            <a:r>
              <a:rPr lang="en-IN" dirty="0" err="1"/>
              <a:t>HttpResponse</a:t>
            </a:r>
            <a:r>
              <a:rPr lang="en-IN" dirty="0"/>
              <a:t>("Form Submitted") </a:t>
            </a:r>
          </a:p>
          <a:p>
            <a:pPr marL="0" indent="0">
              <a:buNone/>
            </a:pPr>
            <a:r>
              <a:rPr lang="en-IN" dirty="0"/>
              <a:t>	return render(</a:t>
            </a:r>
            <a:r>
              <a:rPr lang="en-IN" dirty="0" err="1"/>
              <a:t>request,"student.html</a:t>
            </a:r>
            <a:r>
              <a:rPr lang="en-IN" dirty="0"/>
              <a:t>")</a:t>
            </a:r>
            <a:endParaRPr lang="en-IN" b="1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50620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C793D-DBD2-3DAD-A979-1D3E8F479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</a:t>
            </a:r>
            <a:r>
              <a:rPr lang="en-IN" dirty="0" err="1"/>
              <a:t>url</a:t>
            </a:r>
            <a:r>
              <a:rPr lang="en-IN" dirty="0"/>
              <a:t> mapping?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12427-A8D9-C5ED-8A3B-B1AE64EC39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 err="1"/>
              <a:t>Url</a:t>
            </a:r>
            <a:r>
              <a:rPr lang="en-IN" b="1" dirty="0"/>
              <a:t> mapping:</a:t>
            </a:r>
          </a:p>
          <a:p>
            <a:pPr marL="0" indent="0">
              <a:buNone/>
            </a:pPr>
            <a:r>
              <a:rPr lang="en-IN" dirty="0"/>
              <a:t>URL Mapping means connecting a URL to a View.</a:t>
            </a:r>
          </a:p>
          <a:p>
            <a:pPr marL="0" indent="0">
              <a:buNone/>
            </a:pPr>
            <a:r>
              <a:rPr lang="en-IN" dirty="0"/>
              <a:t>For Eg- /about/ → about() </a:t>
            </a:r>
          </a:p>
          <a:p>
            <a:pPr marL="0" indent="0">
              <a:buNone/>
            </a:pPr>
            <a:r>
              <a:rPr lang="en-IN" dirty="0"/>
              <a:t>/contact/ → contact() </a:t>
            </a:r>
          </a:p>
          <a:p>
            <a:pPr marL="0" indent="0">
              <a:buNone/>
            </a:pPr>
            <a:r>
              <a:rPr lang="en-IN" dirty="0"/>
              <a:t>/student/ → student()</a:t>
            </a:r>
            <a:endParaRPr lang="en-IN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6420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2698</TotalTime>
  <Words>926</Words>
  <Application>Microsoft Office PowerPoint</Application>
  <PresentationFormat>Widescreen</PresentationFormat>
  <Paragraphs>135</Paragraphs>
  <Slides>24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Arial</vt:lpstr>
      <vt:lpstr>Arial MT</vt:lpstr>
      <vt:lpstr>Arial Rounded MT Bold</vt:lpstr>
      <vt:lpstr>Berlin Sans FB Demi</vt:lpstr>
      <vt:lpstr>Calibri</vt:lpstr>
      <vt:lpstr>Calibri Light</vt:lpstr>
      <vt:lpstr>Times New Roman</vt:lpstr>
      <vt:lpstr>Office Theme</vt:lpstr>
      <vt:lpstr>PowerPoint Presentation</vt:lpstr>
      <vt:lpstr>A web framework provides tools to create a website easily</vt:lpstr>
      <vt:lpstr>PowerPoint Presentation</vt:lpstr>
      <vt:lpstr>What is Django 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is a Django Project?</vt:lpstr>
      <vt:lpstr>What is a Django App?</vt:lpstr>
      <vt:lpstr>For Eg:</vt:lpstr>
      <vt:lpstr>Folder structure – startproject command</vt:lpstr>
      <vt:lpstr>Folder structure – startapp command</vt:lpstr>
      <vt:lpstr>django-admin and manage.py</vt:lpstr>
      <vt:lpstr>Common django-admin Commands</vt:lpstr>
      <vt:lpstr>Common manage.py Commands</vt:lpstr>
      <vt:lpstr>What is view?</vt:lpstr>
      <vt:lpstr>What is url mapping?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Aryan- Chauhan</dc:creator>
  <cp:lastModifiedBy>Aryan- Chauhan</cp:lastModifiedBy>
  <cp:revision>8</cp:revision>
  <dcterms:created xsi:type="dcterms:W3CDTF">2026-07-26T05:19:40Z</dcterms:created>
  <dcterms:modified xsi:type="dcterms:W3CDTF">2026-08-01T09:20:54Z</dcterms:modified>
</cp:coreProperties>
</file>