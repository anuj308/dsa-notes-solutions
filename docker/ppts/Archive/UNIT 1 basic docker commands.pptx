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80" r:id="rId3"/>
    <p:sldId id="284" r:id="rId4"/>
    <p:sldId id="290" r:id="rId5"/>
    <p:sldId id="283" r:id="rId6"/>
    <p:sldId id="282" r:id="rId7"/>
    <p:sldId id="281" r:id="rId8"/>
    <p:sldId id="285" r:id="rId9"/>
    <p:sldId id="28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8288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3000" y="1066800"/>
            <a:ext cx="2616200" cy="4876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1066800"/>
            <a:ext cx="7645400" cy="4876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vmlDrawing" Target="../drawings/vmlDrawing1.vml"/><Relationship Id="rId14" Type="http://schemas.openxmlformats.org/officeDocument/2006/relationships/image" Target="../media/image2.png"/><Relationship Id="rId13" Type="http://schemas.openxmlformats.org/officeDocument/2006/relationships/oleObject" Target="../embeddings/oleObject1.bin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0" y="1066800"/>
            <a:ext cx="1036320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ctr" anchorCtr="0" compatLnSpc="1"/>
          <a:lstStyle/>
          <a:p>
            <a:pPr lvl="0"/>
            <a:r>
              <a:rPr lang="en-US"/>
              <a:t>Click Here to Add Title</a:t>
            </a:r>
            <a:endParaRPr lang="en-US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28800"/>
            <a:ext cx="103632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07" tIns="45704" rIns="91407" bIns="45704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4148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1722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 algn="r">
              <a:defRPr sz="1200" b="1">
                <a:latin typeface="+mn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graphicFrame>
        <p:nvGraphicFramePr>
          <p:cNvPr id="1026" name="Object 5"/>
          <p:cNvGraphicFramePr>
            <a:graphicFrameLocks noChangeAspect="1"/>
          </p:cNvGraphicFramePr>
          <p:nvPr/>
        </p:nvGraphicFramePr>
        <p:xfrm>
          <a:off x="916517" y="152400"/>
          <a:ext cx="2537883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Clip" r:id="rId13" imgW="3181350" imgH="1019175" progId="">
                  <p:embed/>
                </p:oleObj>
              </mc:Choice>
              <mc:Fallback>
                <p:oleObj name="Clip" r:id="rId13" imgW="3181350" imgH="101917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517" y="152400"/>
                        <a:ext cx="2537883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50" name="Text Box 6"/>
          <p:cNvSpPr txBox="1">
            <a:spLocks noChangeArrowheads="1"/>
          </p:cNvSpPr>
          <p:nvPr/>
        </p:nvSpPr>
        <p:spPr bwMode="auto">
          <a:xfrm>
            <a:off x="5715001" y="304800"/>
            <a:ext cx="4575225" cy="33852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600" b="1">
                <a:latin typeface="Arial" panose="020B0604020202090204" pitchFamily="34" charset="0"/>
              </a:rPr>
              <a:t> Engineering H192  - Computer Programming</a:t>
            </a:r>
            <a:endParaRPr lang="en-US" sz="1600" b="1">
              <a:latin typeface="Arial" panose="020B0604020202090204" pitchFamily="34" charset="0"/>
            </a:endParaRPr>
          </a:p>
        </p:txBody>
      </p:sp>
      <p:sp>
        <p:nvSpPr>
          <p:cNvPr id="134151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914400" y="61722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07" tIns="45704" rIns="91407" bIns="45704" numCol="1" anchor="t" anchorCtr="0" compatLnSpc="1"/>
          <a:lstStyle>
            <a:lvl1pPr>
              <a:defRPr sz="1200" b="1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4152" name="Rectangle 8"/>
          <p:cNvSpPr>
            <a:spLocks noChangeArrowheads="1"/>
          </p:cNvSpPr>
          <p:nvPr/>
        </p:nvSpPr>
        <p:spPr bwMode="auto">
          <a:xfrm>
            <a:off x="4064000" y="6169025"/>
            <a:ext cx="3243129" cy="27696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91407" tIns="45704" rIns="91407" bIns="45704">
            <a:spAutoFit/>
          </a:bodyPr>
          <a:lstStyle/>
          <a:p>
            <a:pPr>
              <a:defRPr/>
            </a:pPr>
            <a:r>
              <a:rPr lang="en-US" sz="1200" b="1">
                <a:latin typeface="Arial" panose="020B0604020202090204" pitchFamily="34" charset="0"/>
              </a:rPr>
              <a:t>Gateway Engineering Education Coalition</a:t>
            </a:r>
            <a:endParaRPr lang="en-US" sz="1200" b="1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66CC"/>
          </a:solidFill>
          <a:latin typeface="Arial" panose="020B060402020209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1226820"/>
            <a:ext cx="10363200" cy="4166235"/>
          </a:xfrm>
        </p:spPr>
        <p:txBody>
          <a:bodyPr/>
          <a:p>
            <a:r>
              <a:rPr lang="en-US" altLang="en-US"/>
              <a:t>Unit : 1 </a:t>
            </a:r>
            <a:br>
              <a:rPr lang="en-US" altLang="en-US"/>
            </a:br>
            <a:br>
              <a:rPr lang="en-US" altLang="en-US"/>
            </a:br>
            <a:r>
              <a:rPr lang="en-US" altLang="en-US"/>
              <a:t> Topic : “Basic Docker Commands”</a:t>
            </a:r>
            <a:br>
              <a:rPr lang="en-US" altLang="en-US"/>
            </a:b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09295"/>
            <a:ext cx="10363200" cy="6149340"/>
          </a:xfrm>
        </p:spPr>
        <p:txBody>
          <a:bodyPr/>
          <a:p>
            <a:pPr marL="0" lvl="7" indent="0">
              <a:buNone/>
            </a:pPr>
            <a:r>
              <a:rPr lang="en-US" altLang="en-US">
                <a:sym typeface="+mn-ea"/>
              </a:rPr>
              <a:t>1. Check Docker Installation:	</a:t>
            </a:r>
            <a:r>
              <a:rPr lang="en-US" altLang="en-US" sz="2400">
                <a:sym typeface="+mn-ea"/>
              </a:rPr>
              <a:t>docker --version</a:t>
            </a:r>
            <a:endParaRPr lang="en-US" altLang="en-US" sz="2400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3200400" lvl="7" indent="457200">
              <a:buNone/>
            </a:pPr>
            <a:endParaRPr lang="en-US" altLang="en-US">
              <a:sym typeface="+mn-ea"/>
            </a:endParaRP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 altLang="en-US"/>
              <a:t>2. Pull an Image : docker pull imageName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/>
          </a:p>
        </p:txBody>
      </p:sp>
      <p:pic>
        <p:nvPicPr>
          <p:cNvPr id="6" name="Picture 5" descr="Screenshot 2025-02-27 at 7.17.5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5885" y="1379855"/>
            <a:ext cx="6629400" cy="1792605"/>
          </a:xfrm>
          <a:prstGeom prst="rect">
            <a:avLst/>
          </a:prstGeom>
        </p:spPr>
      </p:pic>
      <p:pic>
        <p:nvPicPr>
          <p:cNvPr id="7" name="Picture 6" descr="Screenshot 2025-02-27 at 9.04.39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885" y="4009390"/>
            <a:ext cx="677418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895985"/>
            <a:ext cx="10363200" cy="5047615"/>
          </a:xfrm>
        </p:spPr>
        <p:txBody>
          <a:bodyPr/>
          <a:p>
            <a:r>
              <a:rPr lang="en-US"/>
              <a:t>Serach for available images :</a:t>
            </a:r>
            <a:endParaRPr lang="en-US"/>
          </a:p>
          <a:p>
            <a:pPr lvl="1"/>
            <a:r>
              <a:rPr lang="en-US"/>
              <a:t>docker search imagename 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788035"/>
            <a:ext cx="10363200" cy="5687695"/>
          </a:xfrm>
        </p:spPr>
        <p:txBody>
          <a:bodyPr/>
          <a:p>
            <a:pPr marL="0" indent="0">
              <a:buNone/>
            </a:pPr>
            <a:r>
              <a:rPr lang="en-US" altLang="en-US">
                <a:sym typeface="+mn-ea"/>
              </a:rPr>
              <a:t>3. List Downloaded Images : </a:t>
            </a:r>
            <a:r>
              <a:rPr lang="en-US" altLang="en-US"/>
              <a:t>docker images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4. Run a Container and list all containers :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    </a:t>
            </a:r>
            <a:r>
              <a:rPr lang="en-US" altLang="en-US"/>
              <a:t>docker run -it -d ubuntu { it : interactive mode &amp; d : detached mode}</a:t>
            </a:r>
            <a:endParaRPr lang="en-US" altLang="en-US"/>
          </a:p>
          <a:p>
            <a:endParaRPr lang="en-US"/>
          </a:p>
        </p:txBody>
      </p:sp>
      <p:pic>
        <p:nvPicPr>
          <p:cNvPr id="4" name="Picture 3" descr="Screenshot 2025-02-27 at 9.08.5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6565" y="1456055"/>
            <a:ext cx="7272655" cy="1851660"/>
          </a:xfrm>
          <a:prstGeom prst="rect">
            <a:avLst/>
          </a:prstGeom>
        </p:spPr>
      </p:pic>
      <p:pic>
        <p:nvPicPr>
          <p:cNvPr id="5" name="Picture 4" descr="Screenshot 2025-02-27 at 9.22.51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4334510"/>
            <a:ext cx="7501255" cy="2334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" y="848360"/>
            <a:ext cx="11402695" cy="5652135"/>
          </a:xfrm>
        </p:spPr>
        <p:txBody>
          <a:bodyPr/>
          <a:p>
            <a:r>
              <a:rPr lang="en-US"/>
              <a:t>List all containers : </a:t>
            </a:r>
            <a:endParaRPr lang="en-US"/>
          </a:p>
          <a:p>
            <a:pPr lvl="1"/>
            <a:r>
              <a:rPr lang="en-US"/>
              <a:t>docker ps      :  { </a:t>
            </a:r>
            <a:r>
              <a:rPr lang="en-US" altLang="en-US"/>
              <a:t>Shows currently running containers</a:t>
            </a:r>
            <a:r>
              <a:rPr lang="en-US"/>
              <a:t> </a:t>
            </a:r>
            <a:endParaRPr lang="en-US"/>
          </a:p>
          <a:p>
            <a:pPr lvl="1"/>
            <a:r>
              <a:rPr lang="en-US"/>
              <a:t>docker ps -a  :  {</a:t>
            </a:r>
            <a:r>
              <a:rPr lang="en-US" altLang="en-US"/>
              <a:t>To list all containers (including stopped ones)</a:t>
            </a:r>
            <a:endParaRPr lang="en-US" altLang="en-US"/>
          </a:p>
          <a:p>
            <a:r>
              <a:rPr lang="en-US" altLang="en-US"/>
              <a:t>Access the running container’s shell.</a:t>
            </a:r>
            <a:r>
              <a:rPr lang="en-US"/>
              <a:t> :</a:t>
            </a:r>
            <a:endParaRPr lang="en-US"/>
          </a:p>
          <a:p>
            <a:pPr lvl="1"/>
            <a:r>
              <a:rPr lang="en-US" altLang="en-US"/>
              <a:t>docker exec -it container-id bash</a:t>
            </a: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ls : to list contents of container </a:t>
            </a:r>
            <a:endParaRPr lang="en-US" altLang="en-US"/>
          </a:p>
          <a:p>
            <a:pPr lvl="1"/>
            <a:r>
              <a:rPr lang="en-US" altLang="en-US"/>
              <a:t>exit : to exit the container </a:t>
            </a:r>
            <a:endParaRPr lang="en-US" altLang="en-US"/>
          </a:p>
        </p:txBody>
      </p:sp>
      <p:pic>
        <p:nvPicPr>
          <p:cNvPr id="5" name="Picture 4" descr="Screenshot 2025-02-27 at 9.50.09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3428365"/>
            <a:ext cx="10942955" cy="23152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440" y="788035"/>
            <a:ext cx="10932160" cy="5567680"/>
          </a:xfrm>
        </p:spPr>
        <p:txBody>
          <a:bodyPr/>
          <a:p>
            <a:r>
              <a:rPr lang="en-US"/>
              <a:t>Stop a Container :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docker stop container_id  { stop a container}</a:t>
            </a:r>
            <a:endParaRPr lang="en-US"/>
          </a:p>
          <a:p>
            <a:r>
              <a:rPr lang="en-US"/>
              <a:t>docker ps  : { to list all running containers}</a:t>
            </a:r>
            <a:endParaRPr lang="en-US"/>
          </a:p>
          <a:p>
            <a:r>
              <a:rPr lang="en-US"/>
              <a:t>docker ps -a  : { list all containers including stopped containers }</a:t>
            </a:r>
            <a:endParaRPr lang="en-US"/>
          </a:p>
          <a:p>
            <a:r>
              <a:rPr lang="en-US"/>
              <a:t>docker start container_id : { start a  stopped container}</a:t>
            </a:r>
            <a:endParaRPr lang="en-US"/>
          </a:p>
        </p:txBody>
      </p:sp>
      <p:pic>
        <p:nvPicPr>
          <p:cNvPr id="4" name="Picture 3" descr="Screenshot 2025-02-27 at 9.55.07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90" y="1450975"/>
            <a:ext cx="10481945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750" y="1054100"/>
            <a:ext cx="10737850" cy="4889500"/>
          </a:xfrm>
        </p:spPr>
        <p:txBody>
          <a:bodyPr/>
          <a:p>
            <a:r>
              <a:rPr lang="en-US"/>
              <a:t>Remove a container :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docker rm container_id</a:t>
            </a:r>
            <a:endParaRPr lang="en-US"/>
          </a:p>
          <a:p>
            <a:endParaRPr lang="en-US"/>
          </a:p>
        </p:txBody>
      </p:sp>
      <p:pic>
        <p:nvPicPr>
          <p:cNvPr id="4" name="Picture 3" descr="Screenshot 2025-02-27 at 10.00.2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532255"/>
            <a:ext cx="9848215" cy="1715135"/>
          </a:xfrm>
          <a:prstGeom prst="rect">
            <a:avLst/>
          </a:prstGeom>
        </p:spPr>
      </p:pic>
      <p:pic>
        <p:nvPicPr>
          <p:cNvPr id="5" name="Picture 4" descr="Screenshot 2025-02-27 at 10.01.23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174365"/>
            <a:ext cx="9847580" cy="8832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165" y="945515"/>
            <a:ext cx="11511915" cy="5566410"/>
          </a:xfrm>
        </p:spPr>
        <p:txBody>
          <a:bodyPr/>
          <a:p>
            <a:r>
              <a:rPr lang="en-US"/>
              <a:t>Remove images :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lvl="1"/>
            <a:r>
              <a:rPr lang="en-US"/>
              <a:t>docker rmi imageName   {remove image }</a:t>
            </a:r>
            <a:endParaRPr lang="en-US"/>
          </a:p>
          <a:p>
            <a:endParaRPr lang="en-US"/>
          </a:p>
        </p:txBody>
      </p:sp>
      <p:pic>
        <p:nvPicPr>
          <p:cNvPr id="4" name="Picture 3" descr="Screenshot 2025-02-27 at 10.04.3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9530" y="1649095"/>
            <a:ext cx="9587230" cy="3402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1_Blank Presentation 9">
      <a:dk1>
        <a:srgbClr val="000000"/>
      </a:dk1>
      <a:lt1>
        <a:srgbClr val="FFFFFF"/>
      </a:lt1>
      <a:dk2>
        <a:srgbClr val="0000FF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503050405090304" charset="0"/>
          </a:defRPr>
        </a:defPPr>
      </a:lstStyle>
    </a:lnDef>
  </a:objectDefaults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0000"/>
        </a:dk1>
        <a:lt1>
          <a:srgbClr val="FFFFFF"/>
        </a:lt1>
        <a:dk2>
          <a:srgbClr val="3399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000000"/>
        </a:dk1>
        <a:lt1>
          <a:srgbClr val="FFFFFF"/>
        </a:lt1>
        <a:dk2>
          <a:srgbClr val="0000FF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0</TotalTime>
  <Words>949</Words>
  <Application>WPS Writer</Application>
  <PresentationFormat>Widescreen</PresentationFormat>
  <Paragraphs>77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Times New Roman</vt:lpstr>
      <vt:lpstr>Microsoft YaHei</vt:lpstr>
      <vt:lpstr>汉仪旗黑</vt:lpstr>
      <vt:lpstr>Arial Unicode MS</vt:lpstr>
      <vt:lpstr>Calibri</vt:lpstr>
      <vt:lpstr>Helvetica Neue</vt:lpstr>
      <vt:lpstr>Theme1</vt:lpstr>
      <vt:lpstr>Unit : 1    Topic : “Basic Docker Commands”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 for Data Science</dc:title>
  <dc:creator>91977</dc:creator>
  <cp:lastModifiedBy>divya</cp:lastModifiedBy>
  <cp:revision>31</cp:revision>
  <dcterms:created xsi:type="dcterms:W3CDTF">2025-02-27T17:22:14Z</dcterms:created>
  <dcterms:modified xsi:type="dcterms:W3CDTF">2025-02-27T17:22:14Z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BA0CCCF7BF41DF1A1F6BC067727CC648_43</vt:lpwstr>
  </property>
  <property fmtid="{D5CDD505-2E9C-101B-9397-08002B2CF9AE}" pid="3" name="KSOProductBuildVer">
    <vt:lpwstr>1033-6.11.0.8615</vt:lpwstr>
  </property>
</Properties>
</file>