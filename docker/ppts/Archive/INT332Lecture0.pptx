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4.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3"/>
    <p:sldMasterId id="2147483679" r:id="rId4"/>
    <p:sldMasterId id="2147483695" r:id="rId5"/>
    <p:sldMasterId id="2147483723" r:id="rId6"/>
    <p:sldMasterId id="2147483772" r:id="rId7"/>
  </p:sldMasterIdLst>
  <p:notesMasterIdLst>
    <p:notesMasterId r:id="rId46"/>
  </p:notesMasterIdLst>
  <p:handoutMasterIdLst>
    <p:handoutMasterId r:id="rId47"/>
  </p:handoutMasterIdLst>
  <p:sldIdLst>
    <p:sldId id="2140758268" r:id="rId8"/>
    <p:sldId id="2140758258" r:id="rId9"/>
    <p:sldId id="2140758288" r:id="rId10"/>
    <p:sldId id="2140758289" r:id="rId11"/>
    <p:sldId id="2140758282" r:id="rId12"/>
    <p:sldId id="2140758269" r:id="rId13"/>
    <p:sldId id="2140758270" r:id="rId14"/>
    <p:sldId id="2140758271" r:id="rId15"/>
    <p:sldId id="2140758291" r:id="rId16"/>
    <p:sldId id="2140758290" r:id="rId17"/>
    <p:sldId id="264" r:id="rId18"/>
    <p:sldId id="2140758287" r:id="rId19"/>
    <p:sldId id="2140757966" r:id="rId20"/>
    <p:sldId id="2140758181" r:id="rId21"/>
    <p:sldId id="2140758182" r:id="rId22"/>
    <p:sldId id="265" r:id="rId23"/>
    <p:sldId id="267" r:id="rId24"/>
    <p:sldId id="270" r:id="rId25"/>
    <p:sldId id="268" r:id="rId26"/>
    <p:sldId id="271" r:id="rId27"/>
    <p:sldId id="272" r:id="rId28"/>
    <p:sldId id="273" r:id="rId29"/>
    <p:sldId id="269" r:id="rId30"/>
    <p:sldId id="266" r:id="rId31"/>
    <p:sldId id="277" r:id="rId32"/>
    <p:sldId id="2140758272" r:id="rId33"/>
    <p:sldId id="2140758274" r:id="rId34"/>
    <p:sldId id="2140758275" r:id="rId35"/>
    <p:sldId id="2140758276" r:id="rId36"/>
    <p:sldId id="2140758277" r:id="rId37"/>
    <p:sldId id="2140758278" r:id="rId38"/>
    <p:sldId id="2140758279" r:id="rId39"/>
    <p:sldId id="2140758184" r:id="rId40"/>
    <p:sldId id="2140758035" r:id="rId41"/>
    <p:sldId id="2140758273" r:id="rId42"/>
    <p:sldId id="2140758266" r:id="rId43"/>
    <p:sldId id="2140758267" r:id="rId44"/>
    <p:sldId id="2140758264" r:id="rId45"/>
  </p:sldIdLst>
  <p:sldSz cx="12192000" cy="6858000"/>
  <p:notesSz cx="6858000" cy="9144000"/>
  <p:defaultTextStyle>
    <a:defPPr>
      <a:defRPr lang="en-US"/>
    </a:defPPr>
    <a:lvl1pPr algn="l" rtl="0" eaLnBrk="0" fontAlgn="base" hangingPunct="0">
      <a:spcBef>
        <a:spcPct val="0"/>
      </a:spcBef>
      <a:spcAft>
        <a:spcPct val="0"/>
      </a:spcAft>
      <a:defRPr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49" autoAdjust="0"/>
    <p:restoredTop sz="90515" autoAdjust="0"/>
  </p:normalViewPr>
  <p:slideViewPr>
    <p:cSldViewPr snapToGrid="0">
      <p:cViewPr varScale="1">
        <p:scale>
          <a:sx n="106" d="100"/>
          <a:sy n="106" d="100"/>
        </p:scale>
        <p:origin x="432" y="17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Master" Target="slideMasters/slideMaster5.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4" Type="http://schemas.openxmlformats.org/officeDocument/2006/relationships/slideMaster" Target="slideMasters/slideMaster2.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tableStyles" Target="tableStyles.xml"/><Relationship Id="rId3" Type="http://schemas.openxmlformats.org/officeDocument/2006/relationships/slideMaster" Target="slideMasters/slideMaster1.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notesMaster" Target="notesMasters/notesMaster1.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EBF339-110C-994F-8033-AAA6ABC67626}"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GB"/>
        </a:p>
      </dgm:t>
    </dgm:pt>
    <dgm:pt modelId="{9DCE158D-A3DD-3641-90C9-30DBAE271CA5}">
      <dgm:prSet/>
      <dgm:spPr/>
      <dgm:t>
        <a:bodyPr/>
        <a:lstStyle/>
        <a:p>
          <a:r>
            <a:rPr lang="en-US" b="0" i="0"/>
            <a:t>Please Ask your queries </a:t>
          </a:r>
          <a:endParaRPr lang="en-IN"/>
        </a:p>
      </dgm:t>
    </dgm:pt>
    <dgm:pt modelId="{4F24EA65-29A3-7A41-87A1-3C1968FE7A25}" type="parTrans" cxnId="{097E96A2-ACA1-584A-ACFE-3726C7DCB7B4}">
      <dgm:prSet/>
      <dgm:spPr/>
      <dgm:t>
        <a:bodyPr/>
        <a:lstStyle/>
        <a:p>
          <a:endParaRPr lang="en-GB"/>
        </a:p>
      </dgm:t>
    </dgm:pt>
    <dgm:pt modelId="{3A2670C4-80A4-6C48-8A98-4F19C130047B}" type="sibTrans" cxnId="{097E96A2-ACA1-584A-ACFE-3726C7DCB7B4}">
      <dgm:prSet/>
      <dgm:spPr/>
      <dgm:t>
        <a:bodyPr/>
        <a:lstStyle/>
        <a:p>
          <a:endParaRPr lang="en-GB"/>
        </a:p>
      </dgm:t>
    </dgm:pt>
    <dgm:pt modelId="{B4E6DE7D-213E-C741-876F-5CA7ECE0D007}">
      <dgm:prSet/>
      <dgm:spPr/>
      <dgm:t>
        <a:bodyPr/>
        <a:lstStyle/>
        <a:p>
          <a:r>
            <a:rPr lang="en-US" b="0" i="0"/>
            <a:t>Thank You</a:t>
          </a:r>
          <a:endParaRPr lang="en-IN"/>
        </a:p>
      </dgm:t>
    </dgm:pt>
    <dgm:pt modelId="{C91FFB02-6991-8F4B-9F8E-56A0BDF6EF49}" type="parTrans" cxnId="{7AD85B70-2B9D-BF4D-B96F-65D5ECBF4160}">
      <dgm:prSet/>
      <dgm:spPr/>
      <dgm:t>
        <a:bodyPr/>
        <a:lstStyle/>
        <a:p>
          <a:endParaRPr lang="en-GB"/>
        </a:p>
      </dgm:t>
    </dgm:pt>
    <dgm:pt modelId="{561DC0E8-9CC4-5D41-8BB4-6E9FD60747A7}" type="sibTrans" cxnId="{7AD85B70-2B9D-BF4D-B96F-65D5ECBF4160}">
      <dgm:prSet/>
      <dgm:spPr/>
      <dgm:t>
        <a:bodyPr/>
        <a:lstStyle/>
        <a:p>
          <a:endParaRPr lang="en-GB"/>
        </a:p>
      </dgm:t>
    </dgm:pt>
    <dgm:pt modelId="{870A2BAD-239D-3E40-ACC0-01C28636E38F}" type="pres">
      <dgm:prSet presAssocID="{EEEBF339-110C-994F-8033-AAA6ABC67626}" presName="CompostProcess" presStyleCnt="0">
        <dgm:presLayoutVars>
          <dgm:dir/>
          <dgm:resizeHandles val="exact"/>
        </dgm:presLayoutVars>
      </dgm:prSet>
      <dgm:spPr/>
    </dgm:pt>
    <dgm:pt modelId="{E7BEF3E0-5898-114C-90E3-90E6CD0EF51C}" type="pres">
      <dgm:prSet presAssocID="{EEEBF339-110C-994F-8033-AAA6ABC67626}" presName="arrow" presStyleLbl="bgShp" presStyleIdx="0" presStyleCnt="1"/>
      <dgm:spPr/>
    </dgm:pt>
    <dgm:pt modelId="{128030F6-A371-544B-BD0B-A290EDA52DAB}" type="pres">
      <dgm:prSet presAssocID="{EEEBF339-110C-994F-8033-AAA6ABC67626}" presName="linearProcess" presStyleCnt="0"/>
      <dgm:spPr/>
    </dgm:pt>
    <dgm:pt modelId="{6B36F9BF-44C6-7E43-8373-2B37D74BD0A2}" type="pres">
      <dgm:prSet presAssocID="{9DCE158D-A3DD-3641-90C9-30DBAE271CA5}" presName="textNode" presStyleLbl="node1" presStyleIdx="0" presStyleCnt="2">
        <dgm:presLayoutVars>
          <dgm:bulletEnabled val="1"/>
        </dgm:presLayoutVars>
      </dgm:prSet>
      <dgm:spPr/>
    </dgm:pt>
    <dgm:pt modelId="{D76D9771-4311-2743-AD73-1C054F662D62}" type="pres">
      <dgm:prSet presAssocID="{3A2670C4-80A4-6C48-8A98-4F19C130047B}" presName="sibTrans" presStyleCnt="0"/>
      <dgm:spPr/>
    </dgm:pt>
    <dgm:pt modelId="{524FACA0-6267-6340-913D-308BBD4D32C3}" type="pres">
      <dgm:prSet presAssocID="{B4E6DE7D-213E-C741-876F-5CA7ECE0D007}" presName="textNode" presStyleLbl="node1" presStyleIdx="1" presStyleCnt="2">
        <dgm:presLayoutVars>
          <dgm:bulletEnabled val="1"/>
        </dgm:presLayoutVars>
      </dgm:prSet>
      <dgm:spPr/>
    </dgm:pt>
  </dgm:ptLst>
  <dgm:cxnLst>
    <dgm:cxn modelId="{7AD85B70-2B9D-BF4D-B96F-65D5ECBF4160}" srcId="{EEEBF339-110C-994F-8033-AAA6ABC67626}" destId="{B4E6DE7D-213E-C741-876F-5CA7ECE0D007}" srcOrd="1" destOrd="0" parTransId="{C91FFB02-6991-8F4B-9F8E-56A0BDF6EF49}" sibTransId="{561DC0E8-9CC4-5D41-8BB4-6E9FD60747A7}"/>
    <dgm:cxn modelId="{05BFCE7B-4AC9-4A6A-9CD7-83EF0447D39D}" type="presOf" srcId="{EEEBF339-110C-994F-8033-AAA6ABC67626}" destId="{870A2BAD-239D-3E40-ACC0-01C28636E38F}" srcOrd="0" destOrd="0" presId="urn:microsoft.com/office/officeart/2005/8/layout/hProcess9"/>
    <dgm:cxn modelId="{679F2685-867E-4D67-B3DA-89D95061891D}" type="presOf" srcId="{9DCE158D-A3DD-3641-90C9-30DBAE271CA5}" destId="{6B36F9BF-44C6-7E43-8373-2B37D74BD0A2}" srcOrd="0" destOrd="0" presId="urn:microsoft.com/office/officeart/2005/8/layout/hProcess9"/>
    <dgm:cxn modelId="{097E96A2-ACA1-584A-ACFE-3726C7DCB7B4}" srcId="{EEEBF339-110C-994F-8033-AAA6ABC67626}" destId="{9DCE158D-A3DD-3641-90C9-30DBAE271CA5}" srcOrd="0" destOrd="0" parTransId="{4F24EA65-29A3-7A41-87A1-3C1968FE7A25}" sibTransId="{3A2670C4-80A4-6C48-8A98-4F19C130047B}"/>
    <dgm:cxn modelId="{9FF84FE5-AE5B-42DD-BBEE-1F3CFFA613B4}" type="presOf" srcId="{B4E6DE7D-213E-C741-876F-5CA7ECE0D007}" destId="{524FACA0-6267-6340-913D-308BBD4D32C3}" srcOrd="0" destOrd="0" presId="urn:microsoft.com/office/officeart/2005/8/layout/hProcess9"/>
    <dgm:cxn modelId="{D688E037-E7B5-495D-8299-540AC86AE393}" type="presParOf" srcId="{870A2BAD-239D-3E40-ACC0-01C28636E38F}" destId="{E7BEF3E0-5898-114C-90E3-90E6CD0EF51C}" srcOrd="0" destOrd="0" presId="urn:microsoft.com/office/officeart/2005/8/layout/hProcess9"/>
    <dgm:cxn modelId="{54A7B00E-72B4-45A5-988E-677D37326320}" type="presParOf" srcId="{870A2BAD-239D-3E40-ACC0-01C28636E38F}" destId="{128030F6-A371-544B-BD0B-A290EDA52DAB}" srcOrd="1" destOrd="0" presId="urn:microsoft.com/office/officeart/2005/8/layout/hProcess9"/>
    <dgm:cxn modelId="{124B31F6-21AD-43AF-9C90-19BAAEED82CE}" type="presParOf" srcId="{128030F6-A371-544B-BD0B-A290EDA52DAB}" destId="{6B36F9BF-44C6-7E43-8373-2B37D74BD0A2}" srcOrd="0" destOrd="0" presId="urn:microsoft.com/office/officeart/2005/8/layout/hProcess9"/>
    <dgm:cxn modelId="{42F64BCD-2893-4FB4-9AB3-F19D43FBDF22}" type="presParOf" srcId="{128030F6-A371-544B-BD0B-A290EDA52DAB}" destId="{D76D9771-4311-2743-AD73-1C054F662D62}" srcOrd="1" destOrd="0" presId="urn:microsoft.com/office/officeart/2005/8/layout/hProcess9"/>
    <dgm:cxn modelId="{DDBF10A7-848C-4F02-8D98-4529823EEF28}" type="presParOf" srcId="{128030F6-A371-544B-BD0B-A290EDA52DAB}" destId="{524FACA0-6267-6340-913D-308BBD4D32C3}" srcOrd="2"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BEF3E0-5898-114C-90E3-90E6CD0EF51C}">
      <dsp:nvSpPr>
        <dsp:cNvPr id="0" name=""/>
        <dsp:cNvSpPr/>
      </dsp:nvSpPr>
      <dsp:spPr>
        <a:xfrm>
          <a:off x="828565" y="0"/>
          <a:ext cx="9390403" cy="484082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36F9BF-44C6-7E43-8373-2B37D74BD0A2}">
      <dsp:nvSpPr>
        <dsp:cNvPr id="0" name=""/>
        <dsp:cNvSpPr/>
      </dsp:nvSpPr>
      <dsp:spPr>
        <a:xfrm>
          <a:off x="1084524" y="1452248"/>
          <a:ext cx="4280919" cy="193633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0" i="0" kern="1200"/>
            <a:t>Please Ask your queries </a:t>
          </a:r>
          <a:endParaRPr lang="en-IN" sz="5100" kern="1200"/>
        </a:p>
      </dsp:txBody>
      <dsp:txXfrm>
        <a:off x="1179048" y="1546772"/>
        <a:ext cx="4091871" cy="1747283"/>
      </dsp:txXfrm>
    </dsp:sp>
    <dsp:sp modelId="{524FACA0-6267-6340-913D-308BBD4D32C3}">
      <dsp:nvSpPr>
        <dsp:cNvPr id="0" name=""/>
        <dsp:cNvSpPr/>
      </dsp:nvSpPr>
      <dsp:spPr>
        <a:xfrm>
          <a:off x="5682089" y="1452248"/>
          <a:ext cx="4280919" cy="193633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0" i="0" kern="1200"/>
            <a:t>Thank You</a:t>
          </a:r>
          <a:endParaRPr lang="en-IN" sz="5100" kern="1200"/>
        </a:p>
      </dsp:txBody>
      <dsp:txXfrm>
        <a:off x="5776613" y="1546772"/>
        <a:ext cx="4091871" cy="174728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114" name="Header Placeholder 1">
            <a:extLst>
              <a:ext uri="{FF2B5EF4-FFF2-40B4-BE49-F238E27FC236}">
                <a16:creationId xmlns:a16="http://schemas.microsoft.com/office/drawing/2014/main" id="{CBCEC0D7-ECC8-0AAB-C648-309B87DCC89C}"/>
              </a:ext>
            </a:extLst>
          </p:cNvPr>
          <p:cNvSpPr>
            <a:spLocks noGrp="1" noChangeArrowheads="1"/>
          </p:cNvSpPr>
          <p:nvPr>
            <p:ph type="hdr" sz="quarter"/>
          </p:nvPr>
        </p:nvSpPr>
        <p:spPr bwMode="auto">
          <a:xfrm>
            <a:off x="0" y="0"/>
            <a:ext cx="2971800" cy="458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1" hangingPunct="1">
              <a:buClr>
                <a:srgbClr val="000000"/>
              </a:buClr>
              <a:buFont typeface="Arial" pitchFamily="34" charset="0"/>
              <a:buNone/>
              <a:defRPr sz="1200" smtClean="0"/>
            </a:lvl1pPr>
          </a:lstStyle>
          <a:p>
            <a:pPr>
              <a:defRPr/>
            </a:pPr>
            <a:endParaRPr lang="en-US"/>
          </a:p>
        </p:txBody>
      </p:sp>
      <p:sp>
        <p:nvSpPr>
          <p:cNvPr id="90115" name="Date Placeholder 2">
            <a:extLst>
              <a:ext uri="{FF2B5EF4-FFF2-40B4-BE49-F238E27FC236}">
                <a16:creationId xmlns:a16="http://schemas.microsoft.com/office/drawing/2014/main" id="{CBF11A47-5BC7-BF5E-EEC0-9AE2EBE1CE77}"/>
              </a:ext>
            </a:extLst>
          </p:cNvPr>
          <p:cNvSpPr>
            <a:spLocks noGrp="1" noChangeArrowheads="1"/>
          </p:cNvSpPr>
          <p:nvPr>
            <p:ph type="dt" sz="quarter" idx="1"/>
          </p:nvPr>
        </p:nvSpPr>
        <p:spPr bwMode="auto">
          <a:xfrm>
            <a:off x="3884613" y="0"/>
            <a:ext cx="2971800" cy="458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1" hangingPunct="1">
              <a:buClr>
                <a:srgbClr val="000000"/>
              </a:buClr>
              <a:buFont typeface="Arial" pitchFamily="34" charset="0"/>
              <a:buNone/>
              <a:defRPr sz="1200" smtClean="0"/>
            </a:lvl1pPr>
          </a:lstStyle>
          <a:p>
            <a:pPr>
              <a:defRPr/>
            </a:pPr>
            <a:fld id="{C4862F30-4B68-264A-8883-4F39451482E9}" type="datetimeFigureOut">
              <a:rPr lang="en-US"/>
              <a:pPr>
                <a:defRPr/>
              </a:pPr>
              <a:t>1/15/25</a:t>
            </a:fld>
            <a:endParaRPr lang="en-US"/>
          </a:p>
        </p:txBody>
      </p:sp>
      <p:sp>
        <p:nvSpPr>
          <p:cNvPr id="90116" name="Footer Placeholder 3">
            <a:extLst>
              <a:ext uri="{FF2B5EF4-FFF2-40B4-BE49-F238E27FC236}">
                <a16:creationId xmlns:a16="http://schemas.microsoft.com/office/drawing/2014/main" id="{0C368D30-A143-ABB0-DFB5-AD187DD0EB5F}"/>
              </a:ext>
            </a:extLst>
          </p:cNvPr>
          <p:cNvSpPr>
            <a:spLocks noGrp="1" noChangeArrowheads="1"/>
          </p:cNvSpPr>
          <p:nvPr>
            <p:ph type="ftr" sz="quarter" idx="2"/>
          </p:nvPr>
        </p:nvSpPr>
        <p:spPr bwMode="auto">
          <a:xfrm>
            <a:off x="0" y="8685213"/>
            <a:ext cx="2971800" cy="45878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1" hangingPunct="1">
              <a:buClr>
                <a:srgbClr val="000000"/>
              </a:buClr>
              <a:buFont typeface="Arial" pitchFamily="34" charset="0"/>
              <a:buNone/>
              <a:defRPr sz="1200" smtClean="0"/>
            </a:lvl1pPr>
          </a:lstStyle>
          <a:p>
            <a:pPr>
              <a:defRPr/>
            </a:pPr>
            <a:endParaRPr lang="en-US"/>
          </a:p>
        </p:txBody>
      </p:sp>
      <p:sp>
        <p:nvSpPr>
          <p:cNvPr id="90117" name="Slide Number Placeholder 4">
            <a:extLst>
              <a:ext uri="{FF2B5EF4-FFF2-40B4-BE49-F238E27FC236}">
                <a16:creationId xmlns:a16="http://schemas.microsoft.com/office/drawing/2014/main" id="{3CF3F9EE-1F0F-B99C-5300-E1A036553908}"/>
              </a:ext>
            </a:extLst>
          </p:cNvPr>
          <p:cNvSpPr>
            <a:spLocks noGrp="1" noChangeArrowheads="1"/>
          </p:cNvSpPr>
          <p:nvPr>
            <p:ph type="sldNum" sz="quarter" idx="3"/>
          </p:nvPr>
        </p:nvSpPr>
        <p:spPr bwMode="auto">
          <a:xfrm>
            <a:off x="3884613" y="8685213"/>
            <a:ext cx="2971800" cy="45878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eaLnBrk="1" hangingPunct="1">
              <a:buClr>
                <a:srgbClr val="000000"/>
              </a:buClr>
              <a:buFont typeface="Arial" panose="020B0604020202020204" pitchFamily="34" charset="0"/>
              <a:buNone/>
              <a:defRPr sz="1200"/>
            </a:lvl1pPr>
          </a:lstStyle>
          <a:p>
            <a:fld id="{49512685-07BC-204E-A8A7-A433B69CC515}"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Header Placeholder 1">
            <a:extLst>
              <a:ext uri="{FF2B5EF4-FFF2-40B4-BE49-F238E27FC236}">
                <a16:creationId xmlns:a16="http://schemas.microsoft.com/office/drawing/2014/main" id="{DCFBA277-CC54-0226-FE9A-1B30B0BA5725}"/>
              </a:ext>
            </a:extLst>
          </p:cNvPr>
          <p:cNvSpPr>
            <a:spLocks noGrp="1" noChangeArrowheads="1"/>
          </p:cNvSpPr>
          <p:nvPr>
            <p:ph type="hdr" sz="quarter"/>
          </p:nvPr>
        </p:nvSpPr>
        <p:spPr bwMode="auto">
          <a:xfrm>
            <a:off x="0" y="0"/>
            <a:ext cx="2971800" cy="458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1" hangingPunct="1">
              <a:buClr>
                <a:srgbClr val="000000"/>
              </a:buClr>
              <a:buFont typeface="Arial" pitchFamily="34" charset="0"/>
              <a:buNone/>
              <a:defRPr sz="1200" smtClean="0"/>
            </a:lvl1pPr>
          </a:lstStyle>
          <a:p>
            <a:pPr>
              <a:defRPr/>
            </a:pPr>
            <a:endParaRPr lang="en-IN"/>
          </a:p>
        </p:txBody>
      </p:sp>
      <p:sp>
        <p:nvSpPr>
          <p:cNvPr id="89091" name="Date Placeholder 2">
            <a:extLst>
              <a:ext uri="{FF2B5EF4-FFF2-40B4-BE49-F238E27FC236}">
                <a16:creationId xmlns:a16="http://schemas.microsoft.com/office/drawing/2014/main" id="{DFD4C93B-90DB-AF04-27D0-243ED47627AB}"/>
              </a:ext>
            </a:extLst>
          </p:cNvPr>
          <p:cNvSpPr>
            <a:spLocks noGrp="1" noChangeArrowheads="1"/>
          </p:cNvSpPr>
          <p:nvPr>
            <p:ph type="dt" idx="1"/>
          </p:nvPr>
        </p:nvSpPr>
        <p:spPr bwMode="auto">
          <a:xfrm>
            <a:off x="3884613" y="0"/>
            <a:ext cx="2971800" cy="458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1" hangingPunct="1">
              <a:buClr>
                <a:srgbClr val="000000"/>
              </a:buClr>
              <a:buFont typeface="Arial" pitchFamily="34" charset="0"/>
              <a:buNone/>
              <a:defRPr sz="1200" smtClean="0"/>
            </a:lvl1pPr>
          </a:lstStyle>
          <a:p>
            <a:pPr>
              <a:defRPr/>
            </a:pPr>
            <a:fld id="{535660C2-FD70-684A-A144-5A5F31A98B23}" type="datetimeFigureOut">
              <a:rPr lang="en-IN"/>
              <a:pPr>
                <a:defRPr/>
              </a:pPr>
              <a:t>15/01/25</a:t>
            </a:fld>
            <a:endParaRPr lang="en-IN"/>
          </a:p>
        </p:txBody>
      </p:sp>
      <p:sp>
        <p:nvSpPr>
          <p:cNvPr id="4" name="Slide Image Placeholder 3">
            <a:extLst>
              <a:ext uri="{FF2B5EF4-FFF2-40B4-BE49-F238E27FC236}">
                <a16:creationId xmlns:a16="http://schemas.microsoft.com/office/drawing/2014/main" id="{C81F1B74-5E62-C751-0462-8C0C8A4C17A0}"/>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825A2FB4-9F57-1B85-0438-1230265C0D64}"/>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89094" name="Footer Placeholder 5">
            <a:extLst>
              <a:ext uri="{FF2B5EF4-FFF2-40B4-BE49-F238E27FC236}">
                <a16:creationId xmlns:a16="http://schemas.microsoft.com/office/drawing/2014/main" id="{C850B422-B47A-F248-8CEC-4BC4521189A4}"/>
              </a:ext>
            </a:extLst>
          </p:cNvPr>
          <p:cNvSpPr>
            <a:spLocks noGrp="1" noChangeArrowheads="1"/>
          </p:cNvSpPr>
          <p:nvPr>
            <p:ph type="ftr" sz="quarter" idx="4"/>
          </p:nvPr>
        </p:nvSpPr>
        <p:spPr bwMode="auto">
          <a:xfrm>
            <a:off x="0" y="8685213"/>
            <a:ext cx="2971800" cy="45878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1" hangingPunct="1">
              <a:buClr>
                <a:srgbClr val="000000"/>
              </a:buClr>
              <a:buFont typeface="Arial" pitchFamily="34" charset="0"/>
              <a:buNone/>
              <a:defRPr sz="1200" smtClean="0"/>
            </a:lvl1pPr>
          </a:lstStyle>
          <a:p>
            <a:pPr>
              <a:defRPr/>
            </a:pPr>
            <a:endParaRPr lang="en-IN"/>
          </a:p>
        </p:txBody>
      </p:sp>
      <p:sp>
        <p:nvSpPr>
          <p:cNvPr id="89095" name="Slide Number Placeholder 6">
            <a:extLst>
              <a:ext uri="{FF2B5EF4-FFF2-40B4-BE49-F238E27FC236}">
                <a16:creationId xmlns:a16="http://schemas.microsoft.com/office/drawing/2014/main" id="{3BD2D1D8-00C4-D6F0-2E31-812CC849CE46}"/>
              </a:ext>
            </a:extLst>
          </p:cNvPr>
          <p:cNvSpPr>
            <a:spLocks noGrp="1" noChangeArrowheads="1"/>
          </p:cNvSpPr>
          <p:nvPr>
            <p:ph type="sldNum" sz="quarter" idx="5"/>
          </p:nvPr>
        </p:nvSpPr>
        <p:spPr bwMode="auto">
          <a:xfrm>
            <a:off x="3884613" y="8685213"/>
            <a:ext cx="2971800" cy="45878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eaLnBrk="1" hangingPunct="1">
              <a:buClr>
                <a:srgbClr val="000000"/>
              </a:buClr>
              <a:buFont typeface="Arial" panose="020B0604020202020204" pitchFamily="34" charset="0"/>
              <a:buNone/>
              <a:defRPr sz="1200"/>
            </a:lvl1pPr>
          </a:lstStyle>
          <a:p>
            <a:fld id="{C95EB3DC-AFE3-C743-8D79-F5B0DD5C0C55}" type="slidenum">
              <a:rPr lang="en-IN" altLang="en-US"/>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E14905B0-2AED-4A5F-B1AD-D38F6B2F7F59}" type="slidenum">
              <a:rPr lang="en-IN" smtClean="0"/>
              <a:t>13</a:t>
            </a:fld>
            <a:endParaRPr lang="en-IN"/>
          </a:p>
        </p:txBody>
      </p:sp>
    </p:spTree>
    <p:extLst>
      <p:ext uri="{BB962C8B-B14F-4D97-AF65-F5344CB8AC3E}">
        <p14:creationId xmlns:p14="http://schemas.microsoft.com/office/powerpoint/2010/main" val="2263028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E14905B0-2AED-4A5F-B1AD-D38F6B2F7F59}" type="slidenum">
              <a:rPr lang="en-IN" smtClean="0"/>
              <a:t>14</a:t>
            </a:fld>
            <a:endParaRPr lang="en-IN"/>
          </a:p>
        </p:txBody>
      </p:sp>
    </p:spTree>
    <p:extLst>
      <p:ext uri="{BB962C8B-B14F-4D97-AF65-F5344CB8AC3E}">
        <p14:creationId xmlns:p14="http://schemas.microsoft.com/office/powerpoint/2010/main" val="39999773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E14905B0-2AED-4A5F-B1AD-D38F6B2F7F59}" type="slidenum">
              <a:rPr lang="en-IN" smtClean="0"/>
              <a:t>15</a:t>
            </a:fld>
            <a:endParaRPr lang="en-IN"/>
          </a:p>
        </p:txBody>
      </p:sp>
    </p:spTree>
    <p:extLst>
      <p:ext uri="{BB962C8B-B14F-4D97-AF65-F5344CB8AC3E}">
        <p14:creationId xmlns:p14="http://schemas.microsoft.com/office/powerpoint/2010/main" val="568437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a:extLst>
              <a:ext uri="{FF2B5EF4-FFF2-40B4-BE49-F238E27FC236}">
                <a16:creationId xmlns:a16="http://schemas.microsoft.com/office/drawing/2014/main" id="{2B5C88B4-6584-0269-CF79-1AC6DFBBEE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Notes Placeholder 2">
            <a:extLst>
              <a:ext uri="{FF2B5EF4-FFF2-40B4-BE49-F238E27FC236}">
                <a16:creationId xmlns:a16="http://schemas.microsoft.com/office/drawing/2014/main" id="{09A51737-0D44-83B7-D22D-DFA12C46A74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9028" name="Slide Number Placeholder 3">
            <a:extLst>
              <a:ext uri="{FF2B5EF4-FFF2-40B4-BE49-F238E27FC236}">
                <a16:creationId xmlns:a16="http://schemas.microsoft.com/office/drawing/2014/main" id="{222F7738-EC0A-1869-CEBC-5720257D01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CB124D47-3D22-9948-A16D-3D5681B9934C}" type="slidenum">
              <a:rPr lang="en-IN" altLang="en-US"/>
              <a:pPr/>
              <a:t>26</a:t>
            </a:fld>
            <a:endParaRPr lang="en-I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a:extLst>
              <a:ext uri="{FF2B5EF4-FFF2-40B4-BE49-F238E27FC236}">
                <a16:creationId xmlns:a16="http://schemas.microsoft.com/office/drawing/2014/main" id="{3355E374-5CC9-B224-D2EB-F07DAA5E58D7}"/>
              </a:ext>
            </a:extLst>
          </p:cNvPr>
          <p:cNvSpPr>
            <a:spLocks noGrp="1" noRot="1" noChangeAspect="1" noTextEdit="1"/>
          </p:cNvSpPr>
          <p:nvPr>
            <p:ph type="sldImg" idx="2"/>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Notes Placeholder 2">
            <a:extLst>
              <a:ext uri="{FF2B5EF4-FFF2-40B4-BE49-F238E27FC236}">
                <a16:creationId xmlns:a16="http://schemas.microsoft.com/office/drawing/2014/main" id="{C6FE6A0D-75E2-A245-F064-C85474753C56}"/>
              </a:ext>
            </a:extLst>
          </p:cNvPr>
          <p:cNvSpPr>
            <a:spLocks noGrp="1" noChangeArrowheads="1"/>
          </p:cNvSpPr>
          <p:nvPr>
            <p:ph type="body" sz="quarter" idx="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What is Docker?</a:t>
            </a:r>
          </a:p>
          <a:p>
            <a:pPr eaLnBrk="1" hangingPunct="1">
              <a:spcBef>
                <a:spcPct val="0"/>
              </a:spcBef>
            </a:pPr>
            <a:r>
              <a:rPr lang="en-US" altLang="en-US"/>
              <a:t>Docker is an open platform for developing, shipping, and running applications using containers that package code and dependencies together.</a:t>
            </a:r>
          </a:p>
        </p:txBody>
      </p:sp>
      <p:sp>
        <p:nvSpPr>
          <p:cNvPr id="130052" name="Slide Number Placeholder 3">
            <a:extLst>
              <a:ext uri="{FF2B5EF4-FFF2-40B4-BE49-F238E27FC236}">
                <a16:creationId xmlns:a16="http://schemas.microsoft.com/office/drawing/2014/main" id="{2327A29A-BC40-5025-5EF3-76B7C33D7A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a:extLst>
              <a:ext uri="{FF2B5EF4-FFF2-40B4-BE49-F238E27FC236}">
                <a16:creationId xmlns:a16="http://schemas.microsoft.com/office/drawing/2014/main" id="{E84DD7A5-2F10-8C50-82B4-4D3E73326F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5" name="Notes Placeholder 2">
            <a:extLst>
              <a:ext uri="{FF2B5EF4-FFF2-40B4-BE49-F238E27FC236}">
                <a16:creationId xmlns:a16="http://schemas.microsoft.com/office/drawing/2014/main" id="{5425554E-B78E-F329-363E-21C6143CD6A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 Docker daemon is a background service that manages the state and lifecycle of containers</a:t>
            </a:r>
          </a:p>
          <a:p>
            <a:pPr eaLnBrk="1" hangingPunct="1">
              <a:spcBef>
                <a:spcPct val="0"/>
              </a:spcBef>
            </a:pPr>
            <a:r>
              <a:rPr lang="en-US" altLang="en-US"/>
              <a:t>- The Docker client communicates with the daemon through REST API, sending commands to manage containers</a:t>
            </a:r>
          </a:p>
          <a:p>
            <a:pPr eaLnBrk="1" hangingPunct="1">
              <a:spcBef>
                <a:spcPct val="0"/>
              </a:spcBef>
            </a:pPr>
            <a:r>
              <a:rPr lang="en-US" altLang="en-US"/>
              <a:t>- Registries are services where Docker images are stored and shared, with Docker Hub being a popular public registry</a:t>
            </a:r>
          </a:p>
          <a:p>
            <a:pPr eaLnBrk="1" hangingPunct="1">
              <a:spcBef>
                <a:spcPct val="0"/>
              </a:spcBef>
            </a:pPr>
            <a:r>
              <a:rPr lang="en-US" altLang="en-US"/>
              <a:t>- Docker objects include containers, which are running instances of images, and images themselves, which are static templates for containers</a:t>
            </a:r>
          </a:p>
          <a:p>
            <a:pPr eaLnBrk="1" hangingPunct="1">
              <a:spcBef>
                <a:spcPct val="0"/>
              </a:spcBef>
            </a:pPr>
            <a:r>
              <a:rPr lang="en-US" altLang="en-US"/>
              <a:t>- Docker's REST API provides programmatic access, allowing for automation and integration with other tools and services</a:t>
            </a:r>
          </a:p>
        </p:txBody>
      </p:sp>
      <p:sp>
        <p:nvSpPr>
          <p:cNvPr id="131076" name="Slide Number Placeholder 3">
            <a:extLst>
              <a:ext uri="{FF2B5EF4-FFF2-40B4-BE49-F238E27FC236}">
                <a16:creationId xmlns:a16="http://schemas.microsoft.com/office/drawing/2014/main" id="{B630BF12-EFA9-CEA5-36CD-CF3040E110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82156518-11E0-604D-A66D-8ADF479D37F4}" type="slidenum">
              <a:rPr lang="en-IN" altLang="en-US"/>
              <a:pPr/>
              <a:t>34</a:t>
            </a:fld>
            <a:endParaRPr lang="en-I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a:extLst>
              <a:ext uri="{FF2B5EF4-FFF2-40B4-BE49-F238E27FC236}">
                <a16:creationId xmlns:a16="http://schemas.microsoft.com/office/drawing/2014/main" id="{466896C0-D21A-7B92-C28D-BAC2AAEDA1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Notes Placeholder 2">
            <a:extLst>
              <a:ext uri="{FF2B5EF4-FFF2-40B4-BE49-F238E27FC236}">
                <a16:creationId xmlns:a16="http://schemas.microsoft.com/office/drawing/2014/main" id="{5468A996-609A-18E1-76BB-F0B9F7489BC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 Docker daemon is a background service that manages the state and lifecycle of containers</a:t>
            </a:r>
          </a:p>
          <a:p>
            <a:pPr eaLnBrk="1" hangingPunct="1">
              <a:spcBef>
                <a:spcPct val="0"/>
              </a:spcBef>
            </a:pPr>
            <a:r>
              <a:rPr lang="en-US" altLang="en-US"/>
              <a:t>- The Docker client communicates with the daemon through REST API, sending commands to manage containers</a:t>
            </a:r>
          </a:p>
          <a:p>
            <a:pPr eaLnBrk="1" hangingPunct="1">
              <a:spcBef>
                <a:spcPct val="0"/>
              </a:spcBef>
            </a:pPr>
            <a:r>
              <a:rPr lang="en-US" altLang="en-US"/>
              <a:t>- Registries are services where Docker images are stored and shared, with Docker Hub being a popular public registry</a:t>
            </a:r>
          </a:p>
          <a:p>
            <a:pPr eaLnBrk="1" hangingPunct="1">
              <a:spcBef>
                <a:spcPct val="0"/>
              </a:spcBef>
            </a:pPr>
            <a:r>
              <a:rPr lang="en-US" altLang="en-US"/>
              <a:t>- Docker objects include containers, which are running instances of images, and images themselves, which are static templates for containers</a:t>
            </a:r>
          </a:p>
          <a:p>
            <a:pPr eaLnBrk="1" hangingPunct="1">
              <a:spcBef>
                <a:spcPct val="0"/>
              </a:spcBef>
            </a:pPr>
            <a:r>
              <a:rPr lang="en-US" altLang="en-US"/>
              <a:t>- Docker's REST API provides programmatic access, allowing for automation and integration with other tools and services</a:t>
            </a:r>
          </a:p>
        </p:txBody>
      </p:sp>
      <p:sp>
        <p:nvSpPr>
          <p:cNvPr id="132100" name="Slide Number Placeholder 3">
            <a:extLst>
              <a:ext uri="{FF2B5EF4-FFF2-40B4-BE49-F238E27FC236}">
                <a16:creationId xmlns:a16="http://schemas.microsoft.com/office/drawing/2014/main" id="{656234D8-4937-9E85-CE43-B147F8ACFE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321D3344-1C6C-314E-B306-89327B212EBD}" type="slidenum">
              <a:rPr lang="en-IN" altLang="en-US"/>
              <a:pPr/>
              <a:t>35</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Analysis-Infographic">
  <p:cSld name="Analysis-Infographic">
    <p:spTree>
      <p:nvGrpSpPr>
        <p:cNvPr id="1" name="Shape 114"/>
        <p:cNvGrpSpPr/>
        <p:nvPr/>
      </p:nvGrpSpPr>
      <p:grpSpPr>
        <a:xfrm>
          <a:off x="0" y="0"/>
          <a:ext cx="0" cy="0"/>
          <a:chOff x="0" y="0"/>
          <a:chExt cx="0" cy="0"/>
        </a:xfrm>
      </p:grpSpPr>
      <p:sp>
        <p:nvSpPr>
          <p:cNvPr id="2" name="Google Shape;118;p7">
            <a:extLst>
              <a:ext uri="{FF2B5EF4-FFF2-40B4-BE49-F238E27FC236}">
                <a16:creationId xmlns:a16="http://schemas.microsoft.com/office/drawing/2014/main" id="{F1C13120-4FCD-41BA-F585-6385CA26B92F}"/>
              </a:ext>
            </a:extLst>
          </p:cNvPr>
          <p:cNvSpPr>
            <a:spLocks noChangeArrowheads="1"/>
          </p:cNvSpPr>
          <p:nvPr/>
        </p:nvSpPr>
        <p:spPr bwMode="auto">
          <a:xfrm>
            <a:off x="1230313" y="4198938"/>
            <a:ext cx="9753600" cy="63500"/>
          </a:xfrm>
          <a:prstGeom prst="rect">
            <a:avLst/>
          </a:prstGeom>
          <a:solidFill>
            <a:srgbClr val="149062"/>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3" name="Google Shape;119;p7">
            <a:extLst>
              <a:ext uri="{FF2B5EF4-FFF2-40B4-BE49-F238E27FC236}">
                <a16:creationId xmlns:a16="http://schemas.microsoft.com/office/drawing/2014/main" id="{FCEC42B8-6BC2-E9DB-151C-DC50BB367121}"/>
              </a:ext>
            </a:extLst>
          </p:cNvPr>
          <p:cNvSpPr>
            <a:spLocks/>
          </p:cNvSpPr>
          <p:nvPr/>
        </p:nvSpPr>
        <p:spPr bwMode="auto">
          <a:xfrm>
            <a:off x="1509713" y="4105275"/>
            <a:ext cx="763587" cy="93663"/>
          </a:xfrm>
          <a:custGeom>
            <a:avLst/>
            <a:gdLst>
              <a:gd name="T0" fmla="*/ 0 w 120000"/>
              <a:gd name="T1" fmla="*/ 0 h 120000"/>
              <a:gd name="T2" fmla="*/ 120000 w 120000"/>
              <a:gd name="T3" fmla="*/ 120000 h 120000"/>
            </a:gdLst>
            <a:ahLst/>
            <a:cxnLst>
              <a:cxn ang="0">
                <a:pos x="120000" y="120000"/>
              </a:cxn>
              <a:cxn ang="0">
                <a:pos x="0" y="120000"/>
              </a:cxn>
              <a:cxn ang="0">
                <a:pos x="25925" y="101922"/>
              </a:cxn>
              <a:cxn ang="0">
                <a:pos x="60000" y="0"/>
              </a:cxn>
              <a:cxn ang="0">
                <a:pos x="94074" y="101922"/>
              </a:cxn>
              <a:cxn ang="0">
                <a:pos x="120000" y="120000"/>
              </a:cxn>
            </a:cxnLst>
            <a:rect l="T0" t="T1" r="T2" b="T3"/>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1"/>
          </a:solidFill>
          <a:ln w="9525">
            <a:noFill/>
            <a:round/>
            <a:headEnd/>
            <a:tailEnd/>
          </a:ln>
        </p:spPr>
        <p:txBody>
          <a:bodyPr lIns="91425" tIns="45700" rIns="91425" bIns="45700"/>
          <a:lstStyle/>
          <a:p>
            <a:pPr>
              <a:defRPr/>
            </a:pPr>
            <a:endParaRPr lang="en-US"/>
          </a:p>
        </p:txBody>
      </p:sp>
      <p:sp>
        <p:nvSpPr>
          <p:cNvPr id="4" name="Google Shape;120;p7">
            <a:extLst>
              <a:ext uri="{FF2B5EF4-FFF2-40B4-BE49-F238E27FC236}">
                <a16:creationId xmlns:a16="http://schemas.microsoft.com/office/drawing/2014/main" id="{C7D7B238-3747-6A8C-28E1-1B474EFE2E99}"/>
              </a:ext>
            </a:extLst>
          </p:cNvPr>
          <p:cNvSpPr>
            <a:spLocks/>
          </p:cNvSpPr>
          <p:nvPr/>
        </p:nvSpPr>
        <p:spPr bwMode="auto">
          <a:xfrm>
            <a:off x="2273300" y="3968750"/>
            <a:ext cx="765175" cy="230188"/>
          </a:xfrm>
          <a:custGeom>
            <a:avLst/>
            <a:gdLst>
              <a:gd name="T0" fmla="*/ 0 w 120000"/>
              <a:gd name="T1" fmla="*/ 0 h 120000"/>
              <a:gd name="T2" fmla="*/ 120000 w 120000"/>
              <a:gd name="T3" fmla="*/ 120000 h 120000"/>
            </a:gdLst>
            <a:ahLst/>
            <a:cxnLst>
              <a:cxn ang="0">
                <a:pos x="120000" y="120000"/>
              </a:cxn>
              <a:cxn ang="0">
                <a:pos x="0" y="120000"/>
              </a:cxn>
              <a:cxn ang="0">
                <a:pos x="25925" y="101922"/>
              </a:cxn>
              <a:cxn ang="0">
                <a:pos x="60000" y="0"/>
              </a:cxn>
              <a:cxn ang="0">
                <a:pos x="94074" y="101922"/>
              </a:cxn>
              <a:cxn ang="0">
                <a:pos x="120000" y="120000"/>
              </a:cxn>
            </a:cxnLst>
            <a:rect l="T0" t="T1" r="T2" b="T3"/>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2"/>
          </a:solidFill>
          <a:ln w="9525">
            <a:noFill/>
            <a:round/>
            <a:headEnd/>
            <a:tailEnd/>
          </a:ln>
        </p:spPr>
        <p:txBody>
          <a:bodyPr lIns="91425" tIns="45700" rIns="91425" bIns="45700"/>
          <a:lstStyle/>
          <a:p>
            <a:pPr>
              <a:defRPr/>
            </a:pPr>
            <a:endParaRPr lang="en-US"/>
          </a:p>
        </p:txBody>
      </p:sp>
      <p:sp>
        <p:nvSpPr>
          <p:cNvPr id="5" name="Google Shape;121;p7">
            <a:extLst>
              <a:ext uri="{FF2B5EF4-FFF2-40B4-BE49-F238E27FC236}">
                <a16:creationId xmlns:a16="http://schemas.microsoft.com/office/drawing/2014/main" id="{53F9946F-8737-C02D-4847-2FB28F37185B}"/>
              </a:ext>
            </a:extLst>
          </p:cNvPr>
          <p:cNvSpPr/>
          <p:nvPr/>
        </p:nvSpPr>
        <p:spPr>
          <a:xfrm>
            <a:off x="3038475" y="3871913"/>
            <a:ext cx="763588" cy="327025"/>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6" name="Google Shape;122;p7">
            <a:extLst>
              <a:ext uri="{FF2B5EF4-FFF2-40B4-BE49-F238E27FC236}">
                <a16:creationId xmlns:a16="http://schemas.microsoft.com/office/drawing/2014/main" id="{A3C4D440-3ED6-6E51-520B-83FE2E2ADF78}"/>
              </a:ext>
            </a:extLst>
          </p:cNvPr>
          <p:cNvSpPr/>
          <p:nvPr/>
        </p:nvSpPr>
        <p:spPr>
          <a:xfrm>
            <a:off x="3802063" y="3703638"/>
            <a:ext cx="765175" cy="495300"/>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7" name="Google Shape;123;p7">
            <a:extLst>
              <a:ext uri="{FF2B5EF4-FFF2-40B4-BE49-F238E27FC236}">
                <a16:creationId xmlns:a16="http://schemas.microsoft.com/office/drawing/2014/main" id="{D73C12B6-183E-2482-F9E2-6BDCAF87F824}"/>
              </a:ext>
            </a:extLst>
          </p:cNvPr>
          <p:cNvSpPr/>
          <p:nvPr/>
        </p:nvSpPr>
        <p:spPr>
          <a:xfrm>
            <a:off x="4567238" y="3559175"/>
            <a:ext cx="763587" cy="639763"/>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5"/>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8" name="Google Shape;124;p7">
            <a:extLst>
              <a:ext uri="{FF2B5EF4-FFF2-40B4-BE49-F238E27FC236}">
                <a16:creationId xmlns:a16="http://schemas.microsoft.com/office/drawing/2014/main" id="{23B47D88-D1E6-168D-91B2-586922713EA3}"/>
              </a:ext>
            </a:extLst>
          </p:cNvPr>
          <p:cNvSpPr/>
          <p:nvPr/>
        </p:nvSpPr>
        <p:spPr>
          <a:xfrm>
            <a:off x="5330825" y="3398838"/>
            <a:ext cx="765175" cy="800100"/>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9" name="Google Shape;125;p7">
            <a:extLst>
              <a:ext uri="{FF2B5EF4-FFF2-40B4-BE49-F238E27FC236}">
                <a16:creationId xmlns:a16="http://schemas.microsoft.com/office/drawing/2014/main" id="{91CBF4C3-CF9F-4A14-6F7D-998531887ABE}"/>
              </a:ext>
            </a:extLst>
          </p:cNvPr>
          <p:cNvSpPr>
            <a:spLocks/>
          </p:cNvSpPr>
          <p:nvPr/>
        </p:nvSpPr>
        <p:spPr bwMode="auto">
          <a:xfrm>
            <a:off x="6096000" y="3286125"/>
            <a:ext cx="765175" cy="912813"/>
          </a:xfrm>
          <a:custGeom>
            <a:avLst/>
            <a:gdLst>
              <a:gd name="T0" fmla="*/ 0 w 120000"/>
              <a:gd name="T1" fmla="*/ 0 h 120000"/>
              <a:gd name="T2" fmla="*/ 120000 w 120000"/>
              <a:gd name="T3" fmla="*/ 120000 h 120000"/>
            </a:gdLst>
            <a:ahLst/>
            <a:cxnLst>
              <a:cxn ang="0">
                <a:pos x="120000" y="120000"/>
              </a:cxn>
              <a:cxn ang="0">
                <a:pos x="0" y="120000"/>
              </a:cxn>
              <a:cxn ang="0">
                <a:pos x="25925" y="101922"/>
              </a:cxn>
              <a:cxn ang="0">
                <a:pos x="60000" y="0"/>
              </a:cxn>
              <a:cxn ang="0">
                <a:pos x="94074" y="101922"/>
              </a:cxn>
              <a:cxn ang="0">
                <a:pos x="120000" y="120000"/>
              </a:cxn>
            </a:cxnLst>
            <a:rect l="T0" t="T1" r="T2" b="T3"/>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1"/>
          </a:solidFill>
          <a:ln w="9525">
            <a:noFill/>
            <a:round/>
            <a:headEnd/>
            <a:tailEnd/>
          </a:ln>
        </p:spPr>
        <p:txBody>
          <a:bodyPr lIns="91425" tIns="45700" rIns="91425" bIns="45700"/>
          <a:lstStyle/>
          <a:p>
            <a:pPr>
              <a:defRPr/>
            </a:pPr>
            <a:endParaRPr lang="en-US"/>
          </a:p>
        </p:txBody>
      </p:sp>
      <p:sp>
        <p:nvSpPr>
          <p:cNvPr id="10" name="Google Shape;126;p7">
            <a:extLst>
              <a:ext uri="{FF2B5EF4-FFF2-40B4-BE49-F238E27FC236}">
                <a16:creationId xmlns:a16="http://schemas.microsoft.com/office/drawing/2014/main" id="{BAB3BEF2-C525-9A1D-2E31-1D06BEEA354B}"/>
              </a:ext>
            </a:extLst>
          </p:cNvPr>
          <p:cNvSpPr>
            <a:spLocks/>
          </p:cNvSpPr>
          <p:nvPr/>
        </p:nvSpPr>
        <p:spPr bwMode="auto">
          <a:xfrm>
            <a:off x="6861175" y="3028950"/>
            <a:ext cx="763588" cy="1169988"/>
          </a:xfrm>
          <a:custGeom>
            <a:avLst/>
            <a:gdLst>
              <a:gd name="T0" fmla="*/ 0 w 120000"/>
              <a:gd name="T1" fmla="*/ 0 h 120000"/>
              <a:gd name="T2" fmla="*/ 120000 w 120000"/>
              <a:gd name="T3" fmla="*/ 120000 h 120000"/>
            </a:gdLst>
            <a:ahLst/>
            <a:cxnLst>
              <a:cxn ang="0">
                <a:pos x="120000" y="120000"/>
              </a:cxn>
              <a:cxn ang="0">
                <a:pos x="0" y="120000"/>
              </a:cxn>
              <a:cxn ang="0">
                <a:pos x="25925" y="101922"/>
              </a:cxn>
              <a:cxn ang="0">
                <a:pos x="60000" y="0"/>
              </a:cxn>
              <a:cxn ang="0">
                <a:pos x="94074" y="101922"/>
              </a:cxn>
              <a:cxn ang="0">
                <a:pos x="120000" y="120000"/>
              </a:cxn>
            </a:cxnLst>
            <a:rect l="T0" t="T1" r="T2" b="T3"/>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2"/>
          </a:solidFill>
          <a:ln w="9525">
            <a:noFill/>
            <a:round/>
            <a:headEnd/>
            <a:tailEnd/>
          </a:ln>
        </p:spPr>
        <p:txBody>
          <a:bodyPr lIns="91425" tIns="45700" rIns="91425" bIns="45700"/>
          <a:lstStyle/>
          <a:p>
            <a:pPr>
              <a:defRPr/>
            </a:pPr>
            <a:endParaRPr lang="en-US"/>
          </a:p>
        </p:txBody>
      </p:sp>
      <p:sp>
        <p:nvSpPr>
          <p:cNvPr id="11" name="Google Shape;127;p7">
            <a:extLst>
              <a:ext uri="{FF2B5EF4-FFF2-40B4-BE49-F238E27FC236}">
                <a16:creationId xmlns:a16="http://schemas.microsoft.com/office/drawing/2014/main" id="{50DEA44E-F025-F5BA-95D9-D0B54A2028F6}"/>
              </a:ext>
            </a:extLst>
          </p:cNvPr>
          <p:cNvSpPr/>
          <p:nvPr/>
        </p:nvSpPr>
        <p:spPr>
          <a:xfrm>
            <a:off x="7624763" y="2774950"/>
            <a:ext cx="765175" cy="1423988"/>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2" name="Google Shape;128;p7">
            <a:extLst>
              <a:ext uri="{FF2B5EF4-FFF2-40B4-BE49-F238E27FC236}">
                <a16:creationId xmlns:a16="http://schemas.microsoft.com/office/drawing/2014/main" id="{5880495F-FA5E-D463-5BEC-297D86E01053}"/>
              </a:ext>
            </a:extLst>
          </p:cNvPr>
          <p:cNvSpPr/>
          <p:nvPr/>
        </p:nvSpPr>
        <p:spPr>
          <a:xfrm>
            <a:off x="8389938" y="2435225"/>
            <a:ext cx="763587" cy="1763713"/>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3" name="Google Shape;129;p7">
            <a:extLst>
              <a:ext uri="{FF2B5EF4-FFF2-40B4-BE49-F238E27FC236}">
                <a16:creationId xmlns:a16="http://schemas.microsoft.com/office/drawing/2014/main" id="{A9C180EA-A4C9-2FB2-8A0C-7E4D8EB1C789}"/>
              </a:ext>
            </a:extLst>
          </p:cNvPr>
          <p:cNvSpPr/>
          <p:nvPr/>
        </p:nvSpPr>
        <p:spPr>
          <a:xfrm>
            <a:off x="9153525" y="2081213"/>
            <a:ext cx="765175" cy="2117725"/>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5"/>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4" name="Google Shape;130;p7">
            <a:extLst>
              <a:ext uri="{FF2B5EF4-FFF2-40B4-BE49-F238E27FC236}">
                <a16:creationId xmlns:a16="http://schemas.microsoft.com/office/drawing/2014/main" id="{FBB1F008-2E3A-82E3-284C-6D0BC022467D}"/>
              </a:ext>
            </a:extLst>
          </p:cNvPr>
          <p:cNvSpPr/>
          <p:nvPr/>
        </p:nvSpPr>
        <p:spPr>
          <a:xfrm>
            <a:off x="9918700" y="1744663"/>
            <a:ext cx="763588" cy="2454275"/>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nvGrpSpPr>
          <p:cNvPr id="15" name="Google Shape;131;p7">
            <a:extLst>
              <a:ext uri="{FF2B5EF4-FFF2-40B4-BE49-F238E27FC236}">
                <a16:creationId xmlns:a16="http://schemas.microsoft.com/office/drawing/2014/main" id="{3866107F-D758-E9FE-6783-65E12016EBB1}"/>
              </a:ext>
            </a:extLst>
          </p:cNvPr>
          <p:cNvGrpSpPr>
            <a:grpSpLocks/>
          </p:cNvGrpSpPr>
          <p:nvPr/>
        </p:nvGrpSpPr>
        <p:grpSpPr bwMode="auto">
          <a:xfrm>
            <a:off x="1566863" y="3259138"/>
            <a:ext cx="649287" cy="647700"/>
            <a:chOff x="1379092" y="2228211"/>
            <a:chExt cx="916410" cy="916410"/>
          </a:xfrm>
        </p:grpSpPr>
        <p:sp>
          <p:nvSpPr>
            <p:cNvPr id="16" name="Google Shape;132;p7">
              <a:extLst>
                <a:ext uri="{FF2B5EF4-FFF2-40B4-BE49-F238E27FC236}">
                  <a16:creationId xmlns:a16="http://schemas.microsoft.com/office/drawing/2014/main" id="{7CD5CB54-826A-36F3-BD5C-1942E42A0CFD}"/>
                </a:ext>
              </a:extLst>
            </p:cNvPr>
            <p:cNvSpPr/>
            <p:nvPr/>
          </p:nvSpPr>
          <p:spPr>
            <a:xfrm rot="8100000">
              <a:off x="1513529" y="2362977"/>
              <a:ext cx="647536" cy="646878"/>
            </a:xfrm>
            <a:prstGeom prst="teardrop">
              <a:avLst>
                <a:gd name="adj" fmla="val 100000"/>
              </a:avLst>
            </a:prstGeom>
            <a:solidFill>
              <a:schemeClr val="accent1"/>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351"/>
                <a:buFont typeface="Arial"/>
                <a:buNone/>
                <a:defRPr/>
              </a:pPr>
              <a:endParaRPr sz="1351" kern="0">
                <a:solidFill>
                  <a:schemeClr val="lt1"/>
                </a:solidFill>
                <a:latin typeface="Arial"/>
                <a:ea typeface="Arial"/>
                <a:cs typeface="Arial"/>
                <a:sym typeface="Arial"/>
              </a:endParaRPr>
            </a:p>
          </p:txBody>
        </p:sp>
        <p:sp>
          <p:nvSpPr>
            <p:cNvPr id="17" name="Google Shape;133;p7">
              <a:extLst>
                <a:ext uri="{FF2B5EF4-FFF2-40B4-BE49-F238E27FC236}">
                  <a16:creationId xmlns:a16="http://schemas.microsoft.com/office/drawing/2014/main" id="{2E676174-B2EA-B1F5-0DA6-68AFE4827150}"/>
                </a:ext>
              </a:extLst>
            </p:cNvPr>
            <p:cNvSpPr txBox="1"/>
            <p:nvPr/>
          </p:nvSpPr>
          <p:spPr>
            <a:xfrm>
              <a:off x="1562822" y="2459559"/>
              <a:ext cx="548949" cy="435744"/>
            </a:xfrm>
            <a:prstGeom prst="rect">
              <a:avLst/>
            </a:prstGeom>
            <a:noFill/>
            <a:ln>
              <a:noFill/>
            </a:ln>
          </p:spPr>
          <p:txBody>
            <a:bodyPr spcFirstLastPara="1" lIns="91425" tIns="45700" rIns="91425" bIns="45700"/>
            <a:lstStyle/>
            <a:p>
              <a:pPr algn="ctr" eaLnBrk="1" fontAlgn="auto" hangingPunct="1">
                <a:spcBef>
                  <a:spcPts val="0"/>
                </a:spcBef>
                <a:spcAft>
                  <a:spcPts val="0"/>
                </a:spcAft>
                <a:buClr>
                  <a:schemeClr val="lt1"/>
                </a:buClr>
                <a:buSzPts val="350"/>
                <a:buFont typeface="Arial"/>
                <a:buNone/>
                <a:defRPr/>
              </a:pPr>
              <a:r>
                <a:rPr lang="en-US" sz="1400" b="1" kern="0">
                  <a:solidFill>
                    <a:schemeClr val="lt1"/>
                  </a:solidFill>
                  <a:latin typeface="Arial"/>
                  <a:ea typeface="Arial"/>
                  <a:cs typeface="Arial"/>
                  <a:sym typeface="Arial"/>
                </a:rPr>
                <a:t>1K</a:t>
              </a:r>
              <a:endParaRPr sz="1867" kern="0">
                <a:latin typeface="Arial"/>
                <a:ea typeface="Arial"/>
                <a:cs typeface="Arial"/>
                <a:sym typeface="Arial"/>
              </a:endParaRPr>
            </a:p>
          </p:txBody>
        </p:sp>
      </p:grpSp>
      <p:grpSp>
        <p:nvGrpSpPr>
          <p:cNvPr id="18" name="Google Shape;134;p7">
            <a:extLst>
              <a:ext uri="{FF2B5EF4-FFF2-40B4-BE49-F238E27FC236}">
                <a16:creationId xmlns:a16="http://schemas.microsoft.com/office/drawing/2014/main" id="{52244B10-83B4-2D1D-C2BC-789885C0E107}"/>
              </a:ext>
            </a:extLst>
          </p:cNvPr>
          <p:cNvGrpSpPr>
            <a:grpSpLocks/>
          </p:cNvGrpSpPr>
          <p:nvPr/>
        </p:nvGrpSpPr>
        <p:grpSpPr bwMode="auto">
          <a:xfrm>
            <a:off x="9975850" y="877888"/>
            <a:ext cx="649288" cy="647700"/>
            <a:chOff x="9976161" y="877117"/>
            <a:chExt cx="648329" cy="648329"/>
          </a:xfrm>
        </p:grpSpPr>
        <p:sp>
          <p:nvSpPr>
            <p:cNvPr id="19" name="Google Shape;135;p7">
              <a:extLst>
                <a:ext uri="{FF2B5EF4-FFF2-40B4-BE49-F238E27FC236}">
                  <a16:creationId xmlns:a16="http://schemas.microsoft.com/office/drawing/2014/main" id="{6687BB53-9626-73E6-D328-4F6ECC4F7DE4}"/>
                </a:ext>
              </a:extLst>
            </p:cNvPr>
            <p:cNvSpPr/>
            <p:nvPr/>
          </p:nvSpPr>
          <p:spPr>
            <a:xfrm rot="8100000">
              <a:off x="10071270" y="972460"/>
              <a:ext cx="458110" cy="457644"/>
            </a:xfrm>
            <a:prstGeom prst="teardrop">
              <a:avLst>
                <a:gd name="adj" fmla="val 100000"/>
              </a:avLst>
            </a:prstGeom>
            <a:solidFill>
              <a:schemeClr val="accent6"/>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351"/>
                <a:buFont typeface="Arial"/>
                <a:buNone/>
                <a:defRPr/>
              </a:pPr>
              <a:endParaRPr sz="1351" kern="0">
                <a:solidFill>
                  <a:schemeClr val="lt1"/>
                </a:solidFill>
                <a:latin typeface="Arial"/>
                <a:ea typeface="Arial"/>
                <a:cs typeface="Arial"/>
                <a:sym typeface="Arial"/>
              </a:endParaRPr>
            </a:p>
          </p:txBody>
        </p:sp>
        <p:sp>
          <p:nvSpPr>
            <p:cNvPr id="20" name="Google Shape;136;p7">
              <a:extLst>
                <a:ext uri="{FF2B5EF4-FFF2-40B4-BE49-F238E27FC236}">
                  <a16:creationId xmlns:a16="http://schemas.microsoft.com/office/drawing/2014/main" id="{64297E74-55A7-F692-F029-11A7F9F8B206}"/>
                </a:ext>
              </a:extLst>
            </p:cNvPr>
            <p:cNvSpPr txBox="1"/>
            <p:nvPr/>
          </p:nvSpPr>
          <p:spPr>
            <a:xfrm>
              <a:off x="10096633" y="1040788"/>
              <a:ext cx="407385" cy="308274"/>
            </a:xfrm>
            <a:prstGeom prst="rect">
              <a:avLst/>
            </a:prstGeom>
            <a:noFill/>
            <a:ln>
              <a:noFill/>
            </a:ln>
          </p:spPr>
          <p:txBody>
            <a:bodyPr spcFirstLastPara="1" lIns="91425" tIns="45700" rIns="91425" bIns="45700"/>
            <a:lstStyle/>
            <a:p>
              <a:pPr algn="ctr" eaLnBrk="1" fontAlgn="auto" hangingPunct="1">
                <a:spcBef>
                  <a:spcPts val="0"/>
                </a:spcBef>
                <a:spcAft>
                  <a:spcPts val="0"/>
                </a:spcAft>
                <a:buClr>
                  <a:schemeClr val="lt1"/>
                </a:buClr>
                <a:buSzPts val="350"/>
                <a:buFont typeface="Arial"/>
                <a:buNone/>
                <a:defRPr/>
              </a:pPr>
              <a:r>
                <a:rPr lang="en-US" sz="1400" b="1" kern="0">
                  <a:solidFill>
                    <a:schemeClr val="lt1"/>
                  </a:solidFill>
                  <a:latin typeface="Arial"/>
                  <a:ea typeface="Arial"/>
                  <a:cs typeface="Arial"/>
                  <a:sym typeface="Arial"/>
                </a:rPr>
                <a:t>8K</a:t>
              </a:r>
              <a:endParaRPr sz="1867" kern="0">
                <a:latin typeface="Arial"/>
                <a:ea typeface="Arial"/>
                <a:cs typeface="Arial"/>
                <a:sym typeface="Arial"/>
              </a:endParaRPr>
            </a:p>
          </p:txBody>
        </p:sp>
      </p:grpSp>
      <p:sp>
        <p:nvSpPr>
          <p:cNvPr id="21" name="Google Shape;137;p7">
            <a:extLst>
              <a:ext uri="{FF2B5EF4-FFF2-40B4-BE49-F238E27FC236}">
                <a16:creationId xmlns:a16="http://schemas.microsoft.com/office/drawing/2014/main" id="{53BDB7DC-0244-9B59-1CDE-E82D306485FC}"/>
              </a:ext>
            </a:extLst>
          </p:cNvPr>
          <p:cNvSpPr>
            <a:spLocks noChangeArrowheads="1"/>
          </p:cNvSpPr>
          <p:nvPr/>
        </p:nvSpPr>
        <p:spPr bwMode="auto">
          <a:xfrm>
            <a:off x="1260475" y="1797050"/>
            <a:ext cx="179388" cy="179388"/>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22" name="Google Shape;138;p7">
            <a:extLst>
              <a:ext uri="{FF2B5EF4-FFF2-40B4-BE49-F238E27FC236}">
                <a16:creationId xmlns:a16="http://schemas.microsoft.com/office/drawing/2014/main" id="{A1B90830-851B-3BFA-044A-26F0F5D8FF30}"/>
              </a:ext>
            </a:extLst>
          </p:cNvPr>
          <p:cNvSpPr>
            <a:spLocks noChangeArrowheads="1"/>
          </p:cNvSpPr>
          <p:nvPr/>
        </p:nvSpPr>
        <p:spPr bwMode="auto">
          <a:xfrm>
            <a:off x="1230313" y="4819650"/>
            <a:ext cx="165100" cy="165100"/>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656D78"/>
              </a:solidFill>
            </a:endParaRPr>
          </a:p>
        </p:txBody>
      </p:sp>
      <p:sp>
        <p:nvSpPr>
          <p:cNvPr id="23" name="Google Shape;139;p7">
            <a:extLst>
              <a:ext uri="{FF2B5EF4-FFF2-40B4-BE49-F238E27FC236}">
                <a16:creationId xmlns:a16="http://schemas.microsoft.com/office/drawing/2014/main" id="{F612CF8E-B1B9-60E7-F668-619F794F62B5}"/>
              </a:ext>
            </a:extLst>
          </p:cNvPr>
          <p:cNvSpPr/>
          <p:nvPr/>
        </p:nvSpPr>
        <p:spPr>
          <a:xfrm>
            <a:off x="7964488" y="4808538"/>
            <a:ext cx="165100" cy="163512"/>
          </a:xfrm>
          <a:prstGeom prst="ellipse">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rgbClr val="656D78"/>
              </a:solidFill>
              <a:latin typeface="Arial"/>
              <a:ea typeface="Arial"/>
              <a:cs typeface="Arial"/>
              <a:sym typeface="Arial"/>
            </a:endParaRPr>
          </a:p>
        </p:txBody>
      </p:sp>
      <p:sp>
        <p:nvSpPr>
          <p:cNvPr id="24" name="Google Shape;140;p7">
            <a:extLst>
              <a:ext uri="{FF2B5EF4-FFF2-40B4-BE49-F238E27FC236}">
                <a16:creationId xmlns:a16="http://schemas.microsoft.com/office/drawing/2014/main" id="{B8A0B596-A908-CAAC-ED9F-0B4E4B241A55}"/>
              </a:ext>
            </a:extLst>
          </p:cNvPr>
          <p:cNvSpPr/>
          <p:nvPr/>
        </p:nvSpPr>
        <p:spPr>
          <a:xfrm>
            <a:off x="4562475" y="4808538"/>
            <a:ext cx="163513" cy="165100"/>
          </a:xfrm>
          <a:prstGeom prst="ellipse">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rgbClr val="656D78"/>
              </a:solidFill>
              <a:latin typeface="Arial"/>
              <a:ea typeface="Arial"/>
              <a:cs typeface="Arial"/>
              <a:sym typeface="Arial"/>
            </a:endParaRPr>
          </a:p>
        </p:txBody>
      </p:sp>
      <p:sp>
        <p:nvSpPr>
          <p:cNvPr id="115" name="Google Shape;115;p7"/>
          <p:cNvSpPr txBox="1">
            <a:spLocks noGrp="1"/>
          </p:cNvSpPr>
          <p:nvPr>
            <p:ph type="title"/>
          </p:nvPr>
        </p:nvSpPr>
        <p:spPr>
          <a:xfrm>
            <a:off x="208635" y="633245"/>
            <a:ext cx="9753747"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141" name="Google Shape;141;p7"/>
          <p:cNvSpPr txBox="1">
            <a:spLocks noGrp="1"/>
          </p:cNvSpPr>
          <p:nvPr>
            <p:ph type="body" idx="2"/>
          </p:nvPr>
        </p:nvSpPr>
        <p:spPr>
          <a:xfrm>
            <a:off x="1567503" y="1704654"/>
            <a:ext cx="7145673" cy="1047547"/>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dirty="0"/>
              <a:t>Click to edit Master text styles</a:t>
            </a:r>
          </a:p>
        </p:txBody>
      </p:sp>
      <p:sp>
        <p:nvSpPr>
          <p:cNvPr id="142" name="Google Shape;142;p7"/>
          <p:cNvSpPr txBox="1">
            <a:spLocks noGrp="1"/>
          </p:cNvSpPr>
          <p:nvPr>
            <p:ph type="body" idx="3"/>
          </p:nvPr>
        </p:nvSpPr>
        <p:spPr>
          <a:xfrm>
            <a:off x="1429718" y="5190572"/>
            <a:ext cx="2984020" cy="713853"/>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3" name="Google Shape;143;p7"/>
          <p:cNvSpPr txBox="1">
            <a:spLocks noGrp="1"/>
          </p:cNvSpPr>
          <p:nvPr>
            <p:ph type="body" idx="4"/>
          </p:nvPr>
        </p:nvSpPr>
        <p:spPr>
          <a:xfrm>
            <a:off x="1439774" y="4783988"/>
            <a:ext cx="2984023"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4" name="Google Shape;144;p7"/>
          <p:cNvSpPr txBox="1">
            <a:spLocks noGrp="1"/>
          </p:cNvSpPr>
          <p:nvPr>
            <p:ph type="body" idx="5"/>
          </p:nvPr>
        </p:nvSpPr>
        <p:spPr>
          <a:xfrm>
            <a:off x="4854716" y="5190572"/>
            <a:ext cx="2984020" cy="713853"/>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5" name="Google Shape;145;p7"/>
          <p:cNvSpPr txBox="1">
            <a:spLocks noGrp="1"/>
          </p:cNvSpPr>
          <p:nvPr>
            <p:ph type="body" idx="6"/>
          </p:nvPr>
        </p:nvSpPr>
        <p:spPr>
          <a:xfrm>
            <a:off x="4864772" y="4783988"/>
            <a:ext cx="2984023"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6" name="Google Shape;146;p7"/>
          <p:cNvSpPr txBox="1">
            <a:spLocks noGrp="1"/>
          </p:cNvSpPr>
          <p:nvPr>
            <p:ph type="body" idx="7"/>
          </p:nvPr>
        </p:nvSpPr>
        <p:spPr>
          <a:xfrm>
            <a:off x="8236082" y="5190572"/>
            <a:ext cx="2984020" cy="713853"/>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7" name="Google Shape;147;p7"/>
          <p:cNvSpPr txBox="1">
            <a:spLocks noGrp="1"/>
          </p:cNvSpPr>
          <p:nvPr>
            <p:ph type="body" idx="8"/>
          </p:nvPr>
        </p:nvSpPr>
        <p:spPr>
          <a:xfrm>
            <a:off x="8246138" y="4783988"/>
            <a:ext cx="2984023"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5" name="Google Shape;117;p7">
            <a:extLst>
              <a:ext uri="{FF2B5EF4-FFF2-40B4-BE49-F238E27FC236}">
                <a16:creationId xmlns:a16="http://schemas.microsoft.com/office/drawing/2014/main" id="{DF004B44-B202-A052-E568-761A5CD06E3F}"/>
              </a:ext>
            </a:extLst>
          </p:cNvPr>
          <p:cNvSpPr txBox="1">
            <a:spLocks noGrp="1" noChangeArrowheads="1"/>
          </p:cNvSpPr>
          <p:nvPr>
            <p:ph type="sldNum" idx="10"/>
          </p:nvPr>
        </p:nvSpPr>
        <p:spPr/>
        <p:txBody>
          <a:bodyPr/>
          <a:lstStyle>
            <a:lvl1pPr>
              <a:defRPr/>
            </a:lvl1pPr>
          </a:lstStyle>
          <a:p>
            <a:fld id="{CCDF0C66-3A6B-2C41-A952-E84C284C531E}" type="slidenum">
              <a:rPr lang="en-IN" altLang="en-US"/>
              <a:pPr/>
              <a:t>‹#›</a:t>
            </a:fld>
            <a:endParaRPr lang="en-IN" altLang="en-US"/>
          </a:p>
        </p:txBody>
      </p:sp>
    </p:spTree>
    <p:extLst>
      <p:ext uri="{BB962C8B-B14F-4D97-AF65-F5344CB8AC3E}">
        <p14:creationId xmlns:p14="http://schemas.microsoft.com/office/powerpoint/2010/main" val="2301385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2"/>
                                        </p:tgtEl>
                                        <p:attrNameLst>
                                          <p:attrName>style.visibility</p:attrName>
                                        </p:attrNameLst>
                                      </p:cBhvr>
                                      <p:to>
                                        <p:strVal val="visible"/>
                                      </p:to>
                                    </p:set>
                                    <p:animEffect transition="in" filter="wipe(down)">
                                      <p:cBhvr>
                                        <p:cTn id="54" dur="500"/>
                                        <p:tgtEl>
                                          <p:spTgt spid="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1" grpId="0" animBg="1"/>
      <p:bldP spid="22" grpId="0" animBg="1"/>
      <p:bldP spid="23" grpId="0" animBg="1"/>
      <p:bldP spid="24"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Hexa-Infographic">
  <p:cSld name="Hexa-Infographic">
    <p:spTree>
      <p:nvGrpSpPr>
        <p:cNvPr id="1" name="Shape 148"/>
        <p:cNvGrpSpPr/>
        <p:nvPr/>
      </p:nvGrpSpPr>
      <p:grpSpPr>
        <a:xfrm>
          <a:off x="0" y="0"/>
          <a:ext cx="0" cy="0"/>
          <a:chOff x="0" y="0"/>
          <a:chExt cx="0" cy="0"/>
        </a:xfrm>
      </p:grpSpPr>
      <p:grpSp>
        <p:nvGrpSpPr>
          <p:cNvPr id="2" name="Google Shape;151;p8">
            <a:extLst>
              <a:ext uri="{FF2B5EF4-FFF2-40B4-BE49-F238E27FC236}">
                <a16:creationId xmlns:a16="http://schemas.microsoft.com/office/drawing/2014/main" id="{A15F8DD1-10B7-8BE9-E31F-DE1462A19E5D}"/>
              </a:ext>
            </a:extLst>
          </p:cNvPr>
          <p:cNvGrpSpPr>
            <a:grpSpLocks/>
          </p:cNvGrpSpPr>
          <p:nvPr/>
        </p:nvGrpSpPr>
        <p:grpSpPr bwMode="auto">
          <a:xfrm>
            <a:off x="615950" y="1781175"/>
            <a:ext cx="4119563" cy="3898900"/>
            <a:chOff x="4036696" y="1781438"/>
            <a:chExt cx="4118606" cy="3898703"/>
          </a:xfrm>
        </p:grpSpPr>
        <p:grpSp>
          <p:nvGrpSpPr>
            <p:cNvPr id="3" name="Google Shape;152;p8">
              <a:extLst>
                <a:ext uri="{FF2B5EF4-FFF2-40B4-BE49-F238E27FC236}">
                  <a16:creationId xmlns:a16="http://schemas.microsoft.com/office/drawing/2014/main" id="{68298F18-72D4-42A5-BBBA-7BD87684745F}"/>
                </a:ext>
              </a:extLst>
            </p:cNvPr>
            <p:cNvGrpSpPr>
              <a:grpSpLocks/>
            </p:cNvGrpSpPr>
            <p:nvPr/>
          </p:nvGrpSpPr>
          <p:grpSpPr bwMode="auto">
            <a:xfrm>
              <a:off x="4036696" y="2918031"/>
              <a:ext cx="1791872" cy="1022298"/>
              <a:chOff x="4036696" y="2918031"/>
              <a:chExt cx="1791872" cy="1022298"/>
            </a:xfrm>
          </p:grpSpPr>
          <p:sp>
            <p:nvSpPr>
              <p:cNvPr id="19" name="Google Shape;153;p8">
                <a:extLst>
                  <a:ext uri="{FF2B5EF4-FFF2-40B4-BE49-F238E27FC236}">
                    <a16:creationId xmlns:a16="http://schemas.microsoft.com/office/drawing/2014/main" id="{EEF7BCC5-16C7-BC9C-B9A0-DBE1004EACD1}"/>
                  </a:ext>
                </a:extLst>
              </p:cNvPr>
              <p:cNvSpPr/>
              <p:nvPr/>
            </p:nvSpPr>
            <p:spPr>
              <a:xfrm>
                <a:off x="4036696" y="2918031"/>
                <a:ext cx="1791872" cy="1022298"/>
              </a:xfrm>
              <a:custGeom>
                <a:avLst/>
                <a:gdLst/>
                <a:ahLst/>
                <a:cxnLst/>
                <a:rect l="0" t="0" r="0" b="0"/>
                <a:pathLst>
                  <a:path w="120000" h="120000" extrusionOk="0">
                    <a:moveTo>
                      <a:pt x="89605" y="33766"/>
                    </a:moveTo>
                    <a:cubicBezTo>
                      <a:pt x="90575" y="30811"/>
                      <a:pt x="92968" y="28388"/>
                      <a:pt x="94921" y="28388"/>
                    </a:cubicBezTo>
                    <a:lnTo>
                      <a:pt x="107605" y="28388"/>
                    </a:lnTo>
                    <a:cubicBezTo>
                      <a:pt x="109552" y="28388"/>
                      <a:pt x="111945" y="30811"/>
                      <a:pt x="112921" y="33766"/>
                    </a:cubicBezTo>
                    <a:lnTo>
                      <a:pt x="119263" y="53011"/>
                    </a:lnTo>
                    <a:cubicBezTo>
                      <a:pt x="120239" y="55972"/>
                      <a:pt x="120239" y="60811"/>
                      <a:pt x="119263" y="63766"/>
                    </a:cubicBezTo>
                    <a:lnTo>
                      <a:pt x="112921" y="83011"/>
                    </a:lnTo>
                    <a:cubicBezTo>
                      <a:pt x="111945" y="85966"/>
                      <a:pt x="109552" y="88388"/>
                      <a:pt x="107605" y="88388"/>
                    </a:cubicBezTo>
                    <a:lnTo>
                      <a:pt x="94921" y="88388"/>
                    </a:lnTo>
                    <a:cubicBezTo>
                      <a:pt x="92968" y="88388"/>
                      <a:pt x="90575" y="85966"/>
                      <a:pt x="89605" y="83011"/>
                    </a:cubicBezTo>
                    <a:lnTo>
                      <a:pt x="86063" y="72277"/>
                    </a:lnTo>
                    <a:cubicBezTo>
                      <a:pt x="85087" y="69316"/>
                      <a:pt x="82694" y="66900"/>
                      <a:pt x="80747" y="66900"/>
                    </a:cubicBezTo>
                    <a:lnTo>
                      <a:pt x="79325" y="66900"/>
                    </a:lnTo>
                    <a:cubicBezTo>
                      <a:pt x="77378" y="66900"/>
                      <a:pt x="74985" y="69316"/>
                      <a:pt x="74009" y="72277"/>
                    </a:cubicBezTo>
                    <a:lnTo>
                      <a:pt x="60052" y="114622"/>
                    </a:lnTo>
                    <a:cubicBezTo>
                      <a:pt x="59076" y="117577"/>
                      <a:pt x="56683" y="120000"/>
                      <a:pt x="54737" y="120000"/>
                    </a:cubicBezTo>
                    <a:lnTo>
                      <a:pt x="22278" y="120000"/>
                    </a:lnTo>
                    <a:cubicBezTo>
                      <a:pt x="20326" y="120000"/>
                      <a:pt x="17933" y="117577"/>
                      <a:pt x="16957" y="114622"/>
                    </a:cubicBezTo>
                    <a:lnTo>
                      <a:pt x="730" y="65377"/>
                    </a:lnTo>
                    <a:cubicBezTo>
                      <a:pt x="-245" y="62416"/>
                      <a:pt x="-245" y="57577"/>
                      <a:pt x="730" y="54622"/>
                    </a:cubicBezTo>
                    <a:lnTo>
                      <a:pt x="16957" y="5377"/>
                    </a:lnTo>
                    <a:cubicBezTo>
                      <a:pt x="17933" y="2422"/>
                      <a:pt x="20326" y="0"/>
                      <a:pt x="22278" y="0"/>
                    </a:cubicBezTo>
                    <a:lnTo>
                      <a:pt x="54737" y="0"/>
                    </a:lnTo>
                    <a:cubicBezTo>
                      <a:pt x="56683" y="0"/>
                      <a:pt x="59076" y="2422"/>
                      <a:pt x="60052" y="5377"/>
                    </a:cubicBezTo>
                    <a:lnTo>
                      <a:pt x="74009" y="47722"/>
                    </a:lnTo>
                    <a:cubicBezTo>
                      <a:pt x="74985" y="50683"/>
                      <a:pt x="77378" y="53100"/>
                      <a:pt x="79325" y="53100"/>
                    </a:cubicBezTo>
                    <a:lnTo>
                      <a:pt x="79687" y="53100"/>
                    </a:lnTo>
                    <a:cubicBezTo>
                      <a:pt x="81634" y="53100"/>
                      <a:pt x="84027" y="50683"/>
                      <a:pt x="85003" y="47722"/>
                    </a:cubicBezTo>
                    <a:cubicBezTo>
                      <a:pt x="85003" y="47722"/>
                      <a:pt x="89605" y="33766"/>
                      <a:pt x="89605" y="33766"/>
                    </a:cubicBezTo>
                    <a:close/>
                  </a:path>
                </a:pathLst>
              </a:custGeom>
              <a:solidFill>
                <a:schemeClr val="accent6"/>
              </a:solidFill>
              <a:ln>
                <a:noFill/>
              </a:ln>
            </p:spPr>
            <p:txBody>
              <a:bodyPr spcFirstLastPara="1" lIns="38100" tIns="38100" rIns="38100" bIns="38100" anchor="ctr"/>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0" name="Google Shape;154;p8">
                <a:extLst>
                  <a:ext uri="{FF2B5EF4-FFF2-40B4-BE49-F238E27FC236}">
                    <a16:creationId xmlns:a16="http://schemas.microsoft.com/office/drawing/2014/main" id="{E992C87A-5E7E-40A6-995D-70CA6D46B42D}"/>
                  </a:ext>
                </a:extLst>
              </p:cNvPr>
              <p:cNvSpPr>
                <a:spLocks/>
              </p:cNvSpPr>
              <p:nvPr/>
            </p:nvSpPr>
            <p:spPr bwMode="auto">
              <a:xfrm>
                <a:off x="4452524" y="3289487"/>
                <a:ext cx="279335" cy="279386"/>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4" name="Google Shape;155;p8">
              <a:extLst>
                <a:ext uri="{FF2B5EF4-FFF2-40B4-BE49-F238E27FC236}">
                  <a16:creationId xmlns:a16="http://schemas.microsoft.com/office/drawing/2014/main" id="{91E8CB73-D338-C2DA-F4C6-2B16F9DFCA29}"/>
                </a:ext>
              </a:extLst>
            </p:cNvPr>
            <p:cNvGrpSpPr>
              <a:grpSpLocks/>
            </p:cNvGrpSpPr>
            <p:nvPr/>
          </p:nvGrpSpPr>
          <p:grpSpPr bwMode="auto">
            <a:xfrm>
              <a:off x="5040846" y="1781438"/>
              <a:ext cx="1334646" cy="1571209"/>
              <a:chOff x="5040846" y="1781438"/>
              <a:chExt cx="1334646" cy="1571209"/>
            </a:xfrm>
          </p:grpSpPr>
          <p:sp>
            <p:nvSpPr>
              <p:cNvPr id="17" name="Google Shape;156;p8">
                <a:extLst>
                  <a:ext uri="{FF2B5EF4-FFF2-40B4-BE49-F238E27FC236}">
                    <a16:creationId xmlns:a16="http://schemas.microsoft.com/office/drawing/2014/main" id="{7C2B14DA-B1A6-3E5D-8F11-8E8ED7F2E31B}"/>
                  </a:ext>
                </a:extLst>
              </p:cNvPr>
              <p:cNvSpPr>
                <a:spLocks/>
              </p:cNvSpPr>
              <p:nvPr/>
            </p:nvSpPr>
            <p:spPr bwMode="auto">
              <a:xfrm>
                <a:off x="5041351" y="1781438"/>
                <a:ext cx="1334777" cy="1571546"/>
              </a:xfrm>
              <a:custGeom>
                <a:avLst/>
                <a:gdLst>
                  <a:gd name="T0" fmla="*/ 0 w 120000"/>
                  <a:gd name="T1" fmla="*/ 0 h 120000"/>
                  <a:gd name="T2" fmla="*/ 120000 w 120000"/>
                  <a:gd name="T3" fmla="*/ 120000 h 120000"/>
                </a:gdLst>
                <a:ahLst/>
                <a:cxnLst>
                  <a:cxn ang="0">
                    <a:pos x="103365" y="80955"/>
                  </a:cxn>
                  <a:cxn ang="0">
                    <a:pos x="110504" y="84455"/>
                  </a:cxn>
                  <a:cxn ang="0">
                    <a:pos x="119016" y="96977"/>
                  </a:cxn>
                  <a:cxn ang="0">
                    <a:pos x="119016" y="103977"/>
                  </a:cxn>
                  <a:cxn ang="0">
                    <a:pos x="110504" y="116500"/>
                  </a:cxn>
                  <a:cxn ang="0">
                    <a:pos x="103365" y="120000"/>
                  </a:cxn>
                  <a:cxn ang="0">
                    <a:pos x="86345" y="120000"/>
                  </a:cxn>
                  <a:cxn ang="0">
                    <a:pos x="79206" y="116500"/>
                  </a:cxn>
                  <a:cxn ang="0">
                    <a:pos x="70694" y="103977"/>
                  </a:cxn>
                  <a:cxn ang="0">
                    <a:pos x="70694" y="96977"/>
                  </a:cxn>
                  <a:cxn ang="0">
                    <a:pos x="75447" y="89988"/>
                  </a:cxn>
                  <a:cxn ang="0">
                    <a:pos x="75441" y="82994"/>
                  </a:cxn>
                  <a:cxn ang="0">
                    <a:pos x="74492" y="81588"/>
                  </a:cxn>
                  <a:cxn ang="0">
                    <a:pos x="67359" y="78088"/>
                  </a:cxn>
                  <a:cxn ang="0">
                    <a:pos x="29895" y="78088"/>
                  </a:cxn>
                  <a:cxn ang="0">
                    <a:pos x="22762" y="74588"/>
                  </a:cxn>
                  <a:cxn ang="0">
                    <a:pos x="977" y="42544"/>
                  </a:cxn>
                  <a:cxn ang="0">
                    <a:pos x="977" y="35544"/>
                  </a:cxn>
                  <a:cxn ang="0">
                    <a:pos x="22762" y="3500"/>
                  </a:cxn>
                  <a:cxn ang="0">
                    <a:pos x="29895" y="0"/>
                  </a:cxn>
                  <a:cxn ang="0">
                    <a:pos x="73459" y="0"/>
                  </a:cxn>
                  <a:cxn ang="0">
                    <a:pos x="80597" y="3500"/>
                  </a:cxn>
                  <a:cxn ang="0">
                    <a:pos x="102376" y="35544"/>
                  </a:cxn>
                  <a:cxn ang="0">
                    <a:pos x="102376" y="42544"/>
                  </a:cxn>
                  <a:cxn ang="0">
                    <a:pos x="83647" y="70100"/>
                  </a:cxn>
                  <a:cxn ang="0">
                    <a:pos x="83647" y="77100"/>
                  </a:cxn>
                  <a:cxn ang="0">
                    <a:pos x="83887" y="77455"/>
                  </a:cxn>
                  <a:cxn ang="0">
                    <a:pos x="91020" y="80955"/>
                  </a:cxn>
                  <a:cxn ang="0">
                    <a:pos x="103365" y="80955"/>
                  </a:cxn>
                </a:cxnLst>
                <a:rect l="T0" t="T1" r="T2" b="T3"/>
                <a:pathLst>
                  <a:path w="120000" h="120000" extrusionOk="0">
                    <a:moveTo>
                      <a:pt x="103365" y="80955"/>
                    </a:moveTo>
                    <a:cubicBezTo>
                      <a:pt x="105985" y="80955"/>
                      <a:pt x="109197" y="82527"/>
                      <a:pt x="110504" y="84455"/>
                    </a:cubicBezTo>
                    <a:lnTo>
                      <a:pt x="119016" y="96977"/>
                    </a:lnTo>
                    <a:cubicBezTo>
                      <a:pt x="120323" y="98900"/>
                      <a:pt x="120323" y="102050"/>
                      <a:pt x="119016" y="103977"/>
                    </a:cubicBezTo>
                    <a:lnTo>
                      <a:pt x="110504" y="116500"/>
                    </a:lnTo>
                    <a:cubicBezTo>
                      <a:pt x="109197" y="118427"/>
                      <a:pt x="105985" y="120000"/>
                      <a:pt x="103365" y="120000"/>
                    </a:cubicBezTo>
                    <a:lnTo>
                      <a:pt x="86345" y="120000"/>
                    </a:lnTo>
                    <a:cubicBezTo>
                      <a:pt x="83725" y="120000"/>
                      <a:pt x="80513" y="118427"/>
                      <a:pt x="79206" y="116500"/>
                    </a:cubicBezTo>
                    <a:lnTo>
                      <a:pt x="70694" y="103977"/>
                    </a:lnTo>
                    <a:cubicBezTo>
                      <a:pt x="69386" y="102050"/>
                      <a:pt x="69386" y="98900"/>
                      <a:pt x="70694" y="96977"/>
                    </a:cubicBezTo>
                    <a:lnTo>
                      <a:pt x="75447" y="89988"/>
                    </a:lnTo>
                    <a:cubicBezTo>
                      <a:pt x="76754" y="88066"/>
                      <a:pt x="76754" y="84916"/>
                      <a:pt x="75441" y="82994"/>
                    </a:cubicBezTo>
                    <a:lnTo>
                      <a:pt x="74492" y="81588"/>
                    </a:lnTo>
                    <a:cubicBezTo>
                      <a:pt x="73185" y="79666"/>
                      <a:pt x="69973" y="78088"/>
                      <a:pt x="67359" y="78088"/>
                    </a:cubicBezTo>
                    <a:lnTo>
                      <a:pt x="29895" y="78088"/>
                    </a:lnTo>
                    <a:cubicBezTo>
                      <a:pt x="27281" y="78088"/>
                      <a:pt x="24069" y="76516"/>
                      <a:pt x="22762" y="74588"/>
                    </a:cubicBezTo>
                    <a:lnTo>
                      <a:pt x="977" y="42544"/>
                    </a:lnTo>
                    <a:cubicBezTo>
                      <a:pt x="-329" y="40622"/>
                      <a:pt x="-329" y="37472"/>
                      <a:pt x="977" y="35544"/>
                    </a:cubicBezTo>
                    <a:lnTo>
                      <a:pt x="22762" y="3500"/>
                    </a:lnTo>
                    <a:cubicBezTo>
                      <a:pt x="24069" y="1572"/>
                      <a:pt x="27281" y="0"/>
                      <a:pt x="29895" y="0"/>
                    </a:cubicBezTo>
                    <a:lnTo>
                      <a:pt x="73459" y="0"/>
                    </a:lnTo>
                    <a:cubicBezTo>
                      <a:pt x="76073" y="0"/>
                      <a:pt x="79285" y="1572"/>
                      <a:pt x="80597" y="3500"/>
                    </a:cubicBezTo>
                    <a:lnTo>
                      <a:pt x="102376" y="35544"/>
                    </a:lnTo>
                    <a:cubicBezTo>
                      <a:pt x="103683" y="37472"/>
                      <a:pt x="103683" y="40622"/>
                      <a:pt x="102376" y="42544"/>
                    </a:cubicBezTo>
                    <a:lnTo>
                      <a:pt x="83647" y="70100"/>
                    </a:lnTo>
                    <a:cubicBezTo>
                      <a:pt x="82340" y="72027"/>
                      <a:pt x="82340" y="75177"/>
                      <a:pt x="83647" y="77100"/>
                    </a:cubicBezTo>
                    <a:lnTo>
                      <a:pt x="83887" y="77455"/>
                    </a:lnTo>
                    <a:cubicBezTo>
                      <a:pt x="85194" y="79377"/>
                      <a:pt x="88406" y="80955"/>
                      <a:pt x="91020" y="80955"/>
                    </a:cubicBezTo>
                    <a:cubicBezTo>
                      <a:pt x="91020" y="80955"/>
                      <a:pt x="103365" y="80955"/>
                      <a:pt x="103365" y="80955"/>
                    </a:cubicBezTo>
                    <a:close/>
                  </a:path>
                </a:pathLst>
              </a:custGeom>
              <a:solidFill>
                <a:schemeClr val="accent1"/>
              </a:solidFill>
              <a:ln w="9525">
                <a:noFill/>
                <a:round/>
                <a:headEnd/>
                <a:tailEnd/>
              </a:ln>
            </p:spPr>
            <p:txBody>
              <a:bodyPr lIns="38100" tIns="38100" rIns="38100" bIns="38100" anchor="ctr"/>
              <a:lstStyle/>
              <a:p>
                <a:pPr>
                  <a:defRPr/>
                </a:pPr>
                <a:endParaRPr lang="en-US"/>
              </a:p>
            </p:txBody>
          </p:sp>
          <p:sp>
            <p:nvSpPr>
              <p:cNvPr id="18" name="Google Shape;157;p8">
                <a:extLst>
                  <a:ext uri="{FF2B5EF4-FFF2-40B4-BE49-F238E27FC236}">
                    <a16:creationId xmlns:a16="http://schemas.microsoft.com/office/drawing/2014/main" id="{CA14FF8C-57AC-08C5-FD51-54C2D30804D2}"/>
                  </a:ext>
                </a:extLst>
              </p:cNvPr>
              <p:cNvSpPr>
                <a:spLocks/>
              </p:cNvSpPr>
              <p:nvPr/>
            </p:nvSpPr>
            <p:spPr bwMode="auto">
              <a:xfrm>
                <a:off x="5449243" y="2140195"/>
                <a:ext cx="279335" cy="279386"/>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5" name="Google Shape;158;p8">
              <a:extLst>
                <a:ext uri="{FF2B5EF4-FFF2-40B4-BE49-F238E27FC236}">
                  <a16:creationId xmlns:a16="http://schemas.microsoft.com/office/drawing/2014/main" id="{91CE1826-BC9E-AD71-F389-4643959DBD12}"/>
                </a:ext>
              </a:extLst>
            </p:cNvPr>
            <p:cNvGrpSpPr>
              <a:grpSpLocks/>
            </p:cNvGrpSpPr>
            <p:nvPr/>
          </p:nvGrpSpPr>
          <p:grpSpPr bwMode="auto">
            <a:xfrm>
              <a:off x="6364196" y="2087338"/>
              <a:ext cx="1310871" cy="1584933"/>
              <a:chOff x="6364196" y="2087338"/>
              <a:chExt cx="1310871" cy="1584933"/>
            </a:xfrm>
          </p:grpSpPr>
          <p:sp>
            <p:nvSpPr>
              <p:cNvPr id="15" name="Google Shape;159;p8">
                <a:extLst>
                  <a:ext uri="{FF2B5EF4-FFF2-40B4-BE49-F238E27FC236}">
                    <a16:creationId xmlns:a16="http://schemas.microsoft.com/office/drawing/2014/main" id="{A4E85C01-2FC3-7F7B-3429-4A38EA8CFA43}"/>
                  </a:ext>
                </a:extLst>
              </p:cNvPr>
              <p:cNvSpPr>
                <a:spLocks/>
              </p:cNvSpPr>
              <p:nvPr/>
            </p:nvSpPr>
            <p:spPr bwMode="auto">
              <a:xfrm>
                <a:off x="6363430" y="2087811"/>
                <a:ext cx="1310970" cy="1584245"/>
              </a:xfrm>
              <a:custGeom>
                <a:avLst/>
                <a:gdLst>
                  <a:gd name="T0" fmla="*/ 0 w 120000"/>
                  <a:gd name="T1" fmla="*/ 0 h 120000"/>
                  <a:gd name="T2" fmla="*/ 120000 w 120000"/>
                  <a:gd name="T3" fmla="*/ 120000 h 120000"/>
                </a:gdLst>
                <a:ahLst/>
                <a:cxnLst>
                  <a:cxn ang="0">
                    <a:pos x="50193" y="97177"/>
                  </a:cxn>
                  <a:cxn ang="0">
                    <a:pos x="50193" y="104116"/>
                  </a:cxn>
                  <a:cxn ang="0">
                    <a:pos x="41523" y="116533"/>
                  </a:cxn>
                  <a:cxn ang="0">
                    <a:pos x="34260" y="120000"/>
                  </a:cxn>
                  <a:cxn ang="0">
                    <a:pos x="16926" y="120000"/>
                  </a:cxn>
                  <a:cxn ang="0">
                    <a:pos x="9664" y="116533"/>
                  </a:cxn>
                  <a:cxn ang="0">
                    <a:pos x="994" y="104116"/>
                  </a:cxn>
                  <a:cxn ang="0">
                    <a:pos x="994" y="97177"/>
                  </a:cxn>
                  <a:cxn ang="0">
                    <a:pos x="9664" y="84761"/>
                  </a:cxn>
                  <a:cxn ang="0">
                    <a:pos x="16926" y="81294"/>
                  </a:cxn>
                  <a:cxn ang="0">
                    <a:pos x="26596" y="81294"/>
                  </a:cxn>
                  <a:cxn ang="0">
                    <a:pos x="33864" y="77822"/>
                  </a:cxn>
                  <a:cxn ang="0">
                    <a:pos x="34830" y="76433"/>
                  </a:cxn>
                  <a:cxn ang="0">
                    <a:pos x="34830" y="69494"/>
                  </a:cxn>
                  <a:cxn ang="0">
                    <a:pos x="15764" y="42177"/>
                  </a:cxn>
                  <a:cxn ang="0">
                    <a:pos x="15764" y="35238"/>
                  </a:cxn>
                  <a:cxn ang="0">
                    <a:pos x="37936" y="3466"/>
                  </a:cxn>
                  <a:cxn ang="0">
                    <a:pos x="45204" y="0"/>
                  </a:cxn>
                  <a:cxn ang="0">
                    <a:pos x="89560" y="0"/>
                  </a:cxn>
                  <a:cxn ang="0">
                    <a:pos x="96822" y="3472"/>
                  </a:cxn>
                  <a:cxn ang="0">
                    <a:pos x="119000" y="35238"/>
                  </a:cxn>
                  <a:cxn ang="0">
                    <a:pos x="119000" y="42177"/>
                  </a:cxn>
                  <a:cxn ang="0">
                    <a:pos x="96822" y="73944"/>
                  </a:cxn>
                  <a:cxn ang="0">
                    <a:pos x="89554" y="77416"/>
                  </a:cxn>
                  <a:cxn ang="0">
                    <a:pos x="51416" y="77416"/>
                  </a:cxn>
                  <a:cxn ang="0">
                    <a:pos x="44154" y="80883"/>
                  </a:cxn>
                  <a:cxn ang="0">
                    <a:pos x="43908" y="81233"/>
                  </a:cxn>
                  <a:cxn ang="0">
                    <a:pos x="43908" y="88172"/>
                  </a:cxn>
                  <a:cxn ang="0">
                    <a:pos x="50193" y="97177"/>
                  </a:cxn>
                </a:cxnLst>
                <a:rect l="T0" t="T1" r="T2" b="T3"/>
                <a:pathLst>
                  <a:path w="120000" h="120000" extrusionOk="0">
                    <a:moveTo>
                      <a:pt x="50193" y="97177"/>
                    </a:moveTo>
                    <a:cubicBezTo>
                      <a:pt x="51522" y="99083"/>
                      <a:pt x="51522" y="102205"/>
                      <a:pt x="50193" y="104116"/>
                    </a:cubicBezTo>
                    <a:lnTo>
                      <a:pt x="41523" y="116533"/>
                    </a:lnTo>
                    <a:cubicBezTo>
                      <a:pt x="40193" y="118438"/>
                      <a:pt x="36925" y="120000"/>
                      <a:pt x="34260" y="120000"/>
                    </a:cubicBezTo>
                    <a:lnTo>
                      <a:pt x="16926" y="120000"/>
                    </a:lnTo>
                    <a:cubicBezTo>
                      <a:pt x="14261" y="120000"/>
                      <a:pt x="10993" y="118438"/>
                      <a:pt x="9664" y="116533"/>
                    </a:cubicBezTo>
                    <a:lnTo>
                      <a:pt x="994" y="104116"/>
                    </a:lnTo>
                    <a:cubicBezTo>
                      <a:pt x="-335" y="102205"/>
                      <a:pt x="-335" y="99083"/>
                      <a:pt x="994" y="97177"/>
                    </a:cubicBezTo>
                    <a:lnTo>
                      <a:pt x="9664" y="84761"/>
                    </a:lnTo>
                    <a:cubicBezTo>
                      <a:pt x="10993" y="82855"/>
                      <a:pt x="14261" y="81294"/>
                      <a:pt x="16926" y="81294"/>
                    </a:cubicBezTo>
                    <a:lnTo>
                      <a:pt x="26596" y="81294"/>
                    </a:lnTo>
                    <a:cubicBezTo>
                      <a:pt x="29261" y="81294"/>
                      <a:pt x="32529" y="79733"/>
                      <a:pt x="33864" y="77822"/>
                    </a:cubicBezTo>
                    <a:lnTo>
                      <a:pt x="34830" y="76433"/>
                    </a:lnTo>
                    <a:cubicBezTo>
                      <a:pt x="36165" y="74527"/>
                      <a:pt x="36165" y="71405"/>
                      <a:pt x="34830" y="69494"/>
                    </a:cubicBezTo>
                    <a:lnTo>
                      <a:pt x="15764" y="42177"/>
                    </a:lnTo>
                    <a:cubicBezTo>
                      <a:pt x="14429" y="40266"/>
                      <a:pt x="14429" y="37144"/>
                      <a:pt x="15764" y="35238"/>
                    </a:cubicBezTo>
                    <a:lnTo>
                      <a:pt x="37936" y="3466"/>
                    </a:lnTo>
                    <a:cubicBezTo>
                      <a:pt x="39271" y="1561"/>
                      <a:pt x="42539" y="0"/>
                      <a:pt x="45204" y="0"/>
                    </a:cubicBezTo>
                    <a:lnTo>
                      <a:pt x="89560" y="0"/>
                    </a:lnTo>
                    <a:cubicBezTo>
                      <a:pt x="92219" y="0"/>
                      <a:pt x="95492" y="1561"/>
                      <a:pt x="96822" y="3472"/>
                    </a:cubicBezTo>
                    <a:lnTo>
                      <a:pt x="119000" y="35238"/>
                    </a:lnTo>
                    <a:cubicBezTo>
                      <a:pt x="120329" y="37144"/>
                      <a:pt x="120329" y="40266"/>
                      <a:pt x="119000" y="42177"/>
                    </a:cubicBezTo>
                    <a:lnTo>
                      <a:pt x="96822" y="73944"/>
                    </a:lnTo>
                    <a:cubicBezTo>
                      <a:pt x="95487" y="75855"/>
                      <a:pt x="92219" y="77416"/>
                      <a:pt x="89554" y="77416"/>
                    </a:cubicBezTo>
                    <a:lnTo>
                      <a:pt x="51416" y="77416"/>
                    </a:lnTo>
                    <a:cubicBezTo>
                      <a:pt x="48751" y="77416"/>
                      <a:pt x="45483" y="78977"/>
                      <a:pt x="44154" y="80883"/>
                    </a:cubicBezTo>
                    <a:lnTo>
                      <a:pt x="43908" y="81233"/>
                    </a:lnTo>
                    <a:cubicBezTo>
                      <a:pt x="42573" y="83144"/>
                      <a:pt x="42573" y="86266"/>
                      <a:pt x="43908" y="88172"/>
                    </a:cubicBezTo>
                    <a:cubicBezTo>
                      <a:pt x="43908" y="88172"/>
                      <a:pt x="50193" y="97177"/>
                      <a:pt x="50193" y="97177"/>
                    </a:cubicBezTo>
                    <a:close/>
                  </a:path>
                </a:pathLst>
              </a:custGeom>
              <a:solidFill>
                <a:schemeClr val="accent2"/>
              </a:solidFill>
              <a:ln w="9525">
                <a:noFill/>
                <a:round/>
                <a:headEnd/>
                <a:tailEnd/>
              </a:ln>
            </p:spPr>
            <p:txBody>
              <a:bodyPr lIns="38100" tIns="38100" rIns="38100" bIns="38100" anchor="ctr"/>
              <a:lstStyle/>
              <a:p>
                <a:pPr>
                  <a:defRPr/>
                </a:pPr>
                <a:endParaRPr lang="en-US"/>
              </a:p>
            </p:txBody>
          </p:sp>
          <p:sp>
            <p:nvSpPr>
              <p:cNvPr id="16" name="Google Shape;160;p8">
                <a:extLst>
                  <a:ext uri="{FF2B5EF4-FFF2-40B4-BE49-F238E27FC236}">
                    <a16:creationId xmlns:a16="http://schemas.microsoft.com/office/drawing/2014/main" id="{D6A62C3B-1C98-E31F-2D0A-537781BDE8D0}"/>
                  </a:ext>
                </a:extLst>
              </p:cNvPr>
              <p:cNvSpPr>
                <a:spLocks/>
              </p:cNvSpPr>
              <p:nvPr/>
            </p:nvSpPr>
            <p:spPr bwMode="auto">
              <a:xfrm>
                <a:off x="6979237" y="2449743"/>
                <a:ext cx="279335" cy="277798"/>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6" name="Google Shape;161;p8">
              <a:extLst>
                <a:ext uri="{FF2B5EF4-FFF2-40B4-BE49-F238E27FC236}">
                  <a16:creationId xmlns:a16="http://schemas.microsoft.com/office/drawing/2014/main" id="{4A3245D0-F5DF-801E-0EF9-30477152DB01}"/>
                </a:ext>
              </a:extLst>
            </p:cNvPr>
            <p:cNvGrpSpPr>
              <a:grpSpLocks/>
            </p:cNvGrpSpPr>
            <p:nvPr/>
          </p:nvGrpSpPr>
          <p:grpSpPr bwMode="auto">
            <a:xfrm>
              <a:off x="6363430" y="3524425"/>
              <a:ext cx="1791872" cy="1022298"/>
              <a:chOff x="6363430" y="3524425"/>
              <a:chExt cx="1791872" cy="1022298"/>
            </a:xfrm>
          </p:grpSpPr>
          <p:sp>
            <p:nvSpPr>
              <p:cNvPr id="13" name="Google Shape;162;p8">
                <a:extLst>
                  <a:ext uri="{FF2B5EF4-FFF2-40B4-BE49-F238E27FC236}">
                    <a16:creationId xmlns:a16="http://schemas.microsoft.com/office/drawing/2014/main" id="{12A0A696-45BE-3E8F-0ECF-FCD0263C91EA}"/>
                  </a:ext>
                </a:extLst>
              </p:cNvPr>
              <p:cNvSpPr/>
              <p:nvPr/>
            </p:nvSpPr>
            <p:spPr>
              <a:xfrm>
                <a:off x="6363430" y="3524425"/>
                <a:ext cx="1791872" cy="1022298"/>
              </a:xfrm>
              <a:custGeom>
                <a:avLst/>
                <a:gdLst/>
                <a:ahLst/>
                <a:cxnLst/>
                <a:rect l="0" t="0" r="0" b="0"/>
                <a:pathLst>
                  <a:path w="120000" h="120000" extrusionOk="0">
                    <a:moveTo>
                      <a:pt x="30389" y="86233"/>
                    </a:moveTo>
                    <a:cubicBezTo>
                      <a:pt x="29418" y="89194"/>
                      <a:pt x="27025" y="91611"/>
                      <a:pt x="25073" y="91611"/>
                    </a:cubicBezTo>
                    <a:lnTo>
                      <a:pt x="12388" y="91611"/>
                    </a:lnTo>
                    <a:cubicBezTo>
                      <a:pt x="10436" y="91611"/>
                      <a:pt x="8049" y="89188"/>
                      <a:pt x="7072" y="86233"/>
                    </a:cubicBezTo>
                    <a:lnTo>
                      <a:pt x="730" y="66988"/>
                    </a:lnTo>
                    <a:cubicBezTo>
                      <a:pt x="-245" y="64033"/>
                      <a:pt x="-245" y="59194"/>
                      <a:pt x="730" y="56233"/>
                    </a:cubicBezTo>
                    <a:lnTo>
                      <a:pt x="7072" y="36988"/>
                    </a:lnTo>
                    <a:cubicBezTo>
                      <a:pt x="8049" y="34033"/>
                      <a:pt x="10442" y="31611"/>
                      <a:pt x="12388" y="31611"/>
                    </a:cubicBezTo>
                    <a:lnTo>
                      <a:pt x="25073" y="31611"/>
                    </a:lnTo>
                    <a:cubicBezTo>
                      <a:pt x="27025" y="31611"/>
                      <a:pt x="29412" y="34033"/>
                      <a:pt x="30389" y="36988"/>
                    </a:cubicBezTo>
                    <a:lnTo>
                      <a:pt x="33931" y="47727"/>
                    </a:lnTo>
                    <a:cubicBezTo>
                      <a:pt x="34907" y="50683"/>
                      <a:pt x="37294" y="53105"/>
                      <a:pt x="39246" y="53100"/>
                    </a:cubicBezTo>
                    <a:lnTo>
                      <a:pt x="40669" y="53100"/>
                    </a:lnTo>
                    <a:cubicBezTo>
                      <a:pt x="42616" y="53100"/>
                      <a:pt x="45009" y="50683"/>
                      <a:pt x="45985" y="47722"/>
                    </a:cubicBezTo>
                    <a:lnTo>
                      <a:pt x="59941" y="5377"/>
                    </a:lnTo>
                    <a:cubicBezTo>
                      <a:pt x="60917" y="2422"/>
                      <a:pt x="63310" y="0"/>
                      <a:pt x="65257" y="0"/>
                    </a:cubicBezTo>
                    <a:lnTo>
                      <a:pt x="97715" y="0"/>
                    </a:lnTo>
                    <a:cubicBezTo>
                      <a:pt x="99668" y="0"/>
                      <a:pt x="102061" y="2422"/>
                      <a:pt x="103037" y="5377"/>
                    </a:cubicBezTo>
                    <a:lnTo>
                      <a:pt x="119263" y="54622"/>
                    </a:lnTo>
                    <a:cubicBezTo>
                      <a:pt x="120239" y="57583"/>
                      <a:pt x="120239" y="62422"/>
                      <a:pt x="119263" y="65377"/>
                    </a:cubicBezTo>
                    <a:lnTo>
                      <a:pt x="103037" y="114622"/>
                    </a:lnTo>
                    <a:cubicBezTo>
                      <a:pt x="102061" y="117577"/>
                      <a:pt x="99668" y="120000"/>
                      <a:pt x="97715" y="120000"/>
                    </a:cubicBezTo>
                    <a:lnTo>
                      <a:pt x="65257" y="120000"/>
                    </a:lnTo>
                    <a:cubicBezTo>
                      <a:pt x="63310" y="120000"/>
                      <a:pt x="60917" y="117577"/>
                      <a:pt x="59941" y="114622"/>
                    </a:cubicBezTo>
                    <a:lnTo>
                      <a:pt x="45985" y="72277"/>
                    </a:lnTo>
                    <a:cubicBezTo>
                      <a:pt x="45009" y="69316"/>
                      <a:pt x="42616" y="66900"/>
                      <a:pt x="40663" y="66900"/>
                    </a:cubicBezTo>
                    <a:lnTo>
                      <a:pt x="40306" y="66900"/>
                    </a:lnTo>
                    <a:cubicBezTo>
                      <a:pt x="38360" y="66900"/>
                      <a:pt x="35967" y="69316"/>
                      <a:pt x="34990" y="72277"/>
                    </a:cubicBezTo>
                    <a:cubicBezTo>
                      <a:pt x="34990" y="72277"/>
                      <a:pt x="30389" y="86233"/>
                      <a:pt x="30389" y="86233"/>
                    </a:cubicBezTo>
                    <a:close/>
                  </a:path>
                </a:pathLst>
              </a:custGeom>
              <a:solidFill>
                <a:schemeClr val="accent3"/>
              </a:solidFill>
              <a:ln>
                <a:noFill/>
              </a:ln>
            </p:spPr>
            <p:txBody>
              <a:bodyPr spcFirstLastPara="1" lIns="38100" tIns="38100" rIns="38100" bIns="38100" anchor="ctr"/>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4" name="Google Shape;163;p8">
                <a:extLst>
                  <a:ext uri="{FF2B5EF4-FFF2-40B4-BE49-F238E27FC236}">
                    <a16:creationId xmlns:a16="http://schemas.microsoft.com/office/drawing/2014/main" id="{47636910-443E-EC3A-C610-7D92DDAC73B5}"/>
                  </a:ext>
                </a:extLst>
              </p:cNvPr>
              <p:cNvSpPr>
                <a:spLocks/>
              </p:cNvSpPr>
              <p:nvPr/>
            </p:nvSpPr>
            <p:spPr bwMode="auto">
              <a:xfrm>
                <a:off x="7433157" y="3895881"/>
                <a:ext cx="279335" cy="279386"/>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7" name="Google Shape;164;p8">
              <a:extLst>
                <a:ext uri="{FF2B5EF4-FFF2-40B4-BE49-F238E27FC236}">
                  <a16:creationId xmlns:a16="http://schemas.microsoft.com/office/drawing/2014/main" id="{5666FDCA-771C-4CBA-1DA8-BFDBCAC441B5}"/>
                </a:ext>
              </a:extLst>
            </p:cNvPr>
            <p:cNvGrpSpPr>
              <a:grpSpLocks/>
            </p:cNvGrpSpPr>
            <p:nvPr/>
          </p:nvGrpSpPr>
          <p:grpSpPr bwMode="auto">
            <a:xfrm>
              <a:off x="5819045" y="4108595"/>
              <a:ext cx="1334777" cy="1571546"/>
              <a:chOff x="5819045" y="4108595"/>
              <a:chExt cx="1334777" cy="1571546"/>
            </a:xfrm>
          </p:grpSpPr>
          <p:sp>
            <p:nvSpPr>
              <p:cNvPr id="11" name="Google Shape;165;p8">
                <a:extLst>
                  <a:ext uri="{FF2B5EF4-FFF2-40B4-BE49-F238E27FC236}">
                    <a16:creationId xmlns:a16="http://schemas.microsoft.com/office/drawing/2014/main" id="{91AF7474-1985-B68C-46A2-642541A6B96F}"/>
                  </a:ext>
                </a:extLst>
              </p:cNvPr>
              <p:cNvSpPr/>
              <p:nvPr/>
            </p:nvSpPr>
            <p:spPr>
              <a:xfrm>
                <a:off x="5819045" y="4108595"/>
                <a:ext cx="1334777" cy="1571546"/>
              </a:xfrm>
              <a:custGeom>
                <a:avLst/>
                <a:gdLst/>
                <a:ahLst/>
                <a:cxnLst/>
                <a:rect l="0" t="0" r="0" b="0"/>
                <a:pathLst>
                  <a:path w="120000" h="120000" extrusionOk="0">
                    <a:moveTo>
                      <a:pt x="16623" y="39044"/>
                    </a:moveTo>
                    <a:cubicBezTo>
                      <a:pt x="14009" y="39044"/>
                      <a:pt x="10797" y="37472"/>
                      <a:pt x="9490" y="35544"/>
                    </a:cubicBezTo>
                    <a:lnTo>
                      <a:pt x="977" y="23022"/>
                    </a:lnTo>
                    <a:cubicBezTo>
                      <a:pt x="-329" y="21094"/>
                      <a:pt x="-329" y="17950"/>
                      <a:pt x="977" y="16022"/>
                    </a:cubicBezTo>
                    <a:lnTo>
                      <a:pt x="9490" y="3500"/>
                    </a:lnTo>
                    <a:cubicBezTo>
                      <a:pt x="10797" y="1572"/>
                      <a:pt x="14009" y="0"/>
                      <a:pt x="16628" y="0"/>
                    </a:cubicBezTo>
                    <a:lnTo>
                      <a:pt x="33648" y="0"/>
                    </a:lnTo>
                    <a:cubicBezTo>
                      <a:pt x="36268" y="0"/>
                      <a:pt x="39480" y="1572"/>
                      <a:pt x="40787" y="3500"/>
                    </a:cubicBezTo>
                    <a:lnTo>
                      <a:pt x="49300" y="16022"/>
                    </a:lnTo>
                    <a:cubicBezTo>
                      <a:pt x="50607" y="17944"/>
                      <a:pt x="50607" y="21094"/>
                      <a:pt x="49300" y="23022"/>
                    </a:cubicBezTo>
                    <a:lnTo>
                      <a:pt x="44546" y="30011"/>
                    </a:lnTo>
                    <a:cubicBezTo>
                      <a:pt x="43239" y="31933"/>
                      <a:pt x="43239" y="35083"/>
                      <a:pt x="44552" y="37005"/>
                    </a:cubicBezTo>
                    <a:lnTo>
                      <a:pt x="45502" y="38411"/>
                    </a:lnTo>
                    <a:cubicBezTo>
                      <a:pt x="46809" y="40333"/>
                      <a:pt x="50020" y="41911"/>
                      <a:pt x="52640" y="41911"/>
                    </a:cubicBezTo>
                    <a:lnTo>
                      <a:pt x="90099" y="41911"/>
                    </a:lnTo>
                    <a:cubicBezTo>
                      <a:pt x="92713" y="41911"/>
                      <a:pt x="95925" y="43483"/>
                      <a:pt x="97232" y="45411"/>
                    </a:cubicBezTo>
                    <a:lnTo>
                      <a:pt x="119016" y="77455"/>
                    </a:lnTo>
                    <a:cubicBezTo>
                      <a:pt x="120323" y="79377"/>
                      <a:pt x="120323" y="82527"/>
                      <a:pt x="119016" y="84455"/>
                    </a:cubicBezTo>
                    <a:lnTo>
                      <a:pt x="97232" y="116500"/>
                    </a:lnTo>
                    <a:cubicBezTo>
                      <a:pt x="95925" y="118427"/>
                      <a:pt x="92713" y="120000"/>
                      <a:pt x="90099" y="120000"/>
                    </a:cubicBezTo>
                    <a:lnTo>
                      <a:pt x="46535" y="120000"/>
                    </a:lnTo>
                    <a:cubicBezTo>
                      <a:pt x="43921" y="120000"/>
                      <a:pt x="40709" y="118427"/>
                      <a:pt x="39402" y="116500"/>
                    </a:cubicBezTo>
                    <a:lnTo>
                      <a:pt x="17617" y="84455"/>
                    </a:lnTo>
                    <a:cubicBezTo>
                      <a:pt x="16310" y="82527"/>
                      <a:pt x="16310" y="79377"/>
                      <a:pt x="17617" y="77455"/>
                    </a:cubicBezTo>
                    <a:lnTo>
                      <a:pt x="36346" y="49900"/>
                    </a:lnTo>
                    <a:cubicBezTo>
                      <a:pt x="37659" y="47972"/>
                      <a:pt x="37659" y="44822"/>
                      <a:pt x="36346" y="42900"/>
                    </a:cubicBezTo>
                    <a:lnTo>
                      <a:pt x="36106" y="42544"/>
                    </a:lnTo>
                    <a:cubicBezTo>
                      <a:pt x="34799" y="40622"/>
                      <a:pt x="31587" y="39044"/>
                      <a:pt x="28973" y="39044"/>
                    </a:cubicBezTo>
                    <a:cubicBezTo>
                      <a:pt x="28973" y="39044"/>
                      <a:pt x="16623" y="39044"/>
                      <a:pt x="16623" y="39044"/>
                    </a:cubicBezTo>
                    <a:close/>
                  </a:path>
                </a:pathLst>
              </a:custGeom>
              <a:solidFill>
                <a:schemeClr val="accent4"/>
              </a:solidFill>
              <a:ln>
                <a:noFill/>
              </a:ln>
            </p:spPr>
            <p:txBody>
              <a:bodyPr spcFirstLastPara="1" lIns="38100" tIns="38100" rIns="38100" bIns="38100" anchor="ctr"/>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2" name="Google Shape;166;p8">
                <a:extLst>
                  <a:ext uri="{FF2B5EF4-FFF2-40B4-BE49-F238E27FC236}">
                    <a16:creationId xmlns:a16="http://schemas.microsoft.com/office/drawing/2014/main" id="{E36A875E-9ABA-9263-511C-B60061256DE5}"/>
                  </a:ext>
                </a:extLst>
              </p:cNvPr>
              <p:cNvSpPr>
                <a:spLocks/>
              </p:cNvSpPr>
              <p:nvPr/>
            </p:nvSpPr>
            <p:spPr bwMode="auto">
              <a:xfrm>
                <a:off x="6436439" y="5073746"/>
                <a:ext cx="279335" cy="228589"/>
              </a:xfrm>
              <a:custGeom>
                <a:avLst/>
                <a:gdLst>
                  <a:gd name="T0" fmla="*/ 0 w 120000"/>
                  <a:gd name="T1" fmla="*/ 0 h 120000"/>
                  <a:gd name="T2" fmla="*/ 120000 w 120000"/>
                  <a:gd name="T3" fmla="*/ 120000 h 120000"/>
                </a:gdLst>
                <a:ahLst/>
                <a:cxnLst>
                  <a:cxn ang="0">
                    <a:pos x="98183" y="53333"/>
                  </a:cxn>
                  <a:cxn ang="0">
                    <a:pos x="92727" y="40000"/>
                  </a:cxn>
                  <a:cxn ang="0">
                    <a:pos x="76361" y="46666"/>
                  </a:cxn>
                  <a:cxn ang="0">
                    <a:pos x="43638" y="53333"/>
                  </a:cxn>
                  <a:cxn ang="0">
                    <a:pos x="38183" y="40000"/>
                  </a:cxn>
                  <a:cxn ang="0">
                    <a:pos x="21816" y="46666"/>
                  </a:cxn>
                  <a:cxn ang="0">
                    <a:pos x="5455" y="53333"/>
                  </a:cxn>
                  <a:cxn ang="0">
                    <a:pos x="114544" y="20005"/>
                  </a:cxn>
                  <a:cxn ang="0">
                    <a:pos x="81816" y="46666"/>
                  </a:cxn>
                  <a:cxn ang="0">
                    <a:pos x="92727" y="66672"/>
                  </a:cxn>
                  <a:cxn ang="0">
                    <a:pos x="81816" y="46666"/>
                  </a:cxn>
                  <a:cxn ang="0">
                    <a:pos x="38183" y="46666"/>
                  </a:cxn>
                  <a:cxn ang="0">
                    <a:pos x="27272" y="66672"/>
                  </a:cxn>
                  <a:cxn ang="0">
                    <a:pos x="109088" y="113333"/>
                  </a:cxn>
                  <a:cxn ang="0">
                    <a:pos x="10911" y="60000"/>
                  </a:cxn>
                  <a:cxn ang="0">
                    <a:pos x="21816" y="66672"/>
                  </a:cxn>
                  <a:cxn ang="0">
                    <a:pos x="38183" y="73333"/>
                  </a:cxn>
                  <a:cxn ang="0">
                    <a:pos x="43638" y="60000"/>
                  </a:cxn>
                  <a:cxn ang="0">
                    <a:pos x="76361" y="66672"/>
                  </a:cxn>
                  <a:cxn ang="0">
                    <a:pos x="92727" y="73333"/>
                  </a:cxn>
                  <a:cxn ang="0">
                    <a:pos x="98183" y="60000"/>
                  </a:cxn>
                  <a:cxn ang="0">
                    <a:pos x="109088" y="113333"/>
                  </a:cxn>
                  <a:cxn ang="0">
                    <a:pos x="70911" y="6666"/>
                  </a:cxn>
                  <a:cxn ang="0">
                    <a:pos x="43638" y="13333"/>
                  </a:cxn>
                  <a:cxn ang="0">
                    <a:pos x="114544" y="13333"/>
                  </a:cxn>
                  <a:cxn ang="0">
                    <a:pos x="70911" y="0"/>
                  </a:cxn>
                  <a:cxn ang="0">
                    <a:pos x="38183" y="13333"/>
                  </a:cxn>
                  <a:cxn ang="0">
                    <a:pos x="0" y="20005"/>
                  </a:cxn>
                  <a:cxn ang="0">
                    <a:pos x="5455" y="60000"/>
                  </a:cxn>
                  <a:cxn ang="0">
                    <a:pos x="10911" y="120000"/>
                  </a:cxn>
                  <a:cxn ang="0">
                    <a:pos x="114544" y="113333"/>
                  </a:cxn>
                  <a:cxn ang="0">
                    <a:pos x="120000" y="53333"/>
                  </a:cxn>
                  <a:cxn ang="0">
                    <a:pos x="114544" y="13333"/>
                  </a:cxn>
                </a:cxnLst>
                <a:rect l="T0" t="T1" r="T2" b="T3"/>
                <a:pathLst>
                  <a:path w="120000" h="120000" extrusionOk="0">
                    <a:moveTo>
                      <a:pt x="114544" y="53333"/>
                    </a:moveTo>
                    <a:lnTo>
                      <a:pt x="98183" y="53333"/>
                    </a:lnTo>
                    <a:lnTo>
                      <a:pt x="98183" y="46666"/>
                    </a:lnTo>
                    <a:cubicBezTo>
                      <a:pt x="98183" y="42988"/>
                      <a:pt x="95738" y="40000"/>
                      <a:pt x="92727" y="40000"/>
                    </a:cubicBezTo>
                    <a:lnTo>
                      <a:pt x="81816" y="40000"/>
                    </a:lnTo>
                    <a:cubicBezTo>
                      <a:pt x="78811" y="40000"/>
                      <a:pt x="76361" y="42988"/>
                      <a:pt x="76361" y="46666"/>
                    </a:cubicBezTo>
                    <a:lnTo>
                      <a:pt x="76361" y="53333"/>
                    </a:lnTo>
                    <a:lnTo>
                      <a:pt x="43638" y="53333"/>
                    </a:lnTo>
                    <a:lnTo>
                      <a:pt x="43638" y="46666"/>
                    </a:lnTo>
                    <a:cubicBezTo>
                      <a:pt x="43638" y="42988"/>
                      <a:pt x="41188" y="40000"/>
                      <a:pt x="38183" y="40000"/>
                    </a:cubicBezTo>
                    <a:lnTo>
                      <a:pt x="27272" y="40000"/>
                    </a:lnTo>
                    <a:cubicBezTo>
                      <a:pt x="24261" y="40000"/>
                      <a:pt x="21816" y="42988"/>
                      <a:pt x="21816" y="46666"/>
                    </a:cubicBezTo>
                    <a:lnTo>
                      <a:pt x="21816" y="53333"/>
                    </a:lnTo>
                    <a:lnTo>
                      <a:pt x="5455" y="53333"/>
                    </a:lnTo>
                    <a:lnTo>
                      <a:pt x="5455" y="20005"/>
                    </a:lnTo>
                    <a:lnTo>
                      <a:pt x="114544" y="20005"/>
                    </a:lnTo>
                    <a:cubicBezTo>
                      <a:pt x="114544" y="20005"/>
                      <a:pt x="114544" y="53333"/>
                      <a:pt x="114544" y="53333"/>
                    </a:cubicBezTo>
                    <a:close/>
                    <a:moveTo>
                      <a:pt x="81816" y="46666"/>
                    </a:moveTo>
                    <a:lnTo>
                      <a:pt x="92727" y="46666"/>
                    </a:lnTo>
                    <a:lnTo>
                      <a:pt x="92727" y="66672"/>
                    </a:lnTo>
                    <a:lnTo>
                      <a:pt x="81816" y="66672"/>
                    </a:lnTo>
                    <a:cubicBezTo>
                      <a:pt x="81816" y="66672"/>
                      <a:pt x="81816" y="46666"/>
                      <a:pt x="81816" y="46666"/>
                    </a:cubicBezTo>
                    <a:close/>
                    <a:moveTo>
                      <a:pt x="27272" y="46666"/>
                    </a:moveTo>
                    <a:lnTo>
                      <a:pt x="38183" y="46666"/>
                    </a:lnTo>
                    <a:lnTo>
                      <a:pt x="38183" y="66672"/>
                    </a:lnTo>
                    <a:lnTo>
                      <a:pt x="27272" y="66672"/>
                    </a:lnTo>
                    <a:cubicBezTo>
                      <a:pt x="27272" y="66672"/>
                      <a:pt x="27272" y="46666"/>
                      <a:pt x="27272" y="46666"/>
                    </a:cubicBezTo>
                    <a:close/>
                    <a:moveTo>
                      <a:pt x="109088" y="113333"/>
                    </a:moveTo>
                    <a:lnTo>
                      <a:pt x="10911" y="113333"/>
                    </a:lnTo>
                    <a:lnTo>
                      <a:pt x="10911" y="60000"/>
                    </a:lnTo>
                    <a:lnTo>
                      <a:pt x="21816" y="60000"/>
                    </a:lnTo>
                    <a:lnTo>
                      <a:pt x="21816" y="66672"/>
                    </a:lnTo>
                    <a:cubicBezTo>
                      <a:pt x="21816" y="70344"/>
                      <a:pt x="24261" y="73333"/>
                      <a:pt x="27272" y="73333"/>
                    </a:cubicBezTo>
                    <a:lnTo>
                      <a:pt x="38183" y="73333"/>
                    </a:lnTo>
                    <a:cubicBezTo>
                      <a:pt x="41188" y="73333"/>
                      <a:pt x="43638" y="70344"/>
                      <a:pt x="43638" y="66672"/>
                    </a:cubicBezTo>
                    <a:lnTo>
                      <a:pt x="43638" y="60000"/>
                    </a:lnTo>
                    <a:lnTo>
                      <a:pt x="76361" y="60000"/>
                    </a:lnTo>
                    <a:lnTo>
                      <a:pt x="76361" y="66672"/>
                    </a:lnTo>
                    <a:cubicBezTo>
                      <a:pt x="76361" y="70344"/>
                      <a:pt x="78811" y="73333"/>
                      <a:pt x="81816" y="73333"/>
                    </a:cubicBezTo>
                    <a:lnTo>
                      <a:pt x="92727" y="73333"/>
                    </a:lnTo>
                    <a:cubicBezTo>
                      <a:pt x="95738" y="73333"/>
                      <a:pt x="98183" y="70344"/>
                      <a:pt x="98183" y="66672"/>
                    </a:cubicBezTo>
                    <a:lnTo>
                      <a:pt x="98183" y="60000"/>
                    </a:lnTo>
                    <a:lnTo>
                      <a:pt x="109088" y="60000"/>
                    </a:lnTo>
                    <a:cubicBezTo>
                      <a:pt x="109088" y="60000"/>
                      <a:pt x="109088" y="113333"/>
                      <a:pt x="109088" y="113333"/>
                    </a:cubicBezTo>
                    <a:close/>
                    <a:moveTo>
                      <a:pt x="49088" y="6666"/>
                    </a:moveTo>
                    <a:lnTo>
                      <a:pt x="70911" y="6666"/>
                    </a:lnTo>
                    <a:cubicBezTo>
                      <a:pt x="73916" y="6666"/>
                      <a:pt x="76361" y="9655"/>
                      <a:pt x="76361" y="13333"/>
                    </a:cubicBezTo>
                    <a:lnTo>
                      <a:pt x="43638" y="13333"/>
                    </a:lnTo>
                    <a:cubicBezTo>
                      <a:pt x="43638" y="9655"/>
                      <a:pt x="46083" y="6666"/>
                      <a:pt x="49088" y="6666"/>
                    </a:cubicBezTo>
                    <a:moveTo>
                      <a:pt x="114544" y="13333"/>
                    </a:moveTo>
                    <a:lnTo>
                      <a:pt x="81816" y="13333"/>
                    </a:lnTo>
                    <a:cubicBezTo>
                      <a:pt x="81816" y="5972"/>
                      <a:pt x="76933" y="0"/>
                      <a:pt x="70911" y="0"/>
                    </a:cubicBezTo>
                    <a:lnTo>
                      <a:pt x="49088" y="0"/>
                    </a:lnTo>
                    <a:cubicBezTo>
                      <a:pt x="43066" y="0"/>
                      <a:pt x="38183" y="5972"/>
                      <a:pt x="38183" y="13333"/>
                    </a:cubicBezTo>
                    <a:lnTo>
                      <a:pt x="5455" y="13333"/>
                    </a:lnTo>
                    <a:cubicBezTo>
                      <a:pt x="2444" y="13333"/>
                      <a:pt x="0" y="16322"/>
                      <a:pt x="0" y="20005"/>
                    </a:cubicBezTo>
                    <a:lnTo>
                      <a:pt x="0" y="53333"/>
                    </a:lnTo>
                    <a:cubicBezTo>
                      <a:pt x="0" y="57011"/>
                      <a:pt x="2444" y="60000"/>
                      <a:pt x="5455" y="60000"/>
                    </a:cubicBezTo>
                    <a:lnTo>
                      <a:pt x="5455" y="113333"/>
                    </a:lnTo>
                    <a:cubicBezTo>
                      <a:pt x="5455" y="117011"/>
                      <a:pt x="7900" y="120000"/>
                      <a:pt x="10911" y="120000"/>
                    </a:cubicBezTo>
                    <a:lnTo>
                      <a:pt x="109088" y="120000"/>
                    </a:lnTo>
                    <a:cubicBezTo>
                      <a:pt x="112100" y="120000"/>
                      <a:pt x="114544" y="117011"/>
                      <a:pt x="114544" y="113333"/>
                    </a:cubicBezTo>
                    <a:lnTo>
                      <a:pt x="114544" y="60000"/>
                    </a:lnTo>
                    <a:cubicBezTo>
                      <a:pt x="117555" y="60000"/>
                      <a:pt x="120000" y="57011"/>
                      <a:pt x="120000" y="53333"/>
                    </a:cubicBezTo>
                    <a:lnTo>
                      <a:pt x="120000" y="20005"/>
                    </a:lnTo>
                    <a:cubicBezTo>
                      <a:pt x="120000" y="16322"/>
                      <a:pt x="117555" y="13333"/>
                      <a:pt x="114544" y="13333"/>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8" name="Google Shape;167;p8">
              <a:extLst>
                <a:ext uri="{FF2B5EF4-FFF2-40B4-BE49-F238E27FC236}">
                  <a16:creationId xmlns:a16="http://schemas.microsoft.com/office/drawing/2014/main" id="{017BEF54-FFFC-A872-1248-F1F9F70E79B8}"/>
                </a:ext>
              </a:extLst>
            </p:cNvPr>
            <p:cNvGrpSpPr>
              <a:grpSpLocks/>
            </p:cNvGrpSpPr>
            <p:nvPr/>
          </p:nvGrpSpPr>
          <p:grpSpPr bwMode="auto">
            <a:xfrm>
              <a:off x="4522358" y="3789525"/>
              <a:ext cx="1310970" cy="1585832"/>
              <a:chOff x="4522358" y="3789525"/>
              <a:chExt cx="1310970" cy="1585832"/>
            </a:xfrm>
          </p:grpSpPr>
          <p:sp>
            <p:nvSpPr>
              <p:cNvPr id="9" name="Google Shape;168;p8">
                <a:extLst>
                  <a:ext uri="{FF2B5EF4-FFF2-40B4-BE49-F238E27FC236}">
                    <a16:creationId xmlns:a16="http://schemas.microsoft.com/office/drawing/2014/main" id="{81D53B78-EEBD-6372-D92E-748832A7124A}"/>
                  </a:ext>
                </a:extLst>
              </p:cNvPr>
              <p:cNvSpPr/>
              <p:nvPr/>
            </p:nvSpPr>
            <p:spPr>
              <a:xfrm>
                <a:off x="4522358" y="3789525"/>
                <a:ext cx="1310970" cy="1585832"/>
              </a:xfrm>
              <a:custGeom>
                <a:avLst/>
                <a:gdLst/>
                <a:ahLst/>
                <a:cxnLst/>
                <a:rect l="0" t="0" r="0" b="0"/>
                <a:pathLst>
                  <a:path w="120000" h="120000" extrusionOk="0">
                    <a:moveTo>
                      <a:pt x="69801" y="22822"/>
                    </a:moveTo>
                    <a:cubicBezTo>
                      <a:pt x="68471" y="20916"/>
                      <a:pt x="68471" y="17794"/>
                      <a:pt x="69801" y="15883"/>
                    </a:cubicBezTo>
                    <a:lnTo>
                      <a:pt x="78465" y="3466"/>
                    </a:lnTo>
                    <a:cubicBezTo>
                      <a:pt x="79800" y="1561"/>
                      <a:pt x="83068" y="0"/>
                      <a:pt x="85733" y="0"/>
                    </a:cubicBezTo>
                    <a:lnTo>
                      <a:pt x="103067" y="0"/>
                    </a:lnTo>
                    <a:cubicBezTo>
                      <a:pt x="105732" y="0"/>
                      <a:pt x="109000" y="1561"/>
                      <a:pt x="110330" y="3466"/>
                    </a:cubicBezTo>
                    <a:lnTo>
                      <a:pt x="119000" y="15883"/>
                    </a:lnTo>
                    <a:cubicBezTo>
                      <a:pt x="120329" y="17794"/>
                      <a:pt x="120329" y="20916"/>
                      <a:pt x="119000" y="22822"/>
                    </a:cubicBezTo>
                    <a:lnTo>
                      <a:pt x="110330" y="35238"/>
                    </a:lnTo>
                    <a:cubicBezTo>
                      <a:pt x="109000" y="37144"/>
                      <a:pt x="105732" y="38705"/>
                      <a:pt x="103067" y="38705"/>
                    </a:cubicBezTo>
                    <a:lnTo>
                      <a:pt x="93397" y="38705"/>
                    </a:lnTo>
                    <a:cubicBezTo>
                      <a:pt x="90733" y="38705"/>
                      <a:pt x="87465" y="40266"/>
                      <a:pt x="86130" y="42177"/>
                    </a:cubicBezTo>
                    <a:lnTo>
                      <a:pt x="85163" y="43566"/>
                    </a:lnTo>
                    <a:cubicBezTo>
                      <a:pt x="83828" y="45472"/>
                      <a:pt x="83828" y="48594"/>
                      <a:pt x="85163" y="50505"/>
                    </a:cubicBezTo>
                    <a:lnTo>
                      <a:pt x="104229" y="77822"/>
                    </a:lnTo>
                    <a:cubicBezTo>
                      <a:pt x="105564" y="79733"/>
                      <a:pt x="105564" y="82855"/>
                      <a:pt x="104229" y="84761"/>
                    </a:cubicBezTo>
                    <a:lnTo>
                      <a:pt x="82057" y="116533"/>
                    </a:lnTo>
                    <a:cubicBezTo>
                      <a:pt x="80722" y="118438"/>
                      <a:pt x="77454" y="120000"/>
                      <a:pt x="74789" y="120000"/>
                    </a:cubicBezTo>
                    <a:lnTo>
                      <a:pt x="30439" y="120000"/>
                    </a:lnTo>
                    <a:cubicBezTo>
                      <a:pt x="27775" y="120000"/>
                      <a:pt x="24507" y="118438"/>
                      <a:pt x="23172" y="116527"/>
                    </a:cubicBezTo>
                    <a:lnTo>
                      <a:pt x="994" y="84761"/>
                    </a:lnTo>
                    <a:cubicBezTo>
                      <a:pt x="-335" y="82855"/>
                      <a:pt x="-335" y="79733"/>
                      <a:pt x="994" y="77822"/>
                    </a:cubicBezTo>
                    <a:lnTo>
                      <a:pt x="23172" y="46055"/>
                    </a:lnTo>
                    <a:cubicBezTo>
                      <a:pt x="24507" y="44144"/>
                      <a:pt x="27775" y="42583"/>
                      <a:pt x="30439" y="42583"/>
                    </a:cubicBezTo>
                    <a:lnTo>
                      <a:pt x="68577" y="42583"/>
                    </a:lnTo>
                    <a:cubicBezTo>
                      <a:pt x="71242" y="42583"/>
                      <a:pt x="74510" y="41022"/>
                      <a:pt x="75840" y="39116"/>
                    </a:cubicBezTo>
                    <a:lnTo>
                      <a:pt x="76085" y="38766"/>
                    </a:lnTo>
                    <a:cubicBezTo>
                      <a:pt x="77420" y="36855"/>
                      <a:pt x="77420" y="33733"/>
                      <a:pt x="76085" y="31827"/>
                    </a:cubicBezTo>
                    <a:cubicBezTo>
                      <a:pt x="76085" y="31827"/>
                      <a:pt x="69801" y="22822"/>
                      <a:pt x="69801" y="22822"/>
                    </a:cubicBezTo>
                    <a:close/>
                  </a:path>
                </a:pathLst>
              </a:custGeom>
              <a:solidFill>
                <a:schemeClr val="accent5"/>
              </a:solidFill>
              <a:ln>
                <a:noFill/>
              </a:ln>
            </p:spPr>
            <p:txBody>
              <a:bodyPr spcFirstLastPara="1" lIns="38100" tIns="38100" rIns="38100" bIns="38100" anchor="ctr"/>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0" name="Google Shape;169;p8">
                <a:extLst>
                  <a:ext uri="{FF2B5EF4-FFF2-40B4-BE49-F238E27FC236}">
                    <a16:creationId xmlns:a16="http://schemas.microsoft.com/office/drawing/2014/main" id="{9E6B1D55-A2CE-6895-EDF5-663AD5C5D73F}"/>
                  </a:ext>
                </a:extLst>
              </p:cNvPr>
              <p:cNvSpPr>
                <a:spLocks/>
              </p:cNvSpPr>
              <p:nvPr/>
            </p:nvSpPr>
            <p:spPr bwMode="auto">
              <a:xfrm>
                <a:off x="4946122" y="4756263"/>
                <a:ext cx="279335" cy="279386"/>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grpSp>
      <p:sp>
        <p:nvSpPr>
          <p:cNvPr id="21" name="Google Shape;170;p8">
            <a:extLst>
              <a:ext uri="{FF2B5EF4-FFF2-40B4-BE49-F238E27FC236}">
                <a16:creationId xmlns:a16="http://schemas.microsoft.com/office/drawing/2014/main" id="{9C5642B9-1DD3-0136-5FD3-94CC5977D063}"/>
              </a:ext>
            </a:extLst>
          </p:cNvPr>
          <p:cNvSpPr>
            <a:spLocks/>
          </p:cNvSpPr>
          <p:nvPr/>
        </p:nvSpPr>
        <p:spPr bwMode="auto">
          <a:xfrm>
            <a:off x="5053013" y="4046538"/>
            <a:ext cx="279400" cy="279400"/>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2" name="Google Shape;171;p8">
            <a:extLst>
              <a:ext uri="{FF2B5EF4-FFF2-40B4-BE49-F238E27FC236}">
                <a16:creationId xmlns:a16="http://schemas.microsoft.com/office/drawing/2014/main" id="{7F335FCB-EBD6-C310-5138-B09A6B3C94DF}"/>
              </a:ext>
            </a:extLst>
          </p:cNvPr>
          <p:cNvSpPr>
            <a:spLocks/>
          </p:cNvSpPr>
          <p:nvPr/>
        </p:nvSpPr>
        <p:spPr bwMode="auto">
          <a:xfrm>
            <a:off x="5016500" y="2724150"/>
            <a:ext cx="279400" cy="279400"/>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3" name="Google Shape;172;p8">
            <a:extLst>
              <a:ext uri="{FF2B5EF4-FFF2-40B4-BE49-F238E27FC236}">
                <a16:creationId xmlns:a16="http://schemas.microsoft.com/office/drawing/2014/main" id="{DB9F9330-5785-E33B-5B91-B7198CFA38F8}"/>
              </a:ext>
            </a:extLst>
          </p:cNvPr>
          <p:cNvSpPr>
            <a:spLocks/>
          </p:cNvSpPr>
          <p:nvPr/>
        </p:nvSpPr>
        <p:spPr bwMode="auto">
          <a:xfrm>
            <a:off x="8564563" y="2717800"/>
            <a:ext cx="279400" cy="279400"/>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4" name="Google Shape;173;p8">
            <a:extLst>
              <a:ext uri="{FF2B5EF4-FFF2-40B4-BE49-F238E27FC236}">
                <a16:creationId xmlns:a16="http://schemas.microsoft.com/office/drawing/2014/main" id="{5A12827B-CCCD-2C30-589E-65ACC29A1B0E}"/>
              </a:ext>
            </a:extLst>
          </p:cNvPr>
          <p:cNvSpPr>
            <a:spLocks/>
          </p:cNvSpPr>
          <p:nvPr/>
        </p:nvSpPr>
        <p:spPr bwMode="auto">
          <a:xfrm>
            <a:off x="8553450" y="4029075"/>
            <a:ext cx="277813" cy="279400"/>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5" name="Google Shape;174;p8">
            <a:extLst>
              <a:ext uri="{FF2B5EF4-FFF2-40B4-BE49-F238E27FC236}">
                <a16:creationId xmlns:a16="http://schemas.microsoft.com/office/drawing/2014/main" id="{43029CFD-7983-7B93-6342-93C682AB5057}"/>
              </a:ext>
            </a:extLst>
          </p:cNvPr>
          <p:cNvSpPr>
            <a:spLocks/>
          </p:cNvSpPr>
          <p:nvPr/>
        </p:nvSpPr>
        <p:spPr bwMode="auto">
          <a:xfrm>
            <a:off x="5046663" y="5330825"/>
            <a:ext cx="279400" cy="279400"/>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2"/>
          </a:solidFill>
          <a:ln w="9525">
            <a:noFill/>
            <a:round/>
            <a:headEnd/>
            <a:tailEnd/>
          </a:ln>
        </p:spPr>
        <p:txBody>
          <a:bodyPr lIns="19025" tIns="19025" rIns="19025" bIns="19025" anchor="ctr"/>
          <a:lstStyle/>
          <a:p>
            <a:pPr>
              <a:defRPr/>
            </a:pPr>
            <a:endParaRPr lang="en-US"/>
          </a:p>
        </p:txBody>
      </p:sp>
      <p:sp>
        <p:nvSpPr>
          <p:cNvPr id="26" name="Google Shape;175;p8">
            <a:extLst>
              <a:ext uri="{FF2B5EF4-FFF2-40B4-BE49-F238E27FC236}">
                <a16:creationId xmlns:a16="http://schemas.microsoft.com/office/drawing/2014/main" id="{980E1E0E-8060-34FF-6AA8-7B3B0BAFB10A}"/>
              </a:ext>
            </a:extLst>
          </p:cNvPr>
          <p:cNvSpPr>
            <a:spLocks/>
          </p:cNvSpPr>
          <p:nvPr/>
        </p:nvSpPr>
        <p:spPr bwMode="auto">
          <a:xfrm>
            <a:off x="8553450" y="5340350"/>
            <a:ext cx="277813" cy="228600"/>
          </a:xfrm>
          <a:custGeom>
            <a:avLst/>
            <a:gdLst>
              <a:gd name="T0" fmla="*/ 0 w 120000"/>
              <a:gd name="T1" fmla="*/ 0 h 120000"/>
              <a:gd name="T2" fmla="*/ 120000 w 120000"/>
              <a:gd name="T3" fmla="*/ 120000 h 120000"/>
            </a:gdLst>
            <a:ahLst/>
            <a:cxnLst>
              <a:cxn ang="0">
                <a:pos x="98183" y="53333"/>
              </a:cxn>
              <a:cxn ang="0">
                <a:pos x="92727" y="40000"/>
              </a:cxn>
              <a:cxn ang="0">
                <a:pos x="76361" y="46666"/>
              </a:cxn>
              <a:cxn ang="0">
                <a:pos x="43638" y="53333"/>
              </a:cxn>
              <a:cxn ang="0">
                <a:pos x="38183" y="40000"/>
              </a:cxn>
              <a:cxn ang="0">
                <a:pos x="21816" y="46666"/>
              </a:cxn>
              <a:cxn ang="0">
                <a:pos x="5455" y="53333"/>
              </a:cxn>
              <a:cxn ang="0">
                <a:pos x="114544" y="20005"/>
              </a:cxn>
              <a:cxn ang="0">
                <a:pos x="81816" y="46666"/>
              </a:cxn>
              <a:cxn ang="0">
                <a:pos x="92727" y="66672"/>
              </a:cxn>
              <a:cxn ang="0">
                <a:pos x="81816" y="46666"/>
              </a:cxn>
              <a:cxn ang="0">
                <a:pos x="38183" y="46666"/>
              </a:cxn>
              <a:cxn ang="0">
                <a:pos x="27272" y="66672"/>
              </a:cxn>
              <a:cxn ang="0">
                <a:pos x="109088" y="113333"/>
              </a:cxn>
              <a:cxn ang="0">
                <a:pos x="10911" y="60000"/>
              </a:cxn>
              <a:cxn ang="0">
                <a:pos x="21816" y="66672"/>
              </a:cxn>
              <a:cxn ang="0">
                <a:pos x="38183" y="73333"/>
              </a:cxn>
              <a:cxn ang="0">
                <a:pos x="43638" y="60000"/>
              </a:cxn>
              <a:cxn ang="0">
                <a:pos x="76361" y="66672"/>
              </a:cxn>
              <a:cxn ang="0">
                <a:pos x="92727" y="73333"/>
              </a:cxn>
              <a:cxn ang="0">
                <a:pos x="98183" y="60000"/>
              </a:cxn>
              <a:cxn ang="0">
                <a:pos x="109088" y="113333"/>
              </a:cxn>
              <a:cxn ang="0">
                <a:pos x="70911" y="6666"/>
              </a:cxn>
              <a:cxn ang="0">
                <a:pos x="43638" y="13333"/>
              </a:cxn>
              <a:cxn ang="0">
                <a:pos x="114544" y="13333"/>
              </a:cxn>
              <a:cxn ang="0">
                <a:pos x="70911" y="0"/>
              </a:cxn>
              <a:cxn ang="0">
                <a:pos x="38183" y="13333"/>
              </a:cxn>
              <a:cxn ang="0">
                <a:pos x="0" y="20005"/>
              </a:cxn>
              <a:cxn ang="0">
                <a:pos x="5455" y="60000"/>
              </a:cxn>
              <a:cxn ang="0">
                <a:pos x="10911" y="120000"/>
              </a:cxn>
              <a:cxn ang="0">
                <a:pos x="114544" y="113333"/>
              </a:cxn>
              <a:cxn ang="0">
                <a:pos x="120000" y="53333"/>
              </a:cxn>
              <a:cxn ang="0">
                <a:pos x="114544" y="13333"/>
              </a:cxn>
            </a:cxnLst>
            <a:rect l="T0" t="T1" r="T2" b="T3"/>
            <a:pathLst>
              <a:path w="120000" h="120000" extrusionOk="0">
                <a:moveTo>
                  <a:pt x="114544" y="53333"/>
                </a:moveTo>
                <a:lnTo>
                  <a:pt x="98183" y="53333"/>
                </a:lnTo>
                <a:lnTo>
                  <a:pt x="98183" y="46666"/>
                </a:lnTo>
                <a:cubicBezTo>
                  <a:pt x="98183" y="42988"/>
                  <a:pt x="95738" y="40000"/>
                  <a:pt x="92727" y="40000"/>
                </a:cubicBezTo>
                <a:lnTo>
                  <a:pt x="81816" y="40000"/>
                </a:lnTo>
                <a:cubicBezTo>
                  <a:pt x="78811" y="40000"/>
                  <a:pt x="76361" y="42988"/>
                  <a:pt x="76361" y="46666"/>
                </a:cubicBezTo>
                <a:lnTo>
                  <a:pt x="76361" y="53333"/>
                </a:lnTo>
                <a:lnTo>
                  <a:pt x="43638" y="53333"/>
                </a:lnTo>
                <a:lnTo>
                  <a:pt x="43638" y="46666"/>
                </a:lnTo>
                <a:cubicBezTo>
                  <a:pt x="43638" y="42988"/>
                  <a:pt x="41188" y="40000"/>
                  <a:pt x="38183" y="40000"/>
                </a:cubicBezTo>
                <a:lnTo>
                  <a:pt x="27272" y="40000"/>
                </a:lnTo>
                <a:cubicBezTo>
                  <a:pt x="24261" y="40000"/>
                  <a:pt x="21816" y="42988"/>
                  <a:pt x="21816" y="46666"/>
                </a:cubicBezTo>
                <a:lnTo>
                  <a:pt x="21816" y="53333"/>
                </a:lnTo>
                <a:lnTo>
                  <a:pt x="5455" y="53333"/>
                </a:lnTo>
                <a:lnTo>
                  <a:pt x="5455" y="20005"/>
                </a:lnTo>
                <a:lnTo>
                  <a:pt x="114544" y="20005"/>
                </a:lnTo>
                <a:cubicBezTo>
                  <a:pt x="114544" y="20005"/>
                  <a:pt x="114544" y="53333"/>
                  <a:pt x="114544" y="53333"/>
                </a:cubicBezTo>
                <a:close/>
                <a:moveTo>
                  <a:pt x="81816" y="46666"/>
                </a:moveTo>
                <a:lnTo>
                  <a:pt x="92727" y="46666"/>
                </a:lnTo>
                <a:lnTo>
                  <a:pt x="92727" y="66672"/>
                </a:lnTo>
                <a:lnTo>
                  <a:pt x="81816" y="66672"/>
                </a:lnTo>
                <a:cubicBezTo>
                  <a:pt x="81816" y="66672"/>
                  <a:pt x="81816" y="46666"/>
                  <a:pt x="81816" y="46666"/>
                </a:cubicBezTo>
                <a:close/>
                <a:moveTo>
                  <a:pt x="27272" y="46666"/>
                </a:moveTo>
                <a:lnTo>
                  <a:pt x="38183" y="46666"/>
                </a:lnTo>
                <a:lnTo>
                  <a:pt x="38183" y="66672"/>
                </a:lnTo>
                <a:lnTo>
                  <a:pt x="27272" y="66672"/>
                </a:lnTo>
                <a:cubicBezTo>
                  <a:pt x="27272" y="66672"/>
                  <a:pt x="27272" y="46666"/>
                  <a:pt x="27272" y="46666"/>
                </a:cubicBezTo>
                <a:close/>
                <a:moveTo>
                  <a:pt x="109088" y="113333"/>
                </a:moveTo>
                <a:lnTo>
                  <a:pt x="10911" y="113333"/>
                </a:lnTo>
                <a:lnTo>
                  <a:pt x="10911" y="60000"/>
                </a:lnTo>
                <a:lnTo>
                  <a:pt x="21816" y="60000"/>
                </a:lnTo>
                <a:lnTo>
                  <a:pt x="21816" y="66672"/>
                </a:lnTo>
                <a:cubicBezTo>
                  <a:pt x="21816" y="70344"/>
                  <a:pt x="24261" y="73333"/>
                  <a:pt x="27272" y="73333"/>
                </a:cubicBezTo>
                <a:lnTo>
                  <a:pt x="38183" y="73333"/>
                </a:lnTo>
                <a:cubicBezTo>
                  <a:pt x="41188" y="73333"/>
                  <a:pt x="43638" y="70344"/>
                  <a:pt x="43638" y="66672"/>
                </a:cubicBezTo>
                <a:lnTo>
                  <a:pt x="43638" y="60000"/>
                </a:lnTo>
                <a:lnTo>
                  <a:pt x="76361" y="60000"/>
                </a:lnTo>
                <a:lnTo>
                  <a:pt x="76361" y="66672"/>
                </a:lnTo>
                <a:cubicBezTo>
                  <a:pt x="76361" y="70344"/>
                  <a:pt x="78811" y="73333"/>
                  <a:pt x="81816" y="73333"/>
                </a:cubicBezTo>
                <a:lnTo>
                  <a:pt x="92727" y="73333"/>
                </a:lnTo>
                <a:cubicBezTo>
                  <a:pt x="95738" y="73333"/>
                  <a:pt x="98183" y="70344"/>
                  <a:pt x="98183" y="66672"/>
                </a:cubicBezTo>
                <a:lnTo>
                  <a:pt x="98183" y="60000"/>
                </a:lnTo>
                <a:lnTo>
                  <a:pt x="109088" y="60000"/>
                </a:lnTo>
                <a:cubicBezTo>
                  <a:pt x="109088" y="60000"/>
                  <a:pt x="109088" y="113333"/>
                  <a:pt x="109088" y="113333"/>
                </a:cubicBezTo>
                <a:close/>
                <a:moveTo>
                  <a:pt x="49088" y="6666"/>
                </a:moveTo>
                <a:lnTo>
                  <a:pt x="70911" y="6666"/>
                </a:lnTo>
                <a:cubicBezTo>
                  <a:pt x="73916" y="6666"/>
                  <a:pt x="76361" y="9655"/>
                  <a:pt x="76361" y="13333"/>
                </a:cubicBezTo>
                <a:lnTo>
                  <a:pt x="43638" y="13333"/>
                </a:lnTo>
                <a:cubicBezTo>
                  <a:pt x="43638" y="9655"/>
                  <a:pt x="46083" y="6666"/>
                  <a:pt x="49088" y="6666"/>
                </a:cubicBezTo>
                <a:moveTo>
                  <a:pt x="114544" y="13333"/>
                </a:moveTo>
                <a:lnTo>
                  <a:pt x="81816" y="13333"/>
                </a:lnTo>
                <a:cubicBezTo>
                  <a:pt x="81816" y="5972"/>
                  <a:pt x="76933" y="0"/>
                  <a:pt x="70911" y="0"/>
                </a:cubicBezTo>
                <a:lnTo>
                  <a:pt x="49088" y="0"/>
                </a:lnTo>
                <a:cubicBezTo>
                  <a:pt x="43066" y="0"/>
                  <a:pt x="38183" y="5972"/>
                  <a:pt x="38183" y="13333"/>
                </a:cubicBezTo>
                <a:lnTo>
                  <a:pt x="5455" y="13333"/>
                </a:lnTo>
                <a:cubicBezTo>
                  <a:pt x="2444" y="13333"/>
                  <a:pt x="0" y="16322"/>
                  <a:pt x="0" y="20005"/>
                </a:cubicBezTo>
                <a:lnTo>
                  <a:pt x="0" y="53333"/>
                </a:lnTo>
                <a:cubicBezTo>
                  <a:pt x="0" y="57011"/>
                  <a:pt x="2444" y="60000"/>
                  <a:pt x="5455" y="60000"/>
                </a:cubicBezTo>
                <a:lnTo>
                  <a:pt x="5455" y="113333"/>
                </a:lnTo>
                <a:cubicBezTo>
                  <a:pt x="5455" y="117011"/>
                  <a:pt x="7900" y="120000"/>
                  <a:pt x="10911" y="120000"/>
                </a:cubicBezTo>
                <a:lnTo>
                  <a:pt x="109088" y="120000"/>
                </a:lnTo>
                <a:cubicBezTo>
                  <a:pt x="112100" y="120000"/>
                  <a:pt x="114544" y="117011"/>
                  <a:pt x="114544" y="113333"/>
                </a:cubicBezTo>
                <a:lnTo>
                  <a:pt x="114544" y="60000"/>
                </a:lnTo>
                <a:cubicBezTo>
                  <a:pt x="117555" y="60000"/>
                  <a:pt x="120000" y="57011"/>
                  <a:pt x="120000" y="53333"/>
                </a:cubicBezTo>
                <a:lnTo>
                  <a:pt x="120000" y="20005"/>
                </a:lnTo>
                <a:cubicBezTo>
                  <a:pt x="120000" y="16322"/>
                  <a:pt x="117555" y="13333"/>
                  <a:pt x="114544" y="13333"/>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149" name="Google Shape;149;p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176" name="Google Shape;176;p8"/>
          <p:cNvSpPr txBox="1">
            <a:spLocks noGrp="1"/>
          </p:cNvSpPr>
          <p:nvPr>
            <p:ph type="body" idx="2"/>
          </p:nvPr>
        </p:nvSpPr>
        <p:spPr>
          <a:xfrm>
            <a:off x="5400025" y="1659170"/>
            <a:ext cx="6100312" cy="89665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77" name="Google Shape;177;p8"/>
          <p:cNvSpPr txBox="1">
            <a:spLocks noGrp="1"/>
          </p:cNvSpPr>
          <p:nvPr>
            <p:ph type="body" idx="3"/>
          </p:nvPr>
        </p:nvSpPr>
        <p:spPr>
          <a:xfrm>
            <a:off x="5389969" y="3082730"/>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78" name="Google Shape;178;p8"/>
          <p:cNvSpPr txBox="1">
            <a:spLocks noGrp="1"/>
          </p:cNvSpPr>
          <p:nvPr>
            <p:ph type="body" idx="4"/>
          </p:nvPr>
        </p:nvSpPr>
        <p:spPr>
          <a:xfrm>
            <a:off x="5400025" y="2676146"/>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79" name="Google Shape;179;p8"/>
          <p:cNvSpPr txBox="1">
            <a:spLocks noGrp="1"/>
          </p:cNvSpPr>
          <p:nvPr>
            <p:ph type="body" idx="5"/>
          </p:nvPr>
        </p:nvSpPr>
        <p:spPr>
          <a:xfrm>
            <a:off x="5389969" y="4393828"/>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0" name="Google Shape;180;p8"/>
          <p:cNvSpPr txBox="1">
            <a:spLocks noGrp="1"/>
          </p:cNvSpPr>
          <p:nvPr>
            <p:ph type="body" idx="6"/>
          </p:nvPr>
        </p:nvSpPr>
        <p:spPr>
          <a:xfrm>
            <a:off x="5400025" y="3987244"/>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1" name="Google Shape;181;p8"/>
          <p:cNvSpPr txBox="1">
            <a:spLocks noGrp="1"/>
          </p:cNvSpPr>
          <p:nvPr>
            <p:ph type="body" idx="7"/>
          </p:nvPr>
        </p:nvSpPr>
        <p:spPr>
          <a:xfrm>
            <a:off x="5389969" y="5694917"/>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2" name="Google Shape;182;p8"/>
          <p:cNvSpPr txBox="1">
            <a:spLocks noGrp="1"/>
          </p:cNvSpPr>
          <p:nvPr>
            <p:ph type="body" idx="8"/>
          </p:nvPr>
        </p:nvSpPr>
        <p:spPr>
          <a:xfrm>
            <a:off x="5400025" y="5288333"/>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3" name="Google Shape;183;p8"/>
          <p:cNvSpPr txBox="1">
            <a:spLocks noGrp="1"/>
          </p:cNvSpPr>
          <p:nvPr>
            <p:ph type="body" idx="9"/>
          </p:nvPr>
        </p:nvSpPr>
        <p:spPr>
          <a:xfrm>
            <a:off x="8908157" y="3082730"/>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4" name="Google Shape;184;p8"/>
          <p:cNvSpPr txBox="1">
            <a:spLocks noGrp="1"/>
          </p:cNvSpPr>
          <p:nvPr>
            <p:ph type="body" idx="13"/>
          </p:nvPr>
        </p:nvSpPr>
        <p:spPr>
          <a:xfrm>
            <a:off x="8918213" y="2676146"/>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5" name="Google Shape;185;p8"/>
          <p:cNvSpPr txBox="1">
            <a:spLocks noGrp="1"/>
          </p:cNvSpPr>
          <p:nvPr>
            <p:ph type="body" idx="14"/>
          </p:nvPr>
        </p:nvSpPr>
        <p:spPr>
          <a:xfrm>
            <a:off x="8908157" y="4393828"/>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6" name="Google Shape;186;p8"/>
          <p:cNvSpPr txBox="1">
            <a:spLocks noGrp="1"/>
          </p:cNvSpPr>
          <p:nvPr>
            <p:ph type="body" idx="15"/>
          </p:nvPr>
        </p:nvSpPr>
        <p:spPr>
          <a:xfrm>
            <a:off x="8918213" y="3987244"/>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7" name="Google Shape;187;p8"/>
          <p:cNvSpPr txBox="1">
            <a:spLocks noGrp="1"/>
          </p:cNvSpPr>
          <p:nvPr>
            <p:ph type="body" idx="16"/>
          </p:nvPr>
        </p:nvSpPr>
        <p:spPr>
          <a:xfrm>
            <a:off x="8908157" y="5694917"/>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8" name="Google Shape;188;p8"/>
          <p:cNvSpPr txBox="1">
            <a:spLocks noGrp="1"/>
          </p:cNvSpPr>
          <p:nvPr>
            <p:ph type="body" idx="17"/>
          </p:nvPr>
        </p:nvSpPr>
        <p:spPr>
          <a:xfrm>
            <a:off x="8918213" y="5288333"/>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3359645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1_Brained-Infographic">
  <p:cSld name="1_Brained-Infographic">
    <p:spTree>
      <p:nvGrpSpPr>
        <p:cNvPr id="1" name="Shape 244"/>
        <p:cNvGrpSpPr/>
        <p:nvPr/>
      </p:nvGrpSpPr>
      <p:grpSpPr>
        <a:xfrm>
          <a:off x="0" y="0"/>
          <a:ext cx="0" cy="0"/>
          <a:chOff x="0" y="0"/>
          <a:chExt cx="0" cy="0"/>
        </a:xfrm>
      </p:grpSpPr>
      <p:grpSp>
        <p:nvGrpSpPr>
          <p:cNvPr id="2" name="Google Shape;247;p10">
            <a:extLst>
              <a:ext uri="{FF2B5EF4-FFF2-40B4-BE49-F238E27FC236}">
                <a16:creationId xmlns:a16="http://schemas.microsoft.com/office/drawing/2014/main" id="{9833E557-6621-631D-117A-6B52319C2DFD}"/>
              </a:ext>
            </a:extLst>
          </p:cNvPr>
          <p:cNvGrpSpPr>
            <a:grpSpLocks/>
          </p:cNvGrpSpPr>
          <p:nvPr/>
        </p:nvGrpSpPr>
        <p:grpSpPr bwMode="auto">
          <a:xfrm>
            <a:off x="1398588" y="1954213"/>
            <a:ext cx="1620837" cy="2603500"/>
            <a:chOff x="2011515" y="1953702"/>
            <a:chExt cx="1620994" cy="2603950"/>
          </a:xfrm>
        </p:grpSpPr>
        <p:sp>
          <p:nvSpPr>
            <p:cNvPr id="3" name="Google Shape;248;p10">
              <a:extLst>
                <a:ext uri="{FF2B5EF4-FFF2-40B4-BE49-F238E27FC236}">
                  <a16:creationId xmlns:a16="http://schemas.microsoft.com/office/drawing/2014/main" id="{D563DC4B-C5BF-5FF0-2F03-6F3DD9E13BF0}"/>
                </a:ext>
              </a:extLst>
            </p:cNvPr>
            <p:cNvSpPr>
              <a:spLocks/>
            </p:cNvSpPr>
            <p:nvPr/>
          </p:nvSpPr>
          <p:spPr bwMode="auto">
            <a:xfrm>
              <a:off x="2286179" y="1953702"/>
              <a:ext cx="870034" cy="924085"/>
            </a:xfrm>
            <a:custGeom>
              <a:avLst/>
              <a:gdLst>
                <a:gd name="T0" fmla="*/ 0 w 120000"/>
                <a:gd name="T1" fmla="*/ 0 h 120000"/>
                <a:gd name="T2" fmla="*/ 120000 w 120000"/>
                <a:gd name="T3" fmla="*/ 120000 h 120000"/>
              </a:gdLst>
              <a:ahLst/>
              <a:cxnLst>
                <a:cxn ang="0">
                  <a:pos x="118690" y="79161"/>
                </a:cxn>
                <a:cxn ang="0">
                  <a:pos x="105114" y="84933"/>
                </a:cxn>
                <a:cxn ang="0">
                  <a:pos x="98980" y="79161"/>
                </a:cxn>
                <a:cxn ang="0">
                  <a:pos x="95040" y="75444"/>
                </a:cxn>
                <a:cxn ang="0">
                  <a:pos x="90658" y="77512"/>
                </a:cxn>
                <a:cxn ang="0">
                  <a:pos x="73579" y="120000"/>
                </a:cxn>
                <a:cxn ang="0">
                  <a:pos x="43796" y="86174"/>
                </a:cxn>
                <a:cxn ang="0">
                  <a:pos x="44232" y="86174"/>
                </a:cxn>
                <a:cxn ang="0">
                  <a:pos x="56499" y="82871"/>
                </a:cxn>
                <a:cxn ang="0">
                  <a:pos x="58687" y="63072"/>
                </a:cxn>
                <a:cxn ang="0">
                  <a:pos x="37226" y="61010"/>
                </a:cxn>
                <a:cxn ang="0">
                  <a:pos x="31971" y="71320"/>
                </a:cxn>
                <a:cxn ang="0">
                  <a:pos x="31534" y="71734"/>
                </a:cxn>
                <a:cxn ang="0">
                  <a:pos x="0" y="35433"/>
                </a:cxn>
                <a:cxn ang="0">
                  <a:pos x="21461" y="14807"/>
                </a:cxn>
                <a:cxn ang="0">
                  <a:pos x="119999" y="4083"/>
                </a:cxn>
                <a:cxn ang="0">
                  <a:pos x="96350" y="63072"/>
                </a:cxn>
                <a:cxn ang="0">
                  <a:pos x="96350" y="63072"/>
                </a:cxn>
                <a:cxn ang="0">
                  <a:pos x="98544" y="67196"/>
                </a:cxn>
                <a:cxn ang="0">
                  <a:pos x="103798" y="67196"/>
                </a:cxn>
                <a:cxn ang="0">
                  <a:pos x="112557" y="66369"/>
                </a:cxn>
                <a:cxn ang="0">
                  <a:pos x="118690" y="79161"/>
                </a:cxn>
              </a:cxnLst>
              <a:rect l="T0" t="T1" r="T2" b="T3"/>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w="9525">
              <a:noFill/>
              <a:round/>
              <a:headEnd/>
              <a:tailEnd/>
            </a:ln>
          </p:spPr>
          <p:txBody>
            <a:bodyPr lIns="45700" tIns="45700" rIns="45700" bIns="45700"/>
            <a:lstStyle/>
            <a:p>
              <a:pPr>
                <a:defRPr/>
              </a:pPr>
              <a:endParaRPr lang="en-US"/>
            </a:p>
          </p:txBody>
        </p:sp>
        <p:sp>
          <p:nvSpPr>
            <p:cNvPr id="4" name="Google Shape;249;p10">
              <a:extLst>
                <a:ext uri="{FF2B5EF4-FFF2-40B4-BE49-F238E27FC236}">
                  <a16:creationId xmlns:a16="http://schemas.microsoft.com/office/drawing/2014/main" id="{2A8FBE93-26BA-C0A8-FD87-D206764823B2}"/>
                </a:ext>
              </a:extLst>
            </p:cNvPr>
            <p:cNvSpPr>
              <a:spLocks/>
            </p:cNvSpPr>
            <p:nvPr/>
          </p:nvSpPr>
          <p:spPr bwMode="auto">
            <a:xfrm>
              <a:off x="2851383" y="1994984"/>
              <a:ext cx="781126" cy="1022527"/>
            </a:xfrm>
            <a:custGeom>
              <a:avLst/>
              <a:gdLst>
                <a:gd name="T0" fmla="*/ 0 w 120000"/>
                <a:gd name="T1" fmla="*/ 0 h 120000"/>
                <a:gd name="T2" fmla="*/ 120000 w 120000"/>
                <a:gd name="T3" fmla="*/ 120000 h 120000"/>
              </a:gdLst>
              <a:ahLst/>
              <a:cxnLst>
                <a:cxn ang="0">
                  <a:pos x="119916" y="76334"/>
                </a:cxn>
                <a:cxn ang="0">
                  <a:pos x="117475" y="90107"/>
                </a:cxn>
                <a:cxn ang="0">
                  <a:pos x="71168" y="96067"/>
                </a:cxn>
                <a:cxn ang="0">
                  <a:pos x="67754" y="99418"/>
                </a:cxn>
                <a:cxn ang="0">
                  <a:pos x="71168" y="103512"/>
                </a:cxn>
                <a:cxn ang="0">
                  <a:pos x="76530" y="109471"/>
                </a:cxn>
                <a:cxn ang="0">
                  <a:pos x="66780" y="119899"/>
                </a:cxn>
                <a:cxn ang="0">
                  <a:pos x="53622" y="112448"/>
                </a:cxn>
                <a:cxn ang="0">
                  <a:pos x="56057" y="105377"/>
                </a:cxn>
                <a:cxn ang="0">
                  <a:pos x="57517" y="100909"/>
                </a:cxn>
                <a:cxn ang="0">
                  <a:pos x="53135" y="98301"/>
                </a:cxn>
                <a:cxn ang="0">
                  <a:pos x="53135" y="98301"/>
                </a:cxn>
                <a:cxn ang="0">
                  <a:pos x="0" y="105003"/>
                </a:cxn>
                <a:cxn ang="0">
                  <a:pos x="18525" y="67766"/>
                </a:cxn>
                <a:cxn ang="0">
                  <a:pos x="18525" y="68140"/>
                </a:cxn>
                <a:cxn ang="0">
                  <a:pos x="28274" y="75585"/>
                </a:cxn>
                <a:cxn ang="0">
                  <a:pos x="50208" y="68140"/>
                </a:cxn>
                <a:cxn ang="0">
                  <a:pos x="40458" y="51384"/>
                </a:cxn>
                <a:cxn ang="0">
                  <a:pos x="26321" y="52127"/>
                </a:cxn>
                <a:cxn ang="0">
                  <a:pos x="26321" y="52501"/>
                </a:cxn>
                <a:cxn ang="0">
                  <a:pos x="52156" y="0"/>
                </a:cxn>
                <a:cxn ang="0">
                  <a:pos x="67754" y="5211"/>
                </a:cxn>
                <a:cxn ang="0">
                  <a:pos x="119916" y="76334"/>
                </a:cxn>
              </a:cxnLst>
              <a:rect l="T0" t="T1" r="T2" b="T3"/>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39999"/>
              </a:schemeClr>
            </a:solidFill>
            <a:ln w="9525">
              <a:noFill/>
              <a:round/>
              <a:headEnd/>
              <a:tailEnd/>
            </a:ln>
          </p:spPr>
          <p:txBody>
            <a:bodyPr lIns="45700" tIns="45700" rIns="45700" bIns="45700"/>
            <a:lstStyle/>
            <a:p>
              <a:pPr>
                <a:defRPr/>
              </a:pPr>
              <a:endParaRPr lang="en-US"/>
            </a:p>
          </p:txBody>
        </p:sp>
        <p:sp>
          <p:nvSpPr>
            <p:cNvPr id="5" name="Google Shape;250;p10">
              <a:extLst>
                <a:ext uri="{FF2B5EF4-FFF2-40B4-BE49-F238E27FC236}">
                  <a16:creationId xmlns:a16="http://schemas.microsoft.com/office/drawing/2014/main" id="{D8E5918B-0497-0FC8-0CE0-86D507F2D8AA}"/>
                </a:ext>
              </a:extLst>
            </p:cNvPr>
            <p:cNvSpPr>
              <a:spLocks/>
            </p:cNvSpPr>
            <p:nvPr/>
          </p:nvSpPr>
          <p:spPr bwMode="auto">
            <a:xfrm>
              <a:off x="2035329" y="2255379"/>
              <a:ext cx="758899" cy="768483"/>
            </a:xfrm>
            <a:custGeom>
              <a:avLst/>
              <a:gdLst>
                <a:gd name="T0" fmla="*/ 0 w 120000"/>
                <a:gd name="T1" fmla="*/ 0 h 120000"/>
                <a:gd name="T2" fmla="*/ 120000 w 120000"/>
                <a:gd name="T3" fmla="*/ 120000 h 120000"/>
              </a:gdLst>
              <a:ahLst/>
              <a:cxnLst>
                <a:cxn ang="0">
                  <a:pos x="67277" y="109088"/>
                </a:cxn>
                <a:cxn ang="0">
                  <a:pos x="70794" y="95205"/>
                </a:cxn>
                <a:cxn ang="0">
                  <a:pos x="51211" y="81322"/>
                </a:cxn>
                <a:cxn ang="0">
                  <a:pos x="36650" y="100661"/>
                </a:cxn>
                <a:cxn ang="0">
                  <a:pos x="44688" y="112561"/>
                </a:cxn>
                <a:cxn ang="0">
                  <a:pos x="45188" y="112561"/>
                </a:cxn>
                <a:cxn ang="0">
                  <a:pos x="0" y="120000"/>
                </a:cxn>
                <a:cxn ang="0">
                  <a:pos x="5022" y="111572"/>
                </a:cxn>
                <a:cxn ang="0">
                  <a:pos x="23600" y="83305"/>
                </a:cxn>
                <a:cxn ang="0">
                  <a:pos x="25105" y="73883"/>
                </a:cxn>
                <a:cxn ang="0">
                  <a:pos x="36650" y="0"/>
                </a:cxn>
                <a:cxn ang="0">
                  <a:pos x="72805" y="44133"/>
                </a:cxn>
                <a:cxn ang="0">
                  <a:pos x="78827" y="44627"/>
                </a:cxn>
                <a:cxn ang="0">
                  <a:pos x="81338" y="39172"/>
                </a:cxn>
                <a:cxn ang="0">
                  <a:pos x="85855" y="30250"/>
                </a:cxn>
                <a:cxn ang="0">
                  <a:pos x="102927" y="31733"/>
                </a:cxn>
                <a:cxn ang="0">
                  <a:pos x="100922" y="48594"/>
                </a:cxn>
                <a:cxn ang="0">
                  <a:pos x="91383" y="51072"/>
                </a:cxn>
                <a:cxn ang="0">
                  <a:pos x="85355" y="52561"/>
                </a:cxn>
                <a:cxn ang="0">
                  <a:pos x="84855" y="58016"/>
                </a:cxn>
                <a:cxn ang="0">
                  <a:pos x="120000" y="100661"/>
                </a:cxn>
                <a:cxn ang="0">
                  <a:pos x="66777" y="109088"/>
                </a:cxn>
                <a:cxn ang="0">
                  <a:pos x="67277" y="109088"/>
                </a:cxn>
              </a:cxnLst>
              <a:rect l="T0" t="T1" r="T2" b="T3"/>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w="9525">
              <a:noFill/>
              <a:round/>
              <a:headEnd/>
              <a:tailEnd/>
            </a:ln>
          </p:spPr>
          <p:txBody>
            <a:bodyPr lIns="45700" tIns="45700" rIns="45700" bIns="45700"/>
            <a:lstStyle/>
            <a:p>
              <a:pPr>
                <a:defRPr/>
              </a:pPr>
              <a:endParaRPr lang="en-US"/>
            </a:p>
          </p:txBody>
        </p:sp>
        <p:sp>
          <p:nvSpPr>
            <p:cNvPr id="6" name="Google Shape;251;p10">
              <a:extLst>
                <a:ext uri="{FF2B5EF4-FFF2-40B4-BE49-F238E27FC236}">
                  <a16:creationId xmlns:a16="http://schemas.microsoft.com/office/drawing/2014/main" id="{8457E269-F3EA-791C-8F37-A38340477E47}"/>
                </a:ext>
              </a:extLst>
            </p:cNvPr>
            <p:cNvSpPr>
              <a:spLocks/>
            </p:cNvSpPr>
            <p:nvPr/>
          </p:nvSpPr>
          <p:spPr bwMode="auto">
            <a:xfrm>
              <a:off x="2011515" y="2806336"/>
              <a:ext cx="789063" cy="852635"/>
            </a:xfrm>
            <a:custGeom>
              <a:avLst/>
              <a:gdLst>
                <a:gd name="T0" fmla="*/ 0 w 120000"/>
                <a:gd name="T1" fmla="*/ 0 h 120000"/>
                <a:gd name="T2" fmla="*/ 120000 w 120000"/>
                <a:gd name="T3" fmla="*/ 120000 h 120000"/>
              </a:gdLst>
              <a:ahLst/>
              <a:cxnLst>
                <a:cxn ang="0">
                  <a:pos x="120000" y="17550"/>
                </a:cxn>
                <a:cxn ang="0">
                  <a:pos x="101641" y="62235"/>
                </a:cxn>
                <a:cxn ang="0">
                  <a:pos x="101158" y="62235"/>
                </a:cxn>
                <a:cxn ang="0">
                  <a:pos x="91496" y="52849"/>
                </a:cxn>
                <a:cxn ang="0">
                  <a:pos x="70234" y="62235"/>
                </a:cxn>
                <a:cxn ang="0">
                  <a:pos x="79897" y="81896"/>
                </a:cxn>
                <a:cxn ang="0">
                  <a:pos x="93427" y="81003"/>
                </a:cxn>
                <a:cxn ang="0">
                  <a:pos x="93910" y="81003"/>
                </a:cxn>
                <a:cxn ang="0">
                  <a:pos x="79897" y="115852"/>
                </a:cxn>
                <a:cxn ang="0">
                  <a:pos x="37868" y="119431"/>
                </a:cxn>
                <a:cxn ang="0">
                  <a:pos x="23372" y="101556"/>
                </a:cxn>
                <a:cxn ang="0">
                  <a:pos x="20958" y="88153"/>
                </a:cxn>
                <a:cxn ang="0">
                  <a:pos x="19021" y="80553"/>
                </a:cxn>
                <a:cxn ang="0">
                  <a:pos x="27717" y="76531"/>
                </a:cxn>
                <a:cxn ang="0">
                  <a:pos x="19986" y="72509"/>
                </a:cxn>
                <a:cxn ang="0">
                  <a:pos x="17089" y="64021"/>
                </a:cxn>
                <a:cxn ang="0">
                  <a:pos x="19021" y="54641"/>
                </a:cxn>
                <a:cxn ang="0">
                  <a:pos x="5013" y="47934"/>
                </a:cxn>
                <a:cxn ang="0">
                  <a:pos x="1145" y="35873"/>
                </a:cxn>
                <a:cxn ang="0">
                  <a:pos x="49461" y="28273"/>
                </a:cxn>
                <a:cxn ang="0">
                  <a:pos x="52841" y="24257"/>
                </a:cxn>
                <a:cxn ang="0">
                  <a:pos x="49461" y="19785"/>
                </a:cxn>
                <a:cxn ang="0">
                  <a:pos x="44145" y="12191"/>
                </a:cxn>
                <a:cxn ang="0">
                  <a:pos x="53324" y="125"/>
                </a:cxn>
                <a:cxn ang="0">
                  <a:pos x="66855" y="9062"/>
                </a:cxn>
                <a:cxn ang="0">
                  <a:pos x="64440" y="17550"/>
                </a:cxn>
                <a:cxn ang="0">
                  <a:pos x="62503" y="22914"/>
                </a:cxn>
                <a:cxn ang="0">
                  <a:pos x="67337" y="25594"/>
                </a:cxn>
                <a:cxn ang="0">
                  <a:pos x="120000" y="17550"/>
                </a:cxn>
              </a:cxnLst>
              <a:rect l="T0" t="T1" r="T2" b="T3"/>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2"/>
              </a:schemeClr>
            </a:solidFill>
            <a:ln w="9525">
              <a:noFill/>
              <a:round/>
              <a:headEnd/>
              <a:tailEnd/>
            </a:ln>
          </p:spPr>
          <p:txBody>
            <a:bodyPr lIns="45700" tIns="45700" rIns="45700" bIns="45700"/>
            <a:lstStyle/>
            <a:p>
              <a:pPr>
                <a:defRPr/>
              </a:pPr>
              <a:endParaRPr lang="en-US"/>
            </a:p>
          </p:txBody>
        </p:sp>
        <p:sp>
          <p:nvSpPr>
            <p:cNvPr id="7" name="Google Shape;252;p10">
              <a:extLst>
                <a:ext uri="{FF2B5EF4-FFF2-40B4-BE49-F238E27FC236}">
                  <a16:creationId xmlns:a16="http://schemas.microsoft.com/office/drawing/2014/main" id="{B5050C28-1C11-3905-3897-B5BCEFE00AA5}"/>
                </a:ext>
              </a:extLst>
            </p:cNvPr>
            <p:cNvSpPr>
              <a:spLocks/>
            </p:cNvSpPr>
            <p:nvPr/>
          </p:nvSpPr>
          <p:spPr bwMode="auto">
            <a:xfrm>
              <a:off x="2498924" y="2944473"/>
              <a:ext cx="889086" cy="1000298"/>
            </a:xfrm>
            <a:custGeom>
              <a:avLst/>
              <a:gdLst>
                <a:gd name="T0" fmla="*/ 0 w 120000"/>
                <a:gd name="T1" fmla="*/ 0 h 120000"/>
                <a:gd name="T2" fmla="*/ 120000 w 120000"/>
                <a:gd name="T3" fmla="*/ 120000 h 120000"/>
              </a:gdLst>
              <a:ahLst/>
              <a:cxnLst>
                <a:cxn ang="0">
                  <a:pos x="120000" y="81905"/>
                </a:cxn>
                <a:cxn ang="0">
                  <a:pos x="120000" y="109333"/>
                </a:cxn>
                <a:cxn ang="0">
                  <a:pos x="62950" y="120000"/>
                </a:cxn>
                <a:cxn ang="0">
                  <a:pos x="5901" y="109333"/>
                </a:cxn>
                <a:cxn ang="0">
                  <a:pos x="5901" y="91811"/>
                </a:cxn>
                <a:cxn ang="0">
                  <a:pos x="22199" y="52572"/>
                </a:cxn>
                <a:cxn ang="0">
                  <a:pos x="20485" y="48761"/>
                </a:cxn>
                <a:cxn ang="0">
                  <a:pos x="14904" y="49144"/>
                </a:cxn>
                <a:cxn ang="0">
                  <a:pos x="6755" y="49522"/>
                </a:cxn>
                <a:cxn ang="0">
                  <a:pos x="753" y="37716"/>
                </a:cxn>
                <a:cxn ang="0">
                  <a:pos x="14050" y="32383"/>
                </a:cxn>
                <a:cxn ang="0">
                  <a:pos x="20052" y="37716"/>
                </a:cxn>
                <a:cxn ang="0">
                  <a:pos x="23486" y="41144"/>
                </a:cxn>
                <a:cxn ang="0">
                  <a:pos x="28201" y="39616"/>
                </a:cxn>
                <a:cxn ang="0">
                  <a:pos x="44932" y="0"/>
                </a:cxn>
                <a:cxn ang="0">
                  <a:pos x="73673" y="31616"/>
                </a:cxn>
                <a:cxn ang="0">
                  <a:pos x="73246" y="31616"/>
                </a:cxn>
                <a:cxn ang="0">
                  <a:pos x="61663" y="34283"/>
                </a:cxn>
                <a:cxn ang="0">
                  <a:pos x="59516" y="52950"/>
                </a:cxn>
                <a:cxn ang="0">
                  <a:pos x="80535" y="54855"/>
                </a:cxn>
                <a:cxn ang="0">
                  <a:pos x="85683" y="44950"/>
                </a:cxn>
                <a:cxn ang="0">
                  <a:pos x="85683" y="44572"/>
                </a:cxn>
                <a:cxn ang="0">
                  <a:pos x="120000" y="81905"/>
                </a:cxn>
              </a:cxnLst>
              <a:rect l="T0" t="T1" r="T2" b="T3"/>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w="9525">
              <a:noFill/>
              <a:round/>
              <a:headEnd/>
              <a:tailEnd/>
            </a:ln>
          </p:spPr>
          <p:txBody>
            <a:bodyPr lIns="45700" tIns="45700" rIns="45700" bIns="45700"/>
            <a:lstStyle/>
            <a:p>
              <a:pPr>
                <a:defRPr/>
              </a:pPr>
              <a:endParaRPr lang="en-US"/>
            </a:p>
          </p:txBody>
        </p:sp>
        <p:sp>
          <p:nvSpPr>
            <p:cNvPr id="8" name="Google Shape;253;p10">
              <a:extLst>
                <a:ext uri="{FF2B5EF4-FFF2-40B4-BE49-F238E27FC236}">
                  <a16:creationId xmlns:a16="http://schemas.microsoft.com/office/drawing/2014/main" id="{A2667575-D54B-616D-988E-147D7EB522CC}"/>
                </a:ext>
              </a:extLst>
            </p:cNvPr>
            <p:cNvSpPr>
              <a:spLocks/>
            </p:cNvSpPr>
            <p:nvPr/>
          </p:nvSpPr>
          <p:spPr bwMode="auto">
            <a:xfrm>
              <a:off x="2857734" y="2801574"/>
              <a:ext cx="752548" cy="771658"/>
            </a:xfrm>
            <a:custGeom>
              <a:avLst/>
              <a:gdLst>
                <a:gd name="T0" fmla="*/ 0 w 120000"/>
                <a:gd name="T1" fmla="*/ 0 h 120000"/>
                <a:gd name="T2" fmla="*/ 120000 w 120000"/>
                <a:gd name="T3" fmla="*/ 120000 h 120000"/>
              </a:gdLst>
              <a:ahLst/>
              <a:cxnLst>
                <a:cxn ang="0">
                  <a:pos x="120000" y="0"/>
                </a:cxn>
                <a:cxn ang="0">
                  <a:pos x="96200" y="49877"/>
                </a:cxn>
                <a:cxn ang="0">
                  <a:pos x="84555" y="110122"/>
                </a:cxn>
                <a:cxn ang="0">
                  <a:pos x="84555" y="120000"/>
                </a:cxn>
                <a:cxn ang="0">
                  <a:pos x="47088" y="75555"/>
                </a:cxn>
                <a:cxn ang="0">
                  <a:pos x="41516" y="75061"/>
                </a:cxn>
                <a:cxn ang="0">
                  <a:pos x="38988" y="80494"/>
                </a:cxn>
                <a:cxn ang="0">
                  <a:pos x="34427" y="89383"/>
                </a:cxn>
                <a:cxn ang="0">
                  <a:pos x="17216" y="87405"/>
                </a:cxn>
                <a:cxn ang="0">
                  <a:pos x="19238" y="70616"/>
                </a:cxn>
                <a:cxn ang="0">
                  <a:pos x="28861" y="68150"/>
                </a:cxn>
                <a:cxn ang="0">
                  <a:pos x="34938" y="66666"/>
                </a:cxn>
                <a:cxn ang="0">
                  <a:pos x="35444" y="61233"/>
                </a:cxn>
                <a:cxn ang="0">
                  <a:pos x="0" y="18766"/>
                </a:cxn>
                <a:cxn ang="0">
                  <a:pos x="53166" y="10372"/>
                </a:cxn>
                <a:cxn ang="0">
                  <a:pos x="53166" y="10866"/>
                </a:cxn>
                <a:cxn ang="0">
                  <a:pos x="49116" y="24200"/>
                </a:cxn>
                <a:cxn ang="0">
                  <a:pos x="69366" y="38516"/>
                </a:cxn>
                <a:cxn ang="0">
                  <a:pos x="84050" y="18766"/>
                </a:cxn>
                <a:cxn ang="0">
                  <a:pos x="75950" y="7405"/>
                </a:cxn>
                <a:cxn ang="0">
                  <a:pos x="75444" y="6911"/>
                </a:cxn>
                <a:cxn ang="0">
                  <a:pos x="120000" y="0"/>
                </a:cxn>
              </a:cxnLst>
              <a:rect l="T0" t="T1" r="T2" b="T3"/>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w="9525">
              <a:noFill/>
              <a:round/>
              <a:headEnd/>
              <a:tailEnd/>
            </a:ln>
          </p:spPr>
          <p:txBody>
            <a:bodyPr lIns="45700" tIns="45700" rIns="45700" bIns="45700"/>
            <a:lstStyle/>
            <a:p>
              <a:pPr>
                <a:defRPr/>
              </a:pPr>
              <a:endParaRPr lang="en-US"/>
            </a:p>
          </p:txBody>
        </p:sp>
        <p:sp>
          <p:nvSpPr>
            <p:cNvPr id="9" name="Google Shape;254;p10">
              <a:extLst>
                <a:ext uri="{FF2B5EF4-FFF2-40B4-BE49-F238E27FC236}">
                  <a16:creationId xmlns:a16="http://schemas.microsoft.com/office/drawing/2014/main" id="{5136B306-C217-E556-46A7-3D86A68D51CF}"/>
                </a:ext>
              </a:extLst>
            </p:cNvPr>
            <p:cNvSpPr>
              <a:spLocks/>
            </p:cNvSpPr>
            <p:nvPr/>
          </p:nvSpPr>
          <p:spPr bwMode="auto">
            <a:xfrm>
              <a:off x="2668804" y="4086083"/>
              <a:ext cx="595370" cy="182595"/>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3127"/>
                </a:cxn>
                <a:cxn ang="0">
                  <a:pos x="46989" y="109003"/>
                </a:cxn>
                <a:cxn ang="0">
                  <a:pos x="72601" y="109003"/>
                </a:cxn>
                <a:cxn ang="0">
                  <a:pos x="118056" y="23127"/>
                </a:cxn>
                <a:cxn ang="0">
                  <a:pos x="119333" y="6370"/>
                </a:cxn>
                <a:cxn ang="0">
                  <a:pos x="116134" y="87"/>
                </a:cxn>
              </a:cxnLst>
              <a:rect l="T0" t="T1" r="T2" b="T3"/>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sp>
          <p:nvSpPr>
            <p:cNvPr id="10" name="Google Shape;255;p10">
              <a:extLst>
                <a:ext uri="{FF2B5EF4-FFF2-40B4-BE49-F238E27FC236}">
                  <a16:creationId xmlns:a16="http://schemas.microsoft.com/office/drawing/2014/main" id="{FD37F445-0107-813A-052A-439779682F64}"/>
                </a:ext>
              </a:extLst>
            </p:cNvPr>
            <p:cNvSpPr>
              <a:spLocks/>
            </p:cNvSpPr>
            <p:nvPr/>
          </p:nvSpPr>
          <p:spPr bwMode="auto">
            <a:xfrm>
              <a:off x="2668804" y="4228982"/>
              <a:ext cx="595370" cy="182595"/>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5221"/>
                </a:cxn>
                <a:cxn ang="0">
                  <a:pos x="46989" y="109003"/>
                </a:cxn>
                <a:cxn ang="0">
                  <a:pos x="72601" y="109003"/>
                </a:cxn>
                <a:cxn ang="0">
                  <a:pos x="118056" y="25221"/>
                </a:cxn>
                <a:cxn ang="0">
                  <a:pos x="119333" y="6370"/>
                </a:cxn>
                <a:cxn ang="0">
                  <a:pos x="116134" y="87"/>
                </a:cxn>
              </a:cxnLst>
              <a:rect l="T0" t="T1" r="T2" b="T3"/>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w="9525">
              <a:noFill/>
              <a:round/>
              <a:headEnd/>
              <a:tailEnd/>
            </a:ln>
          </p:spPr>
          <p:txBody>
            <a:bodyPr lIns="45700" tIns="45700" rIns="45700" bIns="45700"/>
            <a:lstStyle/>
            <a:p>
              <a:pPr>
                <a:defRPr/>
              </a:pPr>
              <a:endParaRPr lang="en-US"/>
            </a:p>
          </p:txBody>
        </p:sp>
        <p:sp>
          <p:nvSpPr>
            <p:cNvPr id="11" name="Google Shape;256;p10">
              <a:extLst>
                <a:ext uri="{FF2B5EF4-FFF2-40B4-BE49-F238E27FC236}">
                  <a16:creationId xmlns:a16="http://schemas.microsoft.com/office/drawing/2014/main" id="{98325902-58E8-EFCA-8BB6-CBCB2BF5A3CE}"/>
                </a:ext>
              </a:extLst>
            </p:cNvPr>
            <p:cNvSpPr>
              <a:spLocks/>
            </p:cNvSpPr>
            <p:nvPr/>
          </p:nvSpPr>
          <p:spPr bwMode="auto">
            <a:xfrm>
              <a:off x="2668804" y="4375057"/>
              <a:ext cx="595370" cy="182595"/>
            </a:xfrm>
            <a:custGeom>
              <a:avLst/>
              <a:gdLst>
                <a:gd name="T0" fmla="*/ 0 w 120000"/>
                <a:gd name="T1" fmla="*/ 0 h 120000"/>
                <a:gd name="T2" fmla="*/ 120000 w 120000"/>
                <a:gd name="T3" fmla="*/ 120000 h 120000"/>
              </a:gdLst>
              <a:ahLst/>
              <a:cxnLst>
                <a:cxn ang="0">
                  <a:pos x="116134" y="780"/>
                </a:cxn>
                <a:cxn ang="0">
                  <a:pos x="114213" y="780"/>
                </a:cxn>
                <a:cxn ang="0">
                  <a:pos x="68758" y="86160"/>
                </a:cxn>
                <a:cxn ang="0">
                  <a:pos x="50832" y="86160"/>
                </a:cxn>
                <a:cxn ang="0">
                  <a:pos x="5377" y="780"/>
                </a:cxn>
                <a:cxn ang="0">
                  <a:pos x="252" y="7028"/>
                </a:cxn>
                <a:cxn ang="0">
                  <a:pos x="1534" y="23687"/>
                </a:cxn>
                <a:cxn ang="0">
                  <a:pos x="46989" y="109067"/>
                </a:cxn>
                <a:cxn ang="0">
                  <a:pos x="72601" y="109067"/>
                </a:cxn>
                <a:cxn ang="0">
                  <a:pos x="118056" y="23687"/>
                </a:cxn>
                <a:cxn ang="0">
                  <a:pos x="119333" y="7028"/>
                </a:cxn>
                <a:cxn ang="0">
                  <a:pos x="116134" y="780"/>
                </a:cxn>
              </a:cxnLst>
              <a:rect l="T0" t="T1" r="T2" b="T3"/>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grpSp>
      <p:grpSp>
        <p:nvGrpSpPr>
          <p:cNvPr id="12" name="Google Shape;257;p10">
            <a:extLst>
              <a:ext uri="{FF2B5EF4-FFF2-40B4-BE49-F238E27FC236}">
                <a16:creationId xmlns:a16="http://schemas.microsoft.com/office/drawing/2014/main" id="{E7A54DEC-FE59-D889-2EF0-B904F38F474E}"/>
              </a:ext>
            </a:extLst>
          </p:cNvPr>
          <p:cNvGrpSpPr>
            <a:grpSpLocks/>
          </p:cNvGrpSpPr>
          <p:nvPr/>
        </p:nvGrpSpPr>
        <p:grpSpPr bwMode="auto">
          <a:xfrm>
            <a:off x="5202238" y="1954213"/>
            <a:ext cx="1620837" cy="2603500"/>
            <a:chOff x="6077203" y="1953702"/>
            <a:chExt cx="1620896" cy="2603950"/>
          </a:xfrm>
        </p:grpSpPr>
        <p:sp>
          <p:nvSpPr>
            <p:cNvPr id="13" name="Google Shape;258;p10">
              <a:extLst>
                <a:ext uri="{FF2B5EF4-FFF2-40B4-BE49-F238E27FC236}">
                  <a16:creationId xmlns:a16="http://schemas.microsoft.com/office/drawing/2014/main" id="{827D0FDD-9407-2720-5AFF-84923BE47AC6}"/>
                </a:ext>
              </a:extLst>
            </p:cNvPr>
            <p:cNvSpPr/>
            <p:nvPr/>
          </p:nvSpPr>
          <p:spPr>
            <a:xfrm>
              <a:off x="6351850" y="1953702"/>
              <a:ext cx="873157" cy="924085"/>
            </a:xfrm>
            <a:custGeom>
              <a:avLst/>
              <a:gdLst/>
              <a:ahLst/>
              <a:cxnLst/>
              <a:rect l="0" t="0" r="0" b="0"/>
              <a:pathLst>
                <a:path w="120000" h="120000" extrusionOk="0">
                  <a:moveTo>
                    <a:pt x="118254" y="79161"/>
                  </a:moveTo>
                  <a:cubicBezTo>
                    <a:pt x="116509" y="84525"/>
                    <a:pt x="110398" y="86995"/>
                    <a:pt x="104728" y="84933"/>
                  </a:cubicBezTo>
                  <a:cubicBezTo>
                    <a:pt x="102107" y="84112"/>
                    <a:pt x="99927" y="81636"/>
                    <a:pt x="98617" y="79161"/>
                  </a:cubicBezTo>
                  <a:cubicBezTo>
                    <a:pt x="98182" y="77512"/>
                    <a:pt x="96872" y="76272"/>
                    <a:pt x="95126" y="75444"/>
                  </a:cubicBezTo>
                  <a:cubicBezTo>
                    <a:pt x="93381" y="75037"/>
                    <a:pt x="91201" y="75858"/>
                    <a:pt x="90761" y="77512"/>
                  </a:cubicBezTo>
                  <a:cubicBezTo>
                    <a:pt x="73309" y="120000"/>
                    <a:pt x="73309" y="120000"/>
                    <a:pt x="73309" y="120000"/>
                  </a:cubicBezTo>
                  <a:cubicBezTo>
                    <a:pt x="44070" y="86174"/>
                    <a:pt x="44070" y="86174"/>
                    <a:pt x="44070" y="86174"/>
                  </a:cubicBezTo>
                  <a:cubicBezTo>
                    <a:pt x="44070" y="86174"/>
                    <a:pt x="44070" y="86174"/>
                    <a:pt x="44510" y="86174"/>
                  </a:cubicBezTo>
                  <a:cubicBezTo>
                    <a:pt x="48436" y="86588"/>
                    <a:pt x="52801" y="85760"/>
                    <a:pt x="56292" y="82871"/>
                  </a:cubicBezTo>
                  <a:cubicBezTo>
                    <a:pt x="62838" y="77920"/>
                    <a:pt x="63707" y="68845"/>
                    <a:pt x="58472" y="63072"/>
                  </a:cubicBezTo>
                  <a:cubicBezTo>
                    <a:pt x="53236" y="56886"/>
                    <a:pt x="43635" y="56059"/>
                    <a:pt x="37089" y="61010"/>
                  </a:cubicBezTo>
                  <a:cubicBezTo>
                    <a:pt x="34034" y="63486"/>
                    <a:pt x="31853" y="67196"/>
                    <a:pt x="31853" y="71320"/>
                  </a:cubicBezTo>
                  <a:cubicBezTo>
                    <a:pt x="31853" y="71734"/>
                    <a:pt x="31853" y="71734"/>
                    <a:pt x="31853" y="71734"/>
                  </a:cubicBezTo>
                  <a:cubicBezTo>
                    <a:pt x="0" y="35433"/>
                    <a:pt x="0" y="35433"/>
                    <a:pt x="0" y="35433"/>
                  </a:cubicBezTo>
                  <a:cubicBezTo>
                    <a:pt x="6980" y="26357"/>
                    <a:pt x="15271" y="19344"/>
                    <a:pt x="21382" y="14807"/>
                  </a:cubicBezTo>
                  <a:cubicBezTo>
                    <a:pt x="36654" y="4083"/>
                    <a:pt x="81600" y="-5819"/>
                    <a:pt x="120000" y="4083"/>
                  </a:cubicBezTo>
                  <a:cubicBezTo>
                    <a:pt x="96437" y="63072"/>
                    <a:pt x="96437" y="63072"/>
                    <a:pt x="96437" y="63072"/>
                  </a:cubicBezTo>
                  <a:cubicBezTo>
                    <a:pt x="96437" y="63072"/>
                    <a:pt x="96437" y="63072"/>
                    <a:pt x="96437" y="63072"/>
                  </a:cubicBezTo>
                  <a:cubicBezTo>
                    <a:pt x="95561" y="64721"/>
                    <a:pt x="96437" y="66783"/>
                    <a:pt x="98182" y="67196"/>
                  </a:cubicBezTo>
                  <a:cubicBezTo>
                    <a:pt x="99927" y="68023"/>
                    <a:pt x="102107" y="68023"/>
                    <a:pt x="103852" y="67196"/>
                  </a:cubicBezTo>
                  <a:cubicBezTo>
                    <a:pt x="106032" y="65548"/>
                    <a:pt x="109523" y="65548"/>
                    <a:pt x="112143" y="66369"/>
                  </a:cubicBezTo>
                  <a:cubicBezTo>
                    <a:pt x="117814" y="68437"/>
                    <a:pt x="120434" y="74209"/>
                    <a:pt x="118254" y="79161"/>
                  </a:cubicBezTo>
                  <a:close/>
                </a:path>
              </a:pathLst>
            </a:custGeom>
            <a:solidFill>
              <a:schemeClr val="accent3">
                <a:alpha val="54509"/>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4" name="Google Shape;259;p10">
              <a:extLst>
                <a:ext uri="{FF2B5EF4-FFF2-40B4-BE49-F238E27FC236}">
                  <a16:creationId xmlns:a16="http://schemas.microsoft.com/office/drawing/2014/main" id="{D95A6071-6B0C-7B64-C5C5-B4D93B9F47D7}"/>
                </a:ext>
              </a:extLst>
            </p:cNvPr>
            <p:cNvSpPr/>
            <p:nvPr/>
          </p:nvSpPr>
          <p:spPr>
            <a:xfrm>
              <a:off x="6917021" y="1994984"/>
              <a:ext cx="781078" cy="1022527"/>
            </a:xfrm>
            <a:custGeom>
              <a:avLst/>
              <a:gdLst/>
              <a:ahLst/>
              <a:cxnLst/>
              <a:rect l="0" t="0" r="0" b="0"/>
              <a:pathLst>
                <a:path w="120000" h="120000" extrusionOk="0">
                  <a:moveTo>
                    <a:pt x="119916" y="76334"/>
                  </a:moveTo>
                  <a:cubicBezTo>
                    <a:pt x="119429" y="81171"/>
                    <a:pt x="118942" y="86013"/>
                    <a:pt x="117962" y="90107"/>
                  </a:cubicBezTo>
                  <a:cubicBezTo>
                    <a:pt x="71168" y="96067"/>
                    <a:pt x="71168" y="96067"/>
                    <a:pt x="71168" y="96067"/>
                  </a:cubicBezTo>
                  <a:cubicBezTo>
                    <a:pt x="69220" y="96441"/>
                    <a:pt x="67754" y="97926"/>
                    <a:pt x="68246" y="99418"/>
                  </a:cubicBezTo>
                  <a:cubicBezTo>
                    <a:pt x="68246" y="101278"/>
                    <a:pt x="69707" y="102395"/>
                    <a:pt x="71168" y="103512"/>
                  </a:cubicBezTo>
                  <a:cubicBezTo>
                    <a:pt x="74095" y="104629"/>
                    <a:pt x="76043" y="106863"/>
                    <a:pt x="76530" y="109471"/>
                  </a:cubicBezTo>
                  <a:cubicBezTo>
                    <a:pt x="77990" y="114314"/>
                    <a:pt x="73608" y="118782"/>
                    <a:pt x="67267" y="119899"/>
                  </a:cubicBezTo>
                  <a:cubicBezTo>
                    <a:pt x="60931" y="120642"/>
                    <a:pt x="54596" y="117291"/>
                    <a:pt x="53622" y="112448"/>
                  </a:cubicBezTo>
                  <a:cubicBezTo>
                    <a:pt x="53135" y="109845"/>
                    <a:pt x="54109" y="107237"/>
                    <a:pt x="56057" y="105377"/>
                  </a:cubicBezTo>
                  <a:cubicBezTo>
                    <a:pt x="57517" y="103886"/>
                    <a:pt x="58010" y="102395"/>
                    <a:pt x="58010" y="100909"/>
                  </a:cubicBezTo>
                  <a:cubicBezTo>
                    <a:pt x="57517" y="99043"/>
                    <a:pt x="55570" y="98301"/>
                    <a:pt x="53622" y="98301"/>
                  </a:cubicBezTo>
                  <a:cubicBezTo>
                    <a:pt x="53622" y="98301"/>
                    <a:pt x="53622" y="98301"/>
                    <a:pt x="53135" y="98301"/>
                  </a:cubicBezTo>
                  <a:cubicBezTo>
                    <a:pt x="0" y="105003"/>
                    <a:pt x="0" y="105003"/>
                    <a:pt x="0" y="105003"/>
                  </a:cubicBezTo>
                  <a:cubicBezTo>
                    <a:pt x="18525" y="67766"/>
                    <a:pt x="18525" y="67766"/>
                    <a:pt x="18525" y="67766"/>
                  </a:cubicBezTo>
                  <a:cubicBezTo>
                    <a:pt x="18525" y="67766"/>
                    <a:pt x="18525" y="68140"/>
                    <a:pt x="19012" y="68140"/>
                  </a:cubicBezTo>
                  <a:cubicBezTo>
                    <a:pt x="20472" y="71491"/>
                    <a:pt x="23886" y="74100"/>
                    <a:pt x="28761" y="75585"/>
                  </a:cubicBezTo>
                  <a:cubicBezTo>
                    <a:pt x="37531" y="78194"/>
                    <a:pt x="46794" y="74842"/>
                    <a:pt x="50208" y="68140"/>
                  </a:cubicBezTo>
                  <a:cubicBezTo>
                    <a:pt x="53622" y="61438"/>
                    <a:pt x="49234" y="53993"/>
                    <a:pt x="40458" y="51384"/>
                  </a:cubicBezTo>
                  <a:cubicBezTo>
                    <a:pt x="36071" y="50267"/>
                    <a:pt x="30709" y="50641"/>
                    <a:pt x="26808" y="52127"/>
                  </a:cubicBezTo>
                  <a:cubicBezTo>
                    <a:pt x="26321" y="52127"/>
                    <a:pt x="26321" y="52127"/>
                    <a:pt x="26321" y="52501"/>
                  </a:cubicBezTo>
                  <a:cubicBezTo>
                    <a:pt x="52156" y="0"/>
                    <a:pt x="52156" y="0"/>
                    <a:pt x="52156" y="0"/>
                  </a:cubicBezTo>
                  <a:cubicBezTo>
                    <a:pt x="57517" y="1491"/>
                    <a:pt x="62879" y="2976"/>
                    <a:pt x="68246" y="5211"/>
                  </a:cubicBezTo>
                  <a:cubicBezTo>
                    <a:pt x="114067" y="23458"/>
                    <a:pt x="120889" y="48776"/>
                    <a:pt x="119916" y="76334"/>
                  </a:cubicBezTo>
                  <a:close/>
                </a:path>
              </a:pathLst>
            </a:custGeom>
            <a:solidFill>
              <a:schemeClr val="accent3">
                <a:alpha val="40000"/>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5" name="Google Shape;260;p10">
              <a:extLst>
                <a:ext uri="{FF2B5EF4-FFF2-40B4-BE49-F238E27FC236}">
                  <a16:creationId xmlns:a16="http://schemas.microsoft.com/office/drawing/2014/main" id="{EF43946C-92CD-EC4E-F296-0635609EC5CE}"/>
                </a:ext>
              </a:extLst>
            </p:cNvPr>
            <p:cNvSpPr/>
            <p:nvPr/>
          </p:nvSpPr>
          <p:spPr>
            <a:xfrm>
              <a:off x="6101016" y="2255379"/>
              <a:ext cx="758853" cy="768483"/>
            </a:xfrm>
            <a:custGeom>
              <a:avLst/>
              <a:gdLst/>
              <a:ahLst/>
              <a:cxnLst/>
              <a:rect l="0" t="0" r="0" b="0"/>
              <a:pathLst>
                <a:path w="120000" h="120000" extrusionOk="0">
                  <a:moveTo>
                    <a:pt x="67277" y="109088"/>
                  </a:moveTo>
                  <a:cubicBezTo>
                    <a:pt x="70794" y="105122"/>
                    <a:pt x="71800" y="100166"/>
                    <a:pt x="71294" y="95205"/>
                  </a:cubicBezTo>
                  <a:cubicBezTo>
                    <a:pt x="69788" y="85783"/>
                    <a:pt x="60755" y="79338"/>
                    <a:pt x="51211" y="81322"/>
                  </a:cubicBezTo>
                  <a:cubicBezTo>
                    <a:pt x="41672" y="82811"/>
                    <a:pt x="35144" y="91238"/>
                    <a:pt x="36650" y="100661"/>
                  </a:cubicBezTo>
                  <a:cubicBezTo>
                    <a:pt x="37655" y="105622"/>
                    <a:pt x="40672" y="110083"/>
                    <a:pt x="44688" y="112561"/>
                  </a:cubicBezTo>
                  <a:cubicBezTo>
                    <a:pt x="45188" y="112561"/>
                    <a:pt x="45188" y="112561"/>
                    <a:pt x="45188" y="112561"/>
                  </a:cubicBezTo>
                  <a:cubicBezTo>
                    <a:pt x="0" y="120000"/>
                    <a:pt x="0" y="120000"/>
                    <a:pt x="0" y="120000"/>
                  </a:cubicBezTo>
                  <a:cubicBezTo>
                    <a:pt x="1505" y="117522"/>
                    <a:pt x="3011" y="114544"/>
                    <a:pt x="5022" y="111572"/>
                  </a:cubicBezTo>
                  <a:cubicBezTo>
                    <a:pt x="7027" y="108594"/>
                    <a:pt x="18077" y="91733"/>
                    <a:pt x="23600" y="83305"/>
                  </a:cubicBezTo>
                  <a:cubicBezTo>
                    <a:pt x="25605" y="80333"/>
                    <a:pt x="26111" y="76861"/>
                    <a:pt x="25105" y="73883"/>
                  </a:cubicBezTo>
                  <a:cubicBezTo>
                    <a:pt x="15566" y="44133"/>
                    <a:pt x="24100" y="18844"/>
                    <a:pt x="36650" y="0"/>
                  </a:cubicBezTo>
                  <a:cubicBezTo>
                    <a:pt x="73305" y="44133"/>
                    <a:pt x="73305" y="44133"/>
                    <a:pt x="73305" y="44133"/>
                  </a:cubicBezTo>
                  <a:cubicBezTo>
                    <a:pt x="74311" y="45622"/>
                    <a:pt x="76822" y="46116"/>
                    <a:pt x="78827" y="44627"/>
                  </a:cubicBezTo>
                  <a:cubicBezTo>
                    <a:pt x="80333" y="43138"/>
                    <a:pt x="81338" y="41155"/>
                    <a:pt x="81338" y="39172"/>
                  </a:cubicBezTo>
                  <a:cubicBezTo>
                    <a:pt x="81838" y="35700"/>
                    <a:pt x="83350" y="32727"/>
                    <a:pt x="85855" y="30250"/>
                  </a:cubicBezTo>
                  <a:cubicBezTo>
                    <a:pt x="90877" y="26283"/>
                    <a:pt x="98411" y="26777"/>
                    <a:pt x="102927" y="31733"/>
                  </a:cubicBezTo>
                  <a:cubicBezTo>
                    <a:pt x="106944" y="37188"/>
                    <a:pt x="106444" y="44627"/>
                    <a:pt x="100922" y="48594"/>
                  </a:cubicBezTo>
                  <a:cubicBezTo>
                    <a:pt x="98411" y="51072"/>
                    <a:pt x="94894" y="51572"/>
                    <a:pt x="91383" y="51072"/>
                  </a:cubicBezTo>
                  <a:cubicBezTo>
                    <a:pt x="89372" y="50577"/>
                    <a:pt x="87366" y="51572"/>
                    <a:pt x="85355" y="52561"/>
                  </a:cubicBezTo>
                  <a:cubicBezTo>
                    <a:pt x="83850" y="54050"/>
                    <a:pt x="83350" y="56527"/>
                    <a:pt x="84855" y="58016"/>
                  </a:cubicBezTo>
                  <a:cubicBezTo>
                    <a:pt x="120000" y="100661"/>
                    <a:pt x="120000" y="100661"/>
                    <a:pt x="120000" y="100661"/>
                  </a:cubicBezTo>
                  <a:cubicBezTo>
                    <a:pt x="67277" y="109088"/>
                    <a:pt x="67277" y="109088"/>
                    <a:pt x="67277" y="109088"/>
                  </a:cubicBezTo>
                  <a:cubicBezTo>
                    <a:pt x="67277" y="109088"/>
                    <a:pt x="67277" y="109088"/>
                    <a:pt x="67277" y="109088"/>
                  </a:cubicBezTo>
                  <a:close/>
                </a:path>
              </a:pathLst>
            </a:custGeom>
            <a:solidFill>
              <a:schemeClr val="accent3">
                <a:alpha val="6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6" name="Google Shape;261;p10">
              <a:extLst>
                <a:ext uri="{FF2B5EF4-FFF2-40B4-BE49-F238E27FC236}">
                  <a16:creationId xmlns:a16="http://schemas.microsoft.com/office/drawing/2014/main" id="{4CE2A9E9-18BB-4A6A-F599-2E48D44CC7FA}"/>
                </a:ext>
              </a:extLst>
            </p:cNvPr>
            <p:cNvSpPr/>
            <p:nvPr/>
          </p:nvSpPr>
          <p:spPr>
            <a:xfrm>
              <a:off x="6077203" y="2806336"/>
              <a:ext cx="789016" cy="852635"/>
            </a:xfrm>
            <a:custGeom>
              <a:avLst/>
              <a:gdLst/>
              <a:ahLst/>
              <a:cxnLst/>
              <a:rect l="0" t="0" r="0" b="0"/>
              <a:pathLst>
                <a:path w="120000" h="120000" extrusionOk="0">
                  <a:moveTo>
                    <a:pt x="120000" y="17550"/>
                  </a:moveTo>
                  <a:cubicBezTo>
                    <a:pt x="101638" y="62235"/>
                    <a:pt x="101638" y="62235"/>
                    <a:pt x="101638" y="62235"/>
                  </a:cubicBezTo>
                  <a:cubicBezTo>
                    <a:pt x="101638" y="62235"/>
                    <a:pt x="101638" y="62235"/>
                    <a:pt x="101638" y="62235"/>
                  </a:cubicBezTo>
                  <a:cubicBezTo>
                    <a:pt x="99707" y="57764"/>
                    <a:pt x="96321" y="54641"/>
                    <a:pt x="91975" y="52849"/>
                  </a:cubicBezTo>
                  <a:cubicBezTo>
                    <a:pt x="83277" y="50169"/>
                    <a:pt x="73613" y="54191"/>
                    <a:pt x="70227" y="62235"/>
                  </a:cubicBezTo>
                  <a:cubicBezTo>
                    <a:pt x="66847" y="69830"/>
                    <a:pt x="71193" y="78767"/>
                    <a:pt x="79891" y="81896"/>
                  </a:cubicBezTo>
                  <a:cubicBezTo>
                    <a:pt x="84726" y="83682"/>
                    <a:pt x="89555" y="83238"/>
                    <a:pt x="93906" y="81003"/>
                  </a:cubicBezTo>
                  <a:cubicBezTo>
                    <a:pt x="93906" y="81003"/>
                    <a:pt x="93906" y="81003"/>
                    <a:pt x="94389" y="81003"/>
                  </a:cubicBezTo>
                  <a:cubicBezTo>
                    <a:pt x="79891" y="115852"/>
                    <a:pt x="79891" y="115852"/>
                    <a:pt x="79891" y="115852"/>
                  </a:cubicBezTo>
                  <a:cubicBezTo>
                    <a:pt x="53315" y="122110"/>
                    <a:pt x="37856" y="119431"/>
                    <a:pt x="37856" y="119431"/>
                  </a:cubicBezTo>
                  <a:cubicBezTo>
                    <a:pt x="28187" y="118537"/>
                    <a:pt x="22392" y="108258"/>
                    <a:pt x="23358" y="101556"/>
                  </a:cubicBezTo>
                  <a:cubicBezTo>
                    <a:pt x="24807" y="94405"/>
                    <a:pt x="25290" y="91277"/>
                    <a:pt x="20944" y="88153"/>
                  </a:cubicBezTo>
                  <a:cubicBezTo>
                    <a:pt x="17075" y="85468"/>
                    <a:pt x="17075" y="81896"/>
                    <a:pt x="19007" y="80553"/>
                  </a:cubicBezTo>
                  <a:cubicBezTo>
                    <a:pt x="20944" y="79216"/>
                    <a:pt x="27704" y="76531"/>
                    <a:pt x="27704" y="76531"/>
                  </a:cubicBezTo>
                  <a:cubicBezTo>
                    <a:pt x="27704" y="76531"/>
                    <a:pt x="22875" y="73408"/>
                    <a:pt x="19972" y="72509"/>
                  </a:cubicBezTo>
                  <a:cubicBezTo>
                    <a:pt x="17075" y="71172"/>
                    <a:pt x="15626" y="66701"/>
                    <a:pt x="17075" y="64021"/>
                  </a:cubicBezTo>
                  <a:cubicBezTo>
                    <a:pt x="18524" y="61342"/>
                    <a:pt x="19007" y="54641"/>
                    <a:pt x="19007" y="54641"/>
                  </a:cubicBezTo>
                  <a:cubicBezTo>
                    <a:pt x="19007" y="54641"/>
                    <a:pt x="12729" y="51512"/>
                    <a:pt x="5480" y="47934"/>
                  </a:cubicBezTo>
                  <a:cubicBezTo>
                    <a:pt x="162" y="45703"/>
                    <a:pt x="-1285" y="42125"/>
                    <a:pt x="1128" y="35873"/>
                  </a:cubicBezTo>
                  <a:cubicBezTo>
                    <a:pt x="49452" y="28273"/>
                    <a:pt x="49452" y="28273"/>
                    <a:pt x="49452" y="28273"/>
                  </a:cubicBezTo>
                  <a:cubicBezTo>
                    <a:pt x="51866" y="28273"/>
                    <a:pt x="52832" y="26487"/>
                    <a:pt x="52832" y="24257"/>
                  </a:cubicBezTo>
                  <a:cubicBezTo>
                    <a:pt x="52349" y="22465"/>
                    <a:pt x="51383" y="20678"/>
                    <a:pt x="49452" y="19785"/>
                  </a:cubicBezTo>
                  <a:cubicBezTo>
                    <a:pt x="46554" y="17999"/>
                    <a:pt x="44617" y="15763"/>
                    <a:pt x="44134" y="12191"/>
                  </a:cubicBezTo>
                  <a:cubicBezTo>
                    <a:pt x="43168" y="6382"/>
                    <a:pt x="47520" y="1018"/>
                    <a:pt x="53798" y="125"/>
                  </a:cubicBezTo>
                  <a:cubicBezTo>
                    <a:pt x="60081" y="-767"/>
                    <a:pt x="65881" y="3254"/>
                    <a:pt x="66847" y="9062"/>
                  </a:cubicBezTo>
                  <a:cubicBezTo>
                    <a:pt x="67330" y="12191"/>
                    <a:pt x="66364" y="15319"/>
                    <a:pt x="64433" y="17550"/>
                  </a:cubicBezTo>
                  <a:cubicBezTo>
                    <a:pt x="62978" y="18892"/>
                    <a:pt x="62495" y="21128"/>
                    <a:pt x="62978" y="22914"/>
                  </a:cubicBezTo>
                  <a:cubicBezTo>
                    <a:pt x="62978" y="24700"/>
                    <a:pt x="65398" y="26043"/>
                    <a:pt x="67330" y="25594"/>
                  </a:cubicBezTo>
                  <a:lnTo>
                    <a:pt x="120000" y="17550"/>
                  </a:lnTo>
                  <a:close/>
                </a:path>
              </a:pathLst>
            </a:custGeom>
            <a:solidFill>
              <a:schemeClr val="accent3">
                <a:alpha val="84313"/>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7" name="Google Shape;262;p10">
              <a:extLst>
                <a:ext uri="{FF2B5EF4-FFF2-40B4-BE49-F238E27FC236}">
                  <a16:creationId xmlns:a16="http://schemas.microsoft.com/office/drawing/2014/main" id="{15122325-88C6-CEB4-B120-79DEBE19E0BE}"/>
                </a:ext>
              </a:extLst>
            </p:cNvPr>
            <p:cNvSpPr/>
            <p:nvPr/>
          </p:nvSpPr>
          <p:spPr>
            <a:xfrm>
              <a:off x="6564583" y="2944473"/>
              <a:ext cx="892207" cy="1000298"/>
            </a:xfrm>
            <a:custGeom>
              <a:avLst/>
              <a:gdLst/>
              <a:ahLst/>
              <a:cxnLst/>
              <a:rect l="0" t="0" r="0" b="0"/>
              <a:pathLst>
                <a:path w="120000" h="120000" extrusionOk="0">
                  <a:moveTo>
                    <a:pt x="120000" y="81905"/>
                  </a:moveTo>
                  <a:cubicBezTo>
                    <a:pt x="120000" y="94477"/>
                    <a:pt x="120000" y="109333"/>
                    <a:pt x="120000" y="109333"/>
                  </a:cubicBezTo>
                  <a:cubicBezTo>
                    <a:pt x="120000" y="109333"/>
                    <a:pt x="102897" y="120000"/>
                    <a:pt x="62698" y="120000"/>
                  </a:cubicBezTo>
                  <a:cubicBezTo>
                    <a:pt x="22505" y="120000"/>
                    <a:pt x="5830" y="109333"/>
                    <a:pt x="5830" y="109333"/>
                  </a:cubicBezTo>
                  <a:cubicBezTo>
                    <a:pt x="5830" y="91811"/>
                    <a:pt x="5830" y="91811"/>
                    <a:pt x="5830" y="91811"/>
                  </a:cubicBezTo>
                  <a:cubicBezTo>
                    <a:pt x="22505" y="52572"/>
                    <a:pt x="22505" y="52572"/>
                    <a:pt x="22505" y="52572"/>
                  </a:cubicBezTo>
                  <a:cubicBezTo>
                    <a:pt x="22932" y="51050"/>
                    <a:pt x="22078" y="49522"/>
                    <a:pt x="20369" y="48761"/>
                  </a:cubicBezTo>
                  <a:cubicBezTo>
                    <a:pt x="18660" y="48383"/>
                    <a:pt x="16945" y="48383"/>
                    <a:pt x="15236" y="49144"/>
                  </a:cubicBezTo>
                  <a:cubicBezTo>
                    <a:pt x="12672" y="50283"/>
                    <a:pt x="9675" y="50666"/>
                    <a:pt x="6684" y="49522"/>
                  </a:cubicBezTo>
                  <a:cubicBezTo>
                    <a:pt x="1551" y="48000"/>
                    <a:pt x="-1439" y="42666"/>
                    <a:pt x="697" y="37716"/>
                  </a:cubicBezTo>
                  <a:cubicBezTo>
                    <a:pt x="2839" y="33144"/>
                    <a:pt x="8393" y="30855"/>
                    <a:pt x="13954" y="32383"/>
                  </a:cubicBezTo>
                  <a:cubicBezTo>
                    <a:pt x="16945" y="33522"/>
                    <a:pt x="19087" y="35427"/>
                    <a:pt x="19941" y="37716"/>
                  </a:cubicBezTo>
                  <a:cubicBezTo>
                    <a:pt x="20369" y="39238"/>
                    <a:pt x="22078" y="40761"/>
                    <a:pt x="23787" y="41144"/>
                  </a:cubicBezTo>
                  <a:cubicBezTo>
                    <a:pt x="25502" y="41905"/>
                    <a:pt x="27211" y="41144"/>
                    <a:pt x="28065" y="39616"/>
                  </a:cubicBezTo>
                  <a:cubicBezTo>
                    <a:pt x="44741" y="0"/>
                    <a:pt x="44741" y="0"/>
                    <a:pt x="44741" y="0"/>
                  </a:cubicBezTo>
                  <a:cubicBezTo>
                    <a:pt x="73819" y="31616"/>
                    <a:pt x="73819" y="31616"/>
                    <a:pt x="73819" y="31616"/>
                  </a:cubicBezTo>
                  <a:cubicBezTo>
                    <a:pt x="73392" y="31616"/>
                    <a:pt x="73392" y="31616"/>
                    <a:pt x="73392" y="31616"/>
                  </a:cubicBezTo>
                  <a:cubicBezTo>
                    <a:pt x="69113" y="30855"/>
                    <a:pt x="64840" y="32000"/>
                    <a:pt x="61416" y="34283"/>
                  </a:cubicBezTo>
                  <a:cubicBezTo>
                    <a:pt x="55001" y="38855"/>
                    <a:pt x="54147" y="47238"/>
                    <a:pt x="59280" y="52950"/>
                  </a:cubicBezTo>
                  <a:cubicBezTo>
                    <a:pt x="64413" y="58666"/>
                    <a:pt x="73819" y="59427"/>
                    <a:pt x="80234" y="54855"/>
                  </a:cubicBezTo>
                  <a:cubicBezTo>
                    <a:pt x="83652" y="52188"/>
                    <a:pt x="85361" y="48761"/>
                    <a:pt x="85788" y="44950"/>
                  </a:cubicBezTo>
                  <a:cubicBezTo>
                    <a:pt x="85788" y="44950"/>
                    <a:pt x="85788" y="44572"/>
                    <a:pt x="85788" y="44572"/>
                  </a:cubicBezTo>
                  <a:lnTo>
                    <a:pt x="120000" y="81905"/>
                  </a:lnTo>
                  <a:close/>
                </a:path>
              </a:pathLst>
            </a:custGeom>
            <a:solidFill>
              <a:schemeClr val="accent3"/>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8" name="Google Shape;263;p10">
              <a:extLst>
                <a:ext uri="{FF2B5EF4-FFF2-40B4-BE49-F238E27FC236}">
                  <a16:creationId xmlns:a16="http://schemas.microsoft.com/office/drawing/2014/main" id="{A3F29B06-C3CA-51E0-26B8-6A0512DFDD79}"/>
                </a:ext>
              </a:extLst>
            </p:cNvPr>
            <p:cNvSpPr/>
            <p:nvPr/>
          </p:nvSpPr>
          <p:spPr>
            <a:xfrm>
              <a:off x="6923371" y="2801574"/>
              <a:ext cx="752502" cy="771658"/>
            </a:xfrm>
            <a:custGeom>
              <a:avLst/>
              <a:gdLst/>
              <a:ahLst/>
              <a:cxnLst/>
              <a:rect l="0" t="0" r="0" b="0"/>
              <a:pathLst>
                <a:path w="120000" h="120000" extrusionOk="0">
                  <a:moveTo>
                    <a:pt x="120000" y="0"/>
                  </a:moveTo>
                  <a:cubicBezTo>
                    <a:pt x="114427" y="22716"/>
                    <a:pt x="102783" y="38022"/>
                    <a:pt x="96200" y="49877"/>
                  </a:cubicBezTo>
                  <a:cubicBezTo>
                    <a:pt x="88100" y="65677"/>
                    <a:pt x="85061" y="96294"/>
                    <a:pt x="85061" y="110122"/>
                  </a:cubicBezTo>
                  <a:cubicBezTo>
                    <a:pt x="85061" y="120000"/>
                    <a:pt x="85061" y="120000"/>
                    <a:pt x="85061" y="120000"/>
                  </a:cubicBezTo>
                  <a:cubicBezTo>
                    <a:pt x="47594" y="75555"/>
                    <a:pt x="47594" y="75555"/>
                    <a:pt x="47594" y="75555"/>
                  </a:cubicBezTo>
                  <a:cubicBezTo>
                    <a:pt x="46077" y="73577"/>
                    <a:pt x="43544" y="73577"/>
                    <a:pt x="41516" y="75061"/>
                  </a:cubicBezTo>
                  <a:cubicBezTo>
                    <a:pt x="40000" y="76050"/>
                    <a:pt x="38988" y="78022"/>
                    <a:pt x="38988" y="80494"/>
                  </a:cubicBezTo>
                  <a:cubicBezTo>
                    <a:pt x="38988" y="83455"/>
                    <a:pt x="37466" y="86911"/>
                    <a:pt x="34427" y="89383"/>
                  </a:cubicBezTo>
                  <a:cubicBezTo>
                    <a:pt x="29366" y="93333"/>
                    <a:pt x="21772" y="92344"/>
                    <a:pt x="17216" y="87405"/>
                  </a:cubicBezTo>
                  <a:cubicBezTo>
                    <a:pt x="13166" y="82466"/>
                    <a:pt x="14177" y="75061"/>
                    <a:pt x="19238" y="70616"/>
                  </a:cubicBezTo>
                  <a:cubicBezTo>
                    <a:pt x="21772" y="68644"/>
                    <a:pt x="25316" y="67655"/>
                    <a:pt x="28861" y="68150"/>
                  </a:cubicBezTo>
                  <a:cubicBezTo>
                    <a:pt x="30883" y="68644"/>
                    <a:pt x="33416" y="68150"/>
                    <a:pt x="34938" y="66666"/>
                  </a:cubicBezTo>
                  <a:cubicBezTo>
                    <a:pt x="36455" y="65183"/>
                    <a:pt x="36961" y="62716"/>
                    <a:pt x="35444" y="61233"/>
                  </a:cubicBezTo>
                  <a:cubicBezTo>
                    <a:pt x="0" y="18766"/>
                    <a:pt x="0" y="18766"/>
                    <a:pt x="0" y="18766"/>
                  </a:cubicBezTo>
                  <a:cubicBezTo>
                    <a:pt x="53672" y="10372"/>
                    <a:pt x="53672" y="10372"/>
                    <a:pt x="53672" y="10372"/>
                  </a:cubicBezTo>
                  <a:cubicBezTo>
                    <a:pt x="53166" y="10372"/>
                    <a:pt x="53166" y="10866"/>
                    <a:pt x="53166" y="10866"/>
                  </a:cubicBezTo>
                  <a:cubicBezTo>
                    <a:pt x="50127" y="14816"/>
                    <a:pt x="48605" y="19755"/>
                    <a:pt x="49622" y="24200"/>
                  </a:cubicBezTo>
                  <a:cubicBezTo>
                    <a:pt x="51138" y="33577"/>
                    <a:pt x="60255" y="40000"/>
                    <a:pt x="69366" y="38516"/>
                  </a:cubicBezTo>
                  <a:cubicBezTo>
                    <a:pt x="78988" y="37038"/>
                    <a:pt x="85572" y="28150"/>
                    <a:pt x="84050" y="18766"/>
                  </a:cubicBezTo>
                  <a:cubicBezTo>
                    <a:pt x="83038" y="13827"/>
                    <a:pt x="80000" y="9877"/>
                    <a:pt x="75950" y="7405"/>
                  </a:cubicBezTo>
                  <a:cubicBezTo>
                    <a:pt x="75950" y="6911"/>
                    <a:pt x="75444" y="6911"/>
                    <a:pt x="75444" y="6911"/>
                  </a:cubicBezTo>
                  <a:lnTo>
                    <a:pt x="120000" y="0"/>
                  </a:lnTo>
                  <a:close/>
                </a:path>
              </a:pathLst>
            </a:custGeom>
            <a:solidFill>
              <a:schemeClr val="accent3">
                <a:alpha val="24313"/>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9" name="Google Shape;264;p10">
              <a:extLst>
                <a:ext uri="{FF2B5EF4-FFF2-40B4-BE49-F238E27FC236}">
                  <a16:creationId xmlns:a16="http://schemas.microsoft.com/office/drawing/2014/main" id="{444B4467-9BAF-C8E1-4314-3896071D34FA}"/>
                </a:ext>
              </a:extLst>
            </p:cNvPr>
            <p:cNvSpPr/>
            <p:nvPr/>
          </p:nvSpPr>
          <p:spPr>
            <a:xfrm>
              <a:off x="6734452" y="4086083"/>
              <a:ext cx="595334" cy="182595"/>
            </a:xfrm>
            <a:custGeom>
              <a:avLst/>
              <a:gdLst/>
              <a:ahLst/>
              <a:cxnLst/>
              <a:rect l="0" t="0" r="0" b="0"/>
              <a:pathLst>
                <a:path w="120000" h="120000" extrusionOk="0">
                  <a:moveTo>
                    <a:pt x="116134" y="87"/>
                  </a:moveTo>
                  <a:cubicBezTo>
                    <a:pt x="115495" y="87"/>
                    <a:pt x="114851" y="87"/>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18938"/>
                    <a:pt x="2162" y="23127"/>
                  </a:cubicBezTo>
                  <a:cubicBezTo>
                    <a:pt x="46982" y="109003"/>
                    <a:pt x="46982" y="109003"/>
                    <a:pt x="46982" y="109003"/>
                  </a:cubicBezTo>
                  <a:cubicBezTo>
                    <a:pt x="55307" y="123665"/>
                    <a:pt x="64910" y="123665"/>
                    <a:pt x="72597" y="109003"/>
                  </a:cubicBezTo>
                  <a:cubicBezTo>
                    <a:pt x="118055" y="23127"/>
                    <a:pt x="118055" y="23127"/>
                    <a:pt x="118055" y="23127"/>
                  </a:cubicBezTo>
                  <a:cubicBezTo>
                    <a:pt x="119977" y="18938"/>
                    <a:pt x="120616" y="12654"/>
                    <a:pt x="119333" y="6370"/>
                  </a:cubicBezTo>
                  <a:cubicBezTo>
                    <a:pt x="118694" y="2181"/>
                    <a:pt x="117417" y="87"/>
                    <a:pt x="116134" y="87"/>
                  </a:cubicBezTo>
                  <a:close/>
                </a:path>
              </a:pathLst>
            </a:custGeom>
            <a:solidFill>
              <a:schemeClr val="accent3">
                <a:alpha val="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0" name="Google Shape;265;p10">
              <a:extLst>
                <a:ext uri="{FF2B5EF4-FFF2-40B4-BE49-F238E27FC236}">
                  <a16:creationId xmlns:a16="http://schemas.microsoft.com/office/drawing/2014/main" id="{B5001FB4-C2C7-03B2-E105-EF8F6328278C}"/>
                </a:ext>
              </a:extLst>
            </p:cNvPr>
            <p:cNvSpPr/>
            <p:nvPr/>
          </p:nvSpPr>
          <p:spPr>
            <a:xfrm>
              <a:off x="6734452" y="4228982"/>
              <a:ext cx="595334" cy="182595"/>
            </a:xfrm>
            <a:custGeom>
              <a:avLst/>
              <a:gdLst/>
              <a:ahLst/>
              <a:cxnLst/>
              <a:rect l="0" t="0" r="0" b="0"/>
              <a:pathLst>
                <a:path w="120000" h="120000" extrusionOk="0">
                  <a:moveTo>
                    <a:pt x="116134" y="87"/>
                  </a:moveTo>
                  <a:cubicBezTo>
                    <a:pt x="115495" y="87"/>
                    <a:pt x="114851" y="2181"/>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21032"/>
                    <a:pt x="2162" y="25221"/>
                  </a:cubicBezTo>
                  <a:cubicBezTo>
                    <a:pt x="46982" y="109003"/>
                    <a:pt x="46982" y="109003"/>
                    <a:pt x="46982" y="109003"/>
                  </a:cubicBezTo>
                  <a:cubicBezTo>
                    <a:pt x="55307" y="123665"/>
                    <a:pt x="64910" y="123665"/>
                    <a:pt x="72597" y="109003"/>
                  </a:cubicBezTo>
                  <a:cubicBezTo>
                    <a:pt x="118055" y="25221"/>
                    <a:pt x="118055" y="25221"/>
                    <a:pt x="118055" y="25221"/>
                  </a:cubicBezTo>
                  <a:cubicBezTo>
                    <a:pt x="119977" y="21032"/>
                    <a:pt x="120616" y="12654"/>
                    <a:pt x="119333" y="6370"/>
                  </a:cubicBezTo>
                  <a:cubicBezTo>
                    <a:pt x="118694" y="2181"/>
                    <a:pt x="117417" y="87"/>
                    <a:pt x="116134" y="87"/>
                  </a:cubicBezTo>
                  <a:close/>
                </a:path>
              </a:pathLst>
            </a:custGeom>
            <a:solidFill>
              <a:schemeClr val="accent3">
                <a:alpha val="4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1" name="Google Shape;266;p10">
              <a:extLst>
                <a:ext uri="{FF2B5EF4-FFF2-40B4-BE49-F238E27FC236}">
                  <a16:creationId xmlns:a16="http://schemas.microsoft.com/office/drawing/2014/main" id="{D0CB2CB5-8CF4-9C98-EB66-A69540B1BE37}"/>
                </a:ext>
              </a:extLst>
            </p:cNvPr>
            <p:cNvSpPr/>
            <p:nvPr/>
          </p:nvSpPr>
          <p:spPr>
            <a:xfrm>
              <a:off x="6734452" y="4375057"/>
              <a:ext cx="595334" cy="182595"/>
            </a:xfrm>
            <a:custGeom>
              <a:avLst/>
              <a:gdLst/>
              <a:ahLst/>
              <a:cxnLst/>
              <a:rect l="0" t="0" r="0" b="0"/>
              <a:pathLst>
                <a:path w="120000" h="120000" extrusionOk="0">
                  <a:moveTo>
                    <a:pt x="116134" y="780"/>
                  </a:moveTo>
                  <a:cubicBezTo>
                    <a:pt x="115495" y="780"/>
                    <a:pt x="114851" y="780"/>
                    <a:pt x="114212" y="780"/>
                  </a:cubicBezTo>
                  <a:cubicBezTo>
                    <a:pt x="68753" y="86160"/>
                    <a:pt x="68753" y="86160"/>
                    <a:pt x="68753" y="86160"/>
                  </a:cubicBezTo>
                  <a:cubicBezTo>
                    <a:pt x="63633" y="96572"/>
                    <a:pt x="56585" y="96572"/>
                    <a:pt x="50825" y="86160"/>
                  </a:cubicBezTo>
                  <a:cubicBezTo>
                    <a:pt x="6005" y="780"/>
                    <a:pt x="6005" y="780"/>
                    <a:pt x="6005" y="780"/>
                  </a:cubicBezTo>
                  <a:cubicBezTo>
                    <a:pt x="4084" y="-1301"/>
                    <a:pt x="1523" y="780"/>
                    <a:pt x="240" y="7028"/>
                  </a:cubicBezTo>
                  <a:cubicBezTo>
                    <a:pt x="-397" y="13275"/>
                    <a:pt x="240" y="19522"/>
                    <a:pt x="2162" y="23687"/>
                  </a:cubicBezTo>
                  <a:cubicBezTo>
                    <a:pt x="46982" y="109067"/>
                    <a:pt x="46982" y="109067"/>
                    <a:pt x="46982" y="109067"/>
                  </a:cubicBezTo>
                  <a:cubicBezTo>
                    <a:pt x="55307" y="123644"/>
                    <a:pt x="64910" y="123644"/>
                    <a:pt x="72597" y="109067"/>
                  </a:cubicBezTo>
                  <a:cubicBezTo>
                    <a:pt x="118055" y="23687"/>
                    <a:pt x="118055" y="23687"/>
                    <a:pt x="118055" y="23687"/>
                  </a:cubicBezTo>
                  <a:cubicBezTo>
                    <a:pt x="119977" y="19522"/>
                    <a:pt x="120616" y="13275"/>
                    <a:pt x="119333" y="7028"/>
                  </a:cubicBezTo>
                  <a:cubicBezTo>
                    <a:pt x="118694" y="2863"/>
                    <a:pt x="117417" y="780"/>
                    <a:pt x="116134" y="780"/>
                  </a:cubicBezTo>
                  <a:close/>
                </a:path>
              </a:pathLst>
            </a:custGeom>
            <a:solidFill>
              <a:schemeClr val="accent3">
                <a:alpha val="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sp>
        <p:nvSpPr>
          <p:cNvPr id="22" name="Google Shape;267;p10">
            <a:extLst>
              <a:ext uri="{FF2B5EF4-FFF2-40B4-BE49-F238E27FC236}">
                <a16:creationId xmlns:a16="http://schemas.microsoft.com/office/drawing/2014/main" id="{954F2B34-7175-259E-47DE-F474AF21A77F}"/>
              </a:ext>
            </a:extLst>
          </p:cNvPr>
          <p:cNvSpPr>
            <a:spLocks/>
          </p:cNvSpPr>
          <p:nvPr/>
        </p:nvSpPr>
        <p:spPr bwMode="auto">
          <a:xfrm>
            <a:off x="2238375" y="1481138"/>
            <a:ext cx="279400" cy="279400"/>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3" name="Google Shape;268;p10">
            <a:extLst>
              <a:ext uri="{FF2B5EF4-FFF2-40B4-BE49-F238E27FC236}">
                <a16:creationId xmlns:a16="http://schemas.microsoft.com/office/drawing/2014/main" id="{969022FA-F20A-3E9C-7E67-8DD861429EC4}"/>
              </a:ext>
            </a:extLst>
          </p:cNvPr>
          <p:cNvSpPr>
            <a:spLocks/>
          </p:cNvSpPr>
          <p:nvPr/>
        </p:nvSpPr>
        <p:spPr bwMode="auto">
          <a:xfrm>
            <a:off x="5951538" y="1471613"/>
            <a:ext cx="279400" cy="279400"/>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2"/>
          </a:solidFill>
          <a:ln w="9525">
            <a:noFill/>
            <a:round/>
            <a:headEnd/>
            <a:tailEnd/>
          </a:ln>
        </p:spPr>
        <p:txBody>
          <a:bodyPr lIns="19025" tIns="19025" rIns="19025" bIns="19025" anchor="ctr"/>
          <a:lstStyle/>
          <a:p>
            <a:pPr>
              <a:defRPr/>
            </a:pPr>
            <a:endParaRPr lang="en-US"/>
          </a:p>
        </p:txBody>
      </p:sp>
      <p:sp>
        <p:nvSpPr>
          <p:cNvPr id="24" name="Google Shape;269;p10">
            <a:extLst>
              <a:ext uri="{FF2B5EF4-FFF2-40B4-BE49-F238E27FC236}">
                <a16:creationId xmlns:a16="http://schemas.microsoft.com/office/drawing/2014/main" id="{D8998C07-B985-7FEF-0A3E-B7148BA6BB63}"/>
              </a:ext>
            </a:extLst>
          </p:cNvPr>
          <p:cNvSpPr>
            <a:spLocks/>
          </p:cNvSpPr>
          <p:nvPr/>
        </p:nvSpPr>
        <p:spPr bwMode="auto">
          <a:xfrm>
            <a:off x="9969500" y="1520825"/>
            <a:ext cx="279400" cy="254000"/>
          </a:xfrm>
          <a:custGeom>
            <a:avLst/>
            <a:gdLst>
              <a:gd name="T0" fmla="*/ 0 w 120000"/>
              <a:gd name="T1" fmla="*/ 0 h 120000"/>
              <a:gd name="T2" fmla="*/ 120000 w 120000"/>
              <a:gd name="T3" fmla="*/ 120000 h 120000"/>
            </a:gdLst>
            <a:ahLst/>
            <a:cxnLst>
              <a:cxn ang="0">
                <a:pos x="95455" y="69000"/>
              </a:cxn>
              <a:cxn ang="0">
                <a:pos x="87272" y="60000"/>
              </a:cxn>
              <a:cxn ang="0">
                <a:pos x="95455" y="51000"/>
              </a:cxn>
              <a:cxn ang="0">
                <a:pos x="103638" y="60000"/>
              </a:cxn>
              <a:cxn ang="0">
                <a:pos x="95455" y="69000"/>
              </a:cxn>
              <a:cxn ang="0">
                <a:pos x="117272" y="57000"/>
              </a:cxn>
              <a:cxn ang="0">
                <a:pos x="108816" y="57000"/>
              </a:cxn>
              <a:cxn ang="0">
                <a:pos x="95455" y="45000"/>
              </a:cxn>
              <a:cxn ang="0">
                <a:pos x="82094" y="57000"/>
              </a:cxn>
              <a:cxn ang="0">
                <a:pos x="2727" y="57000"/>
              </a:cxn>
              <a:cxn ang="0">
                <a:pos x="0" y="60000"/>
              </a:cxn>
              <a:cxn ang="0">
                <a:pos x="2727" y="63000"/>
              </a:cxn>
              <a:cxn ang="0">
                <a:pos x="82094" y="63000"/>
              </a:cxn>
              <a:cxn ang="0">
                <a:pos x="95455" y="75000"/>
              </a:cxn>
              <a:cxn ang="0">
                <a:pos x="108816" y="63000"/>
              </a:cxn>
              <a:cxn ang="0">
                <a:pos x="117272" y="63000"/>
              </a:cxn>
              <a:cxn ang="0">
                <a:pos x="120000" y="60000"/>
              </a:cxn>
              <a:cxn ang="0">
                <a:pos x="117272" y="57000"/>
              </a:cxn>
              <a:cxn ang="0">
                <a:pos x="30000" y="6000"/>
              </a:cxn>
              <a:cxn ang="0">
                <a:pos x="38183" y="15000"/>
              </a:cxn>
              <a:cxn ang="0">
                <a:pos x="30000" y="24000"/>
              </a:cxn>
              <a:cxn ang="0">
                <a:pos x="21816" y="15000"/>
              </a:cxn>
              <a:cxn ang="0">
                <a:pos x="30000" y="6000"/>
              </a:cxn>
              <a:cxn ang="0">
                <a:pos x="2727" y="18000"/>
              </a:cxn>
              <a:cxn ang="0">
                <a:pos x="16638" y="18000"/>
              </a:cxn>
              <a:cxn ang="0">
                <a:pos x="30000" y="30000"/>
              </a:cxn>
              <a:cxn ang="0">
                <a:pos x="43361" y="18000"/>
              </a:cxn>
              <a:cxn ang="0">
                <a:pos x="117272" y="18000"/>
              </a:cxn>
              <a:cxn ang="0">
                <a:pos x="120000" y="15000"/>
              </a:cxn>
              <a:cxn ang="0">
                <a:pos x="117272" y="12000"/>
              </a:cxn>
              <a:cxn ang="0">
                <a:pos x="43361" y="12000"/>
              </a:cxn>
              <a:cxn ang="0">
                <a:pos x="30000" y="0"/>
              </a:cxn>
              <a:cxn ang="0">
                <a:pos x="16638" y="12000"/>
              </a:cxn>
              <a:cxn ang="0">
                <a:pos x="2727" y="12000"/>
              </a:cxn>
              <a:cxn ang="0">
                <a:pos x="0" y="15000"/>
              </a:cxn>
              <a:cxn ang="0">
                <a:pos x="2727" y="18000"/>
              </a:cxn>
              <a:cxn ang="0">
                <a:pos x="51816" y="113994"/>
              </a:cxn>
              <a:cxn ang="0">
                <a:pos x="43638" y="104994"/>
              </a:cxn>
              <a:cxn ang="0">
                <a:pos x="51816" y="95994"/>
              </a:cxn>
              <a:cxn ang="0">
                <a:pos x="60000" y="104994"/>
              </a:cxn>
              <a:cxn ang="0">
                <a:pos x="51816" y="113994"/>
              </a:cxn>
              <a:cxn ang="0">
                <a:pos x="117272" y="101994"/>
              </a:cxn>
              <a:cxn ang="0">
                <a:pos x="65177" y="101994"/>
              </a:cxn>
              <a:cxn ang="0">
                <a:pos x="51816" y="89994"/>
              </a:cxn>
              <a:cxn ang="0">
                <a:pos x="38455" y="101994"/>
              </a:cxn>
              <a:cxn ang="0">
                <a:pos x="2727" y="101994"/>
              </a:cxn>
              <a:cxn ang="0">
                <a:pos x="0" y="104994"/>
              </a:cxn>
              <a:cxn ang="0">
                <a:pos x="2727" y="107994"/>
              </a:cxn>
              <a:cxn ang="0">
                <a:pos x="38455" y="107994"/>
              </a:cxn>
              <a:cxn ang="0">
                <a:pos x="51816" y="120000"/>
              </a:cxn>
              <a:cxn ang="0">
                <a:pos x="65177" y="107994"/>
              </a:cxn>
              <a:cxn ang="0">
                <a:pos x="117272" y="107994"/>
              </a:cxn>
              <a:cxn ang="0">
                <a:pos x="120000" y="104994"/>
              </a:cxn>
              <a:cxn ang="0">
                <a:pos x="117272" y="101994"/>
              </a:cxn>
            </a:cxnLst>
            <a:rect l="T0" t="T1" r="T2" b="T3"/>
            <a:pathLst>
              <a:path w="120000" h="120000" extrusionOk="0">
                <a:moveTo>
                  <a:pt x="95455" y="69000"/>
                </a:moveTo>
                <a:cubicBezTo>
                  <a:pt x="90933" y="69000"/>
                  <a:pt x="87272" y="64966"/>
                  <a:pt x="87272" y="60000"/>
                </a:cubicBezTo>
                <a:cubicBezTo>
                  <a:pt x="87272" y="55033"/>
                  <a:pt x="90933" y="51000"/>
                  <a:pt x="95455" y="51000"/>
                </a:cubicBezTo>
                <a:cubicBezTo>
                  <a:pt x="99972" y="51000"/>
                  <a:pt x="103638" y="55033"/>
                  <a:pt x="103638" y="60000"/>
                </a:cubicBezTo>
                <a:cubicBezTo>
                  <a:pt x="103638" y="64966"/>
                  <a:pt x="99972" y="69000"/>
                  <a:pt x="95455" y="69000"/>
                </a:cubicBezTo>
                <a:moveTo>
                  <a:pt x="117272" y="57000"/>
                </a:moveTo>
                <a:lnTo>
                  <a:pt x="108816" y="57000"/>
                </a:lnTo>
                <a:cubicBezTo>
                  <a:pt x="107555" y="50155"/>
                  <a:pt x="102050" y="45000"/>
                  <a:pt x="95455" y="45000"/>
                </a:cubicBezTo>
                <a:cubicBezTo>
                  <a:pt x="88855" y="45000"/>
                  <a:pt x="83355" y="50155"/>
                  <a:pt x="82094" y="57000"/>
                </a:cubicBezTo>
                <a:lnTo>
                  <a:pt x="2727" y="57000"/>
                </a:lnTo>
                <a:cubicBezTo>
                  <a:pt x="1222" y="57000"/>
                  <a:pt x="0" y="58344"/>
                  <a:pt x="0" y="60000"/>
                </a:cubicBezTo>
                <a:cubicBezTo>
                  <a:pt x="0" y="61655"/>
                  <a:pt x="1222" y="63000"/>
                  <a:pt x="2727" y="63000"/>
                </a:cubicBezTo>
                <a:lnTo>
                  <a:pt x="82094" y="63000"/>
                </a:lnTo>
                <a:cubicBezTo>
                  <a:pt x="83355" y="69844"/>
                  <a:pt x="88855" y="75000"/>
                  <a:pt x="95455" y="75000"/>
                </a:cubicBezTo>
                <a:cubicBezTo>
                  <a:pt x="102050" y="75000"/>
                  <a:pt x="107555" y="69844"/>
                  <a:pt x="108816" y="63000"/>
                </a:cubicBezTo>
                <a:lnTo>
                  <a:pt x="117272" y="63000"/>
                </a:lnTo>
                <a:cubicBezTo>
                  <a:pt x="118777" y="63000"/>
                  <a:pt x="120000" y="61655"/>
                  <a:pt x="120000" y="60000"/>
                </a:cubicBezTo>
                <a:cubicBezTo>
                  <a:pt x="120000" y="58344"/>
                  <a:pt x="118777" y="57000"/>
                  <a:pt x="117272" y="57000"/>
                </a:cubicBezTo>
                <a:moveTo>
                  <a:pt x="30000" y="6000"/>
                </a:moveTo>
                <a:cubicBezTo>
                  <a:pt x="34522" y="6000"/>
                  <a:pt x="38183" y="10033"/>
                  <a:pt x="38183" y="15000"/>
                </a:cubicBezTo>
                <a:cubicBezTo>
                  <a:pt x="38183" y="19972"/>
                  <a:pt x="34522" y="24000"/>
                  <a:pt x="30000" y="24000"/>
                </a:cubicBezTo>
                <a:cubicBezTo>
                  <a:pt x="25477" y="24000"/>
                  <a:pt x="21816" y="19972"/>
                  <a:pt x="21816" y="15000"/>
                </a:cubicBezTo>
                <a:cubicBezTo>
                  <a:pt x="21816" y="10033"/>
                  <a:pt x="25477" y="6000"/>
                  <a:pt x="30000" y="6000"/>
                </a:cubicBezTo>
                <a:moveTo>
                  <a:pt x="2727" y="18000"/>
                </a:moveTo>
                <a:lnTo>
                  <a:pt x="16638" y="18000"/>
                </a:lnTo>
                <a:cubicBezTo>
                  <a:pt x="17900" y="24844"/>
                  <a:pt x="23405" y="30000"/>
                  <a:pt x="30000" y="30000"/>
                </a:cubicBezTo>
                <a:cubicBezTo>
                  <a:pt x="36594" y="30000"/>
                  <a:pt x="42100" y="24844"/>
                  <a:pt x="43361" y="18000"/>
                </a:cubicBezTo>
                <a:lnTo>
                  <a:pt x="117272" y="18000"/>
                </a:lnTo>
                <a:cubicBezTo>
                  <a:pt x="118777" y="18000"/>
                  <a:pt x="120000" y="16661"/>
                  <a:pt x="120000" y="15000"/>
                </a:cubicBezTo>
                <a:cubicBezTo>
                  <a:pt x="120000" y="13344"/>
                  <a:pt x="118777" y="12000"/>
                  <a:pt x="117272" y="12000"/>
                </a:cubicBezTo>
                <a:lnTo>
                  <a:pt x="43361" y="12000"/>
                </a:lnTo>
                <a:cubicBezTo>
                  <a:pt x="42100" y="5155"/>
                  <a:pt x="36594" y="0"/>
                  <a:pt x="30000" y="0"/>
                </a:cubicBezTo>
                <a:cubicBezTo>
                  <a:pt x="23405" y="0"/>
                  <a:pt x="17900" y="5155"/>
                  <a:pt x="16638" y="12000"/>
                </a:cubicBezTo>
                <a:lnTo>
                  <a:pt x="2727" y="12000"/>
                </a:lnTo>
                <a:cubicBezTo>
                  <a:pt x="1222" y="12000"/>
                  <a:pt x="0" y="13344"/>
                  <a:pt x="0" y="15000"/>
                </a:cubicBezTo>
                <a:cubicBezTo>
                  <a:pt x="0" y="16661"/>
                  <a:pt x="1222" y="18000"/>
                  <a:pt x="2727" y="18000"/>
                </a:cubicBezTo>
                <a:moveTo>
                  <a:pt x="51816" y="113994"/>
                </a:moveTo>
                <a:cubicBezTo>
                  <a:pt x="47300" y="113994"/>
                  <a:pt x="43638" y="109966"/>
                  <a:pt x="43638" y="104994"/>
                </a:cubicBezTo>
                <a:cubicBezTo>
                  <a:pt x="43638" y="100027"/>
                  <a:pt x="47300" y="95994"/>
                  <a:pt x="51816" y="95994"/>
                </a:cubicBezTo>
                <a:cubicBezTo>
                  <a:pt x="56338" y="95994"/>
                  <a:pt x="60000" y="100027"/>
                  <a:pt x="60000" y="104994"/>
                </a:cubicBezTo>
                <a:cubicBezTo>
                  <a:pt x="60000" y="109966"/>
                  <a:pt x="56338" y="113994"/>
                  <a:pt x="51816" y="113994"/>
                </a:cubicBezTo>
                <a:moveTo>
                  <a:pt x="117272" y="101994"/>
                </a:moveTo>
                <a:lnTo>
                  <a:pt x="65177" y="101994"/>
                </a:lnTo>
                <a:cubicBezTo>
                  <a:pt x="63916" y="95150"/>
                  <a:pt x="58416" y="89994"/>
                  <a:pt x="51816" y="89994"/>
                </a:cubicBezTo>
                <a:cubicBezTo>
                  <a:pt x="45222" y="89994"/>
                  <a:pt x="39722" y="95150"/>
                  <a:pt x="38455" y="101994"/>
                </a:cubicBezTo>
                <a:lnTo>
                  <a:pt x="2727" y="101994"/>
                </a:lnTo>
                <a:cubicBezTo>
                  <a:pt x="1222" y="101994"/>
                  <a:pt x="0" y="103338"/>
                  <a:pt x="0" y="104994"/>
                </a:cubicBezTo>
                <a:cubicBezTo>
                  <a:pt x="0" y="106655"/>
                  <a:pt x="1222" y="107994"/>
                  <a:pt x="2727" y="107994"/>
                </a:cubicBezTo>
                <a:lnTo>
                  <a:pt x="38455" y="107994"/>
                </a:lnTo>
                <a:cubicBezTo>
                  <a:pt x="39722" y="114844"/>
                  <a:pt x="45222" y="120000"/>
                  <a:pt x="51816" y="120000"/>
                </a:cubicBezTo>
                <a:cubicBezTo>
                  <a:pt x="58416" y="120000"/>
                  <a:pt x="63916" y="114844"/>
                  <a:pt x="65177" y="107994"/>
                </a:cubicBezTo>
                <a:lnTo>
                  <a:pt x="117272" y="107994"/>
                </a:lnTo>
                <a:cubicBezTo>
                  <a:pt x="118777" y="107994"/>
                  <a:pt x="120000" y="106655"/>
                  <a:pt x="120000" y="104994"/>
                </a:cubicBezTo>
                <a:cubicBezTo>
                  <a:pt x="120000" y="103338"/>
                  <a:pt x="118777" y="101994"/>
                  <a:pt x="117272" y="101994"/>
                </a:cubicBezTo>
              </a:path>
            </a:pathLst>
          </a:custGeom>
          <a:solidFill>
            <a:schemeClr val="bg2"/>
          </a:solidFill>
          <a:ln w="9525">
            <a:noFill/>
            <a:round/>
            <a:headEnd/>
            <a:tailEnd/>
          </a:ln>
        </p:spPr>
        <p:txBody>
          <a:bodyPr lIns="19025" tIns="19025" rIns="19025" bIns="19025" anchor="ctr"/>
          <a:lstStyle/>
          <a:p>
            <a:pPr>
              <a:defRPr/>
            </a:pPr>
            <a:endParaRPr lang="en-US"/>
          </a:p>
        </p:txBody>
      </p:sp>
      <p:grpSp>
        <p:nvGrpSpPr>
          <p:cNvPr id="25" name="Google Shape;272;p10">
            <a:extLst>
              <a:ext uri="{FF2B5EF4-FFF2-40B4-BE49-F238E27FC236}">
                <a16:creationId xmlns:a16="http://schemas.microsoft.com/office/drawing/2014/main" id="{35191BC4-A799-4F7E-F13A-BE8EB95FA8E4}"/>
              </a:ext>
            </a:extLst>
          </p:cNvPr>
          <p:cNvGrpSpPr>
            <a:grpSpLocks/>
          </p:cNvGrpSpPr>
          <p:nvPr/>
        </p:nvGrpSpPr>
        <p:grpSpPr bwMode="auto">
          <a:xfrm>
            <a:off x="9228138" y="1978025"/>
            <a:ext cx="1620837" cy="2603500"/>
            <a:chOff x="2011515" y="1953702"/>
            <a:chExt cx="1620994" cy="2603950"/>
          </a:xfrm>
        </p:grpSpPr>
        <p:sp>
          <p:nvSpPr>
            <p:cNvPr id="26" name="Google Shape;273;p10">
              <a:extLst>
                <a:ext uri="{FF2B5EF4-FFF2-40B4-BE49-F238E27FC236}">
                  <a16:creationId xmlns:a16="http://schemas.microsoft.com/office/drawing/2014/main" id="{1C5F726D-1BA2-A99E-4DA4-059CA7AF4645}"/>
                </a:ext>
              </a:extLst>
            </p:cNvPr>
            <p:cNvSpPr>
              <a:spLocks/>
            </p:cNvSpPr>
            <p:nvPr/>
          </p:nvSpPr>
          <p:spPr bwMode="auto">
            <a:xfrm>
              <a:off x="2286179" y="1953702"/>
              <a:ext cx="870034" cy="924085"/>
            </a:xfrm>
            <a:custGeom>
              <a:avLst/>
              <a:gdLst>
                <a:gd name="T0" fmla="*/ 0 w 120000"/>
                <a:gd name="T1" fmla="*/ 0 h 120000"/>
                <a:gd name="T2" fmla="*/ 120000 w 120000"/>
                <a:gd name="T3" fmla="*/ 120000 h 120000"/>
              </a:gdLst>
              <a:ahLst/>
              <a:cxnLst>
                <a:cxn ang="0">
                  <a:pos x="118690" y="79161"/>
                </a:cxn>
                <a:cxn ang="0">
                  <a:pos x="105114" y="84933"/>
                </a:cxn>
                <a:cxn ang="0">
                  <a:pos x="98980" y="79161"/>
                </a:cxn>
                <a:cxn ang="0">
                  <a:pos x="95040" y="75444"/>
                </a:cxn>
                <a:cxn ang="0">
                  <a:pos x="90658" y="77512"/>
                </a:cxn>
                <a:cxn ang="0">
                  <a:pos x="73579" y="120000"/>
                </a:cxn>
                <a:cxn ang="0">
                  <a:pos x="43796" y="86174"/>
                </a:cxn>
                <a:cxn ang="0">
                  <a:pos x="44232" y="86174"/>
                </a:cxn>
                <a:cxn ang="0">
                  <a:pos x="56499" y="82871"/>
                </a:cxn>
                <a:cxn ang="0">
                  <a:pos x="58687" y="63072"/>
                </a:cxn>
                <a:cxn ang="0">
                  <a:pos x="37226" y="61010"/>
                </a:cxn>
                <a:cxn ang="0">
                  <a:pos x="31971" y="71320"/>
                </a:cxn>
                <a:cxn ang="0">
                  <a:pos x="31534" y="71734"/>
                </a:cxn>
                <a:cxn ang="0">
                  <a:pos x="0" y="35433"/>
                </a:cxn>
                <a:cxn ang="0">
                  <a:pos x="21461" y="14807"/>
                </a:cxn>
                <a:cxn ang="0">
                  <a:pos x="119999" y="4083"/>
                </a:cxn>
                <a:cxn ang="0">
                  <a:pos x="96350" y="63072"/>
                </a:cxn>
                <a:cxn ang="0">
                  <a:pos x="96350" y="63072"/>
                </a:cxn>
                <a:cxn ang="0">
                  <a:pos x="98544" y="67196"/>
                </a:cxn>
                <a:cxn ang="0">
                  <a:pos x="103798" y="67196"/>
                </a:cxn>
                <a:cxn ang="0">
                  <a:pos x="112557" y="66369"/>
                </a:cxn>
                <a:cxn ang="0">
                  <a:pos x="118690" y="79161"/>
                </a:cxn>
              </a:cxnLst>
              <a:rect l="T0" t="T1" r="T2" b="T3"/>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w="9525">
              <a:noFill/>
              <a:round/>
              <a:headEnd/>
              <a:tailEnd/>
            </a:ln>
          </p:spPr>
          <p:txBody>
            <a:bodyPr lIns="45700" tIns="45700" rIns="45700" bIns="45700"/>
            <a:lstStyle/>
            <a:p>
              <a:pPr>
                <a:defRPr/>
              </a:pPr>
              <a:endParaRPr lang="en-US"/>
            </a:p>
          </p:txBody>
        </p:sp>
        <p:sp>
          <p:nvSpPr>
            <p:cNvPr id="27" name="Google Shape;274;p10">
              <a:extLst>
                <a:ext uri="{FF2B5EF4-FFF2-40B4-BE49-F238E27FC236}">
                  <a16:creationId xmlns:a16="http://schemas.microsoft.com/office/drawing/2014/main" id="{4A3C676E-18A4-8F04-DB8D-13A23022ADBF}"/>
                </a:ext>
              </a:extLst>
            </p:cNvPr>
            <p:cNvSpPr>
              <a:spLocks/>
            </p:cNvSpPr>
            <p:nvPr/>
          </p:nvSpPr>
          <p:spPr bwMode="auto">
            <a:xfrm>
              <a:off x="2851383" y="1994984"/>
              <a:ext cx="781126" cy="1022527"/>
            </a:xfrm>
            <a:custGeom>
              <a:avLst/>
              <a:gdLst>
                <a:gd name="T0" fmla="*/ 0 w 120000"/>
                <a:gd name="T1" fmla="*/ 0 h 120000"/>
                <a:gd name="T2" fmla="*/ 120000 w 120000"/>
                <a:gd name="T3" fmla="*/ 120000 h 120000"/>
              </a:gdLst>
              <a:ahLst/>
              <a:cxnLst>
                <a:cxn ang="0">
                  <a:pos x="119916" y="76334"/>
                </a:cxn>
                <a:cxn ang="0">
                  <a:pos x="117475" y="90107"/>
                </a:cxn>
                <a:cxn ang="0">
                  <a:pos x="71168" y="96067"/>
                </a:cxn>
                <a:cxn ang="0">
                  <a:pos x="67754" y="99418"/>
                </a:cxn>
                <a:cxn ang="0">
                  <a:pos x="71168" y="103512"/>
                </a:cxn>
                <a:cxn ang="0">
                  <a:pos x="76530" y="109471"/>
                </a:cxn>
                <a:cxn ang="0">
                  <a:pos x="66780" y="119899"/>
                </a:cxn>
                <a:cxn ang="0">
                  <a:pos x="53622" y="112448"/>
                </a:cxn>
                <a:cxn ang="0">
                  <a:pos x="56057" y="105377"/>
                </a:cxn>
                <a:cxn ang="0">
                  <a:pos x="57517" y="100909"/>
                </a:cxn>
                <a:cxn ang="0">
                  <a:pos x="53135" y="98301"/>
                </a:cxn>
                <a:cxn ang="0">
                  <a:pos x="53135" y="98301"/>
                </a:cxn>
                <a:cxn ang="0">
                  <a:pos x="0" y="105003"/>
                </a:cxn>
                <a:cxn ang="0">
                  <a:pos x="18525" y="67766"/>
                </a:cxn>
                <a:cxn ang="0">
                  <a:pos x="18525" y="68140"/>
                </a:cxn>
                <a:cxn ang="0">
                  <a:pos x="28274" y="75585"/>
                </a:cxn>
                <a:cxn ang="0">
                  <a:pos x="50208" y="68140"/>
                </a:cxn>
                <a:cxn ang="0">
                  <a:pos x="40458" y="51384"/>
                </a:cxn>
                <a:cxn ang="0">
                  <a:pos x="26321" y="52127"/>
                </a:cxn>
                <a:cxn ang="0">
                  <a:pos x="26321" y="52501"/>
                </a:cxn>
                <a:cxn ang="0">
                  <a:pos x="52156" y="0"/>
                </a:cxn>
                <a:cxn ang="0">
                  <a:pos x="67754" y="5211"/>
                </a:cxn>
                <a:cxn ang="0">
                  <a:pos x="119916" y="76334"/>
                </a:cxn>
              </a:cxnLst>
              <a:rect l="T0" t="T1" r="T2" b="T3"/>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39999"/>
              </a:schemeClr>
            </a:solidFill>
            <a:ln w="9525">
              <a:noFill/>
              <a:round/>
              <a:headEnd/>
              <a:tailEnd/>
            </a:ln>
          </p:spPr>
          <p:txBody>
            <a:bodyPr lIns="45700" tIns="45700" rIns="45700" bIns="45700"/>
            <a:lstStyle/>
            <a:p>
              <a:pPr>
                <a:defRPr/>
              </a:pPr>
              <a:endParaRPr lang="en-US"/>
            </a:p>
          </p:txBody>
        </p:sp>
        <p:sp>
          <p:nvSpPr>
            <p:cNvPr id="28" name="Google Shape;275;p10">
              <a:extLst>
                <a:ext uri="{FF2B5EF4-FFF2-40B4-BE49-F238E27FC236}">
                  <a16:creationId xmlns:a16="http://schemas.microsoft.com/office/drawing/2014/main" id="{211CE035-9C92-AD84-E8F0-292DB26B3A3B}"/>
                </a:ext>
              </a:extLst>
            </p:cNvPr>
            <p:cNvSpPr>
              <a:spLocks/>
            </p:cNvSpPr>
            <p:nvPr/>
          </p:nvSpPr>
          <p:spPr bwMode="auto">
            <a:xfrm>
              <a:off x="2035329" y="2255379"/>
              <a:ext cx="758899" cy="768483"/>
            </a:xfrm>
            <a:custGeom>
              <a:avLst/>
              <a:gdLst>
                <a:gd name="T0" fmla="*/ 0 w 120000"/>
                <a:gd name="T1" fmla="*/ 0 h 120000"/>
                <a:gd name="T2" fmla="*/ 120000 w 120000"/>
                <a:gd name="T3" fmla="*/ 120000 h 120000"/>
              </a:gdLst>
              <a:ahLst/>
              <a:cxnLst>
                <a:cxn ang="0">
                  <a:pos x="67277" y="109088"/>
                </a:cxn>
                <a:cxn ang="0">
                  <a:pos x="70794" y="95205"/>
                </a:cxn>
                <a:cxn ang="0">
                  <a:pos x="51211" y="81322"/>
                </a:cxn>
                <a:cxn ang="0">
                  <a:pos x="36650" y="100661"/>
                </a:cxn>
                <a:cxn ang="0">
                  <a:pos x="44688" y="112561"/>
                </a:cxn>
                <a:cxn ang="0">
                  <a:pos x="45188" y="112561"/>
                </a:cxn>
                <a:cxn ang="0">
                  <a:pos x="0" y="120000"/>
                </a:cxn>
                <a:cxn ang="0">
                  <a:pos x="5022" y="111572"/>
                </a:cxn>
                <a:cxn ang="0">
                  <a:pos x="23600" y="83305"/>
                </a:cxn>
                <a:cxn ang="0">
                  <a:pos x="25105" y="73883"/>
                </a:cxn>
                <a:cxn ang="0">
                  <a:pos x="36650" y="0"/>
                </a:cxn>
                <a:cxn ang="0">
                  <a:pos x="72805" y="44133"/>
                </a:cxn>
                <a:cxn ang="0">
                  <a:pos x="78827" y="44627"/>
                </a:cxn>
                <a:cxn ang="0">
                  <a:pos x="81338" y="39172"/>
                </a:cxn>
                <a:cxn ang="0">
                  <a:pos x="85855" y="30250"/>
                </a:cxn>
                <a:cxn ang="0">
                  <a:pos x="102927" y="31733"/>
                </a:cxn>
                <a:cxn ang="0">
                  <a:pos x="100922" y="48594"/>
                </a:cxn>
                <a:cxn ang="0">
                  <a:pos x="91383" y="51072"/>
                </a:cxn>
                <a:cxn ang="0">
                  <a:pos x="85355" y="52561"/>
                </a:cxn>
                <a:cxn ang="0">
                  <a:pos x="84855" y="58016"/>
                </a:cxn>
                <a:cxn ang="0">
                  <a:pos x="120000" y="100661"/>
                </a:cxn>
                <a:cxn ang="0">
                  <a:pos x="66777" y="109088"/>
                </a:cxn>
                <a:cxn ang="0">
                  <a:pos x="67277" y="109088"/>
                </a:cxn>
              </a:cxnLst>
              <a:rect l="T0" t="T1" r="T2" b="T3"/>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w="9525">
              <a:noFill/>
              <a:round/>
              <a:headEnd/>
              <a:tailEnd/>
            </a:ln>
          </p:spPr>
          <p:txBody>
            <a:bodyPr lIns="45700" tIns="45700" rIns="45700" bIns="45700"/>
            <a:lstStyle/>
            <a:p>
              <a:pPr>
                <a:defRPr/>
              </a:pPr>
              <a:endParaRPr lang="en-US"/>
            </a:p>
          </p:txBody>
        </p:sp>
        <p:sp>
          <p:nvSpPr>
            <p:cNvPr id="29" name="Google Shape;276;p10">
              <a:extLst>
                <a:ext uri="{FF2B5EF4-FFF2-40B4-BE49-F238E27FC236}">
                  <a16:creationId xmlns:a16="http://schemas.microsoft.com/office/drawing/2014/main" id="{378083E2-728B-5EAD-002D-F9973C337F12}"/>
                </a:ext>
              </a:extLst>
            </p:cNvPr>
            <p:cNvSpPr>
              <a:spLocks/>
            </p:cNvSpPr>
            <p:nvPr/>
          </p:nvSpPr>
          <p:spPr bwMode="auto">
            <a:xfrm>
              <a:off x="2011515" y="2806337"/>
              <a:ext cx="789063" cy="852634"/>
            </a:xfrm>
            <a:custGeom>
              <a:avLst/>
              <a:gdLst>
                <a:gd name="T0" fmla="*/ 0 w 120000"/>
                <a:gd name="T1" fmla="*/ 0 h 120000"/>
                <a:gd name="T2" fmla="*/ 120000 w 120000"/>
                <a:gd name="T3" fmla="*/ 120000 h 120000"/>
              </a:gdLst>
              <a:ahLst/>
              <a:cxnLst>
                <a:cxn ang="0">
                  <a:pos x="120000" y="17550"/>
                </a:cxn>
                <a:cxn ang="0">
                  <a:pos x="101641" y="62235"/>
                </a:cxn>
                <a:cxn ang="0">
                  <a:pos x="101158" y="62235"/>
                </a:cxn>
                <a:cxn ang="0">
                  <a:pos x="91496" y="52849"/>
                </a:cxn>
                <a:cxn ang="0">
                  <a:pos x="70234" y="62235"/>
                </a:cxn>
                <a:cxn ang="0">
                  <a:pos x="79897" y="81896"/>
                </a:cxn>
                <a:cxn ang="0">
                  <a:pos x="93427" y="81003"/>
                </a:cxn>
                <a:cxn ang="0">
                  <a:pos x="93910" y="81003"/>
                </a:cxn>
                <a:cxn ang="0">
                  <a:pos x="79897" y="115852"/>
                </a:cxn>
                <a:cxn ang="0">
                  <a:pos x="37868" y="119431"/>
                </a:cxn>
                <a:cxn ang="0">
                  <a:pos x="23372" y="101556"/>
                </a:cxn>
                <a:cxn ang="0">
                  <a:pos x="20958" y="88153"/>
                </a:cxn>
                <a:cxn ang="0">
                  <a:pos x="19021" y="80553"/>
                </a:cxn>
                <a:cxn ang="0">
                  <a:pos x="27717" y="76531"/>
                </a:cxn>
                <a:cxn ang="0">
                  <a:pos x="19986" y="72509"/>
                </a:cxn>
                <a:cxn ang="0">
                  <a:pos x="17089" y="64021"/>
                </a:cxn>
                <a:cxn ang="0">
                  <a:pos x="19021" y="54641"/>
                </a:cxn>
                <a:cxn ang="0">
                  <a:pos x="5013" y="47934"/>
                </a:cxn>
                <a:cxn ang="0">
                  <a:pos x="1145" y="35873"/>
                </a:cxn>
                <a:cxn ang="0">
                  <a:pos x="49461" y="28273"/>
                </a:cxn>
                <a:cxn ang="0">
                  <a:pos x="52841" y="24257"/>
                </a:cxn>
                <a:cxn ang="0">
                  <a:pos x="49461" y="19785"/>
                </a:cxn>
                <a:cxn ang="0">
                  <a:pos x="44145" y="12191"/>
                </a:cxn>
                <a:cxn ang="0">
                  <a:pos x="53324" y="125"/>
                </a:cxn>
                <a:cxn ang="0">
                  <a:pos x="66855" y="9062"/>
                </a:cxn>
                <a:cxn ang="0">
                  <a:pos x="64440" y="17550"/>
                </a:cxn>
                <a:cxn ang="0">
                  <a:pos x="62503" y="22914"/>
                </a:cxn>
                <a:cxn ang="0">
                  <a:pos x="67337" y="25594"/>
                </a:cxn>
                <a:cxn ang="0">
                  <a:pos x="120000" y="17550"/>
                </a:cxn>
              </a:cxnLst>
              <a:rect l="T0" t="T1" r="T2" b="T3"/>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2"/>
              </a:schemeClr>
            </a:solidFill>
            <a:ln w="9525">
              <a:noFill/>
              <a:round/>
              <a:headEnd/>
              <a:tailEnd/>
            </a:ln>
          </p:spPr>
          <p:txBody>
            <a:bodyPr lIns="45700" tIns="45700" rIns="45700" bIns="45700"/>
            <a:lstStyle/>
            <a:p>
              <a:pPr>
                <a:defRPr/>
              </a:pPr>
              <a:endParaRPr lang="en-US"/>
            </a:p>
          </p:txBody>
        </p:sp>
        <p:sp>
          <p:nvSpPr>
            <p:cNvPr id="30" name="Google Shape;277;p10">
              <a:extLst>
                <a:ext uri="{FF2B5EF4-FFF2-40B4-BE49-F238E27FC236}">
                  <a16:creationId xmlns:a16="http://schemas.microsoft.com/office/drawing/2014/main" id="{1DBFED41-DAA1-B8C3-C57C-348546AD2701}"/>
                </a:ext>
              </a:extLst>
            </p:cNvPr>
            <p:cNvSpPr>
              <a:spLocks/>
            </p:cNvSpPr>
            <p:nvPr/>
          </p:nvSpPr>
          <p:spPr bwMode="auto">
            <a:xfrm>
              <a:off x="2498924" y="2944473"/>
              <a:ext cx="889086" cy="1000298"/>
            </a:xfrm>
            <a:custGeom>
              <a:avLst/>
              <a:gdLst>
                <a:gd name="T0" fmla="*/ 0 w 120000"/>
                <a:gd name="T1" fmla="*/ 0 h 120000"/>
                <a:gd name="T2" fmla="*/ 120000 w 120000"/>
                <a:gd name="T3" fmla="*/ 120000 h 120000"/>
              </a:gdLst>
              <a:ahLst/>
              <a:cxnLst>
                <a:cxn ang="0">
                  <a:pos x="120000" y="81905"/>
                </a:cxn>
                <a:cxn ang="0">
                  <a:pos x="120000" y="109333"/>
                </a:cxn>
                <a:cxn ang="0">
                  <a:pos x="62950" y="120000"/>
                </a:cxn>
                <a:cxn ang="0">
                  <a:pos x="5901" y="109333"/>
                </a:cxn>
                <a:cxn ang="0">
                  <a:pos x="5901" y="91811"/>
                </a:cxn>
                <a:cxn ang="0">
                  <a:pos x="22199" y="52572"/>
                </a:cxn>
                <a:cxn ang="0">
                  <a:pos x="20485" y="48761"/>
                </a:cxn>
                <a:cxn ang="0">
                  <a:pos x="14904" y="49144"/>
                </a:cxn>
                <a:cxn ang="0">
                  <a:pos x="6755" y="49522"/>
                </a:cxn>
                <a:cxn ang="0">
                  <a:pos x="753" y="37716"/>
                </a:cxn>
                <a:cxn ang="0">
                  <a:pos x="14050" y="32383"/>
                </a:cxn>
                <a:cxn ang="0">
                  <a:pos x="20052" y="37716"/>
                </a:cxn>
                <a:cxn ang="0">
                  <a:pos x="23486" y="41144"/>
                </a:cxn>
                <a:cxn ang="0">
                  <a:pos x="28201" y="39616"/>
                </a:cxn>
                <a:cxn ang="0">
                  <a:pos x="44932" y="0"/>
                </a:cxn>
                <a:cxn ang="0">
                  <a:pos x="73673" y="31616"/>
                </a:cxn>
                <a:cxn ang="0">
                  <a:pos x="73246" y="31616"/>
                </a:cxn>
                <a:cxn ang="0">
                  <a:pos x="61663" y="34283"/>
                </a:cxn>
                <a:cxn ang="0">
                  <a:pos x="59516" y="52950"/>
                </a:cxn>
                <a:cxn ang="0">
                  <a:pos x="80535" y="54855"/>
                </a:cxn>
                <a:cxn ang="0">
                  <a:pos x="85683" y="44950"/>
                </a:cxn>
                <a:cxn ang="0">
                  <a:pos x="85683" y="44572"/>
                </a:cxn>
                <a:cxn ang="0">
                  <a:pos x="120000" y="81905"/>
                </a:cxn>
              </a:cxnLst>
              <a:rect l="T0" t="T1" r="T2" b="T3"/>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w="9525">
              <a:noFill/>
              <a:round/>
              <a:headEnd/>
              <a:tailEnd/>
            </a:ln>
          </p:spPr>
          <p:txBody>
            <a:bodyPr lIns="45700" tIns="45700" rIns="45700" bIns="45700"/>
            <a:lstStyle/>
            <a:p>
              <a:pPr>
                <a:defRPr/>
              </a:pPr>
              <a:endParaRPr lang="en-US"/>
            </a:p>
          </p:txBody>
        </p:sp>
        <p:sp>
          <p:nvSpPr>
            <p:cNvPr id="31" name="Google Shape;278;p10">
              <a:extLst>
                <a:ext uri="{FF2B5EF4-FFF2-40B4-BE49-F238E27FC236}">
                  <a16:creationId xmlns:a16="http://schemas.microsoft.com/office/drawing/2014/main" id="{03AC2291-085D-90DE-27D1-EDD8FD222770}"/>
                </a:ext>
              </a:extLst>
            </p:cNvPr>
            <p:cNvSpPr>
              <a:spLocks/>
            </p:cNvSpPr>
            <p:nvPr/>
          </p:nvSpPr>
          <p:spPr bwMode="auto">
            <a:xfrm>
              <a:off x="2857734" y="2801574"/>
              <a:ext cx="752548" cy="771658"/>
            </a:xfrm>
            <a:custGeom>
              <a:avLst/>
              <a:gdLst>
                <a:gd name="T0" fmla="*/ 0 w 120000"/>
                <a:gd name="T1" fmla="*/ 0 h 120000"/>
                <a:gd name="T2" fmla="*/ 120000 w 120000"/>
                <a:gd name="T3" fmla="*/ 120000 h 120000"/>
              </a:gdLst>
              <a:ahLst/>
              <a:cxnLst>
                <a:cxn ang="0">
                  <a:pos x="120000" y="0"/>
                </a:cxn>
                <a:cxn ang="0">
                  <a:pos x="96200" y="49877"/>
                </a:cxn>
                <a:cxn ang="0">
                  <a:pos x="84555" y="110122"/>
                </a:cxn>
                <a:cxn ang="0">
                  <a:pos x="84555" y="120000"/>
                </a:cxn>
                <a:cxn ang="0">
                  <a:pos x="47088" y="75555"/>
                </a:cxn>
                <a:cxn ang="0">
                  <a:pos x="41516" y="75061"/>
                </a:cxn>
                <a:cxn ang="0">
                  <a:pos x="38988" y="80494"/>
                </a:cxn>
                <a:cxn ang="0">
                  <a:pos x="34427" y="89383"/>
                </a:cxn>
                <a:cxn ang="0">
                  <a:pos x="17216" y="87405"/>
                </a:cxn>
                <a:cxn ang="0">
                  <a:pos x="19238" y="70616"/>
                </a:cxn>
                <a:cxn ang="0">
                  <a:pos x="28861" y="68150"/>
                </a:cxn>
                <a:cxn ang="0">
                  <a:pos x="34938" y="66666"/>
                </a:cxn>
                <a:cxn ang="0">
                  <a:pos x="35444" y="61233"/>
                </a:cxn>
                <a:cxn ang="0">
                  <a:pos x="0" y="18766"/>
                </a:cxn>
                <a:cxn ang="0">
                  <a:pos x="53166" y="10372"/>
                </a:cxn>
                <a:cxn ang="0">
                  <a:pos x="53166" y="10866"/>
                </a:cxn>
                <a:cxn ang="0">
                  <a:pos x="49116" y="24200"/>
                </a:cxn>
                <a:cxn ang="0">
                  <a:pos x="69366" y="38516"/>
                </a:cxn>
                <a:cxn ang="0">
                  <a:pos x="84050" y="18766"/>
                </a:cxn>
                <a:cxn ang="0">
                  <a:pos x="75950" y="7405"/>
                </a:cxn>
                <a:cxn ang="0">
                  <a:pos x="75444" y="6911"/>
                </a:cxn>
                <a:cxn ang="0">
                  <a:pos x="120000" y="0"/>
                </a:cxn>
              </a:cxnLst>
              <a:rect l="T0" t="T1" r="T2" b="T3"/>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w="9525">
              <a:noFill/>
              <a:round/>
              <a:headEnd/>
              <a:tailEnd/>
            </a:ln>
          </p:spPr>
          <p:txBody>
            <a:bodyPr lIns="45700" tIns="45700" rIns="45700" bIns="45700"/>
            <a:lstStyle/>
            <a:p>
              <a:pPr>
                <a:defRPr/>
              </a:pPr>
              <a:endParaRPr lang="en-US"/>
            </a:p>
          </p:txBody>
        </p:sp>
        <p:sp>
          <p:nvSpPr>
            <p:cNvPr id="32" name="Google Shape;279;p10">
              <a:extLst>
                <a:ext uri="{FF2B5EF4-FFF2-40B4-BE49-F238E27FC236}">
                  <a16:creationId xmlns:a16="http://schemas.microsoft.com/office/drawing/2014/main" id="{F3478E7B-3496-6720-095E-35C9840D1C9A}"/>
                </a:ext>
              </a:extLst>
            </p:cNvPr>
            <p:cNvSpPr>
              <a:spLocks/>
            </p:cNvSpPr>
            <p:nvPr/>
          </p:nvSpPr>
          <p:spPr bwMode="auto">
            <a:xfrm>
              <a:off x="2668804" y="4086084"/>
              <a:ext cx="595370" cy="182594"/>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3127"/>
                </a:cxn>
                <a:cxn ang="0">
                  <a:pos x="46989" y="109003"/>
                </a:cxn>
                <a:cxn ang="0">
                  <a:pos x="72601" y="109003"/>
                </a:cxn>
                <a:cxn ang="0">
                  <a:pos x="118056" y="23127"/>
                </a:cxn>
                <a:cxn ang="0">
                  <a:pos x="119333" y="6370"/>
                </a:cxn>
                <a:cxn ang="0">
                  <a:pos x="116134" y="87"/>
                </a:cxn>
              </a:cxnLst>
              <a:rect l="T0" t="T1" r="T2" b="T3"/>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sp>
          <p:nvSpPr>
            <p:cNvPr id="33" name="Google Shape;280;p10">
              <a:extLst>
                <a:ext uri="{FF2B5EF4-FFF2-40B4-BE49-F238E27FC236}">
                  <a16:creationId xmlns:a16="http://schemas.microsoft.com/office/drawing/2014/main" id="{8C2C0BE2-D438-8CF6-7DA6-C3A27918698D}"/>
                </a:ext>
              </a:extLst>
            </p:cNvPr>
            <p:cNvSpPr>
              <a:spLocks/>
            </p:cNvSpPr>
            <p:nvPr/>
          </p:nvSpPr>
          <p:spPr bwMode="auto">
            <a:xfrm>
              <a:off x="2668804" y="4228983"/>
              <a:ext cx="595370" cy="182594"/>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5221"/>
                </a:cxn>
                <a:cxn ang="0">
                  <a:pos x="46989" y="109003"/>
                </a:cxn>
                <a:cxn ang="0">
                  <a:pos x="72601" y="109003"/>
                </a:cxn>
                <a:cxn ang="0">
                  <a:pos x="118056" y="25221"/>
                </a:cxn>
                <a:cxn ang="0">
                  <a:pos x="119333" y="6370"/>
                </a:cxn>
                <a:cxn ang="0">
                  <a:pos x="116134" y="87"/>
                </a:cxn>
              </a:cxnLst>
              <a:rect l="T0" t="T1" r="T2" b="T3"/>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w="9525">
              <a:noFill/>
              <a:round/>
              <a:headEnd/>
              <a:tailEnd/>
            </a:ln>
          </p:spPr>
          <p:txBody>
            <a:bodyPr lIns="45700" tIns="45700" rIns="45700" bIns="45700"/>
            <a:lstStyle/>
            <a:p>
              <a:pPr>
                <a:defRPr/>
              </a:pPr>
              <a:endParaRPr lang="en-US"/>
            </a:p>
          </p:txBody>
        </p:sp>
        <p:sp>
          <p:nvSpPr>
            <p:cNvPr id="34" name="Google Shape;281;p10">
              <a:extLst>
                <a:ext uri="{FF2B5EF4-FFF2-40B4-BE49-F238E27FC236}">
                  <a16:creationId xmlns:a16="http://schemas.microsoft.com/office/drawing/2014/main" id="{4609437A-303A-FCED-952C-7BC7EC368221}"/>
                </a:ext>
              </a:extLst>
            </p:cNvPr>
            <p:cNvSpPr>
              <a:spLocks/>
            </p:cNvSpPr>
            <p:nvPr/>
          </p:nvSpPr>
          <p:spPr bwMode="auto">
            <a:xfrm>
              <a:off x="2668804" y="4375058"/>
              <a:ext cx="595370" cy="182594"/>
            </a:xfrm>
            <a:custGeom>
              <a:avLst/>
              <a:gdLst>
                <a:gd name="T0" fmla="*/ 0 w 120000"/>
                <a:gd name="T1" fmla="*/ 0 h 120000"/>
                <a:gd name="T2" fmla="*/ 120000 w 120000"/>
                <a:gd name="T3" fmla="*/ 120000 h 120000"/>
              </a:gdLst>
              <a:ahLst/>
              <a:cxnLst>
                <a:cxn ang="0">
                  <a:pos x="116134" y="780"/>
                </a:cxn>
                <a:cxn ang="0">
                  <a:pos x="114213" y="780"/>
                </a:cxn>
                <a:cxn ang="0">
                  <a:pos x="68758" y="86160"/>
                </a:cxn>
                <a:cxn ang="0">
                  <a:pos x="50832" y="86160"/>
                </a:cxn>
                <a:cxn ang="0">
                  <a:pos x="5377" y="780"/>
                </a:cxn>
                <a:cxn ang="0">
                  <a:pos x="252" y="7028"/>
                </a:cxn>
                <a:cxn ang="0">
                  <a:pos x="1534" y="23687"/>
                </a:cxn>
                <a:cxn ang="0">
                  <a:pos x="46989" y="109067"/>
                </a:cxn>
                <a:cxn ang="0">
                  <a:pos x="72601" y="109067"/>
                </a:cxn>
                <a:cxn ang="0">
                  <a:pos x="118056" y="23687"/>
                </a:cxn>
                <a:cxn ang="0">
                  <a:pos x="119333" y="7028"/>
                </a:cxn>
                <a:cxn ang="0">
                  <a:pos x="116134" y="780"/>
                </a:cxn>
              </a:cxnLst>
              <a:rect l="T0" t="T1" r="T2" b="T3"/>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grpSp>
      <p:sp>
        <p:nvSpPr>
          <p:cNvPr id="245" name="Google Shape;245;p10"/>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270" name="Google Shape;270;p10"/>
          <p:cNvSpPr txBox="1">
            <a:spLocks noGrp="1"/>
          </p:cNvSpPr>
          <p:nvPr>
            <p:ph type="body" idx="2"/>
          </p:nvPr>
        </p:nvSpPr>
        <p:spPr>
          <a:xfrm>
            <a:off x="442709" y="5129363"/>
            <a:ext cx="3658029"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71" name="Google Shape;271;p10"/>
          <p:cNvSpPr txBox="1">
            <a:spLocks noGrp="1"/>
          </p:cNvSpPr>
          <p:nvPr>
            <p:ph type="body" idx="3"/>
          </p:nvPr>
        </p:nvSpPr>
        <p:spPr>
          <a:xfrm>
            <a:off x="443342" y="4670026"/>
            <a:ext cx="3644936" cy="372727"/>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82" name="Google Shape;282;p10"/>
          <p:cNvSpPr txBox="1">
            <a:spLocks noGrp="1"/>
          </p:cNvSpPr>
          <p:nvPr>
            <p:ph type="body" idx="4"/>
          </p:nvPr>
        </p:nvSpPr>
        <p:spPr>
          <a:xfrm>
            <a:off x="4364610" y="5129363"/>
            <a:ext cx="3726654"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83" name="Google Shape;283;p10"/>
          <p:cNvSpPr txBox="1">
            <a:spLocks noGrp="1"/>
          </p:cNvSpPr>
          <p:nvPr>
            <p:ph type="body" idx="5"/>
          </p:nvPr>
        </p:nvSpPr>
        <p:spPr>
          <a:xfrm>
            <a:off x="4376387" y="4670026"/>
            <a:ext cx="3713315" cy="372727"/>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84" name="Google Shape;284;p10"/>
          <p:cNvSpPr txBox="1">
            <a:spLocks noGrp="1"/>
          </p:cNvSpPr>
          <p:nvPr>
            <p:ph type="body" idx="6"/>
          </p:nvPr>
        </p:nvSpPr>
        <p:spPr>
          <a:xfrm>
            <a:off x="8267578" y="5129363"/>
            <a:ext cx="3610195"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85" name="Google Shape;285;p10"/>
          <p:cNvSpPr txBox="1">
            <a:spLocks noGrp="1"/>
          </p:cNvSpPr>
          <p:nvPr>
            <p:ph type="body" idx="7"/>
          </p:nvPr>
        </p:nvSpPr>
        <p:spPr>
          <a:xfrm>
            <a:off x="8277634" y="4670026"/>
            <a:ext cx="3597273" cy="372727"/>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2844302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quared-Infographic">
  <p:cSld name="Squared-Infographic">
    <p:spTree>
      <p:nvGrpSpPr>
        <p:cNvPr id="1" name="Shape 286"/>
        <p:cNvGrpSpPr/>
        <p:nvPr/>
      </p:nvGrpSpPr>
      <p:grpSpPr>
        <a:xfrm>
          <a:off x="0" y="0"/>
          <a:ext cx="0" cy="0"/>
          <a:chOff x="0" y="0"/>
          <a:chExt cx="0" cy="0"/>
        </a:xfrm>
      </p:grpSpPr>
      <p:grpSp>
        <p:nvGrpSpPr>
          <p:cNvPr id="2" name="Google Shape;289;p11">
            <a:extLst>
              <a:ext uri="{FF2B5EF4-FFF2-40B4-BE49-F238E27FC236}">
                <a16:creationId xmlns:a16="http://schemas.microsoft.com/office/drawing/2014/main" id="{8637207D-C231-CFB6-7CA1-0CB5A476458F}"/>
              </a:ext>
            </a:extLst>
          </p:cNvPr>
          <p:cNvGrpSpPr>
            <a:grpSpLocks/>
          </p:cNvGrpSpPr>
          <p:nvPr/>
        </p:nvGrpSpPr>
        <p:grpSpPr bwMode="auto">
          <a:xfrm>
            <a:off x="0" y="5026025"/>
            <a:ext cx="12192000" cy="144463"/>
            <a:chOff x="1751419" y="4036682"/>
            <a:chExt cx="9944457" cy="58272"/>
          </a:xfrm>
        </p:grpSpPr>
        <p:sp>
          <p:nvSpPr>
            <p:cNvPr id="3" name="Google Shape;290;p11">
              <a:extLst>
                <a:ext uri="{FF2B5EF4-FFF2-40B4-BE49-F238E27FC236}">
                  <a16:creationId xmlns:a16="http://schemas.microsoft.com/office/drawing/2014/main" id="{0407837A-966E-C3BD-3033-B9870EEFF0FF}"/>
                </a:ext>
              </a:extLst>
            </p:cNvPr>
            <p:cNvSpPr>
              <a:spLocks noChangeArrowheads="1"/>
            </p:cNvSpPr>
            <p:nvPr/>
          </p:nvSpPr>
          <p:spPr bwMode="auto">
            <a:xfrm>
              <a:off x="3041091" y="4036682"/>
              <a:ext cx="1683307" cy="51228"/>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sp>
          <p:nvSpPr>
            <p:cNvPr id="4" name="Google Shape;291;p11">
              <a:extLst>
                <a:ext uri="{FF2B5EF4-FFF2-40B4-BE49-F238E27FC236}">
                  <a16:creationId xmlns:a16="http://schemas.microsoft.com/office/drawing/2014/main" id="{2544CA23-983C-AA12-A99F-2D9209F7DC61}"/>
                </a:ext>
              </a:extLst>
            </p:cNvPr>
            <p:cNvSpPr/>
            <p:nvPr/>
          </p:nvSpPr>
          <p:spPr>
            <a:xfrm>
              <a:off x="4724397" y="4036682"/>
              <a:ext cx="1715678" cy="51228"/>
            </a:xfrm>
            <a:prstGeom prst="rect">
              <a:avLst/>
            </a:prstGeom>
            <a:solidFill>
              <a:schemeClr val="accent3"/>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5" name="Google Shape;292;p11">
              <a:extLst>
                <a:ext uri="{FF2B5EF4-FFF2-40B4-BE49-F238E27FC236}">
                  <a16:creationId xmlns:a16="http://schemas.microsoft.com/office/drawing/2014/main" id="{C10148AA-61F1-71C2-8026-CD64211BB59B}"/>
                </a:ext>
              </a:extLst>
            </p:cNvPr>
            <p:cNvSpPr/>
            <p:nvPr/>
          </p:nvSpPr>
          <p:spPr>
            <a:xfrm>
              <a:off x="6183695" y="4036682"/>
              <a:ext cx="2211606" cy="51228"/>
            </a:xfrm>
            <a:prstGeom prst="rect">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6" name="Google Shape;293;p11">
              <a:extLst>
                <a:ext uri="{FF2B5EF4-FFF2-40B4-BE49-F238E27FC236}">
                  <a16:creationId xmlns:a16="http://schemas.microsoft.com/office/drawing/2014/main" id="{DEFDB76D-4BB0-2B6E-5D51-F4396619E737}"/>
                </a:ext>
              </a:extLst>
            </p:cNvPr>
            <p:cNvSpPr/>
            <p:nvPr/>
          </p:nvSpPr>
          <p:spPr>
            <a:xfrm>
              <a:off x="8326673" y="4036682"/>
              <a:ext cx="1968174" cy="58272"/>
            </a:xfrm>
            <a:prstGeom prst="rect">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7" name="Google Shape;294;p11">
              <a:extLst>
                <a:ext uri="{FF2B5EF4-FFF2-40B4-BE49-F238E27FC236}">
                  <a16:creationId xmlns:a16="http://schemas.microsoft.com/office/drawing/2014/main" id="{785BB3FC-B951-5C1B-9D33-678774682FEA}"/>
                </a:ext>
              </a:extLst>
            </p:cNvPr>
            <p:cNvSpPr>
              <a:spLocks noChangeArrowheads="1"/>
            </p:cNvSpPr>
            <p:nvPr/>
          </p:nvSpPr>
          <p:spPr bwMode="auto">
            <a:xfrm>
              <a:off x="1751419" y="4036682"/>
              <a:ext cx="1289672" cy="51228"/>
            </a:xfrm>
            <a:prstGeom prst="rect">
              <a:avLst/>
            </a:prstGeom>
            <a:solidFill>
              <a:schemeClr val="accent1"/>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sp>
          <p:nvSpPr>
            <p:cNvPr id="8" name="Google Shape;295;p11">
              <a:extLst>
                <a:ext uri="{FF2B5EF4-FFF2-40B4-BE49-F238E27FC236}">
                  <a16:creationId xmlns:a16="http://schemas.microsoft.com/office/drawing/2014/main" id="{6D2654FC-DAFE-0BAC-7702-D2D724C004A1}"/>
                </a:ext>
              </a:extLst>
            </p:cNvPr>
            <p:cNvSpPr>
              <a:spLocks noChangeArrowheads="1"/>
            </p:cNvSpPr>
            <p:nvPr/>
          </p:nvSpPr>
          <p:spPr bwMode="auto">
            <a:xfrm>
              <a:off x="10294847" y="4036682"/>
              <a:ext cx="1401029" cy="58272"/>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grpSp>
      <p:grpSp>
        <p:nvGrpSpPr>
          <p:cNvPr id="9" name="Google Shape;296;p11">
            <a:extLst>
              <a:ext uri="{FF2B5EF4-FFF2-40B4-BE49-F238E27FC236}">
                <a16:creationId xmlns:a16="http://schemas.microsoft.com/office/drawing/2014/main" id="{AB49807A-A558-A9B5-BEBB-23E7FEAF3874}"/>
              </a:ext>
            </a:extLst>
          </p:cNvPr>
          <p:cNvGrpSpPr>
            <a:grpSpLocks/>
          </p:cNvGrpSpPr>
          <p:nvPr/>
        </p:nvGrpSpPr>
        <p:grpSpPr bwMode="auto">
          <a:xfrm>
            <a:off x="1217613" y="2921000"/>
            <a:ext cx="1304925" cy="2430463"/>
            <a:chOff x="1217471" y="1893408"/>
            <a:chExt cx="1304470" cy="2431269"/>
          </a:xfrm>
        </p:grpSpPr>
        <p:grpSp>
          <p:nvGrpSpPr>
            <p:cNvPr id="10" name="Google Shape;297;p11">
              <a:extLst>
                <a:ext uri="{FF2B5EF4-FFF2-40B4-BE49-F238E27FC236}">
                  <a16:creationId xmlns:a16="http://schemas.microsoft.com/office/drawing/2014/main" id="{B0C9FA71-43BD-FC43-A005-DA6E95D32746}"/>
                </a:ext>
              </a:extLst>
            </p:cNvPr>
            <p:cNvGrpSpPr>
              <a:grpSpLocks/>
            </p:cNvGrpSpPr>
            <p:nvPr/>
          </p:nvGrpSpPr>
          <p:grpSpPr bwMode="auto">
            <a:xfrm>
              <a:off x="1217471" y="2766893"/>
              <a:ext cx="1304470" cy="1557784"/>
              <a:chOff x="1217471" y="2766893"/>
              <a:chExt cx="1304470" cy="1557784"/>
            </a:xfrm>
          </p:grpSpPr>
          <p:grpSp>
            <p:nvGrpSpPr>
              <p:cNvPr id="15" name="Google Shape;298;p11">
                <a:extLst>
                  <a:ext uri="{FF2B5EF4-FFF2-40B4-BE49-F238E27FC236}">
                    <a16:creationId xmlns:a16="http://schemas.microsoft.com/office/drawing/2014/main" id="{10E2467B-9343-DCD5-2487-D928545A8257}"/>
                  </a:ext>
                </a:extLst>
              </p:cNvPr>
              <p:cNvGrpSpPr>
                <a:grpSpLocks/>
              </p:cNvGrpSpPr>
              <p:nvPr/>
            </p:nvGrpSpPr>
            <p:grpSpPr bwMode="auto">
              <a:xfrm>
                <a:off x="1217471" y="2766893"/>
                <a:ext cx="1304470" cy="1557784"/>
                <a:chOff x="1199541" y="3267114"/>
                <a:chExt cx="1304470" cy="1557784"/>
              </a:xfrm>
            </p:grpSpPr>
            <p:sp>
              <p:nvSpPr>
                <p:cNvPr id="17" name="Google Shape;299;p11">
                  <a:extLst>
                    <a:ext uri="{FF2B5EF4-FFF2-40B4-BE49-F238E27FC236}">
                      <a16:creationId xmlns:a16="http://schemas.microsoft.com/office/drawing/2014/main" id="{06F2FB5C-4E39-D09D-CE7F-1D2327516FBB}"/>
                    </a:ext>
                  </a:extLst>
                </p:cNvPr>
                <p:cNvSpPr>
                  <a:spLocks noChangeArrowheads="1"/>
                </p:cNvSpPr>
                <p:nvPr/>
              </p:nvSpPr>
              <p:spPr bwMode="auto">
                <a:xfrm rot="10800000" flipH="1">
                  <a:off x="1199541" y="3267044"/>
                  <a:ext cx="1304470" cy="1019513"/>
                </a:xfrm>
                <a:prstGeom prst="triangle">
                  <a:avLst>
                    <a:gd name="adj" fmla="val 50000"/>
                  </a:avLst>
                </a:prstGeom>
                <a:gradFill rotWithShape="0">
                  <a:gsLst>
                    <a:gs pos="0">
                      <a:schemeClr val="accent1"/>
                    </a:gs>
                    <a:gs pos="100000">
                      <a:srgbClr val="DDD9C3">
                        <a:alpha val="0"/>
                      </a:srgbClr>
                    </a:gs>
                  </a:gsLst>
                  <a:lin ang="5400000"/>
                </a:gra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18" name="Google Shape;300;p11">
                  <a:extLst>
                    <a:ext uri="{FF2B5EF4-FFF2-40B4-BE49-F238E27FC236}">
                      <a16:creationId xmlns:a16="http://schemas.microsoft.com/office/drawing/2014/main" id="{041BAB52-9782-0C1A-7EC9-A7E73A74D2A5}"/>
                    </a:ext>
                  </a:extLst>
                </p:cNvPr>
                <p:cNvSpPr>
                  <a:spLocks noChangeArrowheads="1"/>
                </p:cNvSpPr>
                <p:nvPr/>
              </p:nvSpPr>
              <p:spPr bwMode="auto">
                <a:xfrm>
                  <a:off x="1540734" y="4238916"/>
                  <a:ext cx="585584" cy="585982"/>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16" name="Google Shape;301;p11">
                <a:extLst>
                  <a:ext uri="{FF2B5EF4-FFF2-40B4-BE49-F238E27FC236}">
                    <a16:creationId xmlns:a16="http://schemas.microsoft.com/office/drawing/2014/main" id="{6A39AE01-A0CA-BC5D-44D2-83EEA938659A}"/>
                  </a:ext>
                </a:extLst>
              </p:cNvPr>
              <p:cNvSpPr>
                <a:spLocks/>
              </p:cNvSpPr>
              <p:nvPr/>
            </p:nvSpPr>
            <p:spPr bwMode="auto">
              <a:xfrm>
                <a:off x="1718946" y="3883206"/>
                <a:ext cx="279303" cy="279493"/>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11" name="Google Shape;302;p11">
              <a:extLst>
                <a:ext uri="{FF2B5EF4-FFF2-40B4-BE49-F238E27FC236}">
                  <a16:creationId xmlns:a16="http://schemas.microsoft.com/office/drawing/2014/main" id="{948A9815-9CB7-8D48-EC83-5C03D5CA5AC8}"/>
                </a:ext>
              </a:extLst>
            </p:cNvPr>
            <p:cNvGrpSpPr>
              <a:grpSpLocks/>
            </p:cNvGrpSpPr>
            <p:nvPr/>
          </p:nvGrpSpPr>
          <p:grpSpPr bwMode="auto">
            <a:xfrm>
              <a:off x="1289951" y="1893408"/>
              <a:ext cx="1136271" cy="1246506"/>
              <a:chOff x="627304" y="1987183"/>
              <a:chExt cx="1594615" cy="1749317"/>
            </a:xfrm>
          </p:grpSpPr>
          <p:sp>
            <p:nvSpPr>
              <p:cNvPr id="12" name="Google Shape;303;p11">
                <a:extLst>
                  <a:ext uri="{FF2B5EF4-FFF2-40B4-BE49-F238E27FC236}">
                    <a16:creationId xmlns:a16="http://schemas.microsoft.com/office/drawing/2014/main" id="{E85A5CD8-0329-DA19-21C4-C77533CB7B87}"/>
                  </a:ext>
                </a:extLst>
              </p:cNvPr>
              <p:cNvSpPr>
                <a:spLocks/>
              </p:cNvSpPr>
              <p:nvPr/>
            </p:nvSpPr>
            <p:spPr bwMode="auto">
              <a:xfrm>
                <a:off x="1425329" y="2477475"/>
                <a:ext cx="797296" cy="1259159"/>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13" name="Google Shape;304;p11">
                <a:extLst>
                  <a:ext uri="{FF2B5EF4-FFF2-40B4-BE49-F238E27FC236}">
                    <a16:creationId xmlns:a16="http://schemas.microsoft.com/office/drawing/2014/main" id="{B0613076-1597-D055-5959-20F1EFF26CF4}"/>
                  </a:ext>
                </a:extLst>
              </p:cNvPr>
              <p:cNvSpPr>
                <a:spLocks/>
              </p:cNvSpPr>
              <p:nvPr/>
            </p:nvSpPr>
            <p:spPr bwMode="auto">
              <a:xfrm>
                <a:off x="628034" y="2477475"/>
                <a:ext cx="799522" cy="1259159"/>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14" name="Google Shape;305;p11">
                <a:extLst>
                  <a:ext uri="{FF2B5EF4-FFF2-40B4-BE49-F238E27FC236}">
                    <a16:creationId xmlns:a16="http://schemas.microsoft.com/office/drawing/2014/main" id="{EA388DF0-2578-A016-C6A6-B07FFFFD5557}"/>
                  </a:ext>
                </a:extLst>
              </p:cNvPr>
              <p:cNvSpPr>
                <a:spLocks/>
              </p:cNvSpPr>
              <p:nvPr/>
            </p:nvSpPr>
            <p:spPr bwMode="auto">
              <a:xfrm>
                <a:off x="628034" y="1987183"/>
                <a:ext cx="1594591" cy="982813"/>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grpSp>
        <p:nvGrpSpPr>
          <p:cNvPr id="19" name="Google Shape;306;p11">
            <a:extLst>
              <a:ext uri="{FF2B5EF4-FFF2-40B4-BE49-F238E27FC236}">
                <a16:creationId xmlns:a16="http://schemas.microsoft.com/office/drawing/2014/main" id="{E78B0BF3-7474-9704-C4B5-D2B215DFD78F}"/>
              </a:ext>
            </a:extLst>
          </p:cNvPr>
          <p:cNvGrpSpPr>
            <a:grpSpLocks/>
          </p:cNvGrpSpPr>
          <p:nvPr/>
        </p:nvGrpSpPr>
        <p:grpSpPr bwMode="auto">
          <a:xfrm>
            <a:off x="3286125" y="2921000"/>
            <a:ext cx="1304925" cy="2484438"/>
            <a:chOff x="3326504" y="1893408"/>
            <a:chExt cx="1304470" cy="2483739"/>
          </a:xfrm>
        </p:grpSpPr>
        <p:grpSp>
          <p:nvGrpSpPr>
            <p:cNvPr id="20" name="Google Shape;307;p11">
              <a:extLst>
                <a:ext uri="{FF2B5EF4-FFF2-40B4-BE49-F238E27FC236}">
                  <a16:creationId xmlns:a16="http://schemas.microsoft.com/office/drawing/2014/main" id="{535A327C-1CDE-8361-0BCE-5B48BB971FF0}"/>
                </a:ext>
              </a:extLst>
            </p:cNvPr>
            <p:cNvGrpSpPr>
              <a:grpSpLocks/>
            </p:cNvGrpSpPr>
            <p:nvPr/>
          </p:nvGrpSpPr>
          <p:grpSpPr bwMode="auto">
            <a:xfrm>
              <a:off x="3326504" y="2772528"/>
              <a:ext cx="1304470" cy="1604619"/>
              <a:chOff x="3326504" y="2772528"/>
              <a:chExt cx="1304470" cy="1604619"/>
            </a:xfrm>
          </p:grpSpPr>
          <p:grpSp>
            <p:nvGrpSpPr>
              <p:cNvPr id="25" name="Google Shape;308;p11">
                <a:extLst>
                  <a:ext uri="{FF2B5EF4-FFF2-40B4-BE49-F238E27FC236}">
                    <a16:creationId xmlns:a16="http://schemas.microsoft.com/office/drawing/2014/main" id="{FE53AE13-65F4-7AD1-DE1B-55B702B4D3EE}"/>
                  </a:ext>
                </a:extLst>
              </p:cNvPr>
              <p:cNvGrpSpPr>
                <a:grpSpLocks/>
              </p:cNvGrpSpPr>
              <p:nvPr/>
            </p:nvGrpSpPr>
            <p:grpSpPr bwMode="auto">
              <a:xfrm>
                <a:off x="3326504" y="2772528"/>
                <a:ext cx="1304470" cy="1604619"/>
                <a:chOff x="3269602" y="3277053"/>
                <a:chExt cx="1304470" cy="1593145"/>
              </a:xfrm>
            </p:grpSpPr>
            <p:sp>
              <p:nvSpPr>
                <p:cNvPr id="27" name="Google Shape;309;p11">
                  <a:extLst>
                    <a:ext uri="{FF2B5EF4-FFF2-40B4-BE49-F238E27FC236}">
                      <a16:creationId xmlns:a16="http://schemas.microsoft.com/office/drawing/2014/main" id="{5F3D500A-0E7E-A13A-A06D-0EB3A2EE59D9}"/>
                    </a:ext>
                  </a:extLst>
                </p:cNvPr>
                <p:cNvSpPr>
                  <a:spLocks noChangeArrowheads="1"/>
                </p:cNvSpPr>
                <p:nvPr/>
              </p:nvSpPr>
              <p:spPr bwMode="auto">
                <a:xfrm rot="10800000" flipH="1">
                  <a:off x="3269602" y="3277160"/>
                  <a:ext cx="1304470" cy="1019481"/>
                </a:xfrm>
                <a:prstGeom prst="triangle">
                  <a:avLst>
                    <a:gd name="adj" fmla="val 50000"/>
                  </a:avLst>
                </a:prstGeom>
                <a:gradFill rotWithShape="0">
                  <a:gsLst>
                    <a:gs pos="0">
                      <a:schemeClr val="accent2"/>
                    </a:gs>
                    <a:gs pos="100000">
                      <a:srgbClr val="DDD9C3">
                        <a:alpha val="0"/>
                      </a:srgbClr>
                    </a:gs>
                  </a:gsLst>
                  <a:lin ang="5400000"/>
                </a:gra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28" name="Google Shape;310;p11">
                  <a:extLst>
                    <a:ext uri="{FF2B5EF4-FFF2-40B4-BE49-F238E27FC236}">
                      <a16:creationId xmlns:a16="http://schemas.microsoft.com/office/drawing/2014/main" id="{5E819E12-A9FD-3E60-3EBB-C4075A3241A9}"/>
                    </a:ext>
                  </a:extLst>
                </p:cNvPr>
                <p:cNvSpPr>
                  <a:spLocks noChangeArrowheads="1"/>
                </p:cNvSpPr>
                <p:nvPr/>
              </p:nvSpPr>
              <p:spPr bwMode="auto">
                <a:xfrm>
                  <a:off x="3621904" y="4284036"/>
                  <a:ext cx="585584" cy="586162"/>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26" name="Google Shape;311;p11">
                <a:extLst>
                  <a:ext uri="{FF2B5EF4-FFF2-40B4-BE49-F238E27FC236}">
                    <a16:creationId xmlns:a16="http://schemas.microsoft.com/office/drawing/2014/main" id="{E3295CAD-D0EA-4607-27A0-A4642E1BA29B}"/>
                  </a:ext>
                </a:extLst>
              </p:cNvPr>
              <p:cNvSpPr>
                <a:spLocks/>
              </p:cNvSpPr>
              <p:nvPr/>
            </p:nvSpPr>
            <p:spPr bwMode="auto">
              <a:xfrm>
                <a:off x="3839088" y="3923250"/>
                <a:ext cx="279303" cy="279321"/>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21" name="Google Shape;312;p11">
              <a:extLst>
                <a:ext uri="{FF2B5EF4-FFF2-40B4-BE49-F238E27FC236}">
                  <a16:creationId xmlns:a16="http://schemas.microsoft.com/office/drawing/2014/main" id="{B178280B-6D51-D0FD-9876-00382B42F1C9}"/>
                </a:ext>
              </a:extLst>
            </p:cNvPr>
            <p:cNvGrpSpPr>
              <a:grpSpLocks/>
            </p:cNvGrpSpPr>
            <p:nvPr/>
          </p:nvGrpSpPr>
          <p:grpSpPr bwMode="auto">
            <a:xfrm>
              <a:off x="3410604" y="1893408"/>
              <a:ext cx="1136271" cy="1246506"/>
              <a:chOff x="627304" y="1987183"/>
              <a:chExt cx="1594615" cy="1749317"/>
            </a:xfrm>
          </p:grpSpPr>
          <p:sp>
            <p:nvSpPr>
              <p:cNvPr id="22" name="Google Shape;313;p11">
                <a:extLst>
                  <a:ext uri="{FF2B5EF4-FFF2-40B4-BE49-F238E27FC236}">
                    <a16:creationId xmlns:a16="http://schemas.microsoft.com/office/drawing/2014/main" id="{2A00126E-885C-09C3-254D-FA021DC7B221}"/>
                  </a:ext>
                </a:extLst>
              </p:cNvPr>
              <p:cNvSpPr>
                <a:spLocks/>
              </p:cNvSpPr>
              <p:nvPr/>
            </p:nvSpPr>
            <p:spPr bwMode="auto">
              <a:xfrm>
                <a:off x="1424612" y="2477174"/>
                <a:ext cx="797296" cy="1258387"/>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23" name="Google Shape;314;p11">
                <a:extLst>
                  <a:ext uri="{FF2B5EF4-FFF2-40B4-BE49-F238E27FC236}">
                    <a16:creationId xmlns:a16="http://schemas.microsoft.com/office/drawing/2014/main" id="{34E42187-51CA-7511-31CA-B41F4315BCBF}"/>
                  </a:ext>
                </a:extLst>
              </p:cNvPr>
              <p:cNvSpPr>
                <a:spLocks/>
              </p:cNvSpPr>
              <p:nvPr/>
            </p:nvSpPr>
            <p:spPr bwMode="auto">
              <a:xfrm>
                <a:off x="627317" y="2477174"/>
                <a:ext cx="799522" cy="1258387"/>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24" name="Google Shape;315;p11">
                <a:extLst>
                  <a:ext uri="{FF2B5EF4-FFF2-40B4-BE49-F238E27FC236}">
                    <a16:creationId xmlns:a16="http://schemas.microsoft.com/office/drawing/2014/main" id="{618856B8-EE96-A799-B0F0-187D4E517EAE}"/>
                  </a:ext>
                </a:extLst>
              </p:cNvPr>
              <p:cNvSpPr>
                <a:spLocks/>
              </p:cNvSpPr>
              <p:nvPr/>
            </p:nvSpPr>
            <p:spPr bwMode="auto">
              <a:xfrm>
                <a:off x="627317" y="1987183"/>
                <a:ext cx="1594591" cy="982210"/>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grpSp>
        <p:nvGrpSpPr>
          <p:cNvPr id="29" name="Google Shape;316;p11">
            <a:extLst>
              <a:ext uri="{FF2B5EF4-FFF2-40B4-BE49-F238E27FC236}">
                <a16:creationId xmlns:a16="http://schemas.microsoft.com/office/drawing/2014/main" id="{6D1D5DFD-0BBA-8991-4EA3-9186F390570A}"/>
              </a:ext>
            </a:extLst>
          </p:cNvPr>
          <p:cNvGrpSpPr>
            <a:grpSpLocks/>
          </p:cNvGrpSpPr>
          <p:nvPr/>
        </p:nvGrpSpPr>
        <p:grpSpPr bwMode="auto">
          <a:xfrm>
            <a:off x="5362575" y="2917825"/>
            <a:ext cx="1304925" cy="2425700"/>
            <a:chOff x="5452152" y="1890087"/>
            <a:chExt cx="1304470" cy="2426375"/>
          </a:xfrm>
        </p:grpSpPr>
        <p:grpSp>
          <p:nvGrpSpPr>
            <p:cNvPr id="30" name="Google Shape;317;p11">
              <a:extLst>
                <a:ext uri="{FF2B5EF4-FFF2-40B4-BE49-F238E27FC236}">
                  <a16:creationId xmlns:a16="http://schemas.microsoft.com/office/drawing/2014/main" id="{A955B650-52ED-9E3F-A114-41EBEF9F2C0B}"/>
                </a:ext>
              </a:extLst>
            </p:cNvPr>
            <p:cNvGrpSpPr>
              <a:grpSpLocks/>
            </p:cNvGrpSpPr>
            <p:nvPr/>
          </p:nvGrpSpPr>
          <p:grpSpPr bwMode="auto">
            <a:xfrm>
              <a:off x="5452152" y="2763454"/>
              <a:ext cx="1304470" cy="1553007"/>
              <a:chOff x="5452152" y="2763454"/>
              <a:chExt cx="1304470" cy="1553007"/>
            </a:xfrm>
          </p:grpSpPr>
          <p:grpSp>
            <p:nvGrpSpPr>
              <p:cNvPr id="35" name="Google Shape;318;p11">
                <a:extLst>
                  <a:ext uri="{FF2B5EF4-FFF2-40B4-BE49-F238E27FC236}">
                    <a16:creationId xmlns:a16="http://schemas.microsoft.com/office/drawing/2014/main" id="{34025AB1-C9B7-14DE-803D-A7384FE5E68E}"/>
                  </a:ext>
                </a:extLst>
              </p:cNvPr>
              <p:cNvGrpSpPr>
                <a:grpSpLocks/>
              </p:cNvGrpSpPr>
              <p:nvPr/>
            </p:nvGrpSpPr>
            <p:grpSpPr bwMode="auto">
              <a:xfrm>
                <a:off x="5452152" y="2763454"/>
                <a:ext cx="1304470" cy="1553007"/>
                <a:chOff x="5960996" y="3266996"/>
                <a:chExt cx="1304470" cy="1559627"/>
              </a:xfrm>
            </p:grpSpPr>
            <p:sp>
              <p:nvSpPr>
                <p:cNvPr id="37" name="Google Shape;319;p11">
                  <a:extLst>
                    <a:ext uri="{FF2B5EF4-FFF2-40B4-BE49-F238E27FC236}">
                      <a16:creationId xmlns:a16="http://schemas.microsoft.com/office/drawing/2014/main" id="{F3E1F4FD-E896-6DE8-9E87-E791A5A9687B}"/>
                    </a:ext>
                  </a:extLst>
                </p:cNvPr>
                <p:cNvSpPr/>
                <p:nvPr/>
              </p:nvSpPr>
              <p:spPr>
                <a:xfrm rot="10800000" flipH="1">
                  <a:off x="5960996" y="3266997"/>
                  <a:ext cx="1304470" cy="1020615"/>
                </a:xfrm>
                <a:prstGeom prst="triangle">
                  <a:avLst>
                    <a:gd name="adj" fmla="val 50000"/>
                  </a:avLst>
                </a:prstGeom>
                <a:gradFill>
                  <a:gsLst>
                    <a:gs pos="0">
                      <a:schemeClr val="accent3"/>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38" name="Google Shape;320;p11">
                  <a:extLst>
                    <a:ext uri="{FF2B5EF4-FFF2-40B4-BE49-F238E27FC236}">
                      <a16:creationId xmlns:a16="http://schemas.microsoft.com/office/drawing/2014/main" id="{1A775C06-004B-BC1B-0B07-47CE166BB9E2}"/>
                    </a:ext>
                  </a:extLst>
                </p:cNvPr>
                <p:cNvSpPr>
                  <a:spLocks noChangeArrowheads="1"/>
                </p:cNvSpPr>
                <p:nvPr/>
              </p:nvSpPr>
              <p:spPr bwMode="auto">
                <a:xfrm>
                  <a:off x="6313298" y="4241366"/>
                  <a:ext cx="585584" cy="585258"/>
                </a:xfrm>
                <a:prstGeom prst="roundRect">
                  <a:avLst>
                    <a:gd name="adj" fmla="val 16667"/>
                  </a:avLst>
                </a:prstGeom>
                <a:gradFill rotWithShape="0">
                  <a:gsLst>
                    <a:gs pos="0">
                      <a:srgbClr val="6A798A"/>
                    </a:gs>
                    <a:gs pos="50000">
                      <a:srgbClr val="54677D"/>
                    </a:gs>
                    <a:gs pos="100000">
                      <a:srgbClr val="485A6F"/>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36" name="Google Shape;321;p11">
                <a:extLst>
                  <a:ext uri="{FF2B5EF4-FFF2-40B4-BE49-F238E27FC236}">
                    <a16:creationId xmlns:a16="http://schemas.microsoft.com/office/drawing/2014/main" id="{7FBB4AE8-E9FF-318F-FEB6-3569A896EEC2}"/>
                  </a:ext>
                </a:extLst>
              </p:cNvPr>
              <p:cNvSpPr>
                <a:spLocks/>
              </p:cNvSpPr>
              <p:nvPr/>
            </p:nvSpPr>
            <p:spPr bwMode="auto">
              <a:xfrm>
                <a:off x="5982192" y="3879779"/>
                <a:ext cx="279303" cy="279478"/>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31" name="Google Shape;322;p11">
              <a:extLst>
                <a:ext uri="{FF2B5EF4-FFF2-40B4-BE49-F238E27FC236}">
                  <a16:creationId xmlns:a16="http://schemas.microsoft.com/office/drawing/2014/main" id="{47E3EAD5-84E0-C264-B22E-2737E3B529DC}"/>
                </a:ext>
              </a:extLst>
            </p:cNvPr>
            <p:cNvGrpSpPr>
              <a:grpSpLocks/>
            </p:cNvGrpSpPr>
            <p:nvPr/>
          </p:nvGrpSpPr>
          <p:grpSpPr bwMode="auto">
            <a:xfrm>
              <a:off x="5556108" y="1890087"/>
              <a:ext cx="1137036" cy="1246506"/>
              <a:chOff x="627304" y="1987183"/>
              <a:chExt cx="1595688" cy="1749317"/>
            </a:xfrm>
          </p:grpSpPr>
          <p:sp>
            <p:nvSpPr>
              <p:cNvPr id="32" name="Google Shape;323;p11">
                <a:extLst>
                  <a:ext uri="{FF2B5EF4-FFF2-40B4-BE49-F238E27FC236}">
                    <a16:creationId xmlns:a16="http://schemas.microsoft.com/office/drawing/2014/main" id="{18AC6ACB-9D2A-A6D5-EE8C-A9D5B9F79788}"/>
                  </a:ext>
                </a:extLst>
              </p:cNvPr>
              <p:cNvSpPr>
                <a:spLocks/>
              </p:cNvSpPr>
              <p:nvPr/>
            </p:nvSpPr>
            <p:spPr bwMode="auto">
              <a:xfrm>
                <a:off x="1425697" y="2477449"/>
                <a:ext cx="797295" cy="1259092"/>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404E5C"/>
              </a:solidFill>
              <a:ln w="9525">
                <a:noFill/>
                <a:round/>
                <a:headEnd/>
                <a:tailEnd/>
              </a:ln>
            </p:spPr>
            <p:txBody>
              <a:bodyPr lIns="91425" tIns="45700" rIns="91425" bIns="45700"/>
              <a:lstStyle/>
              <a:p>
                <a:pPr>
                  <a:defRPr/>
                </a:pPr>
                <a:endParaRPr lang="en-US"/>
              </a:p>
            </p:txBody>
          </p:sp>
          <p:sp>
            <p:nvSpPr>
              <p:cNvPr id="33" name="Google Shape;324;p11">
                <a:extLst>
                  <a:ext uri="{FF2B5EF4-FFF2-40B4-BE49-F238E27FC236}">
                    <a16:creationId xmlns:a16="http://schemas.microsoft.com/office/drawing/2014/main" id="{786513BB-7BF9-B09D-F31B-7841D49F5BDF}"/>
                  </a:ext>
                </a:extLst>
              </p:cNvPr>
              <p:cNvSpPr>
                <a:spLocks/>
              </p:cNvSpPr>
              <p:nvPr/>
            </p:nvSpPr>
            <p:spPr bwMode="auto">
              <a:xfrm>
                <a:off x="628402" y="2477449"/>
                <a:ext cx="799523" cy="1259092"/>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93A3B5"/>
              </a:solidFill>
              <a:ln w="9525">
                <a:noFill/>
                <a:round/>
                <a:headEnd/>
                <a:tailEnd/>
              </a:ln>
            </p:spPr>
            <p:txBody>
              <a:bodyPr lIns="91425" tIns="45700" rIns="91425" bIns="45700"/>
              <a:lstStyle/>
              <a:p>
                <a:pPr>
                  <a:defRPr/>
                </a:pPr>
                <a:endParaRPr lang="en-US"/>
              </a:p>
            </p:txBody>
          </p:sp>
          <p:sp>
            <p:nvSpPr>
              <p:cNvPr id="34" name="Google Shape;325;p11">
                <a:extLst>
                  <a:ext uri="{FF2B5EF4-FFF2-40B4-BE49-F238E27FC236}">
                    <a16:creationId xmlns:a16="http://schemas.microsoft.com/office/drawing/2014/main" id="{81DF21E7-B2A1-B128-848F-4051052616DA}"/>
                  </a:ext>
                </a:extLst>
              </p:cNvPr>
              <p:cNvSpPr/>
              <p:nvPr/>
            </p:nvSpPr>
            <p:spPr>
              <a:xfrm>
                <a:off x="628402" y="1987183"/>
                <a:ext cx="1594590" cy="982760"/>
              </a:xfrm>
              <a:custGeom>
                <a:avLst/>
                <a:gdLst/>
                <a:ahLst/>
                <a:cxnLst/>
                <a:rect l="0" t="0" r="0" b="0"/>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grpSp>
      <p:grpSp>
        <p:nvGrpSpPr>
          <p:cNvPr id="39" name="Google Shape;326;p11">
            <a:extLst>
              <a:ext uri="{FF2B5EF4-FFF2-40B4-BE49-F238E27FC236}">
                <a16:creationId xmlns:a16="http://schemas.microsoft.com/office/drawing/2014/main" id="{D751D977-7F3B-0CF3-F94D-6B16C6E42442}"/>
              </a:ext>
            </a:extLst>
          </p:cNvPr>
          <p:cNvGrpSpPr>
            <a:grpSpLocks/>
          </p:cNvGrpSpPr>
          <p:nvPr/>
        </p:nvGrpSpPr>
        <p:grpSpPr bwMode="auto">
          <a:xfrm>
            <a:off x="7696200" y="2917825"/>
            <a:ext cx="1303338" cy="2433638"/>
            <a:chOff x="7521759" y="1890087"/>
            <a:chExt cx="1304470" cy="2434590"/>
          </a:xfrm>
        </p:grpSpPr>
        <p:grpSp>
          <p:nvGrpSpPr>
            <p:cNvPr id="40" name="Google Shape;327;p11">
              <a:extLst>
                <a:ext uri="{FF2B5EF4-FFF2-40B4-BE49-F238E27FC236}">
                  <a16:creationId xmlns:a16="http://schemas.microsoft.com/office/drawing/2014/main" id="{CFD67B74-1F24-796D-5A39-F21D3230BCED}"/>
                </a:ext>
              </a:extLst>
            </p:cNvPr>
            <p:cNvGrpSpPr>
              <a:grpSpLocks/>
            </p:cNvGrpSpPr>
            <p:nvPr/>
          </p:nvGrpSpPr>
          <p:grpSpPr bwMode="auto">
            <a:xfrm>
              <a:off x="7521759" y="2766730"/>
              <a:ext cx="1304470" cy="1557947"/>
              <a:chOff x="7521759" y="2766730"/>
              <a:chExt cx="1304470" cy="1557947"/>
            </a:xfrm>
          </p:grpSpPr>
          <p:grpSp>
            <p:nvGrpSpPr>
              <p:cNvPr id="45" name="Google Shape;328;p11">
                <a:extLst>
                  <a:ext uri="{FF2B5EF4-FFF2-40B4-BE49-F238E27FC236}">
                    <a16:creationId xmlns:a16="http://schemas.microsoft.com/office/drawing/2014/main" id="{22A85384-EB53-44C8-DA91-4BB840E83A4A}"/>
                  </a:ext>
                </a:extLst>
              </p:cNvPr>
              <p:cNvGrpSpPr>
                <a:grpSpLocks/>
              </p:cNvGrpSpPr>
              <p:nvPr/>
            </p:nvGrpSpPr>
            <p:grpSpPr bwMode="auto">
              <a:xfrm>
                <a:off x="7521759" y="2766730"/>
                <a:ext cx="1304470" cy="1557947"/>
                <a:chOff x="7980910" y="3266951"/>
                <a:chExt cx="1304470" cy="1557947"/>
              </a:xfrm>
            </p:grpSpPr>
            <p:sp>
              <p:nvSpPr>
                <p:cNvPr id="47" name="Google Shape;329;p11">
                  <a:extLst>
                    <a:ext uri="{FF2B5EF4-FFF2-40B4-BE49-F238E27FC236}">
                      <a16:creationId xmlns:a16="http://schemas.microsoft.com/office/drawing/2014/main" id="{513442B5-F3AD-83A9-5ACA-19F65454D4F4}"/>
                    </a:ext>
                  </a:extLst>
                </p:cNvPr>
                <p:cNvSpPr/>
                <p:nvPr/>
              </p:nvSpPr>
              <p:spPr>
                <a:xfrm rot="10800000" flipH="1">
                  <a:off x="7980910" y="3266951"/>
                  <a:ext cx="1304470" cy="1019574"/>
                </a:xfrm>
                <a:prstGeom prst="triangle">
                  <a:avLst>
                    <a:gd name="adj" fmla="val 50000"/>
                  </a:avLst>
                </a:prstGeom>
                <a:gradFill>
                  <a:gsLst>
                    <a:gs pos="0">
                      <a:schemeClr val="accent4"/>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48" name="Google Shape;330;p11">
                  <a:extLst>
                    <a:ext uri="{FF2B5EF4-FFF2-40B4-BE49-F238E27FC236}">
                      <a16:creationId xmlns:a16="http://schemas.microsoft.com/office/drawing/2014/main" id="{B8C84A0F-1982-DD83-394C-3E90089B3065}"/>
                    </a:ext>
                  </a:extLst>
                </p:cNvPr>
                <p:cNvSpPr>
                  <a:spLocks noChangeArrowheads="1"/>
                </p:cNvSpPr>
                <p:nvPr/>
              </p:nvSpPr>
              <p:spPr bwMode="auto">
                <a:xfrm>
                  <a:off x="8347942" y="4238881"/>
                  <a:ext cx="586296" cy="586017"/>
                </a:xfrm>
                <a:prstGeom prst="roundRect">
                  <a:avLst>
                    <a:gd name="adj" fmla="val 16667"/>
                  </a:avLst>
                </a:prstGeom>
                <a:gradFill rotWithShape="0">
                  <a:gsLst>
                    <a:gs pos="0">
                      <a:srgbClr val="5E697B"/>
                    </a:gs>
                    <a:gs pos="50000">
                      <a:srgbClr val="42536A"/>
                    </a:gs>
                    <a:gs pos="100000">
                      <a:srgbClr val="38495F"/>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46" name="Google Shape;331;p11">
                <a:extLst>
                  <a:ext uri="{FF2B5EF4-FFF2-40B4-BE49-F238E27FC236}">
                    <a16:creationId xmlns:a16="http://schemas.microsoft.com/office/drawing/2014/main" id="{73CB637D-E6BF-2543-F056-58D65443A9D7}"/>
                  </a:ext>
                </a:extLst>
              </p:cNvPr>
              <p:cNvSpPr>
                <a:spLocks/>
              </p:cNvSpPr>
              <p:nvPr/>
            </p:nvSpPr>
            <p:spPr bwMode="auto">
              <a:xfrm>
                <a:off x="8050856" y="3892708"/>
                <a:ext cx="279643" cy="277921"/>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41" name="Google Shape;332;p11">
              <a:extLst>
                <a:ext uri="{FF2B5EF4-FFF2-40B4-BE49-F238E27FC236}">
                  <a16:creationId xmlns:a16="http://schemas.microsoft.com/office/drawing/2014/main" id="{B0AF954B-D585-A2C0-F706-1FDC00F14327}"/>
                </a:ext>
              </a:extLst>
            </p:cNvPr>
            <p:cNvGrpSpPr>
              <a:grpSpLocks/>
            </p:cNvGrpSpPr>
            <p:nvPr/>
          </p:nvGrpSpPr>
          <p:grpSpPr bwMode="auto">
            <a:xfrm>
              <a:off x="7621859" y="1890087"/>
              <a:ext cx="1136553" cy="1246506"/>
              <a:chOff x="626908" y="1987183"/>
              <a:chExt cx="1595011" cy="1749317"/>
            </a:xfrm>
          </p:grpSpPr>
          <p:sp>
            <p:nvSpPr>
              <p:cNvPr id="42" name="Google Shape;333;p11">
                <a:extLst>
                  <a:ext uri="{FF2B5EF4-FFF2-40B4-BE49-F238E27FC236}">
                    <a16:creationId xmlns:a16="http://schemas.microsoft.com/office/drawing/2014/main" id="{4C0C1F7B-9F78-BEA4-4926-BD5E895205F5}"/>
                  </a:ext>
                </a:extLst>
              </p:cNvPr>
              <p:cNvSpPr>
                <a:spLocks/>
              </p:cNvSpPr>
              <p:nvPr/>
            </p:nvSpPr>
            <p:spPr bwMode="auto">
              <a:xfrm>
                <a:off x="1425174" y="2477504"/>
                <a:ext cx="796036" cy="1259234"/>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323F4F"/>
              </a:solidFill>
              <a:ln w="9525">
                <a:noFill/>
                <a:round/>
                <a:headEnd/>
                <a:tailEnd/>
              </a:ln>
            </p:spPr>
            <p:txBody>
              <a:bodyPr lIns="91425" tIns="45700" rIns="91425" bIns="45700"/>
              <a:lstStyle/>
              <a:p>
                <a:pPr>
                  <a:defRPr/>
                </a:pPr>
                <a:endParaRPr lang="en-US"/>
              </a:p>
            </p:txBody>
          </p:sp>
          <p:sp>
            <p:nvSpPr>
              <p:cNvPr id="43" name="Google Shape;334;p11">
                <a:extLst>
                  <a:ext uri="{FF2B5EF4-FFF2-40B4-BE49-F238E27FC236}">
                    <a16:creationId xmlns:a16="http://schemas.microsoft.com/office/drawing/2014/main" id="{50D3C06A-B47B-082D-EFEE-95B16C028BC0}"/>
                  </a:ext>
                </a:extLst>
              </p:cNvPr>
              <p:cNvSpPr>
                <a:spLocks/>
              </p:cNvSpPr>
              <p:nvPr/>
            </p:nvSpPr>
            <p:spPr bwMode="auto">
              <a:xfrm>
                <a:off x="626908" y="2477504"/>
                <a:ext cx="800495" cy="1259234"/>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8296B0"/>
              </a:solidFill>
              <a:ln w="9525">
                <a:noFill/>
                <a:round/>
                <a:headEnd/>
                <a:tailEnd/>
              </a:ln>
            </p:spPr>
            <p:txBody>
              <a:bodyPr lIns="91425" tIns="45700" rIns="91425" bIns="45700"/>
              <a:lstStyle/>
              <a:p>
                <a:pPr>
                  <a:defRPr/>
                </a:pPr>
                <a:endParaRPr lang="en-US"/>
              </a:p>
            </p:txBody>
          </p:sp>
          <p:sp>
            <p:nvSpPr>
              <p:cNvPr id="44" name="Google Shape;335;p11">
                <a:extLst>
                  <a:ext uri="{FF2B5EF4-FFF2-40B4-BE49-F238E27FC236}">
                    <a16:creationId xmlns:a16="http://schemas.microsoft.com/office/drawing/2014/main" id="{933AF4DC-C592-D754-6547-3E64C14AC7F4}"/>
                  </a:ext>
                </a:extLst>
              </p:cNvPr>
              <p:cNvSpPr/>
              <p:nvPr/>
            </p:nvSpPr>
            <p:spPr>
              <a:xfrm>
                <a:off x="626908" y="1987183"/>
                <a:ext cx="1594302" cy="982871"/>
              </a:xfrm>
              <a:custGeom>
                <a:avLst/>
                <a:gdLst/>
                <a:ahLst/>
                <a:cxnLst/>
                <a:rect l="0" t="0" r="0" b="0"/>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grpSp>
      <p:grpSp>
        <p:nvGrpSpPr>
          <p:cNvPr id="49" name="Google Shape;336;p11">
            <a:extLst>
              <a:ext uri="{FF2B5EF4-FFF2-40B4-BE49-F238E27FC236}">
                <a16:creationId xmlns:a16="http://schemas.microsoft.com/office/drawing/2014/main" id="{B7B8C0EA-4FDC-BC94-F5BA-BFAA8B083F82}"/>
              </a:ext>
            </a:extLst>
          </p:cNvPr>
          <p:cNvGrpSpPr>
            <a:grpSpLocks/>
          </p:cNvGrpSpPr>
          <p:nvPr/>
        </p:nvGrpSpPr>
        <p:grpSpPr bwMode="auto">
          <a:xfrm>
            <a:off x="10039350" y="2881313"/>
            <a:ext cx="1304925" cy="2436812"/>
            <a:chOff x="9646841" y="1888970"/>
            <a:chExt cx="1304470" cy="2435707"/>
          </a:xfrm>
        </p:grpSpPr>
        <p:grpSp>
          <p:nvGrpSpPr>
            <p:cNvPr id="50" name="Google Shape;337;p11">
              <a:extLst>
                <a:ext uri="{FF2B5EF4-FFF2-40B4-BE49-F238E27FC236}">
                  <a16:creationId xmlns:a16="http://schemas.microsoft.com/office/drawing/2014/main" id="{4DE8A55A-10D5-B2B2-B9FB-BADC890EE238}"/>
                </a:ext>
              </a:extLst>
            </p:cNvPr>
            <p:cNvGrpSpPr>
              <a:grpSpLocks/>
            </p:cNvGrpSpPr>
            <p:nvPr/>
          </p:nvGrpSpPr>
          <p:grpSpPr bwMode="auto">
            <a:xfrm>
              <a:off x="9646841" y="2766459"/>
              <a:ext cx="1304470" cy="1558218"/>
              <a:chOff x="9646841" y="2766459"/>
              <a:chExt cx="1304470" cy="1558218"/>
            </a:xfrm>
          </p:grpSpPr>
          <p:grpSp>
            <p:nvGrpSpPr>
              <p:cNvPr id="55" name="Google Shape;338;p11">
                <a:extLst>
                  <a:ext uri="{FF2B5EF4-FFF2-40B4-BE49-F238E27FC236}">
                    <a16:creationId xmlns:a16="http://schemas.microsoft.com/office/drawing/2014/main" id="{B0EC7070-7AAE-CBDD-51E4-7E14B6795AD3}"/>
                  </a:ext>
                </a:extLst>
              </p:cNvPr>
              <p:cNvGrpSpPr>
                <a:grpSpLocks/>
              </p:cNvGrpSpPr>
              <p:nvPr/>
            </p:nvGrpSpPr>
            <p:grpSpPr bwMode="auto">
              <a:xfrm>
                <a:off x="9646841" y="2766459"/>
                <a:ext cx="1304470" cy="1558218"/>
                <a:chOff x="9539460" y="3266680"/>
                <a:chExt cx="1304470" cy="1558218"/>
              </a:xfrm>
            </p:grpSpPr>
            <p:sp>
              <p:nvSpPr>
                <p:cNvPr id="57" name="Google Shape;339;p11">
                  <a:extLst>
                    <a:ext uri="{FF2B5EF4-FFF2-40B4-BE49-F238E27FC236}">
                      <a16:creationId xmlns:a16="http://schemas.microsoft.com/office/drawing/2014/main" id="{321E9A0E-3F1B-9583-3EA4-496EB6978904}"/>
                    </a:ext>
                  </a:extLst>
                </p:cNvPr>
                <p:cNvSpPr/>
                <p:nvPr/>
              </p:nvSpPr>
              <p:spPr>
                <a:xfrm rot="10800000" flipH="1">
                  <a:off x="9539460" y="3266680"/>
                  <a:ext cx="1304470" cy="1020300"/>
                </a:xfrm>
                <a:prstGeom prst="triangle">
                  <a:avLst>
                    <a:gd name="adj" fmla="val 50000"/>
                  </a:avLst>
                </a:prstGeom>
                <a:gradFill>
                  <a:gsLst>
                    <a:gs pos="0">
                      <a:schemeClr val="accent5"/>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58" name="Google Shape;340;p11">
                  <a:extLst>
                    <a:ext uri="{FF2B5EF4-FFF2-40B4-BE49-F238E27FC236}">
                      <a16:creationId xmlns:a16="http://schemas.microsoft.com/office/drawing/2014/main" id="{8FB614FD-DDD1-E2F7-240C-3EBCB04FAC23}"/>
                    </a:ext>
                  </a:extLst>
                </p:cNvPr>
                <p:cNvSpPr>
                  <a:spLocks noChangeArrowheads="1"/>
                </p:cNvSpPr>
                <p:nvPr/>
              </p:nvSpPr>
              <p:spPr bwMode="auto">
                <a:xfrm>
                  <a:off x="9904458" y="4239377"/>
                  <a:ext cx="585584" cy="585521"/>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56" name="Google Shape;341;p11">
                <a:extLst>
                  <a:ext uri="{FF2B5EF4-FFF2-40B4-BE49-F238E27FC236}">
                    <a16:creationId xmlns:a16="http://schemas.microsoft.com/office/drawing/2014/main" id="{CB2BCFD3-995D-A85A-79C3-56359B69B2F9}"/>
                  </a:ext>
                </a:extLst>
              </p:cNvPr>
              <p:cNvSpPr>
                <a:spLocks/>
              </p:cNvSpPr>
              <p:nvPr/>
            </p:nvSpPr>
            <p:spPr bwMode="auto">
              <a:xfrm>
                <a:off x="10159425" y="3878792"/>
                <a:ext cx="279303" cy="279273"/>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51" name="Google Shape;342;p11">
              <a:extLst>
                <a:ext uri="{FF2B5EF4-FFF2-40B4-BE49-F238E27FC236}">
                  <a16:creationId xmlns:a16="http://schemas.microsoft.com/office/drawing/2014/main" id="{52FB887C-F640-08E9-2A0D-F3250DFFF8E4}"/>
                </a:ext>
              </a:extLst>
            </p:cNvPr>
            <p:cNvGrpSpPr>
              <a:grpSpLocks/>
            </p:cNvGrpSpPr>
            <p:nvPr/>
          </p:nvGrpSpPr>
          <p:grpSpPr bwMode="auto">
            <a:xfrm>
              <a:off x="9755990" y="1888970"/>
              <a:ext cx="1136271" cy="1246506"/>
              <a:chOff x="627304" y="1987183"/>
              <a:chExt cx="1594615" cy="1749317"/>
            </a:xfrm>
          </p:grpSpPr>
          <p:sp>
            <p:nvSpPr>
              <p:cNvPr id="52" name="Google Shape;343;p11">
                <a:extLst>
                  <a:ext uri="{FF2B5EF4-FFF2-40B4-BE49-F238E27FC236}">
                    <a16:creationId xmlns:a16="http://schemas.microsoft.com/office/drawing/2014/main" id="{F2D71842-03FF-4FFD-465C-C749D9B9FF24}"/>
                  </a:ext>
                </a:extLst>
              </p:cNvPr>
              <p:cNvSpPr>
                <a:spLocks/>
              </p:cNvSpPr>
              <p:nvPr/>
            </p:nvSpPr>
            <p:spPr bwMode="auto">
              <a:xfrm>
                <a:off x="1425092" y="2477090"/>
                <a:ext cx="797296" cy="1260397"/>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53" name="Google Shape;344;p11">
                <a:extLst>
                  <a:ext uri="{FF2B5EF4-FFF2-40B4-BE49-F238E27FC236}">
                    <a16:creationId xmlns:a16="http://schemas.microsoft.com/office/drawing/2014/main" id="{DB48AF16-6FC9-E5E2-2786-027FCD4CA54D}"/>
                  </a:ext>
                </a:extLst>
              </p:cNvPr>
              <p:cNvSpPr>
                <a:spLocks/>
              </p:cNvSpPr>
              <p:nvPr/>
            </p:nvSpPr>
            <p:spPr bwMode="auto">
              <a:xfrm>
                <a:off x="627796" y="2477090"/>
                <a:ext cx="799522" cy="1260397"/>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54" name="Google Shape;345;p11">
                <a:extLst>
                  <a:ext uri="{FF2B5EF4-FFF2-40B4-BE49-F238E27FC236}">
                    <a16:creationId xmlns:a16="http://schemas.microsoft.com/office/drawing/2014/main" id="{ACDFB2CD-2E7D-BBFA-E05A-1831588F1F6E}"/>
                  </a:ext>
                </a:extLst>
              </p:cNvPr>
              <p:cNvSpPr>
                <a:spLocks/>
              </p:cNvSpPr>
              <p:nvPr/>
            </p:nvSpPr>
            <p:spPr bwMode="auto">
              <a:xfrm>
                <a:off x="627796" y="1987183"/>
                <a:ext cx="1594591" cy="982040"/>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sp>
        <p:nvSpPr>
          <p:cNvPr id="287" name="Google Shape;287;p11"/>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346" name="Google Shape;346;p11"/>
          <p:cNvSpPr txBox="1">
            <a:spLocks noGrp="1"/>
          </p:cNvSpPr>
          <p:nvPr>
            <p:ph type="body" idx="2"/>
          </p:nvPr>
        </p:nvSpPr>
        <p:spPr>
          <a:xfrm>
            <a:off x="868842" y="5707711"/>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47" name="Google Shape;347;p11"/>
          <p:cNvSpPr txBox="1">
            <a:spLocks noGrp="1"/>
          </p:cNvSpPr>
          <p:nvPr>
            <p:ph type="body" idx="3"/>
          </p:nvPr>
        </p:nvSpPr>
        <p:spPr>
          <a:xfrm>
            <a:off x="3081061" y="5721632"/>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48" name="Google Shape;348;p11"/>
          <p:cNvSpPr txBox="1">
            <a:spLocks noGrp="1"/>
          </p:cNvSpPr>
          <p:nvPr>
            <p:ph type="body" idx="4"/>
          </p:nvPr>
        </p:nvSpPr>
        <p:spPr>
          <a:xfrm>
            <a:off x="5293281" y="5707711"/>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49" name="Google Shape;349;p11"/>
          <p:cNvSpPr txBox="1">
            <a:spLocks noGrp="1"/>
          </p:cNvSpPr>
          <p:nvPr>
            <p:ph type="body" idx="5"/>
          </p:nvPr>
        </p:nvSpPr>
        <p:spPr>
          <a:xfrm>
            <a:off x="7412699" y="5707711"/>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50" name="Google Shape;350;p11"/>
          <p:cNvSpPr txBox="1">
            <a:spLocks noGrp="1"/>
          </p:cNvSpPr>
          <p:nvPr>
            <p:ph type="body" idx="6"/>
          </p:nvPr>
        </p:nvSpPr>
        <p:spPr>
          <a:xfrm>
            <a:off x="9532117" y="5707711"/>
            <a:ext cx="1899629"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51" name="Google Shape;351;p11"/>
          <p:cNvSpPr txBox="1">
            <a:spLocks noGrp="1"/>
          </p:cNvSpPr>
          <p:nvPr>
            <p:ph type="body" idx="7"/>
          </p:nvPr>
        </p:nvSpPr>
        <p:spPr>
          <a:xfrm>
            <a:off x="514350" y="1304995"/>
            <a:ext cx="10273812" cy="1453287"/>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1pPr>
            <a:lvl2pPr marL="914400" marR="0" lvl="1" indent="-342900" algn="l" rtl="0">
              <a:lnSpc>
                <a:spcPct val="100000"/>
              </a:lnSpc>
              <a:spcBef>
                <a:spcPts val="838"/>
              </a:spcBef>
              <a:spcAft>
                <a:spcPts val="0"/>
              </a:spcAft>
              <a:buClr>
                <a:srgbClr val="000000"/>
              </a:buClr>
              <a:buSzPts val="1800"/>
              <a:buFont typeface="Noto Sans Symbols"/>
              <a:buChar char="⇥"/>
              <a:defRPr sz="1800" b="0" i="0" u="none" strike="noStrike" cap="none">
                <a:solidFill>
                  <a:srgbClr val="000000"/>
                </a:solidFill>
                <a:latin typeface="Arial"/>
                <a:ea typeface="Arial"/>
                <a:cs typeface="Arial"/>
                <a:sym typeface="Arial"/>
              </a:defRPr>
            </a:lvl2pPr>
            <a:lvl3pPr marL="1371600" marR="0" lvl="2" indent="-330200" algn="l" rtl="0">
              <a:lnSpc>
                <a:spcPct val="100000"/>
              </a:lnSpc>
              <a:spcBef>
                <a:spcPts val="838"/>
              </a:spcBef>
              <a:spcAft>
                <a:spcPts val="0"/>
              </a:spcAft>
              <a:buClr>
                <a:srgbClr val="000000"/>
              </a:buClr>
              <a:buSzPts val="1600"/>
              <a:buFont typeface="Noto Sans Symbols"/>
              <a:buChar char="↳"/>
              <a:defRPr sz="1600" b="0" i="0" u="none" strike="noStrike" cap="none">
                <a:solidFill>
                  <a:srgbClr val="000000"/>
                </a:solidFill>
                <a:latin typeface="Arial"/>
                <a:ea typeface="Arial"/>
                <a:cs typeface="Arial"/>
                <a:sym typeface="Arial"/>
              </a:defRPr>
            </a:lvl3pPr>
            <a:lvl4pPr marL="1828800" marR="0" lvl="3" indent="-323850" algn="l" rtl="0">
              <a:lnSpc>
                <a:spcPct val="100000"/>
              </a:lnSpc>
              <a:spcBef>
                <a:spcPts val="838"/>
              </a:spcBef>
              <a:spcAft>
                <a:spcPts val="0"/>
              </a:spcAft>
              <a:buClr>
                <a:srgbClr val="000000"/>
              </a:buClr>
              <a:buSzPts val="1500"/>
              <a:buFont typeface="Noto Sans Symbols"/>
              <a:buChar char="→"/>
              <a:defRPr sz="1500" b="0" i="0" u="none" strike="noStrike" cap="none">
                <a:solidFill>
                  <a:srgbClr val="000000"/>
                </a:solidFill>
                <a:latin typeface="Arial"/>
                <a:ea typeface="Arial"/>
                <a:cs typeface="Arial"/>
                <a:sym typeface="Arial"/>
              </a:defRPr>
            </a:lvl4pPr>
            <a:lvl5pPr marL="2286000" marR="0" lvl="4" indent="-298450" algn="l" rtl="0">
              <a:lnSpc>
                <a:spcPct val="100000"/>
              </a:lnSpc>
              <a:spcBef>
                <a:spcPts val="838"/>
              </a:spcBef>
              <a:spcAft>
                <a:spcPts val="0"/>
              </a:spcAft>
              <a:buClr>
                <a:srgbClr val="000000"/>
              </a:buClr>
              <a:buSzPts val="1100"/>
              <a:buFont typeface="Noto Sans Symbols"/>
              <a:buChar char="→"/>
              <a:defRPr sz="1100" b="0" i="0" u="none" strike="noStrike" cap="none">
                <a:solidFill>
                  <a:srgbClr val="000000"/>
                </a:solidFill>
                <a:latin typeface="Arial"/>
                <a:ea typeface="Arial"/>
                <a:cs typeface="Arial"/>
                <a:sym typeface="Arial"/>
              </a:defRPr>
            </a:lvl5pPr>
            <a:lvl6pPr marL="2743200" marR="0" lvl="5" indent="-228600" algn="l" rtl="0">
              <a:lnSpc>
                <a:spcPct val="100000"/>
              </a:lnSpc>
              <a:spcBef>
                <a:spcPts val="838"/>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239319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teps-Infographic">
  <p:cSld name="Steps-Infographic">
    <p:spTree>
      <p:nvGrpSpPr>
        <p:cNvPr id="1" name="Shape 655"/>
        <p:cNvGrpSpPr/>
        <p:nvPr/>
      </p:nvGrpSpPr>
      <p:grpSpPr>
        <a:xfrm>
          <a:off x="0" y="0"/>
          <a:ext cx="0" cy="0"/>
          <a:chOff x="0" y="0"/>
          <a:chExt cx="0" cy="0"/>
        </a:xfrm>
      </p:grpSpPr>
      <p:sp>
        <p:nvSpPr>
          <p:cNvPr id="2" name="Google Shape;658;p18">
            <a:extLst>
              <a:ext uri="{FF2B5EF4-FFF2-40B4-BE49-F238E27FC236}">
                <a16:creationId xmlns:a16="http://schemas.microsoft.com/office/drawing/2014/main" id="{0ABA42E0-39A2-427E-77EE-70AB63C89499}"/>
              </a:ext>
            </a:extLst>
          </p:cNvPr>
          <p:cNvSpPr>
            <a:spLocks noChangeArrowheads="1"/>
          </p:cNvSpPr>
          <p:nvPr/>
        </p:nvSpPr>
        <p:spPr bwMode="auto">
          <a:xfrm>
            <a:off x="609600" y="3441700"/>
            <a:ext cx="3200400" cy="609600"/>
          </a:xfrm>
          <a:prstGeom prst="roundRect">
            <a:avLst>
              <a:gd name="adj" fmla="val 50000"/>
            </a:avLst>
          </a:prstGeom>
          <a:solidFill>
            <a:schemeClr val="accent2"/>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3" name="Google Shape;659;p18">
            <a:extLst>
              <a:ext uri="{FF2B5EF4-FFF2-40B4-BE49-F238E27FC236}">
                <a16:creationId xmlns:a16="http://schemas.microsoft.com/office/drawing/2014/main" id="{77CB84CA-6791-572A-32BE-DB9CA2E206A2}"/>
              </a:ext>
            </a:extLst>
          </p:cNvPr>
          <p:cNvSpPr>
            <a:spLocks noChangeArrowheads="1"/>
          </p:cNvSpPr>
          <p:nvPr/>
        </p:nvSpPr>
        <p:spPr bwMode="auto">
          <a:xfrm>
            <a:off x="2087563" y="3267075"/>
            <a:ext cx="236537" cy="174625"/>
          </a:xfrm>
          <a:prstGeom prst="triangle">
            <a:avLst>
              <a:gd name="adj" fmla="val 50000"/>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4" name="Google Shape;660;p18">
            <a:extLst>
              <a:ext uri="{FF2B5EF4-FFF2-40B4-BE49-F238E27FC236}">
                <a16:creationId xmlns:a16="http://schemas.microsoft.com/office/drawing/2014/main" id="{16872A39-7C83-09C1-71AF-96AE033B0064}"/>
              </a:ext>
            </a:extLst>
          </p:cNvPr>
          <p:cNvSpPr/>
          <p:nvPr/>
        </p:nvSpPr>
        <p:spPr>
          <a:xfrm>
            <a:off x="3144838" y="3441700"/>
            <a:ext cx="3200400" cy="609600"/>
          </a:xfrm>
          <a:prstGeom prst="roundRect">
            <a:avLst>
              <a:gd name="adj" fmla="val 50000"/>
            </a:avLst>
          </a:prstGeom>
          <a:solidFill>
            <a:schemeClr val="accent3"/>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5" name="Google Shape;661;p18">
            <a:extLst>
              <a:ext uri="{FF2B5EF4-FFF2-40B4-BE49-F238E27FC236}">
                <a16:creationId xmlns:a16="http://schemas.microsoft.com/office/drawing/2014/main" id="{38EDD148-509F-1736-6E09-B1C6F223BAA7}"/>
              </a:ext>
            </a:extLst>
          </p:cNvPr>
          <p:cNvSpPr/>
          <p:nvPr/>
        </p:nvSpPr>
        <p:spPr>
          <a:xfrm rot="10800000" flipH="1">
            <a:off x="4621213" y="4054475"/>
            <a:ext cx="236537" cy="174625"/>
          </a:xfrm>
          <a:prstGeom prst="triangle">
            <a:avLst>
              <a:gd name="adj" fmla="val 50000"/>
            </a:avLst>
          </a:prstGeom>
          <a:solidFill>
            <a:schemeClr val="accent3"/>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6" name="Google Shape;662;p18">
            <a:extLst>
              <a:ext uri="{FF2B5EF4-FFF2-40B4-BE49-F238E27FC236}">
                <a16:creationId xmlns:a16="http://schemas.microsoft.com/office/drawing/2014/main" id="{9D0300C7-5294-8B85-EE46-F5BBF5B1C5D8}"/>
              </a:ext>
            </a:extLst>
          </p:cNvPr>
          <p:cNvSpPr txBox="1"/>
          <p:nvPr/>
        </p:nvSpPr>
        <p:spPr>
          <a:xfrm>
            <a:off x="1312863" y="2227263"/>
            <a:ext cx="1693862" cy="1230312"/>
          </a:xfrm>
          <a:prstGeom prst="rect">
            <a:avLst/>
          </a:prstGeom>
          <a:noFill/>
          <a:ln>
            <a:noFill/>
          </a:ln>
          <a:effectLst>
            <a:outerShdw blurRad="101599" dist="50800" dir="2700000" algn="tl" rotWithShape="0">
              <a:srgbClr val="000000">
                <a:alpha val="40000"/>
              </a:srgbClr>
            </a:outerShdw>
          </a:effectLst>
        </p:spPr>
        <p:txBody>
          <a:bodyPr spcFirstLastPara="1" lIns="121900" tIns="60950" rIns="121900" bIns="60950" anchor="ctr"/>
          <a:lstStyle/>
          <a:p>
            <a:pPr algn="ctr" eaLnBrk="1" fontAlgn="auto" hangingPunct="1">
              <a:spcBef>
                <a:spcPts val="0"/>
              </a:spcBef>
              <a:spcAft>
                <a:spcPts val="0"/>
              </a:spcAft>
              <a:buClr>
                <a:schemeClr val="accent2"/>
              </a:buClr>
              <a:buSzPts val="1800"/>
              <a:buFont typeface="Source Sans Pro"/>
              <a:buNone/>
              <a:defRPr/>
            </a:pPr>
            <a:r>
              <a:rPr lang="en-US" sz="7200" b="1" kern="0" dirty="0">
                <a:solidFill>
                  <a:schemeClr val="accent2"/>
                </a:solidFill>
                <a:latin typeface="Arial"/>
                <a:ea typeface="Arial"/>
                <a:cs typeface="Arial"/>
                <a:sym typeface="Arial"/>
              </a:rPr>
              <a:t>01</a:t>
            </a:r>
            <a:endParaRPr sz="1867" kern="0" dirty="0">
              <a:latin typeface="Arial"/>
              <a:ea typeface="Arial"/>
              <a:cs typeface="Arial"/>
              <a:sym typeface="Arial"/>
            </a:endParaRPr>
          </a:p>
        </p:txBody>
      </p:sp>
      <p:sp>
        <p:nvSpPr>
          <p:cNvPr id="7" name="Google Shape;663;p18">
            <a:extLst>
              <a:ext uri="{FF2B5EF4-FFF2-40B4-BE49-F238E27FC236}">
                <a16:creationId xmlns:a16="http://schemas.microsoft.com/office/drawing/2014/main" id="{CBDB9641-A4DD-0882-7022-297F9B40F26B}"/>
              </a:ext>
            </a:extLst>
          </p:cNvPr>
          <p:cNvSpPr txBox="1"/>
          <p:nvPr/>
        </p:nvSpPr>
        <p:spPr>
          <a:xfrm>
            <a:off x="6438900" y="2179638"/>
            <a:ext cx="1692275" cy="1231900"/>
          </a:xfrm>
          <a:prstGeom prst="rect">
            <a:avLst/>
          </a:prstGeom>
          <a:noFill/>
          <a:ln>
            <a:noFill/>
          </a:ln>
          <a:effectLst>
            <a:outerShdw blurRad="101599" dist="50800" dir="2700000" algn="tl" rotWithShape="0">
              <a:srgbClr val="000000">
                <a:alpha val="40000"/>
              </a:srgbClr>
            </a:outerShdw>
          </a:effectLst>
        </p:spPr>
        <p:txBody>
          <a:bodyPr spcFirstLastPara="1" lIns="121900" tIns="60950" rIns="121900" bIns="60950" anchor="ctr"/>
          <a:lstStyle/>
          <a:p>
            <a:pPr algn="ctr" eaLnBrk="1" fontAlgn="auto" hangingPunct="1">
              <a:spcBef>
                <a:spcPts val="0"/>
              </a:spcBef>
              <a:spcAft>
                <a:spcPts val="0"/>
              </a:spcAft>
              <a:buClr>
                <a:schemeClr val="accent4"/>
              </a:buClr>
              <a:buSzPts val="1800"/>
              <a:buFont typeface="Source Sans Pro"/>
              <a:buNone/>
              <a:defRPr/>
            </a:pPr>
            <a:r>
              <a:rPr lang="en-US" sz="7200" b="1" kern="0">
                <a:solidFill>
                  <a:schemeClr val="accent4"/>
                </a:solidFill>
                <a:latin typeface="Arial"/>
                <a:ea typeface="Arial"/>
                <a:cs typeface="Arial"/>
                <a:sym typeface="Arial"/>
              </a:rPr>
              <a:t>03</a:t>
            </a:r>
            <a:endParaRPr sz="1867" kern="0">
              <a:latin typeface="Arial"/>
              <a:ea typeface="Arial"/>
              <a:cs typeface="Arial"/>
              <a:sym typeface="Arial"/>
            </a:endParaRPr>
          </a:p>
        </p:txBody>
      </p:sp>
      <p:sp>
        <p:nvSpPr>
          <p:cNvPr id="8" name="Google Shape;664;p18">
            <a:extLst>
              <a:ext uri="{FF2B5EF4-FFF2-40B4-BE49-F238E27FC236}">
                <a16:creationId xmlns:a16="http://schemas.microsoft.com/office/drawing/2014/main" id="{23EBE637-D78D-D823-C027-42327E40CDDF}"/>
              </a:ext>
            </a:extLst>
          </p:cNvPr>
          <p:cNvSpPr txBox="1"/>
          <p:nvPr/>
        </p:nvSpPr>
        <p:spPr>
          <a:xfrm>
            <a:off x="3836988" y="4232275"/>
            <a:ext cx="1692275" cy="1231900"/>
          </a:xfrm>
          <a:prstGeom prst="rect">
            <a:avLst/>
          </a:prstGeom>
          <a:noFill/>
          <a:ln>
            <a:noFill/>
          </a:ln>
          <a:effectLst>
            <a:outerShdw blurRad="101599" dist="50800" dir="2700000" algn="tl" rotWithShape="0">
              <a:srgbClr val="000000">
                <a:alpha val="40000"/>
              </a:srgbClr>
            </a:outerShdw>
          </a:effectLst>
        </p:spPr>
        <p:txBody>
          <a:bodyPr spcFirstLastPara="1" lIns="121900" tIns="60950" rIns="121900" bIns="60950" anchor="ctr"/>
          <a:lstStyle/>
          <a:p>
            <a:pPr algn="ctr" eaLnBrk="1" fontAlgn="auto" hangingPunct="1">
              <a:spcBef>
                <a:spcPts val="0"/>
              </a:spcBef>
              <a:spcAft>
                <a:spcPts val="0"/>
              </a:spcAft>
              <a:buClr>
                <a:schemeClr val="accent3"/>
              </a:buClr>
              <a:buSzPts val="1800"/>
              <a:buFont typeface="Source Sans Pro"/>
              <a:buNone/>
              <a:defRPr/>
            </a:pPr>
            <a:r>
              <a:rPr lang="en-US" sz="7200" b="1" kern="0">
                <a:solidFill>
                  <a:schemeClr val="accent3"/>
                </a:solidFill>
                <a:latin typeface="Arial"/>
                <a:ea typeface="Arial"/>
                <a:cs typeface="Arial"/>
                <a:sym typeface="Arial"/>
              </a:rPr>
              <a:t>02</a:t>
            </a:r>
            <a:endParaRPr sz="1867" kern="0">
              <a:latin typeface="Arial"/>
              <a:ea typeface="Arial"/>
              <a:cs typeface="Arial"/>
              <a:sym typeface="Arial"/>
            </a:endParaRPr>
          </a:p>
        </p:txBody>
      </p:sp>
      <p:sp>
        <p:nvSpPr>
          <p:cNvPr id="9" name="Google Shape;665;p18">
            <a:extLst>
              <a:ext uri="{FF2B5EF4-FFF2-40B4-BE49-F238E27FC236}">
                <a16:creationId xmlns:a16="http://schemas.microsoft.com/office/drawing/2014/main" id="{FFFA9472-F775-FEF2-BB04-75FED0CF3258}"/>
              </a:ext>
            </a:extLst>
          </p:cNvPr>
          <p:cNvSpPr txBox="1"/>
          <p:nvPr/>
        </p:nvSpPr>
        <p:spPr>
          <a:xfrm>
            <a:off x="9140825" y="4229100"/>
            <a:ext cx="1693863" cy="1231900"/>
          </a:xfrm>
          <a:prstGeom prst="rect">
            <a:avLst/>
          </a:prstGeom>
          <a:noFill/>
          <a:ln>
            <a:noFill/>
          </a:ln>
          <a:effectLst>
            <a:outerShdw blurRad="101599" dist="50800" dir="2700000" algn="tl" rotWithShape="0">
              <a:srgbClr val="000000">
                <a:alpha val="40000"/>
              </a:srgbClr>
            </a:outerShdw>
          </a:effectLst>
        </p:spPr>
        <p:txBody>
          <a:bodyPr spcFirstLastPara="1" lIns="121900" tIns="60950" rIns="121900" bIns="60950" anchor="ctr"/>
          <a:lstStyle/>
          <a:p>
            <a:pPr algn="ctr" eaLnBrk="1" fontAlgn="auto" hangingPunct="1">
              <a:spcBef>
                <a:spcPts val="0"/>
              </a:spcBef>
              <a:spcAft>
                <a:spcPts val="0"/>
              </a:spcAft>
              <a:buClr>
                <a:schemeClr val="accent5"/>
              </a:buClr>
              <a:buSzPts val="1800"/>
              <a:buFont typeface="Source Sans Pro"/>
              <a:buNone/>
              <a:defRPr/>
            </a:pPr>
            <a:r>
              <a:rPr lang="en-US" sz="7200" b="1" kern="0">
                <a:solidFill>
                  <a:schemeClr val="accent5"/>
                </a:solidFill>
                <a:latin typeface="Arial"/>
                <a:ea typeface="Arial"/>
                <a:cs typeface="Arial"/>
                <a:sym typeface="Arial"/>
              </a:rPr>
              <a:t>04</a:t>
            </a:r>
            <a:endParaRPr sz="1867" kern="0">
              <a:latin typeface="Arial"/>
              <a:ea typeface="Arial"/>
              <a:cs typeface="Arial"/>
              <a:sym typeface="Arial"/>
            </a:endParaRPr>
          </a:p>
        </p:txBody>
      </p:sp>
      <p:sp>
        <p:nvSpPr>
          <p:cNvPr id="10" name="Google Shape;666;p18">
            <a:extLst>
              <a:ext uri="{FF2B5EF4-FFF2-40B4-BE49-F238E27FC236}">
                <a16:creationId xmlns:a16="http://schemas.microsoft.com/office/drawing/2014/main" id="{490006D2-5A65-C3A9-A8E6-2C73C3155E7C}"/>
              </a:ext>
            </a:extLst>
          </p:cNvPr>
          <p:cNvSpPr/>
          <p:nvPr/>
        </p:nvSpPr>
        <p:spPr>
          <a:xfrm>
            <a:off x="5783263" y="3441700"/>
            <a:ext cx="3200400" cy="609600"/>
          </a:xfrm>
          <a:prstGeom prst="roundRect">
            <a:avLst>
              <a:gd name="adj" fmla="val 50000"/>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1" name="Google Shape;667;p18">
            <a:extLst>
              <a:ext uri="{FF2B5EF4-FFF2-40B4-BE49-F238E27FC236}">
                <a16:creationId xmlns:a16="http://schemas.microsoft.com/office/drawing/2014/main" id="{4012CBBA-B018-59DB-3FEE-74180A88819D}"/>
              </a:ext>
            </a:extLst>
          </p:cNvPr>
          <p:cNvSpPr/>
          <p:nvPr/>
        </p:nvSpPr>
        <p:spPr>
          <a:xfrm>
            <a:off x="7165975" y="3267075"/>
            <a:ext cx="238125" cy="174625"/>
          </a:xfrm>
          <a:prstGeom prst="triangle">
            <a:avLst>
              <a:gd name="adj" fmla="val 50000"/>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2" name="Google Shape;668;p18">
            <a:extLst>
              <a:ext uri="{FF2B5EF4-FFF2-40B4-BE49-F238E27FC236}">
                <a16:creationId xmlns:a16="http://schemas.microsoft.com/office/drawing/2014/main" id="{30790F32-9529-DEDE-EDFF-DB572429307F}"/>
              </a:ext>
            </a:extLst>
          </p:cNvPr>
          <p:cNvSpPr/>
          <p:nvPr/>
        </p:nvSpPr>
        <p:spPr>
          <a:xfrm>
            <a:off x="8388350" y="3441700"/>
            <a:ext cx="3200400" cy="609600"/>
          </a:xfrm>
          <a:prstGeom prst="roundRect">
            <a:avLst>
              <a:gd name="adj" fmla="val 50000"/>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3" name="Google Shape;669;p18">
            <a:extLst>
              <a:ext uri="{FF2B5EF4-FFF2-40B4-BE49-F238E27FC236}">
                <a16:creationId xmlns:a16="http://schemas.microsoft.com/office/drawing/2014/main" id="{4F08F0F6-4D8F-A7B5-654F-DF85E457A925}"/>
              </a:ext>
            </a:extLst>
          </p:cNvPr>
          <p:cNvSpPr/>
          <p:nvPr/>
        </p:nvSpPr>
        <p:spPr>
          <a:xfrm rot="10800000" flipH="1">
            <a:off x="9869488" y="4054475"/>
            <a:ext cx="236537" cy="174625"/>
          </a:xfrm>
          <a:prstGeom prst="triangle">
            <a:avLst>
              <a:gd name="adj" fmla="val 50000"/>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656" name="Google Shape;656;p1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70" name="Google Shape;670;p18"/>
          <p:cNvSpPr txBox="1">
            <a:spLocks noGrp="1"/>
          </p:cNvSpPr>
          <p:nvPr>
            <p:ph type="body" idx="2"/>
          </p:nvPr>
        </p:nvSpPr>
        <p:spPr>
          <a:xfrm>
            <a:off x="861881" y="3551958"/>
            <a:ext cx="2269863" cy="396875"/>
          </a:xfrm>
          <a:prstGeom prst="rect">
            <a:avLst/>
          </a:prstGeom>
          <a:solidFill>
            <a:schemeClr val="accent2"/>
          </a:solidFill>
          <a:ln>
            <a:noFill/>
          </a:ln>
        </p:spPr>
        <p:txBody>
          <a:bodyPr spcFirstLastPara="1" wrap="square" lIns="121900" tIns="60950" rIns="121900" bIns="60950" anchor="t" anchorCtr="0"/>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71" name="Google Shape;671;p18"/>
          <p:cNvSpPr txBox="1">
            <a:spLocks noGrp="1"/>
          </p:cNvSpPr>
          <p:nvPr>
            <p:ph type="body" idx="3"/>
          </p:nvPr>
        </p:nvSpPr>
        <p:spPr>
          <a:xfrm>
            <a:off x="3434369" y="3551958"/>
            <a:ext cx="2269863" cy="396875"/>
          </a:xfrm>
          <a:prstGeom prst="rect">
            <a:avLst/>
          </a:prstGeom>
          <a:solidFill>
            <a:schemeClr val="accent3"/>
          </a:solidFill>
          <a:ln>
            <a:noFill/>
          </a:ln>
        </p:spPr>
        <p:txBody>
          <a:bodyPr spcFirstLastPara="1" wrap="square" lIns="121900" tIns="60950" rIns="121900" bIns="60950" anchor="t" anchorCtr="0"/>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72" name="Google Shape;672;p18"/>
          <p:cNvSpPr txBox="1">
            <a:spLocks noGrp="1"/>
          </p:cNvSpPr>
          <p:nvPr>
            <p:ph type="body" idx="4"/>
          </p:nvPr>
        </p:nvSpPr>
        <p:spPr>
          <a:xfrm>
            <a:off x="5932984" y="3551958"/>
            <a:ext cx="2384252" cy="396875"/>
          </a:xfrm>
          <a:prstGeom prst="rect">
            <a:avLst/>
          </a:prstGeom>
          <a:solidFill>
            <a:schemeClr val="accent3"/>
          </a:solidFill>
          <a:ln>
            <a:noFill/>
          </a:ln>
        </p:spPr>
        <p:txBody>
          <a:bodyPr spcFirstLastPara="1" wrap="square" lIns="121900" tIns="60950" rIns="121900" bIns="60950" anchor="t" anchorCtr="0"/>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73" name="Google Shape;673;p18"/>
          <p:cNvSpPr txBox="1">
            <a:spLocks noGrp="1"/>
          </p:cNvSpPr>
          <p:nvPr>
            <p:ph type="body" idx="5"/>
          </p:nvPr>
        </p:nvSpPr>
        <p:spPr>
          <a:xfrm>
            <a:off x="8789087" y="3551958"/>
            <a:ext cx="2384252" cy="396875"/>
          </a:xfrm>
          <a:prstGeom prst="rect">
            <a:avLst/>
          </a:prstGeom>
          <a:solidFill>
            <a:schemeClr val="accent5"/>
          </a:solidFill>
          <a:ln>
            <a:noFill/>
          </a:ln>
        </p:spPr>
        <p:txBody>
          <a:bodyPr spcFirstLastPara="1" wrap="square" lIns="121900" tIns="60950" rIns="121900" bIns="60950" anchor="t" anchorCtr="0"/>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2175808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p:bldP spid="7" grpId="0"/>
      <p:bldP spid="8" grpId="0"/>
      <p:bldP spid="9" grpId="0"/>
      <p:bldP spid="10" grpId="0" animBg="1"/>
      <p:bldP spid="11" grpId="0" animBg="1"/>
      <p:bldP spid="12" grpId="0" animBg="1"/>
      <p:bldP spid="13"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Content" preserve="1" userDrawn="1">
  <p:cSld name="Title+Content">
    <p:spTree>
      <p:nvGrpSpPr>
        <p:cNvPr id="1" name="Shape 679"/>
        <p:cNvGrpSpPr/>
        <p:nvPr/>
      </p:nvGrpSpPr>
      <p:grpSpPr>
        <a:xfrm>
          <a:off x="0" y="0"/>
          <a:ext cx="0" cy="0"/>
          <a:chOff x="0" y="0"/>
          <a:chExt cx="0" cy="0"/>
        </a:xfrm>
      </p:grpSpPr>
      <p:pic>
        <p:nvPicPr>
          <p:cNvPr id="2" name="Google Shape;722;p27">
            <a:extLst>
              <a:ext uri="{FF2B5EF4-FFF2-40B4-BE49-F238E27FC236}">
                <a16:creationId xmlns:a16="http://schemas.microsoft.com/office/drawing/2014/main" id="{F10DB8FB-3F95-0CDB-424B-839BC5A6FBAC}"/>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1708150"/>
            <a:ext cx="3713163" cy="357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13">
            <a:extLst>
              <a:ext uri="{FF2B5EF4-FFF2-40B4-BE49-F238E27FC236}">
                <a16:creationId xmlns:a16="http://schemas.microsoft.com/office/drawing/2014/main" id="{00633F96-BBF7-8985-6AE8-5FAEC2CC54F4}"/>
              </a:ext>
            </a:extLst>
          </p:cNvPr>
          <p:cNvGrpSpPr>
            <a:grpSpLocks/>
          </p:cNvGrpSpPr>
          <p:nvPr userDrawn="1"/>
        </p:nvGrpSpPr>
        <p:grpSpPr bwMode="auto">
          <a:xfrm>
            <a:off x="487363" y="1319213"/>
            <a:ext cx="700087" cy="700087"/>
            <a:chOff x="487887" y="1402089"/>
            <a:chExt cx="699075" cy="699074"/>
          </a:xfrm>
        </p:grpSpPr>
        <p:sp>
          <p:nvSpPr>
            <p:cNvPr id="4" name="Google Shape;637;p17">
              <a:extLst>
                <a:ext uri="{FF2B5EF4-FFF2-40B4-BE49-F238E27FC236}">
                  <a16:creationId xmlns:a16="http://schemas.microsoft.com/office/drawing/2014/main" id="{36706F5C-9F61-8BD8-F151-A15CF51E7ECD}"/>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5" name="Google Shape;638;p17">
              <a:extLst>
                <a:ext uri="{FF2B5EF4-FFF2-40B4-BE49-F238E27FC236}">
                  <a16:creationId xmlns:a16="http://schemas.microsoft.com/office/drawing/2014/main" id="{005A81AE-8F17-369E-A62E-4AB738A0C1BB}"/>
                </a:ext>
              </a:extLst>
            </p:cNvPr>
            <p:cNvSpPr>
              <a:spLocks/>
            </p:cNvSpPr>
            <p:nvPr/>
          </p:nvSpPr>
          <p:spPr bwMode="auto">
            <a:xfrm>
              <a:off x="697134" y="1611336"/>
              <a:ext cx="280581" cy="28058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6" name="Google Shape;640;p17">
            <a:extLst>
              <a:ext uri="{FF2B5EF4-FFF2-40B4-BE49-F238E27FC236}">
                <a16:creationId xmlns:a16="http://schemas.microsoft.com/office/drawing/2014/main" id="{9946CFAB-4437-2F9A-E6F9-6E122C6EC541}"/>
              </a:ext>
            </a:extLst>
          </p:cNvPr>
          <p:cNvCxnSpPr>
            <a:cxnSpLocks noChangeShapeType="1"/>
          </p:cNvCxnSpPr>
          <p:nvPr userDrawn="1"/>
        </p:nvCxnSpPr>
        <p:spPr bwMode="auto">
          <a:xfrm>
            <a:off x="1192213" y="2147888"/>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7" name="Group 17">
            <a:extLst>
              <a:ext uri="{FF2B5EF4-FFF2-40B4-BE49-F238E27FC236}">
                <a16:creationId xmlns:a16="http://schemas.microsoft.com/office/drawing/2014/main" id="{F7C29803-829C-19E9-B224-22B88ABEA084}"/>
              </a:ext>
            </a:extLst>
          </p:cNvPr>
          <p:cNvGrpSpPr>
            <a:grpSpLocks/>
          </p:cNvGrpSpPr>
          <p:nvPr userDrawn="1"/>
        </p:nvGrpSpPr>
        <p:grpSpPr bwMode="auto">
          <a:xfrm>
            <a:off x="487363" y="2225675"/>
            <a:ext cx="700087" cy="698500"/>
            <a:chOff x="487887" y="1402089"/>
            <a:chExt cx="699075" cy="699074"/>
          </a:xfrm>
        </p:grpSpPr>
        <p:sp>
          <p:nvSpPr>
            <p:cNvPr id="8" name="Google Shape;637;p17">
              <a:extLst>
                <a:ext uri="{FF2B5EF4-FFF2-40B4-BE49-F238E27FC236}">
                  <a16:creationId xmlns:a16="http://schemas.microsoft.com/office/drawing/2014/main" id="{27E089DF-3B19-C7D6-4F18-6D36EC535981}"/>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10" name="Google Shape;638;p17">
              <a:extLst>
                <a:ext uri="{FF2B5EF4-FFF2-40B4-BE49-F238E27FC236}">
                  <a16:creationId xmlns:a16="http://schemas.microsoft.com/office/drawing/2014/main" id="{33435503-D9EC-A811-66E1-3647B74CF225}"/>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11" name="Google Shape;640;p17">
            <a:extLst>
              <a:ext uri="{FF2B5EF4-FFF2-40B4-BE49-F238E27FC236}">
                <a16:creationId xmlns:a16="http://schemas.microsoft.com/office/drawing/2014/main" id="{054A2B16-4369-1618-D487-530F1C7D99A5}"/>
              </a:ext>
            </a:extLst>
          </p:cNvPr>
          <p:cNvCxnSpPr>
            <a:cxnSpLocks noChangeShapeType="1"/>
          </p:cNvCxnSpPr>
          <p:nvPr userDrawn="1"/>
        </p:nvCxnSpPr>
        <p:spPr bwMode="auto">
          <a:xfrm>
            <a:off x="1192213" y="3052763"/>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12" name="Group 22">
            <a:extLst>
              <a:ext uri="{FF2B5EF4-FFF2-40B4-BE49-F238E27FC236}">
                <a16:creationId xmlns:a16="http://schemas.microsoft.com/office/drawing/2014/main" id="{96A61811-5150-4B8B-B3E4-476D5909985D}"/>
              </a:ext>
            </a:extLst>
          </p:cNvPr>
          <p:cNvGrpSpPr>
            <a:grpSpLocks/>
          </p:cNvGrpSpPr>
          <p:nvPr userDrawn="1"/>
        </p:nvGrpSpPr>
        <p:grpSpPr bwMode="auto">
          <a:xfrm>
            <a:off x="487363" y="3130550"/>
            <a:ext cx="700087" cy="698500"/>
            <a:chOff x="487887" y="1402089"/>
            <a:chExt cx="699075" cy="699074"/>
          </a:xfrm>
        </p:grpSpPr>
        <p:sp>
          <p:nvSpPr>
            <p:cNvPr id="13" name="Google Shape;637;p17">
              <a:extLst>
                <a:ext uri="{FF2B5EF4-FFF2-40B4-BE49-F238E27FC236}">
                  <a16:creationId xmlns:a16="http://schemas.microsoft.com/office/drawing/2014/main" id="{FF10146D-B03E-08EA-545E-AC938B5A72B9}"/>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14" name="Google Shape;638;p17">
              <a:extLst>
                <a:ext uri="{FF2B5EF4-FFF2-40B4-BE49-F238E27FC236}">
                  <a16:creationId xmlns:a16="http://schemas.microsoft.com/office/drawing/2014/main" id="{ECF90334-93A5-CF40-5358-661C36634377}"/>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15" name="Google Shape;640;p17">
            <a:extLst>
              <a:ext uri="{FF2B5EF4-FFF2-40B4-BE49-F238E27FC236}">
                <a16:creationId xmlns:a16="http://schemas.microsoft.com/office/drawing/2014/main" id="{93698EE1-9746-3E3C-D0AC-76CAD6084B1B}"/>
              </a:ext>
            </a:extLst>
          </p:cNvPr>
          <p:cNvCxnSpPr>
            <a:cxnSpLocks noChangeShapeType="1"/>
          </p:cNvCxnSpPr>
          <p:nvPr userDrawn="1"/>
        </p:nvCxnSpPr>
        <p:spPr bwMode="auto">
          <a:xfrm>
            <a:off x="1192213" y="3957638"/>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16" name="Group 26">
            <a:extLst>
              <a:ext uri="{FF2B5EF4-FFF2-40B4-BE49-F238E27FC236}">
                <a16:creationId xmlns:a16="http://schemas.microsoft.com/office/drawing/2014/main" id="{CB46DE12-D1F4-B2E2-C115-1425FB7C4F76}"/>
              </a:ext>
            </a:extLst>
          </p:cNvPr>
          <p:cNvGrpSpPr>
            <a:grpSpLocks/>
          </p:cNvGrpSpPr>
          <p:nvPr userDrawn="1"/>
        </p:nvGrpSpPr>
        <p:grpSpPr bwMode="auto">
          <a:xfrm>
            <a:off x="487363" y="4035425"/>
            <a:ext cx="700087" cy="698500"/>
            <a:chOff x="487887" y="1402089"/>
            <a:chExt cx="699075" cy="699074"/>
          </a:xfrm>
        </p:grpSpPr>
        <p:sp>
          <p:nvSpPr>
            <p:cNvPr id="17" name="Google Shape;637;p17">
              <a:extLst>
                <a:ext uri="{FF2B5EF4-FFF2-40B4-BE49-F238E27FC236}">
                  <a16:creationId xmlns:a16="http://schemas.microsoft.com/office/drawing/2014/main" id="{B2F26935-268B-4B32-CD4C-E5CA7A5F4D9E}"/>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18" name="Google Shape;638;p17">
              <a:extLst>
                <a:ext uri="{FF2B5EF4-FFF2-40B4-BE49-F238E27FC236}">
                  <a16:creationId xmlns:a16="http://schemas.microsoft.com/office/drawing/2014/main" id="{DE276F63-1E11-B1C5-7FA6-FB85C10D2740}"/>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20" name="Google Shape;640;p17">
            <a:extLst>
              <a:ext uri="{FF2B5EF4-FFF2-40B4-BE49-F238E27FC236}">
                <a16:creationId xmlns:a16="http://schemas.microsoft.com/office/drawing/2014/main" id="{29E46A1D-E1BB-D4D7-4862-998732E7986F}"/>
              </a:ext>
            </a:extLst>
          </p:cNvPr>
          <p:cNvCxnSpPr>
            <a:cxnSpLocks noChangeShapeType="1"/>
          </p:cNvCxnSpPr>
          <p:nvPr userDrawn="1"/>
        </p:nvCxnSpPr>
        <p:spPr bwMode="auto">
          <a:xfrm>
            <a:off x="1192213" y="4864100"/>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21" name="Group 30">
            <a:extLst>
              <a:ext uri="{FF2B5EF4-FFF2-40B4-BE49-F238E27FC236}">
                <a16:creationId xmlns:a16="http://schemas.microsoft.com/office/drawing/2014/main" id="{4CE82DD4-485C-F9E5-6936-F3E0FEEC5070}"/>
              </a:ext>
            </a:extLst>
          </p:cNvPr>
          <p:cNvGrpSpPr>
            <a:grpSpLocks/>
          </p:cNvGrpSpPr>
          <p:nvPr userDrawn="1"/>
        </p:nvGrpSpPr>
        <p:grpSpPr bwMode="auto">
          <a:xfrm>
            <a:off x="487363" y="4929188"/>
            <a:ext cx="700087" cy="698500"/>
            <a:chOff x="487887" y="1402089"/>
            <a:chExt cx="699075" cy="699074"/>
          </a:xfrm>
        </p:grpSpPr>
        <p:sp>
          <p:nvSpPr>
            <p:cNvPr id="22" name="Google Shape;637;p17">
              <a:extLst>
                <a:ext uri="{FF2B5EF4-FFF2-40B4-BE49-F238E27FC236}">
                  <a16:creationId xmlns:a16="http://schemas.microsoft.com/office/drawing/2014/main" id="{81ADC901-35DB-DE29-FFB8-BAD5CCD408F2}"/>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23" name="Google Shape;638;p17">
              <a:extLst>
                <a:ext uri="{FF2B5EF4-FFF2-40B4-BE49-F238E27FC236}">
                  <a16:creationId xmlns:a16="http://schemas.microsoft.com/office/drawing/2014/main" id="{3C047762-5C8D-BFB1-2896-6D7BEDD854E9}"/>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24" name="Google Shape;640;p17">
            <a:extLst>
              <a:ext uri="{FF2B5EF4-FFF2-40B4-BE49-F238E27FC236}">
                <a16:creationId xmlns:a16="http://schemas.microsoft.com/office/drawing/2014/main" id="{DECB71B4-F350-A8FA-825D-AB07E0133156}"/>
              </a:ext>
            </a:extLst>
          </p:cNvPr>
          <p:cNvCxnSpPr>
            <a:cxnSpLocks noChangeShapeType="1"/>
          </p:cNvCxnSpPr>
          <p:nvPr userDrawn="1"/>
        </p:nvCxnSpPr>
        <p:spPr bwMode="auto">
          <a:xfrm>
            <a:off x="1192213" y="5756275"/>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sp>
        <p:nvSpPr>
          <p:cNvPr id="680" name="Google Shape;680;p2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9" name="Text Placeholder 8"/>
          <p:cNvSpPr>
            <a:spLocks noGrp="1"/>
          </p:cNvSpPr>
          <p:nvPr>
            <p:ph type="body" sz="quarter" idx="13"/>
          </p:nvPr>
        </p:nvSpPr>
        <p:spPr>
          <a:xfrm>
            <a:off x="1320800" y="1670189"/>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19" name="Content Placeholder 18"/>
          <p:cNvSpPr>
            <a:spLocks noGrp="1"/>
          </p:cNvSpPr>
          <p:nvPr>
            <p:ph sz="quarter" idx="14"/>
          </p:nvPr>
        </p:nvSpPr>
        <p:spPr>
          <a:xfrm>
            <a:off x="1320800" y="1319897"/>
            <a:ext cx="4775200" cy="327025"/>
          </a:xfrm>
          <a:prstGeom prst="rect">
            <a:avLst/>
          </a:prstGeom>
        </p:spPr>
        <p:txBody>
          <a:bodyPr/>
          <a:lstStyle>
            <a:lvl1pPr>
              <a:defRPr b="1"/>
            </a:lvl1pPr>
          </a:lstStyle>
          <a:p>
            <a:pPr lvl="0"/>
            <a:r>
              <a:rPr lang="en-US"/>
              <a:t>Click to edit Master text styles</a:t>
            </a:r>
          </a:p>
        </p:txBody>
      </p:sp>
      <p:sp>
        <p:nvSpPr>
          <p:cNvPr id="661" name="Text Placeholder 8"/>
          <p:cNvSpPr>
            <a:spLocks noGrp="1"/>
          </p:cNvSpPr>
          <p:nvPr>
            <p:ph type="body" sz="quarter" idx="15"/>
          </p:nvPr>
        </p:nvSpPr>
        <p:spPr>
          <a:xfrm>
            <a:off x="1320800" y="2575364"/>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62" name="Content Placeholder 18"/>
          <p:cNvSpPr>
            <a:spLocks noGrp="1"/>
          </p:cNvSpPr>
          <p:nvPr>
            <p:ph sz="quarter" idx="16"/>
          </p:nvPr>
        </p:nvSpPr>
        <p:spPr>
          <a:xfrm>
            <a:off x="1320800" y="2225072"/>
            <a:ext cx="4775200" cy="327025"/>
          </a:xfrm>
          <a:prstGeom prst="rect">
            <a:avLst/>
          </a:prstGeom>
        </p:spPr>
        <p:txBody>
          <a:bodyPr/>
          <a:lstStyle>
            <a:lvl1pPr>
              <a:defRPr b="1"/>
            </a:lvl1pPr>
          </a:lstStyle>
          <a:p>
            <a:pPr lvl="0"/>
            <a:r>
              <a:rPr lang="en-US"/>
              <a:t>Click to edit Master text styles</a:t>
            </a:r>
          </a:p>
        </p:txBody>
      </p:sp>
      <p:sp>
        <p:nvSpPr>
          <p:cNvPr id="667" name="Text Placeholder 8"/>
          <p:cNvSpPr>
            <a:spLocks noGrp="1"/>
          </p:cNvSpPr>
          <p:nvPr>
            <p:ph type="body" sz="quarter" idx="17"/>
          </p:nvPr>
        </p:nvSpPr>
        <p:spPr>
          <a:xfrm>
            <a:off x="1320800" y="3480539"/>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68" name="Content Placeholder 18"/>
          <p:cNvSpPr>
            <a:spLocks noGrp="1"/>
          </p:cNvSpPr>
          <p:nvPr>
            <p:ph sz="quarter" idx="18"/>
          </p:nvPr>
        </p:nvSpPr>
        <p:spPr>
          <a:xfrm>
            <a:off x="1320800" y="3130247"/>
            <a:ext cx="4775200" cy="327025"/>
          </a:xfrm>
          <a:prstGeom prst="rect">
            <a:avLst/>
          </a:prstGeom>
        </p:spPr>
        <p:txBody>
          <a:bodyPr/>
          <a:lstStyle>
            <a:lvl1pPr>
              <a:defRPr b="1"/>
            </a:lvl1pPr>
          </a:lstStyle>
          <a:p>
            <a:pPr lvl="0"/>
            <a:r>
              <a:rPr lang="en-US"/>
              <a:t>Click to edit Master text styles</a:t>
            </a:r>
          </a:p>
        </p:txBody>
      </p:sp>
      <p:sp>
        <p:nvSpPr>
          <p:cNvPr id="673" name="Text Placeholder 8"/>
          <p:cNvSpPr>
            <a:spLocks noGrp="1"/>
          </p:cNvSpPr>
          <p:nvPr>
            <p:ph type="body" sz="quarter" idx="19"/>
          </p:nvPr>
        </p:nvSpPr>
        <p:spPr>
          <a:xfrm>
            <a:off x="1320800" y="4385714"/>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74" name="Content Placeholder 18"/>
          <p:cNvSpPr>
            <a:spLocks noGrp="1"/>
          </p:cNvSpPr>
          <p:nvPr>
            <p:ph sz="quarter" idx="20"/>
          </p:nvPr>
        </p:nvSpPr>
        <p:spPr>
          <a:xfrm>
            <a:off x="1320800" y="4035422"/>
            <a:ext cx="4775200" cy="327025"/>
          </a:xfrm>
          <a:prstGeom prst="rect">
            <a:avLst/>
          </a:prstGeom>
        </p:spPr>
        <p:txBody>
          <a:bodyPr/>
          <a:lstStyle>
            <a:lvl1pPr>
              <a:defRPr b="1"/>
            </a:lvl1pPr>
          </a:lstStyle>
          <a:p>
            <a:pPr lvl="0"/>
            <a:r>
              <a:rPr lang="en-US"/>
              <a:t>Click to edit Master text styles</a:t>
            </a:r>
          </a:p>
        </p:txBody>
      </p:sp>
      <p:sp>
        <p:nvSpPr>
          <p:cNvPr id="679" name="Text Placeholder 8"/>
          <p:cNvSpPr>
            <a:spLocks noGrp="1"/>
          </p:cNvSpPr>
          <p:nvPr>
            <p:ph type="body" sz="quarter" idx="21"/>
          </p:nvPr>
        </p:nvSpPr>
        <p:spPr>
          <a:xfrm>
            <a:off x="1320800" y="5279268"/>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81" name="Content Placeholder 18"/>
          <p:cNvSpPr>
            <a:spLocks noGrp="1"/>
          </p:cNvSpPr>
          <p:nvPr>
            <p:ph sz="quarter" idx="22"/>
          </p:nvPr>
        </p:nvSpPr>
        <p:spPr>
          <a:xfrm>
            <a:off x="1320800" y="4928976"/>
            <a:ext cx="4775200" cy="327025"/>
          </a:xfrm>
          <a:prstGeom prst="rect">
            <a:avLst/>
          </a:prstGeom>
        </p:spPr>
        <p:txBody>
          <a:bodyPr/>
          <a:lstStyle>
            <a:lvl1pPr>
              <a:defRPr b="1"/>
            </a:lvl1pPr>
          </a:lstStyle>
          <a:p>
            <a:pPr lvl="0"/>
            <a:r>
              <a:rPr lang="en-US"/>
              <a:t>Click to edit Master text styles</a:t>
            </a:r>
          </a:p>
        </p:txBody>
      </p:sp>
      <p:sp>
        <p:nvSpPr>
          <p:cNvPr id="25" name="Google Shape;683;p20">
            <a:extLst>
              <a:ext uri="{FF2B5EF4-FFF2-40B4-BE49-F238E27FC236}">
                <a16:creationId xmlns:a16="http://schemas.microsoft.com/office/drawing/2014/main" id="{A45AFCB8-FDB1-441E-1EF5-E7511D9DBA36}"/>
              </a:ext>
            </a:extLst>
          </p:cNvPr>
          <p:cNvSpPr txBox="1">
            <a:spLocks noGrp="1" noChangeArrowheads="1"/>
          </p:cNvSpPr>
          <p:nvPr>
            <p:ph type="sldNum" idx="23"/>
          </p:nvPr>
        </p:nvSpPr>
        <p:spPr/>
        <p:txBody>
          <a:bodyPr/>
          <a:lstStyle>
            <a:lvl1pPr>
              <a:defRPr/>
            </a:lvl1pPr>
          </a:lstStyle>
          <a:p>
            <a:fld id="{336C2D12-2F94-0F4D-B784-B66C5FC9B41D}" type="slidenum">
              <a:rPr lang="en-IN" altLang="en-US"/>
              <a:pPr/>
              <a:t>‹#›</a:t>
            </a:fld>
            <a:endParaRPr lang="en-IN" altLang="en-US"/>
          </a:p>
        </p:txBody>
      </p:sp>
    </p:spTree>
    <p:extLst>
      <p:ext uri="{BB962C8B-B14F-4D97-AF65-F5344CB8AC3E}">
        <p14:creationId xmlns:p14="http://schemas.microsoft.com/office/powerpoint/2010/main" val="4282486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Content" preserve="1">
  <p:cSld name="1_Title+Content">
    <p:spTree>
      <p:nvGrpSpPr>
        <p:cNvPr id="1" name="Shape 679"/>
        <p:cNvGrpSpPr/>
        <p:nvPr/>
      </p:nvGrpSpPr>
      <p:grpSpPr>
        <a:xfrm>
          <a:off x="0" y="0"/>
          <a:ext cx="0" cy="0"/>
          <a:chOff x="0" y="0"/>
          <a:chExt cx="0" cy="0"/>
        </a:xfrm>
      </p:grpSpPr>
      <p:sp>
        <p:nvSpPr>
          <p:cNvPr id="680" name="Google Shape;680;p20"/>
          <p:cNvSpPr txBox="1">
            <a:spLocks noGrp="1"/>
          </p:cNvSpPr>
          <p:nvPr>
            <p:ph type="title"/>
          </p:nvPr>
        </p:nvSpPr>
        <p:spPr>
          <a:xfrm>
            <a:off x="208634" y="633245"/>
            <a:ext cx="11307531" cy="492172"/>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82" name="Google Shape;682;p20"/>
          <p:cNvSpPr txBox="1">
            <a:spLocks noGrp="1"/>
          </p:cNvSpPr>
          <p:nvPr>
            <p:ph type="body" idx="2"/>
          </p:nvPr>
        </p:nvSpPr>
        <p:spPr>
          <a:xfrm>
            <a:off x="514350" y="1304995"/>
            <a:ext cx="11047534" cy="4840828"/>
          </a:xfrm>
          <a:prstGeom prst="rect">
            <a:avLst/>
          </a:prstGeom>
          <a:noFill/>
          <a:ln>
            <a:noFill/>
          </a:ln>
        </p:spPr>
        <p:txBody>
          <a:bodyPr spcFirstLastPara="1" wrap="square" lIns="0" tIns="0" rIns="0" bIns="0" anchor="t" anchorCtr="0"/>
          <a:lstStyle>
            <a:lvl1pPr marL="0" marR="0" lvl="0" indent="0" algn="l" rtl="0">
              <a:lnSpc>
                <a:spcPct val="100000"/>
              </a:lnSpc>
              <a:spcBef>
                <a:spcPts val="0"/>
              </a:spcBef>
              <a:spcAft>
                <a:spcPts val="60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344488" marR="0" lvl="1" indent="-342900" algn="l" rtl="0">
              <a:lnSpc>
                <a:spcPct val="100000"/>
              </a:lnSpc>
              <a:spcBef>
                <a:spcPts val="0"/>
              </a:spcBef>
              <a:spcAft>
                <a:spcPts val="60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666750" marR="0" lvl="2" indent="-330200" algn="l" rtl="0">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dk1"/>
                </a:solidFill>
                <a:latin typeface="Arial"/>
                <a:ea typeface="Arial"/>
                <a:cs typeface="Arial"/>
                <a:sym typeface="Arial"/>
              </a:defRPr>
            </a:lvl3pPr>
            <a:lvl4pPr marL="968375" marR="0" lvl="3" indent="-323850" algn="l" rtl="0">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dk1"/>
                </a:solidFill>
                <a:latin typeface="Arial"/>
                <a:ea typeface="Arial"/>
                <a:cs typeface="Arial"/>
                <a:sym typeface="Arial"/>
              </a:defRPr>
            </a:lvl4pPr>
            <a:lvl5pPr marL="2286000" marR="0" lvl="4" indent="-298450" algn="l" rtl="0">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Google Shape;683;p20">
            <a:extLst>
              <a:ext uri="{FF2B5EF4-FFF2-40B4-BE49-F238E27FC236}">
                <a16:creationId xmlns:a16="http://schemas.microsoft.com/office/drawing/2014/main" id="{A23B379E-A4CF-4ED3-417D-7A2D22477F0B}"/>
              </a:ext>
            </a:extLst>
          </p:cNvPr>
          <p:cNvSpPr txBox="1">
            <a:spLocks noGrp="1" noChangeArrowheads="1"/>
          </p:cNvSpPr>
          <p:nvPr>
            <p:ph type="sldNum" idx="10"/>
          </p:nvPr>
        </p:nvSpPr>
        <p:spPr/>
        <p:txBody>
          <a:bodyPr/>
          <a:lstStyle>
            <a:lvl1pPr>
              <a:defRPr/>
            </a:lvl1pPr>
          </a:lstStyle>
          <a:p>
            <a:fld id="{F37E791F-30FF-0A46-988F-06675BCB3EC1}" type="slidenum">
              <a:rPr lang="en-US" altLang="en-US"/>
              <a:pPr/>
              <a:t>‹#›</a:t>
            </a:fld>
            <a:endParaRPr lang="en-US" altLang="en-US"/>
          </a:p>
        </p:txBody>
      </p:sp>
    </p:spTree>
    <p:extLst>
      <p:ext uri="{BB962C8B-B14F-4D97-AF65-F5344CB8AC3E}">
        <p14:creationId xmlns:p14="http://schemas.microsoft.com/office/powerpoint/2010/main" val="3639666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Content" preserve="1">
  <p:cSld name="1_Title+Content">
    <p:bg>
      <p:bgPr>
        <a:solidFill>
          <a:srgbClr val="181717"/>
        </a:solidFill>
        <a:effectLst/>
      </p:bgPr>
    </p:bg>
    <p:spTree>
      <p:nvGrpSpPr>
        <p:cNvPr id="1" name="Shape 679"/>
        <p:cNvGrpSpPr/>
        <p:nvPr/>
      </p:nvGrpSpPr>
      <p:grpSpPr>
        <a:xfrm>
          <a:off x="0" y="0"/>
          <a:ext cx="0" cy="0"/>
          <a:chOff x="0" y="0"/>
          <a:chExt cx="0" cy="0"/>
        </a:xfrm>
      </p:grpSpPr>
      <p:sp>
        <p:nvSpPr>
          <p:cNvPr id="680" name="Google Shape;680;p20"/>
          <p:cNvSpPr txBox="1">
            <a:spLocks noGrp="1"/>
          </p:cNvSpPr>
          <p:nvPr>
            <p:ph type="title"/>
          </p:nvPr>
        </p:nvSpPr>
        <p:spPr>
          <a:xfrm>
            <a:off x="208634" y="633245"/>
            <a:ext cx="11353249" cy="492172"/>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bg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82" name="Google Shape;682;p20"/>
          <p:cNvSpPr txBox="1">
            <a:spLocks noGrp="1"/>
          </p:cNvSpPr>
          <p:nvPr>
            <p:ph type="body" idx="2"/>
          </p:nvPr>
        </p:nvSpPr>
        <p:spPr>
          <a:xfrm>
            <a:off x="514350" y="1304995"/>
            <a:ext cx="11047534" cy="4840828"/>
          </a:xfrm>
          <a:prstGeom prst="rect">
            <a:avLst/>
          </a:prstGeom>
          <a:noFill/>
          <a:ln>
            <a:noFill/>
          </a:ln>
        </p:spPr>
        <p:txBody>
          <a:bodyPr spcFirstLastPara="1" wrap="square" lIns="0" tIns="0" rIns="0" bIns="0" anchor="t" anchorCtr="0"/>
          <a:lstStyle>
            <a:lvl1pPr marL="0" marR="0" lvl="0" indent="0" algn="l" rtl="0">
              <a:lnSpc>
                <a:spcPct val="100000"/>
              </a:lnSpc>
              <a:spcBef>
                <a:spcPts val="0"/>
              </a:spcBef>
              <a:spcAft>
                <a:spcPts val="600"/>
              </a:spcAft>
              <a:buClr>
                <a:schemeClr val="dk1"/>
              </a:buClr>
              <a:buSzPts val="1800"/>
              <a:buFont typeface="Arial"/>
              <a:buNone/>
              <a:defRPr sz="1800" b="0" i="0" u="none" strike="noStrike" cap="none">
                <a:solidFill>
                  <a:schemeClr val="bg1"/>
                </a:solidFill>
                <a:latin typeface="Arial"/>
                <a:ea typeface="Arial"/>
                <a:cs typeface="Arial"/>
                <a:sym typeface="Arial"/>
              </a:defRPr>
            </a:lvl1pPr>
            <a:lvl2pPr marL="344488" marR="0" lvl="1" indent="-342900" algn="l" rtl="0">
              <a:lnSpc>
                <a:spcPct val="100000"/>
              </a:lnSpc>
              <a:spcBef>
                <a:spcPts val="0"/>
              </a:spcBef>
              <a:spcAft>
                <a:spcPts val="600"/>
              </a:spcAft>
              <a:buClr>
                <a:schemeClr val="dk1"/>
              </a:buClr>
              <a:buSzPts val="1800"/>
              <a:buFont typeface="Noto Sans Symbols"/>
              <a:buChar char="⇥"/>
              <a:defRPr sz="1800" b="0" i="0" u="none" strike="noStrike" cap="none">
                <a:solidFill>
                  <a:schemeClr val="bg1"/>
                </a:solidFill>
                <a:latin typeface="Arial"/>
                <a:ea typeface="Arial"/>
                <a:cs typeface="Arial"/>
                <a:sym typeface="Arial"/>
              </a:defRPr>
            </a:lvl2pPr>
            <a:lvl3pPr marL="666750" marR="0" lvl="2" indent="-330200" algn="l" rtl="0">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bg1"/>
                </a:solidFill>
                <a:latin typeface="Arial"/>
                <a:ea typeface="Arial"/>
                <a:cs typeface="Arial"/>
                <a:sym typeface="Arial"/>
              </a:defRPr>
            </a:lvl3pPr>
            <a:lvl4pPr marL="968375" marR="0" lvl="3" indent="-323850" algn="l" rtl="0">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bg1"/>
                </a:solidFill>
                <a:latin typeface="Arial"/>
                <a:ea typeface="Arial"/>
                <a:cs typeface="Arial"/>
                <a:sym typeface="Arial"/>
              </a:defRPr>
            </a:lvl4pPr>
            <a:lvl5pPr marL="2286000" marR="0" lvl="4" indent="-298450" algn="l" rtl="0">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Google Shape;683;p20">
            <a:extLst>
              <a:ext uri="{FF2B5EF4-FFF2-40B4-BE49-F238E27FC236}">
                <a16:creationId xmlns:a16="http://schemas.microsoft.com/office/drawing/2014/main" id="{E4236AEF-6D53-17FA-59B6-63D448750F5F}"/>
              </a:ext>
            </a:extLst>
          </p:cNvPr>
          <p:cNvSpPr txBox="1">
            <a:spLocks noGrp="1" noChangeArrowheads="1"/>
          </p:cNvSpPr>
          <p:nvPr>
            <p:ph type="sldNum" idx="10"/>
          </p:nvPr>
        </p:nvSpPr>
        <p:spPr/>
        <p:txBody>
          <a:bodyPr/>
          <a:lstStyle>
            <a:lvl1pPr>
              <a:defRPr/>
            </a:lvl1pPr>
          </a:lstStyle>
          <a:p>
            <a:fld id="{26D6FA8D-2170-A14D-913F-FA33C4D4EFB8}" type="slidenum">
              <a:rPr lang="en-US" altLang="en-US"/>
              <a:pPr/>
              <a:t>‹#›</a:t>
            </a:fld>
            <a:endParaRPr lang="en-US" altLang="en-US"/>
          </a:p>
        </p:txBody>
      </p:sp>
    </p:spTree>
    <p:extLst>
      <p:ext uri="{BB962C8B-B14F-4D97-AF65-F5344CB8AC3E}">
        <p14:creationId xmlns:p14="http://schemas.microsoft.com/office/powerpoint/2010/main" val="3221236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Content" preserve="1" userDrawn="1">
  <p:cSld name="1_Title+Content">
    <p:bg>
      <p:bgPr>
        <a:solidFill>
          <a:srgbClr val="EAF9F2"/>
        </a:solidFill>
        <a:effectLst/>
      </p:bgPr>
    </p:bg>
    <p:spTree>
      <p:nvGrpSpPr>
        <p:cNvPr id="1" name="Shape 679"/>
        <p:cNvGrpSpPr/>
        <p:nvPr/>
      </p:nvGrpSpPr>
      <p:grpSpPr>
        <a:xfrm>
          <a:off x="0" y="0"/>
          <a:ext cx="0" cy="0"/>
          <a:chOff x="0" y="0"/>
          <a:chExt cx="0" cy="0"/>
        </a:xfrm>
      </p:grpSpPr>
      <p:sp>
        <p:nvSpPr>
          <p:cNvPr id="2" name="Rectangle 1">
            <a:extLst>
              <a:ext uri="{FF2B5EF4-FFF2-40B4-BE49-F238E27FC236}">
                <a16:creationId xmlns:a16="http://schemas.microsoft.com/office/drawing/2014/main" id="{38071E7D-8790-B6FD-078D-376830237299}"/>
              </a:ext>
            </a:extLst>
          </p:cNvPr>
          <p:cNvSpPr/>
          <p:nvPr userDrawn="1"/>
        </p:nvSpPr>
        <p:spPr>
          <a:xfrm>
            <a:off x="0" y="0"/>
            <a:ext cx="12192000" cy="4254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IN" sz="1867" kern="0">
              <a:solidFill>
                <a:schemeClr val="accent2">
                  <a:lumMod val="20000"/>
                  <a:lumOff val="80000"/>
                </a:schemeClr>
              </a:solidFill>
              <a:sym typeface="Arial"/>
            </a:endParaRPr>
          </a:p>
        </p:txBody>
      </p:sp>
      <p:sp>
        <p:nvSpPr>
          <p:cNvPr id="682" name="Google Shape;682;p20"/>
          <p:cNvSpPr txBox="1">
            <a:spLocks noGrp="1"/>
          </p:cNvSpPr>
          <p:nvPr>
            <p:ph type="body" idx="2"/>
          </p:nvPr>
        </p:nvSpPr>
        <p:spPr>
          <a:xfrm>
            <a:off x="514350" y="4368799"/>
            <a:ext cx="11047534" cy="1777023"/>
          </a:xfrm>
          <a:prstGeom prst="rect">
            <a:avLst/>
          </a:prstGeom>
          <a:noFill/>
          <a:ln>
            <a:noFill/>
          </a:ln>
        </p:spPr>
        <p:txBody>
          <a:bodyPr spcFirstLastPara="1" wrap="square" lIns="0" tIns="0" rIns="0" bIns="0" anchor="t" anchorCtr="0"/>
          <a:lstStyle>
            <a:lvl1pPr marL="0" marR="0" lvl="0" indent="0" algn="l" rtl="0">
              <a:lnSpc>
                <a:spcPct val="100000"/>
              </a:lnSpc>
              <a:spcBef>
                <a:spcPts val="0"/>
              </a:spcBef>
              <a:spcAft>
                <a:spcPts val="600"/>
              </a:spcAft>
              <a:buClr>
                <a:schemeClr val="dk1"/>
              </a:buClr>
              <a:buSzPts val="1800"/>
              <a:buFont typeface="Arial"/>
              <a:buNone/>
              <a:defRPr sz="1800" b="0" i="0" u="none" strike="noStrike" cap="none">
                <a:solidFill>
                  <a:schemeClr val="bg2">
                    <a:lumMod val="50000"/>
                  </a:schemeClr>
                </a:solidFill>
                <a:latin typeface="Arial"/>
                <a:ea typeface="Arial"/>
                <a:cs typeface="Arial"/>
                <a:sym typeface="Arial"/>
              </a:defRPr>
            </a:lvl1pPr>
            <a:lvl2pPr marL="344488" marR="0" lvl="1" indent="-342900" algn="l" rtl="0">
              <a:lnSpc>
                <a:spcPct val="100000"/>
              </a:lnSpc>
              <a:spcBef>
                <a:spcPts val="0"/>
              </a:spcBef>
              <a:spcAft>
                <a:spcPts val="600"/>
              </a:spcAft>
              <a:buClr>
                <a:schemeClr val="dk1"/>
              </a:buClr>
              <a:buSzPts val="1800"/>
              <a:buFont typeface="Noto Sans Symbols"/>
              <a:buChar char="⇥"/>
              <a:defRPr sz="1800" b="0" i="0" u="none" strike="noStrike" cap="none">
                <a:solidFill>
                  <a:schemeClr val="bg2">
                    <a:lumMod val="50000"/>
                  </a:schemeClr>
                </a:solidFill>
                <a:latin typeface="Arial"/>
                <a:ea typeface="Arial"/>
                <a:cs typeface="Arial"/>
                <a:sym typeface="Arial"/>
              </a:defRPr>
            </a:lvl2pPr>
            <a:lvl3pPr marL="666750" marR="0" lvl="2" indent="-330200" algn="l" rtl="0">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bg2">
                    <a:lumMod val="50000"/>
                  </a:schemeClr>
                </a:solidFill>
                <a:latin typeface="Arial"/>
                <a:ea typeface="Arial"/>
                <a:cs typeface="Arial"/>
                <a:sym typeface="Arial"/>
              </a:defRPr>
            </a:lvl3pPr>
            <a:lvl4pPr marL="968375" marR="0" lvl="3" indent="-323850" algn="l" rtl="0">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bg2">
                    <a:lumMod val="50000"/>
                  </a:schemeClr>
                </a:solidFill>
                <a:latin typeface="Arial"/>
                <a:ea typeface="Arial"/>
                <a:cs typeface="Arial"/>
                <a:sym typeface="Arial"/>
              </a:defRPr>
            </a:lvl4pPr>
            <a:lvl5pPr marL="2286000" marR="0" lvl="4" indent="-298450" algn="l" rtl="0">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itle 2"/>
          <p:cNvSpPr>
            <a:spLocks noGrp="1"/>
          </p:cNvSpPr>
          <p:nvPr>
            <p:ph type="title"/>
          </p:nvPr>
        </p:nvSpPr>
        <p:spPr>
          <a:xfrm>
            <a:off x="514350" y="952500"/>
            <a:ext cx="11047534" cy="2744483"/>
          </a:xfrm>
          <a:prstGeom prst="rect">
            <a:avLst/>
          </a:prstGeom>
        </p:spPr>
        <p:txBody>
          <a:bodyPr/>
          <a:lstStyle>
            <a:lvl1pPr>
              <a:defRPr sz="5400" b="1">
                <a:solidFill>
                  <a:schemeClr val="accent2">
                    <a:lumMod val="20000"/>
                    <a:lumOff val="80000"/>
                  </a:schemeClr>
                </a:solidFill>
                <a:latin typeface="Congenial Black" panose="020F0502020204030204" pitchFamily="2" charset="0"/>
              </a:defRPr>
            </a:lvl1pPr>
          </a:lstStyle>
          <a:p>
            <a:r>
              <a:rPr lang="en-US"/>
              <a:t>Click to edit Master title style</a:t>
            </a:r>
            <a:endParaRPr lang="en-IN"/>
          </a:p>
        </p:txBody>
      </p:sp>
      <p:sp>
        <p:nvSpPr>
          <p:cNvPr id="4" name="Google Shape;683;p20">
            <a:extLst>
              <a:ext uri="{FF2B5EF4-FFF2-40B4-BE49-F238E27FC236}">
                <a16:creationId xmlns:a16="http://schemas.microsoft.com/office/drawing/2014/main" id="{F62E4EFF-1EE1-E342-365B-7A5E255A71CA}"/>
              </a:ext>
            </a:extLst>
          </p:cNvPr>
          <p:cNvSpPr txBox="1">
            <a:spLocks noGrp="1" noChangeArrowheads="1"/>
          </p:cNvSpPr>
          <p:nvPr>
            <p:ph type="sldNum" idx="10"/>
          </p:nvPr>
        </p:nvSpPr>
        <p:spPr/>
        <p:txBody>
          <a:bodyPr/>
          <a:lstStyle>
            <a:lvl1pPr>
              <a:defRPr/>
            </a:lvl1pPr>
          </a:lstStyle>
          <a:p>
            <a:fld id="{5C1B80FB-A7D7-8D40-A6E4-D6840D9A3BEA}" type="slidenum">
              <a:rPr lang="en-US" altLang="en-US"/>
              <a:pPr/>
              <a:t>‹#›</a:t>
            </a:fld>
            <a:endParaRPr lang="en-US" altLang="en-US"/>
          </a:p>
        </p:txBody>
      </p:sp>
    </p:spTree>
    <p:extLst>
      <p:ext uri="{BB962C8B-B14F-4D97-AF65-F5344CB8AC3E}">
        <p14:creationId xmlns:p14="http://schemas.microsoft.com/office/powerpoint/2010/main" val="1709336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Content" preserve="1" userDrawn="1">
  <p:cSld name="1_Title+Content">
    <p:bg>
      <p:bgPr>
        <a:solidFill>
          <a:srgbClr val="EAF9F2"/>
        </a:solidFill>
        <a:effectLst/>
      </p:bgPr>
    </p:bg>
    <p:spTree>
      <p:nvGrpSpPr>
        <p:cNvPr id="1" name="Shape 679"/>
        <p:cNvGrpSpPr/>
        <p:nvPr/>
      </p:nvGrpSpPr>
      <p:grpSpPr>
        <a:xfrm>
          <a:off x="0" y="0"/>
          <a:ext cx="0" cy="0"/>
          <a:chOff x="0" y="0"/>
          <a:chExt cx="0" cy="0"/>
        </a:xfrm>
      </p:grpSpPr>
      <p:sp>
        <p:nvSpPr>
          <p:cNvPr id="2" name="Rectangle 1">
            <a:extLst>
              <a:ext uri="{FF2B5EF4-FFF2-40B4-BE49-F238E27FC236}">
                <a16:creationId xmlns:a16="http://schemas.microsoft.com/office/drawing/2014/main" id="{CE44624D-19E6-8DA8-95EE-5574455946FC}"/>
              </a:ext>
            </a:extLst>
          </p:cNvPr>
          <p:cNvSpPr/>
          <p:nvPr userDrawn="1"/>
        </p:nvSpPr>
        <p:spPr>
          <a:xfrm>
            <a:off x="0" y="0"/>
            <a:ext cx="12192000" cy="635635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IN" sz="1867" kern="0">
              <a:solidFill>
                <a:schemeClr val="accent2">
                  <a:lumMod val="20000"/>
                  <a:lumOff val="80000"/>
                </a:schemeClr>
              </a:solidFill>
              <a:sym typeface="Arial"/>
            </a:endParaRPr>
          </a:p>
        </p:txBody>
      </p:sp>
      <p:sp>
        <p:nvSpPr>
          <p:cNvPr id="3" name="Title 2"/>
          <p:cNvSpPr>
            <a:spLocks noGrp="1"/>
          </p:cNvSpPr>
          <p:nvPr>
            <p:ph type="title"/>
          </p:nvPr>
        </p:nvSpPr>
        <p:spPr>
          <a:xfrm>
            <a:off x="514350" y="2495550"/>
            <a:ext cx="11047534" cy="3576333"/>
          </a:xfrm>
          <a:prstGeom prst="rect">
            <a:avLst/>
          </a:prstGeom>
        </p:spPr>
        <p:txBody>
          <a:bodyPr/>
          <a:lstStyle>
            <a:lvl1pPr>
              <a:defRPr sz="5400" b="1">
                <a:solidFill>
                  <a:schemeClr val="accent2">
                    <a:lumMod val="75000"/>
                  </a:schemeClr>
                </a:solidFill>
                <a:latin typeface="Congenial Black" panose="020F0502020204030204" pitchFamily="2" charset="0"/>
              </a:defRPr>
            </a:lvl1pPr>
          </a:lstStyle>
          <a:p>
            <a:r>
              <a:rPr lang="en-US"/>
              <a:t>Click to edit Master title style</a:t>
            </a:r>
            <a:endParaRPr lang="en-IN" dirty="0"/>
          </a:p>
        </p:txBody>
      </p:sp>
      <p:sp>
        <p:nvSpPr>
          <p:cNvPr id="6" name="Content Placeholder 5"/>
          <p:cNvSpPr>
            <a:spLocks noGrp="1"/>
          </p:cNvSpPr>
          <p:nvPr>
            <p:ph sz="quarter" idx="13"/>
          </p:nvPr>
        </p:nvSpPr>
        <p:spPr>
          <a:xfrm>
            <a:off x="514350" y="1309688"/>
            <a:ext cx="11047534" cy="1185862"/>
          </a:xfrm>
          <a:prstGeom prst="rect">
            <a:avLst/>
          </a:prstGeom>
        </p:spPr>
        <p:txBody>
          <a:bodyPr/>
          <a:lstStyle>
            <a:lvl1pPr algn="ctr">
              <a:defRPr sz="5400">
                <a:solidFill>
                  <a:schemeClr val="bg1"/>
                </a:solidFill>
                <a:latin typeface="Abadi" panose="020F0502020204030204" pitchFamily="34" charset="0"/>
              </a:defRPr>
            </a:lvl1pPr>
            <a:lvl2pPr algn="ctr">
              <a:defRPr/>
            </a:lvl2pPr>
            <a:lvl3pPr algn="ctr">
              <a:defRPr/>
            </a:lvl3pPr>
            <a:lvl4pPr algn="ctr">
              <a:defRPr/>
            </a:lvl4pPr>
            <a:lvl5pPr algn="ctr">
              <a:defRPr sz="4000"/>
            </a:lvl5pPr>
          </a:lstStyle>
          <a:p>
            <a:pPr lvl="0"/>
            <a:r>
              <a:rPr lang="en-US"/>
              <a:t>Click to edit Master text styles</a:t>
            </a:r>
          </a:p>
        </p:txBody>
      </p:sp>
      <p:sp>
        <p:nvSpPr>
          <p:cNvPr id="4" name="Google Shape;683;p20">
            <a:extLst>
              <a:ext uri="{FF2B5EF4-FFF2-40B4-BE49-F238E27FC236}">
                <a16:creationId xmlns:a16="http://schemas.microsoft.com/office/drawing/2014/main" id="{A792A9D5-391B-9EEB-B93B-00515D2F7BED}"/>
              </a:ext>
            </a:extLst>
          </p:cNvPr>
          <p:cNvSpPr txBox="1">
            <a:spLocks noGrp="1" noChangeArrowheads="1"/>
          </p:cNvSpPr>
          <p:nvPr>
            <p:ph type="sldNum" idx="14"/>
          </p:nvPr>
        </p:nvSpPr>
        <p:spPr/>
        <p:txBody>
          <a:bodyPr/>
          <a:lstStyle>
            <a:lvl1pPr>
              <a:defRPr/>
            </a:lvl1pPr>
          </a:lstStyle>
          <a:p>
            <a:fld id="{8406F2D0-6D02-B54C-BAEC-BE370B65C1CB}" type="slidenum">
              <a:rPr lang="en-US" altLang="en-US"/>
              <a:pPr/>
              <a:t>‹#›</a:t>
            </a:fld>
            <a:endParaRPr lang="en-US" altLang="en-US"/>
          </a:p>
        </p:txBody>
      </p:sp>
    </p:spTree>
    <p:extLst>
      <p:ext uri="{BB962C8B-B14F-4D97-AF65-F5344CB8AC3E}">
        <p14:creationId xmlns:p14="http://schemas.microsoft.com/office/powerpoint/2010/main" val="3020212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Content" preserve="1" userDrawn="1">
  <p:cSld name="1_Title+Content">
    <p:spTree>
      <p:nvGrpSpPr>
        <p:cNvPr id="1" name="Shape 679"/>
        <p:cNvGrpSpPr/>
        <p:nvPr/>
      </p:nvGrpSpPr>
      <p:grpSpPr>
        <a:xfrm>
          <a:off x="0" y="0"/>
          <a:ext cx="0" cy="0"/>
          <a:chOff x="0" y="0"/>
          <a:chExt cx="0" cy="0"/>
        </a:xfrm>
      </p:grpSpPr>
      <p:sp>
        <p:nvSpPr>
          <p:cNvPr id="2" name="Rectangle 1">
            <a:extLst>
              <a:ext uri="{FF2B5EF4-FFF2-40B4-BE49-F238E27FC236}">
                <a16:creationId xmlns:a16="http://schemas.microsoft.com/office/drawing/2014/main" id="{F836F779-C51E-D84E-1A65-4B4DB9561168}"/>
              </a:ext>
            </a:extLst>
          </p:cNvPr>
          <p:cNvSpPr/>
          <p:nvPr userDrawn="1"/>
        </p:nvSpPr>
        <p:spPr>
          <a:xfrm>
            <a:off x="0" y="0"/>
            <a:ext cx="12192000" cy="63563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IN" sz="1867" kern="0">
              <a:solidFill>
                <a:schemeClr val="accent2">
                  <a:lumMod val="20000"/>
                  <a:lumOff val="80000"/>
                </a:schemeClr>
              </a:solidFill>
              <a:sym typeface="Arial"/>
            </a:endParaRPr>
          </a:p>
        </p:txBody>
      </p:sp>
      <p:sp>
        <p:nvSpPr>
          <p:cNvPr id="6" name="Text Placeholder 5"/>
          <p:cNvSpPr>
            <a:spLocks noGrp="1"/>
          </p:cNvSpPr>
          <p:nvPr>
            <p:ph type="body" sz="quarter" idx="13"/>
          </p:nvPr>
        </p:nvSpPr>
        <p:spPr>
          <a:xfrm>
            <a:off x="1295400" y="2774950"/>
            <a:ext cx="9601200" cy="1308100"/>
          </a:xfrm>
          <a:prstGeom prst="rect">
            <a:avLst/>
          </a:prstGeom>
          <a:solidFill>
            <a:schemeClr val="bg1"/>
          </a:solidFill>
          <a:ln>
            <a:solidFill>
              <a:schemeClr val="tx1">
                <a:lumMod val="85000"/>
                <a:lumOff val="15000"/>
              </a:schemeClr>
            </a:solidFill>
          </a:ln>
        </p:spPr>
        <p:txBody>
          <a:bodyPr/>
          <a:lstStyle>
            <a:lvl1pPr marL="285750" indent="-285750">
              <a:buFont typeface="Arial" panose="020B0604020202020204" pitchFamily="34" charset="0"/>
              <a:buChar char="•"/>
              <a:defRPr/>
            </a:lvl1pPr>
            <a:lvl2pPr marL="285750" indent="-285750">
              <a:buFont typeface="Arial" panose="020B0604020202020204" pitchFamily="34" charset="0"/>
              <a:buChar char="•"/>
              <a:defRPr/>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ntent Placeholder 7"/>
          <p:cNvSpPr>
            <a:spLocks noGrp="1"/>
          </p:cNvSpPr>
          <p:nvPr>
            <p:ph sz="quarter" idx="14"/>
          </p:nvPr>
        </p:nvSpPr>
        <p:spPr>
          <a:xfrm>
            <a:off x="3095625" y="2012950"/>
            <a:ext cx="6000750" cy="762000"/>
          </a:xfrm>
          <a:prstGeom prst="rect">
            <a:avLst/>
          </a:prstGeom>
          <a:solidFill>
            <a:schemeClr val="accent1"/>
          </a:solidFill>
        </p:spPr>
        <p:txBody>
          <a:bodyPr/>
          <a:lstStyle>
            <a:lvl1pPr algn="ctr">
              <a:defRPr sz="3600">
                <a:solidFill>
                  <a:schemeClr val="bg1"/>
                </a:solidFill>
              </a:defRPr>
            </a:lvl1pPr>
          </a:lstStyle>
          <a:p>
            <a:pPr lvl="0"/>
            <a:r>
              <a:rPr lang="en-US"/>
              <a:t>Click to edit Master text styles</a:t>
            </a:r>
          </a:p>
        </p:txBody>
      </p:sp>
      <p:sp>
        <p:nvSpPr>
          <p:cNvPr id="3" name="Google Shape;683;p20">
            <a:extLst>
              <a:ext uri="{FF2B5EF4-FFF2-40B4-BE49-F238E27FC236}">
                <a16:creationId xmlns:a16="http://schemas.microsoft.com/office/drawing/2014/main" id="{A74D837E-8A07-8F6B-C11C-C4C21FFCF260}"/>
              </a:ext>
            </a:extLst>
          </p:cNvPr>
          <p:cNvSpPr txBox="1">
            <a:spLocks noGrp="1" noChangeArrowheads="1"/>
          </p:cNvSpPr>
          <p:nvPr>
            <p:ph type="sldNum" idx="15"/>
          </p:nvPr>
        </p:nvSpPr>
        <p:spPr/>
        <p:txBody>
          <a:bodyPr/>
          <a:lstStyle>
            <a:lvl1pPr>
              <a:defRPr/>
            </a:lvl1pPr>
          </a:lstStyle>
          <a:p>
            <a:fld id="{3CEF549B-6C26-E841-8107-8F3737F4EEEA}" type="slidenum">
              <a:rPr lang="en-US" altLang="en-US"/>
              <a:pPr/>
              <a:t>‹#›</a:t>
            </a:fld>
            <a:endParaRPr lang="en-US" altLang="en-US"/>
          </a:p>
        </p:txBody>
      </p:sp>
    </p:spTree>
    <p:extLst>
      <p:ext uri="{BB962C8B-B14F-4D97-AF65-F5344CB8AC3E}">
        <p14:creationId xmlns:p14="http://schemas.microsoft.com/office/powerpoint/2010/main" val="2308693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a:xfrm>
            <a:off x="151512" y="714587"/>
            <a:ext cx="11887200" cy="153806"/>
          </a:xfrm>
        </p:spPr>
        <p:txBody>
          <a:bodyPr anchor="t">
            <a:noAutofit/>
          </a:bodyPr>
          <a:lstStyle>
            <a:lvl1pPr marL="0" indent="0">
              <a:lnSpc>
                <a:spcPct val="100000"/>
              </a:lnSpc>
              <a:spcBef>
                <a:spcPts val="0"/>
              </a:spcBef>
              <a:buNone/>
              <a:defRPr sz="800">
                <a:solidFill>
                  <a:schemeClr val="tx2">
                    <a:lumMod val="65000"/>
                    <a:lumOff val="35000"/>
                  </a:schemeClr>
                </a:solidFill>
              </a:defRPr>
            </a:lvl1pPr>
          </a:lstStyle>
          <a:p>
            <a:pPr lvl="0"/>
            <a:r>
              <a:rPr lang="en-US"/>
              <a:t>Click to edit Master text styles</a:t>
            </a:r>
          </a:p>
        </p:txBody>
      </p:sp>
      <p:sp>
        <p:nvSpPr>
          <p:cNvPr id="2" name="Title 1"/>
          <p:cNvSpPr>
            <a:spLocks noGrp="1"/>
          </p:cNvSpPr>
          <p:nvPr>
            <p:ph type="title"/>
          </p:nvPr>
        </p:nvSpPr>
        <p:spPr>
          <a:xfrm>
            <a:off x="151512" y="162106"/>
            <a:ext cx="11888976" cy="528814"/>
          </a:xfrm>
        </p:spPr>
        <p:txBody>
          <a:bodyPr/>
          <a:lstStyle/>
          <a:p>
            <a:r>
              <a:rPr lang="en-US"/>
              <a:t>Click to edit Master title style</a:t>
            </a:r>
          </a:p>
        </p:txBody>
      </p:sp>
      <p:sp>
        <p:nvSpPr>
          <p:cNvPr id="10" name="Picture Placeholder 9"/>
          <p:cNvSpPr>
            <a:spLocks noGrp="1"/>
          </p:cNvSpPr>
          <p:nvPr>
            <p:ph type="pic" sz="quarter" idx="14"/>
          </p:nvPr>
        </p:nvSpPr>
        <p:spPr>
          <a:xfrm>
            <a:off x="507056" y="2078710"/>
            <a:ext cx="3971063" cy="3636755"/>
          </a:xfrm>
          <a:custGeom>
            <a:avLst/>
            <a:gdLst>
              <a:gd name="connsiteX0" fmla="*/ 0 w 3636755"/>
              <a:gd name="connsiteY0" fmla="*/ 0 h 3636755"/>
              <a:gd name="connsiteX1" fmla="*/ 3636755 w 3636755"/>
              <a:gd name="connsiteY1" fmla="*/ 0 h 3636755"/>
              <a:gd name="connsiteX2" fmla="*/ 3636755 w 3636755"/>
              <a:gd name="connsiteY2" fmla="*/ 3636755 h 3636755"/>
              <a:gd name="connsiteX3" fmla="*/ 0 w 3636755"/>
              <a:gd name="connsiteY3" fmla="*/ 3636755 h 3636755"/>
            </a:gdLst>
            <a:ahLst/>
            <a:cxnLst>
              <a:cxn ang="0">
                <a:pos x="connsiteX0" y="connsiteY0"/>
              </a:cxn>
              <a:cxn ang="0">
                <a:pos x="connsiteX1" y="connsiteY1"/>
              </a:cxn>
              <a:cxn ang="0">
                <a:pos x="connsiteX2" y="connsiteY2"/>
              </a:cxn>
              <a:cxn ang="0">
                <a:pos x="connsiteX3" y="connsiteY3"/>
              </a:cxn>
            </a:cxnLst>
            <a:rect l="l" t="t" r="r" b="b"/>
            <a:pathLst>
              <a:path w="3636755" h="3636755">
                <a:moveTo>
                  <a:pt x="0" y="0"/>
                </a:moveTo>
                <a:lnTo>
                  <a:pt x="3636755" y="0"/>
                </a:lnTo>
                <a:lnTo>
                  <a:pt x="3636755" y="3636755"/>
                </a:lnTo>
                <a:lnTo>
                  <a:pt x="0" y="3636755"/>
                </a:lnTo>
                <a:close/>
              </a:path>
            </a:pathLst>
          </a:custGeom>
        </p:spPr>
        <p:txBody>
          <a:bodyPr wrap="square">
            <a:noAutofit/>
          </a:bodyPr>
          <a:lstStyle/>
          <a:p>
            <a:pPr lvl="0"/>
            <a:endParaRPr lang="en-US" noProof="0">
              <a:sym typeface="Arial"/>
            </a:endParaRPr>
          </a:p>
        </p:txBody>
      </p:sp>
      <p:sp>
        <p:nvSpPr>
          <p:cNvPr id="3" name="Date Placeholder 2">
            <a:extLst>
              <a:ext uri="{FF2B5EF4-FFF2-40B4-BE49-F238E27FC236}">
                <a16:creationId xmlns:a16="http://schemas.microsoft.com/office/drawing/2014/main" id="{6FD4BF6A-F3CA-6CAF-F849-4DF63D4B9544}"/>
              </a:ext>
            </a:extLst>
          </p:cNvPr>
          <p:cNvSpPr>
            <a:spLocks noGrp="1"/>
          </p:cNvSpPr>
          <p:nvPr>
            <p:ph type="dt" sz="half" idx="15"/>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fld id="{A73D2FC9-E9C4-4D9F-8732-26979ECD6181}" type="datetime1">
              <a:rPr lang="en-US"/>
              <a:pPr>
                <a:defRPr/>
              </a:pPr>
              <a:t>1/15/25</a:t>
            </a:fld>
            <a:endParaRPr lang="en-US"/>
          </a:p>
        </p:txBody>
      </p:sp>
      <p:sp>
        <p:nvSpPr>
          <p:cNvPr id="4" name="Footer Placeholder 3">
            <a:extLst>
              <a:ext uri="{FF2B5EF4-FFF2-40B4-BE49-F238E27FC236}">
                <a16:creationId xmlns:a16="http://schemas.microsoft.com/office/drawing/2014/main" id="{FD2706F7-AD3A-0238-613E-02E7BB640929}"/>
              </a:ext>
            </a:extLst>
          </p:cNvPr>
          <p:cNvSpPr>
            <a:spLocks noGrp="1"/>
          </p:cNvSpPr>
          <p:nvPr>
            <p:ph type="ftr" sz="quarter" idx="16"/>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endParaRPr lang="en-US"/>
          </a:p>
        </p:txBody>
      </p:sp>
      <p:sp>
        <p:nvSpPr>
          <p:cNvPr id="5" name="Slide Number Placeholder 4">
            <a:extLst>
              <a:ext uri="{FF2B5EF4-FFF2-40B4-BE49-F238E27FC236}">
                <a16:creationId xmlns:a16="http://schemas.microsoft.com/office/drawing/2014/main" id="{FAA76A74-DC87-8EDE-5154-A86F977B1018}"/>
              </a:ext>
            </a:extLst>
          </p:cNvPr>
          <p:cNvSpPr>
            <a:spLocks noGrp="1" noChangeArrowheads="1"/>
          </p:cNvSpPr>
          <p:nvPr>
            <p:ph type="sldNum" sz="quarter" idx="17"/>
          </p:nvPr>
        </p:nvSpPr>
        <p:spPr>
          <a:xfrm>
            <a:off x="11801475" y="6645275"/>
            <a:ext cx="377825" cy="195263"/>
          </a:xfrm>
        </p:spPr>
        <p:txBody>
          <a:bodyPr/>
          <a:lstStyle>
            <a:lvl1pPr>
              <a:defRPr/>
            </a:lvl1pPr>
          </a:lstStyle>
          <a:p>
            <a:fld id="{4279CD9B-121B-FA48-881C-A76F4118116A}" type="slidenum">
              <a:rPr lang="en-US" altLang="en-US"/>
              <a:pPr/>
              <a:t>‹#›</a:t>
            </a:fld>
            <a:endParaRPr lang="en-US" altLang="en-US"/>
          </a:p>
        </p:txBody>
      </p:sp>
    </p:spTree>
    <p:extLst>
      <p:ext uri="{BB962C8B-B14F-4D97-AF65-F5344CB8AC3E}">
        <p14:creationId xmlns:p14="http://schemas.microsoft.com/office/powerpoint/2010/main" val="32837242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Title Only">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a:xfrm>
            <a:off x="151512" y="714587"/>
            <a:ext cx="11887200" cy="153806"/>
          </a:xfrm>
        </p:spPr>
        <p:txBody>
          <a:bodyPr anchor="t">
            <a:noAutofit/>
          </a:bodyPr>
          <a:lstStyle>
            <a:lvl1pPr marL="0" indent="0">
              <a:lnSpc>
                <a:spcPct val="100000"/>
              </a:lnSpc>
              <a:spcBef>
                <a:spcPts val="0"/>
              </a:spcBef>
              <a:buNone/>
              <a:defRPr sz="800">
                <a:solidFill>
                  <a:schemeClr val="tx2">
                    <a:lumMod val="65000"/>
                    <a:lumOff val="35000"/>
                  </a:schemeClr>
                </a:solidFill>
              </a:defRPr>
            </a:lvl1pPr>
          </a:lstStyle>
          <a:p>
            <a:pPr lvl="0"/>
            <a:r>
              <a:rPr lang="en-US"/>
              <a:t>Click to edit Master text styles</a:t>
            </a:r>
          </a:p>
        </p:txBody>
      </p:sp>
      <p:sp>
        <p:nvSpPr>
          <p:cNvPr id="2" name="Title 1"/>
          <p:cNvSpPr>
            <a:spLocks noGrp="1"/>
          </p:cNvSpPr>
          <p:nvPr>
            <p:ph type="title"/>
          </p:nvPr>
        </p:nvSpPr>
        <p:spPr>
          <a:xfrm>
            <a:off x="151512" y="162106"/>
            <a:ext cx="11888976" cy="528814"/>
          </a:xfrm>
        </p:spPr>
        <p:txBody>
          <a:bodyPr/>
          <a:lstStyle/>
          <a:p>
            <a:r>
              <a:rPr lang="en-US"/>
              <a:t>Click to edit Master title style</a:t>
            </a:r>
          </a:p>
        </p:txBody>
      </p:sp>
      <p:sp>
        <p:nvSpPr>
          <p:cNvPr id="3" name="Date Placeholder 2">
            <a:extLst>
              <a:ext uri="{FF2B5EF4-FFF2-40B4-BE49-F238E27FC236}">
                <a16:creationId xmlns:a16="http://schemas.microsoft.com/office/drawing/2014/main" id="{26A3CD1E-3045-5E20-CEA2-AB32E6393872}"/>
              </a:ext>
            </a:extLst>
          </p:cNvPr>
          <p:cNvSpPr>
            <a:spLocks noGrp="1"/>
          </p:cNvSpPr>
          <p:nvPr>
            <p:ph type="dt" sz="half" idx="14"/>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fld id="{A73D2FC9-E9C4-4D9F-8732-26979ECD6181}" type="datetime1">
              <a:rPr lang="en-US"/>
              <a:pPr>
                <a:defRPr/>
              </a:pPr>
              <a:t>1/15/25</a:t>
            </a:fld>
            <a:endParaRPr lang="en-US"/>
          </a:p>
        </p:txBody>
      </p:sp>
      <p:sp>
        <p:nvSpPr>
          <p:cNvPr id="4" name="Footer Placeholder 3">
            <a:extLst>
              <a:ext uri="{FF2B5EF4-FFF2-40B4-BE49-F238E27FC236}">
                <a16:creationId xmlns:a16="http://schemas.microsoft.com/office/drawing/2014/main" id="{B17F817C-8554-DD50-FF25-DA0962DCD670}"/>
              </a:ext>
            </a:extLst>
          </p:cNvPr>
          <p:cNvSpPr>
            <a:spLocks noGrp="1"/>
          </p:cNvSpPr>
          <p:nvPr>
            <p:ph type="ftr" sz="quarter" idx="15"/>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endParaRPr lang="en-US"/>
          </a:p>
        </p:txBody>
      </p:sp>
      <p:sp>
        <p:nvSpPr>
          <p:cNvPr id="5" name="Slide Number Placeholder 4">
            <a:extLst>
              <a:ext uri="{FF2B5EF4-FFF2-40B4-BE49-F238E27FC236}">
                <a16:creationId xmlns:a16="http://schemas.microsoft.com/office/drawing/2014/main" id="{3F6A4D30-6E90-6ECC-560E-334D34C269C4}"/>
              </a:ext>
            </a:extLst>
          </p:cNvPr>
          <p:cNvSpPr>
            <a:spLocks noGrp="1" noChangeArrowheads="1"/>
          </p:cNvSpPr>
          <p:nvPr>
            <p:ph type="sldNum" sz="quarter" idx="16"/>
          </p:nvPr>
        </p:nvSpPr>
        <p:spPr>
          <a:xfrm>
            <a:off x="11801475" y="6645275"/>
            <a:ext cx="377825" cy="195263"/>
          </a:xfrm>
        </p:spPr>
        <p:txBody>
          <a:bodyPr/>
          <a:lstStyle>
            <a:lvl1pPr>
              <a:defRPr/>
            </a:lvl1pPr>
          </a:lstStyle>
          <a:p>
            <a:fld id="{018BF5CA-B63E-2D4D-ACE6-AD4288187870}" type="slidenum">
              <a:rPr lang="en-US" altLang="en-US"/>
              <a:pPr/>
              <a:t>‹#›</a:t>
            </a:fld>
            <a:endParaRPr lang="en-US" altLang="en-US"/>
          </a:p>
        </p:txBody>
      </p:sp>
    </p:spTree>
    <p:extLst>
      <p:ext uri="{BB962C8B-B14F-4D97-AF65-F5344CB8AC3E}">
        <p14:creationId xmlns:p14="http://schemas.microsoft.com/office/powerpoint/2010/main" val="10422459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3_Title Only">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a:xfrm>
            <a:off x="151512" y="714587"/>
            <a:ext cx="11887200" cy="153806"/>
          </a:xfrm>
        </p:spPr>
        <p:txBody>
          <a:bodyPr anchor="t">
            <a:noAutofit/>
          </a:bodyPr>
          <a:lstStyle>
            <a:lvl1pPr marL="0" indent="0">
              <a:lnSpc>
                <a:spcPct val="100000"/>
              </a:lnSpc>
              <a:spcBef>
                <a:spcPts val="0"/>
              </a:spcBef>
              <a:buNone/>
              <a:defRPr sz="800">
                <a:solidFill>
                  <a:schemeClr val="tx2">
                    <a:lumMod val="65000"/>
                    <a:lumOff val="35000"/>
                  </a:schemeClr>
                </a:solidFill>
              </a:defRPr>
            </a:lvl1pPr>
          </a:lstStyle>
          <a:p>
            <a:pPr lvl="0"/>
            <a:r>
              <a:rPr lang="en-US"/>
              <a:t>Click to edit Master text styles</a:t>
            </a:r>
          </a:p>
        </p:txBody>
      </p:sp>
      <p:sp>
        <p:nvSpPr>
          <p:cNvPr id="2" name="Title 1"/>
          <p:cNvSpPr>
            <a:spLocks noGrp="1"/>
          </p:cNvSpPr>
          <p:nvPr>
            <p:ph type="title"/>
          </p:nvPr>
        </p:nvSpPr>
        <p:spPr>
          <a:xfrm>
            <a:off x="151512" y="162106"/>
            <a:ext cx="11888976" cy="528814"/>
          </a:xfrm>
        </p:spPr>
        <p:txBody>
          <a:bodyPr/>
          <a:lstStyle/>
          <a:p>
            <a:r>
              <a:rPr lang="en-US"/>
              <a:t>Click to edit Master title style</a:t>
            </a:r>
          </a:p>
        </p:txBody>
      </p:sp>
      <p:sp>
        <p:nvSpPr>
          <p:cNvPr id="11" name="Picture Placeholder 10"/>
          <p:cNvSpPr>
            <a:spLocks noGrp="1"/>
          </p:cNvSpPr>
          <p:nvPr>
            <p:ph type="pic" sz="quarter" idx="14"/>
          </p:nvPr>
        </p:nvSpPr>
        <p:spPr>
          <a:xfrm>
            <a:off x="0" y="1919498"/>
            <a:ext cx="3582596" cy="3582596"/>
          </a:xfrm>
          <a:custGeom>
            <a:avLst/>
            <a:gdLst>
              <a:gd name="connsiteX0" fmla="*/ 1791298 w 3582596"/>
              <a:gd name="connsiteY0" fmla="*/ 0 h 3582596"/>
              <a:gd name="connsiteX1" fmla="*/ 3582596 w 3582596"/>
              <a:gd name="connsiteY1" fmla="*/ 1791298 h 3582596"/>
              <a:gd name="connsiteX2" fmla="*/ 1791298 w 3582596"/>
              <a:gd name="connsiteY2" fmla="*/ 3582596 h 3582596"/>
              <a:gd name="connsiteX3" fmla="*/ 0 w 3582596"/>
              <a:gd name="connsiteY3" fmla="*/ 1791298 h 3582596"/>
              <a:gd name="connsiteX4" fmla="*/ 1791298 w 3582596"/>
              <a:gd name="connsiteY4" fmla="*/ 0 h 3582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2596" h="3582596">
                <a:moveTo>
                  <a:pt x="1791298" y="0"/>
                </a:moveTo>
                <a:cubicBezTo>
                  <a:pt x="2780605" y="0"/>
                  <a:pt x="3582596" y="801991"/>
                  <a:pt x="3582596" y="1791298"/>
                </a:cubicBezTo>
                <a:cubicBezTo>
                  <a:pt x="3582596" y="2780605"/>
                  <a:pt x="2780605" y="3582596"/>
                  <a:pt x="1791298" y="3582596"/>
                </a:cubicBezTo>
                <a:cubicBezTo>
                  <a:pt x="801991" y="3582596"/>
                  <a:pt x="0" y="2780605"/>
                  <a:pt x="0" y="1791298"/>
                </a:cubicBezTo>
                <a:cubicBezTo>
                  <a:pt x="0" y="801991"/>
                  <a:pt x="801991" y="0"/>
                  <a:pt x="1791298" y="0"/>
                </a:cubicBezTo>
                <a:close/>
              </a:path>
            </a:pathLst>
          </a:custGeom>
        </p:spPr>
        <p:txBody>
          <a:bodyPr wrap="square">
            <a:noAutofit/>
          </a:bodyPr>
          <a:lstStyle/>
          <a:p>
            <a:pPr lvl="0"/>
            <a:endParaRPr lang="en-US" noProof="0">
              <a:sym typeface="Arial"/>
            </a:endParaRPr>
          </a:p>
        </p:txBody>
      </p:sp>
      <p:sp>
        <p:nvSpPr>
          <p:cNvPr id="3" name="Date Placeholder 2">
            <a:extLst>
              <a:ext uri="{FF2B5EF4-FFF2-40B4-BE49-F238E27FC236}">
                <a16:creationId xmlns:a16="http://schemas.microsoft.com/office/drawing/2014/main" id="{58DADC0F-568B-2508-7402-08B116CA1929}"/>
              </a:ext>
            </a:extLst>
          </p:cNvPr>
          <p:cNvSpPr>
            <a:spLocks noGrp="1"/>
          </p:cNvSpPr>
          <p:nvPr>
            <p:ph type="dt" sz="half" idx="15"/>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fld id="{A73D2FC9-E9C4-4D9F-8732-26979ECD6181}" type="datetime1">
              <a:rPr lang="en-US"/>
              <a:pPr>
                <a:defRPr/>
              </a:pPr>
              <a:t>1/15/25</a:t>
            </a:fld>
            <a:endParaRPr lang="en-US"/>
          </a:p>
        </p:txBody>
      </p:sp>
      <p:sp>
        <p:nvSpPr>
          <p:cNvPr id="4" name="Footer Placeholder 3">
            <a:extLst>
              <a:ext uri="{FF2B5EF4-FFF2-40B4-BE49-F238E27FC236}">
                <a16:creationId xmlns:a16="http://schemas.microsoft.com/office/drawing/2014/main" id="{B35D55B1-F37E-9A63-038D-FDB26819F2BD}"/>
              </a:ext>
            </a:extLst>
          </p:cNvPr>
          <p:cNvSpPr>
            <a:spLocks noGrp="1"/>
          </p:cNvSpPr>
          <p:nvPr>
            <p:ph type="ftr" sz="quarter" idx="16"/>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endParaRPr lang="en-US"/>
          </a:p>
        </p:txBody>
      </p:sp>
      <p:sp>
        <p:nvSpPr>
          <p:cNvPr id="5" name="Slide Number Placeholder 4">
            <a:extLst>
              <a:ext uri="{FF2B5EF4-FFF2-40B4-BE49-F238E27FC236}">
                <a16:creationId xmlns:a16="http://schemas.microsoft.com/office/drawing/2014/main" id="{E520EEB2-BF8B-269F-A22B-E57E345CC263}"/>
              </a:ext>
            </a:extLst>
          </p:cNvPr>
          <p:cNvSpPr>
            <a:spLocks noGrp="1" noChangeArrowheads="1"/>
          </p:cNvSpPr>
          <p:nvPr>
            <p:ph type="sldNum" sz="quarter" idx="17"/>
          </p:nvPr>
        </p:nvSpPr>
        <p:spPr>
          <a:xfrm>
            <a:off x="11801475" y="6645275"/>
            <a:ext cx="377825" cy="195263"/>
          </a:xfrm>
        </p:spPr>
        <p:txBody>
          <a:bodyPr/>
          <a:lstStyle>
            <a:lvl1pPr>
              <a:defRPr/>
            </a:lvl1pPr>
          </a:lstStyle>
          <a:p>
            <a:fld id="{B5F28CA9-2B9E-B247-868D-DCFC7BA35320}" type="slidenum">
              <a:rPr lang="en-US" altLang="en-US"/>
              <a:pPr/>
              <a:t>‹#›</a:t>
            </a:fld>
            <a:endParaRPr lang="en-US" altLang="en-US"/>
          </a:p>
        </p:txBody>
      </p:sp>
    </p:spTree>
    <p:extLst>
      <p:ext uri="{BB962C8B-B14F-4D97-AF65-F5344CB8AC3E}">
        <p14:creationId xmlns:p14="http://schemas.microsoft.com/office/powerpoint/2010/main" val="8237556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DB6B58-3DA9-F2A2-B811-D67FF013D006}"/>
              </a:ext>
            </a:extLst>
          </p:cNvPr>
          <p:cNvSpPr>
            <a:spLocks noGrp="1"/>
          </p:cNvSpPr>
          <p:nvPr>
            <p:ph type="dt" sz="half" idx="10"/>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fld id="{C273812A-B28B-49E6-AEE5-1931325F55D4}" type="datetime1">
              <a:rPr lang="en-US"/>
              <a:pPr>
                <a:defRPr/>
              </a:pPr>
              <a:t>1/15/25</a:t>
            </a:fld>
            <a:endParaRPr lang="en-US"/>
          </a:p>
        </p:txBody>
      </p:sp>
      <p:sp>
        <p:nvSpPr>
          <p:cNvPr id="4" name="Footer Placeholder 3">
            <a:extLst>
              <a:ext uri="{FF2B5EF4-FFF2-40B4-BE49-F238E27FC236}">
                <a16:creationId xmlns:a16="http://schemas.microsoft.com/office/drawing/2014/main" id="{A002E190-1805-4D36-5568-9B3537FDAB15}"/>
              </a:ext>
            </a:extLst>
          </p:cNvPr>
          <p:cNvSpPr>
            <a:spLocks noGrp="1"/>
          </p:cNvSpPr>
          <p:nvPr>
            <p:ph type="ftr" sz="quarter" idx="11"/>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endParaRPr lang="en-US"/>
          </a:p>
        </p:txBody>
      </p:sp>
      <p:sp>
        <p:nvSpPr>
          <p:cNvPr id="5" name="Slide Number Placeholder 4">
            <a:extLst>
              <a:ext uri="{FF2B5EF4-FFF2-40B4-BE49-F238E27FC236}">
                <a16:creationId xmlns:a16="http://schemas.microsoft.com/office/drawing/2014/main" id="{0E93E51E-11CC-1435-6079-90D0F32A5F05}"/>
              </a:ext>
            </a:extLst>
          </p:cNvPr>
          <p:cNvSpPr>
            <a:spLocks noGrp="1" noChangeArrowheads="1"/>
          </p:cNvSpPr>
          <p:nvPr>
            <p:ph type="sldNum" sz="quarter" idx="12"/>
          </p:nvPr>
        </p:nvSpPr>
        <p:spPr>
          <a:xfrm>
            <a:off x="11801475" y="6645275"/>
            <a:ext cx="377825" cy="195263"/>
          </a:xfrm>
        </p:spPr>
        <p:txBody>
          <a:bodyPr/>
          <a:lstStyle>
            <a:lvl1pPr>
              <a:defRPr/>
            </a:lvl1pPr>
          </a:lstStyle>
          <a:p>
            <a:fld id="{38CEE56C-F41E-B94E-97A7-172D40D22662}" type="slidenum">
              <a:rPr lang="en-US" altLang="en-US"/>
              <a:pPr/>
              <a:t>‹#›</a:t>
            </a:fld>
            <a:endParaRPr lang="en-US" altLang="en-US"/>
          </a:p>
        </p:txBody>
      </p:sp>
    </p:spTree>
    <p:extLst>
      <p:ext uri="{BB962C8B-B14F-4D97-AF65-F5344CB8AC3E}">
        <p14:creationId xmlns:p14="http://schemas.microsoft.com/office/powerpoint/2010/main" val="13612238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RunningMan-Infographic">
  <p:cSld name="RunningMan-Infographic">
    <p:spTree>
      <p:nvGrpSpPr>
        <p:cNvPr id="1" name="Shape 33"/>
        <p:cNvGrpSpPr/>
        <p:nvPr/>
      </p:nvGrpSpPr>
      <p:grpSpPr>
        <a:xfrm>
          <a:off x="0" y="0"/>
          <a:ext cx="0" cy="0"/>
          <a:chOff x="0" y="0"/>
          <a:chExt cx="0" cy="0"/>
        </a:xfrm>
      </p:grpSpPr>
      <p:grpSp>
        <p:nvGrpSpPr>
          <p:cNvPr id="2" name="Google Shape;36;p4">
            <a:extLst>
              <a:ext uri="{FF2B5EF4-FFF2-40B4-BE49-F238E27FC236}">
                <a16:creationId xmlns:a16="http://schemas.microsoft.com/office/drawing/2014/main" id="{E750BF6A-8352-6518-2A1B-23BCD076CA49}"/>
              </a:ext>
            </a:extLst>
          </p:cNvPr>
          <p:cNvGrpSpPr>
            <a:grpSpLocks/>
          </p:cNvGrpSpPr>
          <p:nvPr/>
        </p:nvGrpSpPr>
        <p:grpSpPr bwMode="auto">
          <a:xfrm flipH="1">
            <a:off x="0" y="1966913"/>
            <a:ext cx="6132513" cy="3824287"/>
            <a:chOff x="6625864" y="1832110"/>
            <a:chExt cx="6820169" cy="4367731"/>
          </a:xfrm>
        </p:grpSpPr>
        <p:sp>
          <p:nvSpPr>
            <p:cNvPr id="3" name="Google Shape;37;p4">
              <a:extLst>
                <a:ext uri="{FF2B5EF4-FFF2-40B4-BE49-F238E27FC236}">
                  <a16:creationId xmlns:a16="http://schemas.microsoft.com/office/drawing/2014/main" id="{6CB9C89E-06E2-759B-938A-90660E11A104}"/>
                </a:ext>
              </a:extLst>
            </p:cNvPr>
            <p:cNvSpPr>
              <a:spLocks/>
            </p:cNvSpPr>
            <p:nvPr/>
          </p:nvSpPr>
          <p:spPr bwMode="auto">
            <a:xfrm>
              <a:off x="8677388" y="2559158"/>
              <a:ext cx="4768645" cy="727049"/>
            </a:xfrm>
            <a:custGeom>
              <a:avLst/>
              <a:gdLst>
                <a:gd name="T0" fmla="*/ 0 w 120000"/>
                <a:gd name="T1" fmla="*/ 0 h 120000"/>
                <a:gd name="T2" fmla="*/ 120000 w 120000"/>
                <a:gd name="T3" fmla="*/ 120000 h 120000"/>
              </a:gdLst>
              <a:ahLst/>
              <a:cxnLst>
                <a:cxn ang="0">
                  <a:pos x="3056" y="0"/>
                </a:cxn>
                <a:cxn ang="0">
                  <a:pos x="30729" y="0"/>
                </a:cxn>
                <a:cxn ang="0">
                  <a:pos x="31059" y="1124"/>
                </a:cxn>
                <a:cxn ang="0">
                  <a:pos x="32174" y="7124"/>
                </a:cxn>
                <a:cxn ang="0">
                  <a:pos x="36994" y="41901"/>
                </a:cxn>
                <a:cxn ang="0">
                  <a:pos x="39939" y="49629"/>
                </a:cxn>
                <a:cxn ang="0">
                  <a:pos x="43420" y="50683"/>
                </a:cxn>
                <a:cxn ang="0">
                  <a:pos x="44009" y="7475"/>
                </a:cxn>
                <a:cxn ang="0">
                  <a:pos x="43628" y="565"/>
                </a:cxn>
                <a:cxn ang="0">
                  <a:pos x="43539" y="0"/>
                </a:cxn>
                <a:cxn ang="0">
                  <a:pos x="120000" y="0"/>
                </a:cxn>
                <a:cxn ang="0">
                  <a:pos x="120000" y="119999"/>
                </a:cxn>
                <a:cxn ang="0">
                  <a:pos x="7713" y="119999"/>
                </a:cxn>
                <a:cxn ang="0">
                  <a:pos x="7648" y="118480"/>
                </a:cxn>
                <a:cxn ang="0">
                  <a:pos x="312" y="15203"/>
                </a:cxn>
                <a:cxn ang="0">
                  <a:pos x="633" y="3259"/>
                </a:cxn>
                <a:cxn ang="0">
                  <a:pos x="2738" y="573"/>
                </a:cxn>
                <a:cxn ang="0">
                  <a:pos x="3056" y="0"/>
                </a:cxn>
              </a:cxnLst>
              <a:rect l="T0" t="T1" r="T2" b="T3"/>
              <a:pathLst>
                <a:path w="120000" h="120000" extrusionOk="0">
                  <a:moveTo>
                    <a:pt x="3056" y="0"/>
                  </a:moveTo>
                  <a:lnTo>
                    <a:pt x="30729" y="0"/>
                  </a:lnTo>
                  <a:lnTo>
                    <a:pt x="31059" y="1124"/>
                  </a:lnTo>
                  <a:cubicBezTo>
                    <a:pt x="31475" y="2886"/>
                    <a:pt x="31840" y="4840"/>
                    <a:pt x="32174" y="7124"/>
                  </a:cubicBezTo>
                  <a:cubicBezTo>
                    <a:pt x="33513" y="15906"/>
                    <a:pt x="35923" y="41198"/>
                    <a:pt x="36994" y="41901"/>
                  </a:cubicBezTo>
                  <a:cubicBezTo>
                    <a:pt x="38119" y="42252"/>
                    <a:pt x="38868" y="47170"/>
                    <a:pt x="39939" y="49629"/>
                  </a:cubicBezTo>
                  <a:cubicBezTo>
                    <a:pt x="41064" y="52088"/>
                    <a:pt x="41921" y="61221"/>
                    <a:pt x="43420" y="50683"/>
                  </a:cubicBezTo>
                  <a:cubicBezTo>
                    <a:pt x="44973" y="40144"/>
                    <a:pt x="44223" y="18365"/>
                    <a:pt x="44009" y="7475"/>
                  </a:cubicBezTo>
                  <a:cubicBezTo>
                    <a:pt x="43942" y="4753"/>
                    <a:pt x="43818" y="2491"/>
                    <a:pt x="43628" y="565"/>
                  </a:cubicBezTo>
                  <a:lnTo>
                    <a:pt x="43539" y="0"/>
                  </a:lnTo>
                  <a:lnTo>
                    <a:pt x="120000" y="0"/>
                  </a:lnTo>
                  <a:lnTo>
                    <a:pt x="120000" y="119999"/>
                  </a:lnTo>
                  <a:lnTo>
                    <a:pt x="7713" y="119999"/>
                  </a:lnTo>
                  <a:lnTo>
                    <a:pt x="7648" y="118480"/>
                  </a:lnTo>
                  <a:cubicBezTo>
                    <a:pt x="6577" y="86514"/>
                    <a:pt x="848" y="23985"/>
                    <a:pt x="312" y="15203"/>
                  </a:cubicBezTo>
                  <a:cubicBezTo>
                    <a:pt x="-276" y="6421"/>
                    <a:pt x="44" y="3259"/>
                    <a:pt x="633" y="3259"/>
                  </a:cubicBezTo>
                  <a:cubicBezTo>
                    <a:pt x="834" y="3259"/>
                    <a:pt x="1652" y="2370"/>
                    <a:pt x="2738" y="573"/>
                  </a:cubicBezTo>
                  <a:lnTo>
                    <a:pt x="3056" y="0"/>
                  </a:lnTo>
                  <a:close/>
                </a:path>
              </a:pathLst>
            </a:custGeom>
            <a:solidFill>
              <a:schemeClr val="accent2"/>
            </a:solidFill>
            <a:ln w="9525">
              <a:noFill/>
              <a:round/>
              <a:headEnd/>
              <a:tailEnd/>
            </a:ln>
          </p:spPr>
          <p:txBody>
            <a:bodyPr lIns="91425" tIns="45700" rIns="91425" bIns="45700"/>
            <a:lstStyle/>
            <a:p>
              <a:pPr>
                <a:defRPr/>
              </a:pPr>
              <a:endParaRPr lang="en-US"/>
            </a:p>
          </p:txBody>
        </p:sp>
        <p:sp>
          <p:nvSpPr>
            <p:cNvPr id="4" name="Google Shape;38;p4">
              <a:extLst>
                <a:ext uri="{FF2B5EF4-FFF2-40B4-BE49-F238E27FC236}">
                  <a16:creationId xmlns:a16="http://schemas.microsoft.com/office/drawing/2014/main" id="{D286261D-BDA8-DDEE-1D84-792D6C31C6A7}"/>
                </a:ext>
              </a:extLst>
            </p:cNvPr>
            <p:cNvSpPr/>
            <p:nvPr/>
          </p:nvSpPr>
          <p:spPr>
            <a:xfrm>
              <a:off x="7565116" y="1832110"/>
              <a:ext cx="5880917" cy="727048"/>
            </a:xfrm>
            <a:custGeom>
              <a:avLst/>
              <a:gdLst/>
              <a:ahLst/>
              <a:cxnLst/>
              <a:rect l="0" t="0" r="0" b="0"/>
              <a:pathLst>
                <a:path w="120000" h="120000" extrusionOk="0">
                  <a:moveTo>
                    <a:pt x="34007" y="85837"/>
                  </a:moveTo>
                  <a:cubicBezTo>
                    <a:pt x="34641" y="85606"/>
                    <a:pt x="35365" y="85672"/>
                    <a:pt x="36603" y="89888"/>
                  </a:cubicBezTo>
                  <a:cubicBezTo>
                    <a:pt x="38297" y="95859"/>
                    <a:pt x="40295" y="99372"/>
                    <a:pt x="43249" y="106749"/>
                  </a:cubicBezTo>
                  <a:cubicBezTo>
                    <a:pt x="44726" y="110438"/>
                    <a:pt x="45833" y="113248"/>
                    <a:pt x="46707" y="116278"/>
                  </a:cubicBezTo>
                  <a:lnTo>
                    <a:pt x="47593" y="120000"/>
                  </a:lnTo>
                  <a:lnTo>
                    <a:pt x="25147" y="120000"/>
                  </a:lnTo>
                  <a:lnTo>
                    <a:pt x="25832" y="118473"/>
                  </a:lnTo>
                  <a:cubicBezTo>
                    <a:pt x="27156" y="115268"/>
                    <a:pt x="28698" y="110438"/>
                    <a:pt x="29784" y="103939"/>
                  </a:cubicBezTo>
                  <a:cubicBezTo>
                    <a:pt x="31956" y="90941"/>
                    <a:pt x="32564" y="86024"/>
                    <a:pt x="33389" y="86024"/>
                  </a:cubicBezTo>
                  <a:cubicBezTo>
                    <a:pt x="33595" y="86024"/>
                    <a:pt x="33796" y="85914"/>
                    <a:pt x="34007" y="85837"/>
                  </a:cubicBezTo>
                  <a:close/>
                  <a:moveTo>
                    <a:pt x="0" y="0"/>
                  </a:moveTo>
                  <a:lnTo>
                    <a:pt x="120000" y="0"/>
                  </a:lnTo>
                  <a:lnTo>
                    <a:pt x="120000" y="120000"/>
                  </a:lnTo>
                  <a:lnTo>
                    <a:pt x="57982" y="120000"/>
                  </a:lnTo>
                  <a:lnTo>
                    <a:pt x="57425" y="115663"/>
                  </a:lnTo>
                  <a:cubicBezTo>
                    <a:pt x="56887" y="112897"/>
                    <a:pt x="56105" y="110965"/>
                    <a:pt x="55019" y="108857"/>
                  </a:cubicBezTo>
                  <a:cubicBezTo>
                    <a:pt x="52804" y="104642"/>
                    <a:pt x="52457" y="108857"/>
                    <a:pt x="49416" y="94103"/>
                  </a:cubicBezTo>
                  <a:cubicBezTo>
                    <a:pt x="46376" y="79700"/>
                    <a:pt x="39296" y="52652"/>
                    <a:pt x="38341" y="47734"/>
                  </a:cubicBezTo>
                  <a:cubicBezTo>
                    <a:pt x="37385" y="43167"/>
                    <a:pt x="34605" y="37898"/>
                    <a:pt x="31261" y="44221"/>
                  </a:cubicBezTo>
                  <a:cubicBezTo>
                    <a:pt x="27916" y="50544"/>
                    <a:pt x="24268" y="61785"/>
                    <a:pt x="23616" y="61785"/>
                  </a:cubicBezTo>
                  <a:cubicBezTo>
                    <a:pt x="22965" y="61785"/>
                    <a:pt x="21532" y="64947"/>
                    <a:pt x="21532" y="69162"/>
                  </a:cubicBezTo>
                  <a:cubicBezTo>
                    <a:pt x="21532" y="69162"/>
                    <a:pt x="17622" y="65649"/>
                    <a:pt x="15842" y="75485"/>
                  </a:cubicBezTo>
                  <a:cubicBezTo>
                    <a:pt x="14017" y="85321"/>
                    <a:pt x="13887" y="90941"/>
                    <a:pt x="12758" y="94806"/>
                  </a:cubicBezTo>
                  <a:cubicBezTo>
                    <a:pt x="11585" y="98318"/>
                    <a:pt x="10890" y="98318"/>
                    <a:pt x="10282" y="97265"/>
                  </a:cubicBezTo>
                  <a:cubicBezTo>
                    <a:pt x="10282" y="97265"/>
                    <a:pt x="6938" y="87077"/>
                    <a:pt x="7589" y="71270"/>
                  </a:cubicBezTo>
                  <a:cubicBezTo>
                    <a:pt x="8241" y="55813"/>
                    <a:pt x="8371" y="30872"/>
                    <a:pt x="5157" y="10849"/>
                  </a:cubicBezTo>
                  <a:cubicBezTo>
                    <a:pt x="3951" y="3472"/>
                    <a:pt x="2551" y="245"/>
                    <a:pt x="1186" y="0"/>
                  </a:cubicBezTo>
                  <a:lnTo>
                    <a:pt x="0" y="623"/>
                  </a:lnTo>
                  <a:close/>
                </a:path>
              </a:pathLst>
            </a:custGeom>
            <a:solidFill>
              <a:schemeClr val="accent5"/>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5" name="Google Shape;39;p4">
              <a:extLst>
                <a:ext uri="{FF2B5EF4-FFF2-40B4-BE49-F238E27FC236}">
                  <a16:creationId xmlns:a16="http://schemas.microsoft.com/office/drawing/2014/main" id="{BE8203C9-0D2D-BE23-F5C4-A205AEF80FE2}"/>
                </a:ext>
              </a:extLst>
            </p:cNvPr>
            <p:cNvSpPr>
              <a:spLocks/>
            </p:cNvSpPr>
            <p:nvPr/>
          </p:nvSpPr>
          <p:spPr bwMode="auto">
            <a:xfrm>
              <a:off x="9897356" y="2559158"/>
              <a:ext cx="543777" cy="337235"/>
            </a:xfrm>
            <a:custGeom>
              <a:avLst/>
              <a:gdLst>
                <a:gd name="T0" fmla="*/ 0 w 120000"/>
                <a:gd name="T1" fmla="*/ 0 h 120000"/>
                <a:gd name="T2" fmla="*/ 120000 w 120000"/>
                <a:gd name="T3" fmla="*/ 120000 h 120000"/>
              </a:gdLst>
              <a:ahLst/>
              <a:cxnLst>
                <a:cxn ang="0">
                  <a:pos x="0" y="0"/>
                </a:cxn>
                <a:cxn ang="0">
                  <a:pos x="112616" y="0"/>
                </a:cxn>
                <a:cxn ang="0">
                  <a:pos x="113404" y="1218"/>
                </a:cxn>
                <a:cxn ang="0">
                  <a:pos x="116751" y="16119"/>
                </a:cxn>
                <a:cxn ang="0">
                  <a:pos x="111572" y="109292"/>
                </a:cxn>
                <a:cxn ang="0">
                  <a:pos x="80971" y="107020"/>
                </a:cxn>
                <a:cxn ang="0">
                  <a:pos x="55077" y="90355"/>
                </a:cxn>
                <a:cxn ang="0">
                  <a:pos x="12706" y="15362"/>
                </a:cxn>
                <a:cxn ang="0">
                  <a:pos x="2900" y="2425"/>
                </a:cxn>
                <a:cxn ang="0">
                  <a:pos x="0" y="0"/>
                </a:cxn>
              </a:cxnLst>
              <a:rect l="T0" t="T1" r="T2" b="T3"/>
              <a:pathLst>
                <a:path w="120000" h="120000" extrusionOk="0">
                  <a:moveTo>
                    <a:pt x="0" y="0"/>
                  </a:moveTo>
                  <a:lnTo>
                    <a:pt x="112616" y="0"/>
                  </a:lnTo>
                  <a:lnTo>
                    <a:pt x="113404" y="1218"/>
                  </a:lnTo>
                  <a:cubicBezTo>
                    <a:pt x="115074" y="5372"/>
                    <a:pt x="116163" y="10249"/>
                    <a:pt x="116751" y="16119"/>
                  </a:cubicBezTo>
                  <a:cubicBezTo>
                    <a:pt x="118634" y="39602"/>
                    <a:pt x="125225" y="86567"/>
                    <a:pt x="111572" y="109292"/>
                  </a:cubicBezTo>
                  <a:cubicBezTo>
                    <a:pt x="98390" y="132017"/>
                    <a:pt x="90857" y="112322"/>
                    <a:pt x="80971" y="107020"/>
                  </a:cubicBezTo>
                  <a:cubicBezTo>
                    <a:pt x="71555" y="101717"/>
                    <a:pt x="64964" y="91112"/>
                    <a:pt x="55077" y="90355"/>
                  </a:cubicBezTo>
                  <a:cubicBezTo>
                    <a:pt x="45661" y="88840"/>
                    <a:pt x="24476" y="34299"/>
                    <a:pt x="12706" y="15362"/>
                  </a:cubicBezTo>
                  <a:cubicBezTo>
                    <a:pt x="9763" y="10438"/>
                    <a:pt x="6556" y="6225"/>
                    <a:pt x="2900" y="2425"/>
                  </a:cubicBezTo>
                  <a:lnTo>
                    <a:pt x="0" y="0"/>
                  </a:lnTo>
                  <a:close/>
                </a:path>
              </a:pathLst>
            </a:custGeom>
            <a:solidFill>
              <a:schemeClr val="bg2"/>
            </a:solidFill>
            <a:ln w="9525">
              <a:noFill/>
              <a:round/>
              <a:headEnd/>
              <a:tailEnd/>
            </a:ln>
          </p:spPr>
          <p:txBody>
            <a:bodyPr lIns="91425" tIns="45700" rIns="91425" bIns="45700"/>
            <a:lstStyle/>
            <a:p>
              <a:pPr>
                <a:defRPr/>
              </a:pPr>
              <a:endParaRPr lang="en-US"/>
            </a:p>
          </p:txBody>
        </p:sp>
        <p:sp>
          <p:nvSpPr>
            <p:cNvPr id="6" name="Google Shape;40;p4">
              <a:extLst>
                <a:ext uri="{FF2B5EF4-FFF2-40B4-BE49-F238E27FC236}">
                  <a16:creationId xmlns:a16="http://schemas.microsoft.com/office/drawing/2014/main" id="{AB997C5F-22F0-52EE-B951-F88F94380933}"/>
                </a:ext>
              </a:extLst>
            </p:cNvPr>
            <p:cNvSpPr/>
            <p:nvPr/>
          </p:nvSpPr>
          <p:spPr>
            <a:xfrm>
              <a:off x="9307676" y="4013256"/>
              <a:ext cx="4138357" cy="727049"/>
            </a:xfrm>
            <a:custGeom>
              <a:avLst/>
              <a:gdLst/>
              <a:ahLst/>
              <a:cxnLst/>
              <a:rect l="0" t="0" r="0" b="0"/>
              <a:pathLst>
                <a:path w="120000" h="120000" extrusionOk="0">
                  <a:moveTo>
                    <a:pt x="2944" y="0"/>
                  </a:moveTo>
                  <a:lnTo>
                    <a:pt x="120000" y="0"/>
                  </a:lnTo>
                  <a:lnTo>
                    <a:pt x="120000" y="119999"/>
                  </a:lnTo>
                  <a:lnTo>
                    <a:pt x="8271" y="119999"/>
                  </a:lnTo>
                  <a:lnTo>
                    <a:pt x="8003" y="116458"/>
                  </a:lnTo>
                  <a:cubicBezTo>
                    <a:pt x="6446" y="97506"/>
                    <a:pt x="3101" y="64573"/>
                    <a:pt x="0" y="47448"/>
                  </a:cubicBezTo>
                  <a:cubicBezTo>
                    <a:pt x="0" y="47448"/>
                    <a:pt x="3308" y="30773"/>
                    <a:pt x="3018" y="2600"/>
                  </a:cubicBezTo>
                  <a:lnTo>
                    <a:pt x="2944" y="0"/>
                  </a:lnTo>
                  <a:close/>
                </a:path>
              </a:pathLst>
            </a:custGeom>
            <a:gradFill>
              <a:gsLst>
                <a:gs pos="0">
                  <a:schemeClr val="accent4"/>
                </a:gs>
                <a:gs pos="41000">
                  <a:srgbClr val="8296B0"/>
                </a:gs>
                <a:gs pos="83000">
                  <a:srgbClr val="ACB8CA"/>
                </a:gs>
                <a:gs pos="100000">
                  <a:srgbClr val="D5DBE5"/>
                </a:gs>
              </a:gsLst>
              <a:lin ang="0" scaled="0"/>
            </a:gra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7" name="Google Shape;41;p4">
              <a:extLst>
                <a:ext uri="{FF2B5EF4-FFF2-40B4-BE49-F238E27FC236}">
                  <a16:creationId xmlns:a16="http://schemas.microsoft.com/office/drawing/2014/main" id="{1845C44A-2970-416A-5EAA-2FFFB8384E1A}"/>
                </a:ext>
              </a:extLst>
            </p:cNvPr>
            <p:cNvSpPr/>
            <p:nvPr/>
          </p:nvSpPr>
          <p:spPr>
            <a:xfrm>
              <a:off x="8982822" y="3286207"/>
              <a:ext cx="4463211" cy="727048"/>
            </a:xfrm>
            <a:custGeom>
              <a:avLst/>
              <a:gdLst/>
              <a:ahLst/>
              <a:cxnLst/>
              <a:rect l="0" t="0" r="0" b="0"/>
              <a:pathLst>
                <a:path w="120000" h="120000" extrusionOk="0">
                  <a:moveTo>
                    <a:pt x="0" y="0"/>
                  </a:moveTo>
                  <a:lnTo>
                    <a:pt x="120000" y="0"/>
                  </a:lnTo>
                  <a:lnTo>
                    <a:pt x="120000" y="120000"/>
                  </a:lnTo>
                  <a:lnTo>
                    <a:pt x="11474" y="120000"/>
                  </a:lnTo>
                  <a:lnTo>
                    <a:pt x="11205" y="109837"/>
                  </a:lnTo>
                  <a:cubicBezTo>
                    <a:pt x="9717" y="73655"/>
                    <a:pt x="7485" y="62414"/>
                    <a:pt x="5539" y="55037"/>
                  </a:cubicBezTo>
                  <a:cubicBezTo>
                    <a:pt x="3837" y="48582"/>
                    <a:pt x="1740" y="34328"/>
                    <a:pt x="437" y="9685"/>
                  </a:cubicBezTo>
                  <a:lnTo>
                    <a:pt x="0" y="0"/>
                  </a:lnTo>
                  <a:close/>
                </a:path>
              </a:pathLst>
            </a:custGeom>
            <a:gradFill>
              <a:gsLst>
                <a:gs pos="0">
                  <a:schemeClr val="accent3"/>
                </a:gs>
                <a:gs pos="41000">
                  <a:srgbClr val="93A3B5"/>
                </a:gs>
                <a:gs pos="83000">
                  <a:srgbClr val="B7C1CD"/>
                </a:gs>
                <a:gs pos="100000">
                  <a:srgbClr val="DBDFE5"/>
                </a:gs>
              </a:gsLst>
              <a:lin ang="0" scaled="0"/>
            </a:gra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8" name="Google Shape;42;p4">
              <a:extLst>
                <a:ext uri="{FF2B5EF4-FFF2-40B4-BE49-F238E27FC236}">
                  <a16:creationId xmlns:a16="http://schemas.microsoft.com/office/drawing/2014/main" id="{4D25E9E2-9803-CB4C-6160-78DA35589DD6}"/>
                </a:ext>
              </a:extLst>
            </p:cNvPr>
            <p:cNvSpPr/>
            <p:nvPr/>
          </p:nvSpPr>
          <p:spPr>
            <a:xfrm>
              <a:off x="10167479" y="5467353"/>
              <a:ext cx="3278554" cy="727049"/>
            </a:xfrm>
            <a:custGeom>
              <a:avLst/>
              <a:gdLst/>
              <a:ahLst/>
              <a:cxnLst/>
              <a:rect l="0" t="0" r="0" b="0"/>
              <a:pathLst>
                <a:path w="120000" h="120000" extrusionOk="0">
                  <a:moveTo>
                    <a:pt x="0" y="0"/>
                  </a:moveTo>
                  <a:lnTo>
                    <a:pt x="120000" y="0"/>
                  </a:lnTo>
                  <a:lnTo>
                    <a:pt x="120000" y="119999"/>
                  </a:lnTo>
                  <a:lnTo>
                    <a:pt x="0" y="119999"/>
                  </a:lnTo>
                  <a:lnTo>
                    <a:pt x="0" y="0"/>
                  </a:ln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9" name="Google Shape;43;p4">
              <a:extLst>
                <a:ext uri="{FF2B5EF4-FFF2-40B4-BE49-F238E27FC236}">
                  <a16:creationId xmlns:a16="http://schemas.microsoft.com/office/drawing/2014/main" id="{D94DB3DE-37E9-CFD0-E23C-C1F153FD88F1}"/>
                </a:ext>
              </a:extLst>
            </p:cNvPr>
            <p:cNvSpPr/>
            <p:nvPr/>
          </p:nvSpPr>
          <p:spPr>
            <a:xfrm>
              <a:off x="9593688" y="4740305"/>
              <a:ext cx="3852345" cy="727048"/>
            </a:xfrm>
            <a:custGeom>
              <a:avLst/>
              <a:gdLst/>
              <a:ahLst/>
              <a:cxnLst/>
              <a:rect l="0" t="0" r="0" b="0"/>
              <a:pathLst>
                <a:path w="120000" h="120000" extrusionOk="0">
                  <a:moveTo>
                    <a:pt x="0" y="0"/>
                  </a:moveTo>
                  <a:lnTo>
                    <a:pt x="120000" y="0"/>
                  </a:lnTo>
                  <a:lnTo>
                    <a:pt x="120000" y="120000"/>
                  </a:lnTo>
                  <a:lnTo>
                    <a:pt x="17886" y="120000"/>
                  </a:lnTo>
                  <a:lnTo>
                    <a:pt x="17886" y="110928"/>
                  </a:lnTo>
                  <a:lnTo>
                    <a:pt x="17510" y="108667"/>
                  </a:lnTo>
                  <a:cubicBezTo>
                    <a:pt x="16026" y="99577"/>
                    <a:pt x="14286" y="88160"/>
                    <a:pt x="13258" y="78851"/>
                  </a:cubicBezTo>
                  <a:cubicBezTo>
                    <a:pt x="11203" y="60233"/>
                    <a:pt x="6960" y="33184"/>
                    <a:pt x="1524" y="20187"/>
                  </a:cubicBezTo>
                  <a:cubicBezTo>
                    <a:pt x="1524" y="20187"/>
                    <a:pt x="861" y="18079"/>
                    <a:pt x="662" y="9648"/>
                  </a:cubicBezTo>
                  <a:cubicBezTo>
                    <a:pt x="637" y="8594"/>
                    <a:pt x="539" y="6876"/>
                    <a:pt x="377" y="4632"/>
                  </a:cubicBezTo>
                  <a:lnTo>
                    <a:pt x="0" y="0"/>
                  </a:lnTo>
                  <a:close/>
                </a:path>
              </a:pathLst>
            </a:custGeom>
            <a:gradFill>
              <a:gsLst>
                <a:gs pos="0">
                  <a:schemeClr val="accent5"/>
                </a:gs>
                <a:gs pos="41000">
                  <a:srgbClr val="65E9B8"/>
                </a:gs>
                <a:gs pos="83000">
                  <a:srgbClr val="98F0CF"/>
                </a:gs>
                <a:gs pos="100000">
                  <a:srgbClr val="CAF8E7"/>
                </a:gs>
              </a:gsLst>
              <a:lin ang="0" scaled="0"/>
            </a:gra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0" name="Google Shape;44;p4">
              <a:extLst>
                <a:ext uri="{FF2B5EF4-FFF2-40B4-BE49-F238E27FC236}">
                  <a16:creationId xmlns:a16="http://schemas.microsoft.com/office/drawing/2014/main" id="{5F249639-0166-0076-3BBF-A05D2A53BACB}"/>
                </a:ext>
              </a:extLst>
            </p:cNvPr>
            <p:cNvSpPr>
              <a:spLocks/>
            </p:cNvSpPr>
            <p:nvPr/>
          </p:nvSpPr>
          <p:spPr bwMode="auto">
            <a:xfrm>
              <a:off x="10167479" y="6194402"/>
              <a:ext cx="3278554" cy="5439"/>
            </a:xfrm>
            <a:custGeom>
              <a:avLst/>
              <a:gdLst>
                <a:gd name="T0" fmla="*/ 0 w 120000"/>
                <a:gd name="T1" fmla="*/ 0 h 120000"/>
                <a:gd name="T2" fmla="*/ 120000 w 120000"/>
                <a:gd name="T3" fmla="*/ 120000 h 120000"/>
              </a:gdLst>
              <a:ahLst/>
              <a:cxnLst>
                <a:cxn ang="0">
                  <a:pos x="0" y="0"/>
                </a:cxn>
                <a:cxn ang="0">
                  <a:pos x="120000" y="0"/>
                </a:cxn>
                <a:cxn ang="0">
                  <a:pos x="120000" y="122"/>
                </a:cxn>
                <a:cxn ang="0">
                  <a:pos x="120000" y="120000"/>
                </a:cxn>
                <a:cxn ang="0">
                  <a:pos x="3889" y="120000"/>
                </a:cxn>
                <a:cxn ang="0">
                  <a:pos x="3889" y="106718"/>
                </a:cxn>
                <a:cxn ang="0">
                  <a:pos x="0" y="106718"/>
                </a:cxn>
                <a:cxn ang="0">
                  <a:pos x="0" y="0"/>
                </a:cxn>
              </a:cxnLst>
              <a:rect l="T0" t="T1" r="T2" b="T3"/>
              <a:pathLst>
                <a:path w="120000" h="120000" extrusionOk="0">
                  <a:moveTo>
                    <a:pt x="0" y="0"/>
                  </a:moveTo>
                  <a:lnTo>
                    <a:pt x="120000" y="0"/>
                  </a:lnTo>
                  <a:lnTo>
                    <a:pt x="120000" y="122"/>
                  </a:lnTo>
                  <a:lnTo>
                    <a:pt x="120000" y="120000"/>
                  </a:lnTo>
                  <a:lnTo>
                    <a:pt x="3889" y="120000"/>
                  </a:lnTo>
                  <a:lnTo>
                    <a:pt x="3889" y="106718"/>
                  </a:lnTo>
                  <a:lnTo>
                    <a:pt x="0" y="106718"/>
                  </a:lnTo>
                  <a:lnTo>
                    <a:pt x="0" y="0"/>
                  </a:lnTo>
                  <a:close/>
                </a:path>
              </a:pathLst>
            </a:custGeom>
            <a:solidFill>
              <a:schemeClr val="bg2"/>
            </a:solidFill>
            <a:ln w="9525">
              <a:noFill/>
              <a:round/>
              <a:headEnd/>
              <a:tailEnd/>
            </a:ln>
          </p:spPr>
          <p:txBody>
            <a:bodyPr lIns="91425" tIns="45700" rIns="91425" bIns="45700"/>
            <a:lstStyle/>
            <a:p>
              <a:pPr>
                <a:defRPr/>
              </a:pPr>
              <a:endParaRPr lang="en-US"/>
            </a:p>
          </p:txBody>
        </p:sp>
        <p:sp>
          <p:nvSpPr>
            <p:cNvPr id="11" name="Google Shape;45;p4">
              <a:extLst>
                <a:ext uri="{FF2B5EF4-FFF2-40B4-BE49-F238E27FC236}">
                  <a16:creationId xmlns:a16="http://schemas.microsoft.com/office/drawing/2014/main" id="{9472730F-CBFD-380E-AF9F-29ADE5FC4F77}"/>
                </a:ext>
              </a:extLst>
            </p:cNvPr>
            <p:cNvSpPr>
              <a:spLocks/>
            </p:cNvSpPr>
            <p:nvPr/>
          </p:nvSpPr>
          <p:spPr bwMode="auto">
            <a:xfrm>
              <a:off x="8126548" y="5964139"/>
              <a:ext cx="522591" cy="175870"/>
            </a:xfrm>
            <a:custGeom>
              <a:avLst/>
              <a:gdLst>
                <a:gd name="T0" fmla="*/ 0 w 120000"/>
                <a:gd name="T1" fmla="*/ 0 h 120000"/>
                <a:gd name="T2" fmla="*/ 120000 w 120000"/>
                <a:gd name="T3" fmla="*/ 120000 h 120000"/>
              </a:gdLst>
              <a:ahLst/>
              <a:cxnLst>
                <a:cxn ang="0">
                  <a:pos x="17967" y="0"/>
                </a:cxn>
                <a:cxn ang="0">
                  <a:pos x="120000" y="0"/>
                </a:cxn>
                <a:cxn ang="0">
                  <a:pos x="114365" y="10088"/>
                </a:cxn>
                <a:cxn ang="0">
                  <a:pos x="814" y="99809"/>
                </a:cxn>
                <a:cxn ang="0">
                  <a:pos x="11231" y="12303"/>
                </a:cxn>
                <a:cxn ang="0">
                  <a:pos x="17967" y="0"/>
                </a:cxn>
              </a:cxnLst>
              <a:rect l="T0" t="T1" r="T2" b="T3"/>
              <a:pathLst>
                <a:path w="120000" h="120000" extrusionOk="0">
                  <a:moveTo>
                    <a:pt x="17967" y="0"/>
                  </a:moveTo>
                  <a:lnTo>
                    <a:pt x="120000" y="0"/>
                  </a:lnTo>
                  <a:lnTo>
                    <a:pt x="114365" y="10088"/>
                  </a:lnTo>
                  <a:cubicBezTo>
                    <a:pt x="63194" y="104150"/>
                    <a:pt x="4712" y="149011"/>
                    <a:pt x="814" y="99809"/>
                  </a:cubicBezTo>
                  <a:cubicBezTo>
                    <a:pt x="-1744" y="62908"/>
                    <a:pt x="1727" y="34960"/>
                    <a:pt x="11231" y="12303"/>
                  </a:cubicBezTo>
                  <a:lnTo>
                    <a:pt x="17967" y="0"/>
                  </a:lnTo>
                  <a:close/>
                </a:path>
              </a:pathLst>
            </a:custGeom>
            <a:solidFill>
              <a:schemeClr val="bg2"/>
            </a:solidFill>
            <a:ln w="9525">
              <a:noFill/>
              <a:round/>
              <a:headEnd/>
              <a:tailEnd/>
            </a:ln>
          </p:spPr>
          <p:txBody>
            <a:bodyPr lIns="91425" tIns="45700" rIns="91425" bIns="45700"/>
            <a:lstStyle/>
            <a:p>
              <a:pPr>
                <a:defRPr/>
              </a:pPr>
              <a:endParaRPr lang="en-US"/>
            </a:p>
          </p:txBody>
        </p:sp>
        <p:sp>
          <p:nvSpPr>
            <p:cNvPr id="12" name="Google Shape;46;p4">
              <a:extLst>
                <a:ext uri="{FF2B5EF4-FFF2-40B4-BE49-F238E27FC236}">
                  <a16:creationId xmlns:a16="http://schemas.microsoft.com/office/drawing/2014/main" id="{9AF7DF4C-B0E5-326F-E5C4-4A4F0E07D9FE}"/>
                </a:ext>
              </a:extLst>
            </p:cNvPr>
            <p:cNvSpPr/>
            <p:nvPr/>
          </p:nvSpPr>
          <p:spPr>
            <a:xfrm>
              <a:off x="10075672" y="5964139"/>
              <a:ext cx="197737" cy="230263"/>
            </a:xfrm>
            <a:custGeom>
              <a:avLst/>
              <a:gdLst/>
              <a:ahLst/>
              <a:cxnLst/>
              <a:rect l="0" t="0" r="0" b="0"/>
              <a:pathLst>
                <a:path w="120000" h="120000" extrusionOk="0">
                  <a:moveTo>
                    <a:pt x="44039" y="0"/>
                  </a:moveTo>
                  <a:lnTo>
                    <a:pt x="119999" y="0"/>
                  </a:lnTo>
                  <a:lnTo>
                    <a:pt x="119999" y="88431"/>
                  </a:lnTo>
                  <a:lnTo>
                    <a:pt x="99120" y="103121"/>
                  </a:lnTo>
                  <a:cubicBezTo>
                    <a:pt x="57682" y="127594"/>
                    <a:pt x="19878" y="123041"/>
                    <a:pt x="5339" y="104829"/>
                  </a:cubicBezTo>
                  <a:cubicBezTo>
                    <a:pt x="-14046" y="79441"/>
                    <a:pt x="24725" y="66196"/>
                    <a:pt x="36357" y="47431"/>
                  </a:cubicBezTo>
                  <a:cubicBezTo>
                    <a:pt x="38942" y="42464"/>
                    <a:pt x="40881" y="33219"/>
                    <a:pt x="42335" y="21733"/>
                  </a:cubicBezTo>
                  <a:lnTo>
                    <a:pt x="44039" y="0"/>
                  </a:ln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3" name="Google Shape;47;p4">
              <a:extLst>
                <a:ext uri="{FF2B5EF4-FFF2-40B4-BE49-F238E27FC236}">
                  <a16:creationId xmlns:a16="http://schemas.microsoft.com/office/drawing/2014/main" id="{4669AB27-3970-FA81-DFB3-FC281C462502}"/>
                </a:ext>
              </a:extLst>
            </p:cNvPr>
            <p:cNvSpPr>
              <a:spLocks/>
            </p:cNvSpPr>
            <p:nvPr/>
          </p:nvSpPr>
          <p:spPr bwMode="auto">
            <a:xfrm>
              <a:off x="6625864" y="2559158"/>
              <a:ext cx="3815270" cy="727049"/>
            </a:xfrm>
            <a:custGeom>
              <a:avLst/>
              <a:gdLst>
                <a:gd name="T0" fmla="*/ 0 w 120000"/>
                <a:gd name="T1" fmla="*/ 0 h 120000"/>
                <a:gd name="T2" fmla="*/ 120000 w 120000"/>
                <a:gd name="T3" fmla="*/ 120000 h 120000"/>
              </a:gdLst>
              <a:ahLst/>
              <a:cxnLst>
                <a:cxn ang="0">
                  <a:pos x="6569" y="21185"/>
                </a:cxn>
                <a:cxn ang="0">
                  <a:pos x="9669" y="40847"/>
                </a:cxn>
                <a:cxn ang="0">
                  <a:pos x="10808" y="77732"/>
                </a:cxn>
                <a:cxn ang="0">
                  <a:pos x="15700" y="118449"/>
                </a:cxn>
                <a:cxn ang="0">
                  <a:pos x="15989" y="120000"/>
                </a:cxn>
                <a:cxn ang="0">
                  <a:pos x="8525" y="120000"/>
                </a:cxn>
                <a:cxn ang="0">
                  <a:pos x="8524" y="119990"/>
                </a:cxn>
                <a:cxn ang="0">
                  <a:pos x="6590" y="101970"/>
                </a:cxn>
                <a:cxn ang="0">
                  <a:pos x="1970" y="77732"/>
                </a:cxn>
                <a:cxn ang="0">
                  <a:pos x="95" y="57006"/>
                </a:cxn>
                <a:cxn ang="0">
                  <a:pos x="1836" y="42603"/>
                </a:cxn>
                <a:cxn ang="0">
                  <a:pos x="4112" y="31714"/>
                </a:cxn>
                <a:cxn ang="0">
                  <a:pos x="5384" y="25039"/>
                </a:cxn>
                <a:cxn ang="0">
                  <a:pos x="6054" y="22229"/>
                </a:cxn>
                <a:cxn ang="0">
                  <a:pos x="6569" y="21185"/>
                </a:cxn>
                <a:cxn ang="0">
                  <a:pos x="102934" y="0"/>
                </a:cxn>
                <a:cxn ang="0">
                  <a:pos x="118950" y="0"/>
                </a:cxn>
                <a:cxn ang="0">
                  <a:pos x="119062" y="565"/>
                </a:cxn>
                <a:cxn ang="0">
                  <a:pos x="119538" y="7475"/>
                </a:cxn>
                <a:cxn ang="0">
                  <a:pos x="118801" y="50683"/>
                </a:cxn>
                <a:cxn ang="0">
                  <a:pos x="114449" y="49629"/>
                </a:cxn>
                <a:cxn ang="0">
                  <a:pos x="110767" y="41901"/>
                </a:cxn>
                <a:cxn ang="0">
                  <a:pos x="104741" y="7124"/>
                </a:cxn>
                <a:cxn ang="0">
                  <a:pos x="103347" y="1124"/>
                </a:cxn>
                <a:cxn ang="0">
                  <a:pos x="102934" y="0"/>
                </a:cxn>
                <a:cxn ang="0">
                  <a:pos x="24322" y="0"/>
                </a:cxn>
                <a:cxn ang="0">
                  <a:pos x="68335" y="0"/>
                </a:cxn>
                <a:cxn ang="0">
                  <a:pos x="67938" y="573"/>
                </a:cxn>
                <a:cxn ang="0">
                  <a:pos x="65306" y="3259"/>
                </a:cxn>
                <a:cxn ang="0">
                  <a:pos x="64905" y="15203"/>
                </a:cxn>
                <a:cxn ang="0">
                  <a:pos x="74077" y="118480"/>
                </a:cxn>
                <a:cxn ang="0">
                  <a:pos x="74157" y="119999"/>
                </a:cxn>
                <a:cxn ang="0">
                  <a:pos x="39407" y="119999"/>
                </a:cxn>
                <a:cxn ang="0">
                  <a:pos x="39209" y="119120"/>
                </a:cxn>
                <a:cxn ang="0">
                  <a:pos x="35848" y="104078"/>
                </a:cxn>
                <a:cxn ang="0">
                  <a:pos x="35379" y="106537"/>
                </a:cxn>
                <a:cxn ang="0">
                  <a:pos x="33721" y="117992"/>
                </a:cxn>
                <a:cxn ang="0">
                  <a:pos x="33409" y="119999"/>
                </a:cxn>
                <a:cxn ang="0">
                  <a:pos x="21293" y="119999"/>
                </a:cxn>
                <a:cxn ang="0">
                  <a:pos x="21604" y="117492"/>
                </a:cxn>
                <a:cxn ang="0">
                  <a:pos x="25068" y="99511"/>
                </a:cxn>
                <a:cxn ang="0">
                  <a:pos x="28416" y="69652"/>
                </a:cxn>
                <a:cxn ang="0">
                  <a:pos x="28916" y="61804"/>
                </a:cxn>
                <a:cxn ang="0">
                  <a:pos x="29572" y="55412"/>
                </a:cxn>
                <a:cxn ang="0">
                  <a:pos x="29693" y="54229"/>
                </a:cxn>
                <a:cxn ang="0">
                  <a:pos x="34241" y="27849"/>
                </a:cxn>
                <a:cxn ang="0">
                  <a:pos x="31897" y="13447"/>
                </a:cxn>
                <a:cxn ang="0">
                  <a:pos x="29914" y="12086"/>
                </a:cxn>
                <a:cxn ang="0">
                  <a:pos x="29572" y="12670"/>
                </a:cxn>
                <a:cxn ang="0">
                  <a:pos x="29572" y="12670"/>
                </a:cxn>
                <a:cxn ang="0">
                  <a:pos x="28856" y="13892"/>
                </a:cxn>
                <a:cxn ang="0">
                  <a:pos x="27680" y="15203"/>
                </a:cxn>
                <a:cxn ang="0">
                  <a:pos x="25336" y="7124"/>
                </a:cxn>
                <a:cxn ang="0">
                  <a:pos x="24332" y="98"/>
                </a:cxn>
                <a:cxn ang="0">
                  <a:pos x="24322" y="0"/>
                </a:cxn>
              </a:cxnLst>
              <a:rect l="T0" t="T1" r="T2" b="T3"/>
              <a:pathLst>
                <a:path w="120000" h="120000" extrusionOk="0">
                  <a:moveTo>
                    <a:pt x="6569" y="21185"/>
                  </a:moveTo>
                  <a:cubicBezTo>
                    <a:pt x="7692" y="20791"/>
                    <a:pt x="8322" y="33777"/>
                    <a:pt x="9669" y="40847"/>
                  </a:cubicBezTo>
                  <a:cubicBezTo>
                    <a:pt x="11209" y="48926"/>
                    <a:pt x="10875" y="73165"/>
                    <a:pt x="10808" y="77732"/>
                  </a:cubicBezTo>
                  <a:cubicBezTo>
                    <a:pt x="10749" y="81420"/>
                    <a:pt x="14279" y="109583"/>
                    <a:pt x="15700" y="118449"/>
                  </a:cubicBezTo>
                  <a:lnTo>
                    <a:pt x="15989" y="120000"/>
                  </a:lnTo>
                  <a:lnTo>
                    <a:pt x="8525" y="120000"/>
                  </a:lnTo>
                  <a:lnTo>
                    <a:pt x="8524" y="119990"/>
                  </a:lnTo>
                  <a:cubicBezTo>
                    <a:pt x="7669" y="112091"/>
                    <a:pt x="6975" y="105571"/>
                    <a:pt x="6590" y="101970"/>
                  </a:cubicBezTo>
                  <a:cubicBezTo>
                    <a:pt x="4983" y="87216"/>
                    <a:pt x="4648" y="89675"/>
                    <a:pt x="1970" y="77732"/>
                  </a:cubicBezTo>
                  <a:cubicBezTo>
                    <a:pt x="-640" y="65437"/>
                    <a:pt x="95" y="60519"/>
                    <a:pt x="95" y="57006"/>
                  </a:cubicBezTo>
                  <a:cubicBezTo>
                    <a:pt x="95" y="53493"/>
                    <a:pt x="1367" y="45062"/>
                    <a:pt x="1836" y="42603"/>
                  </a:cubicBezTo>
                  <a:cubicBezTo>
                    <a:pt x="2372" y="40144"/>
                    <a:pt x="3778" y="34524"/>
                    <a:pt x="4112" y="31714"/>
                  </a:cubicBezTo>
                  <a:cubicBezTo>
                    <a:pt x="4447" y="28903"/>
                    <a:pt x="4983" y="26093"/>
                    <a:pt x="5384" y="25039"/>
                  </a:cubicBezTo>
                  <a:cubicBezTo>
                    <a:pt x="5786" y="23985"/>
                    <a:pt x="6054" y="22229"/>
                    <a:pt x="6054" y="22229"/>
                  </a:cubicBezTo>
                  <a:cubicBezTo>
                    <a:pt x="6238" y="21570"/>
                    <a:pt x="6409" y="21241"/>
                    <a:pt x="6569" y="21185"/>
                  </a:cubicBezTo>
                  <a:close/>
                  <a:moveTo>
                    <a:pt x="102934" y="0"/>
                  </a:moveTo>
                  <a:lnTo>
                    <a:pt x="118950" y="0"/>
                  </a:lnTo>
                  <a:lnTo>
                    <a:pt x="119062" y="565"/>
                  </a:lnTo>
                  <a:cubicBezTo>
                    <a:pt x="119299" y="2491"/>
                    <a:pt x="119454" y="4753"/>
                    <a:pt x="119538" y="7475"/>
                  </a:cubicBezTo>
                  <a:cubicBezTo>
                    <a:pt x="119805" y="18365"/>
                    <a:pt x="120743" y="40144"/>
                    <a:pt x="118801" y="50683"/>
                  </a:cubicBezTo>
                  <a:cubicBezTo>
                    <a:pt x="116926" y="61221"/>
                    <a:pt x="115855" y="52088"/>
                    <a:pt x="114449" y="49629"/>
                  </a:cubicBezTo>
                  <a:cubicBezTo>
                    <a:pt x="113110" y="47170"/>
                    <a:pt x="112173" y="42252"/>
                    <a:pt x="110767" y="41901"/>
                  </a:cubicBezTo>
                  <a:cubicBezTo>
                    <a:pt x="109428" y="41198"/>
                    <a:pt x="106415" y="15906"/>
                    <a:pt x="104741" y="7124"/>
                  </a:cubicBezTo>
                  <a:cubicBezTo>
                    <a:pt x="104323" y="4840"/>
                    <a:pt x="103867" y="2886"/>
                    <a:pt x="103347" y="1124"/>
                  </a:cubicBezTo>
                  <a:lnTo>
                    <a:pt x="102934" y="0"/>
                  </a:lnTo>
                  <a:close/>
                  <a:moveTo>
                    <a:pt x="24322" y="0"/>
                  </a:moveTo>
                  <a:lnTo>
                    <a:pt x="68335" y="0"/>
                  </a:lnTo>
                  <a:lnTo>
                    <a:pt x="67938" y="573"/>
                  </a:lnTo>
                  <a:cubicBezTo>
                    <a:pt x="66581" y="2370"/>
                    <a:pt x="65558" y="3259"/>
                    <a:pt x="65306" y="3259"/>
                  </a:cubicBezTo>
                  <a:cubicBezTo>
                    <a:pt x="64570" y="3259"/>
                    <a:pt x="64168" y="6421"/>
                    <a:pt x="64905" y="15203"/>
                  </a:cubicBezTo>
                  <a:cubicBezTo>
                    <a:pt x="65574" y="23985"/>
                    <a:pt x="72738" y="86514"/>
                    <a:pt x="74077" y="118480"/>
                  </a:cubicBezTo>
                  <a:lnTo>
                    <a:pt x="74157" y="119999"/>
                  </a:lnTo>
                  <a:lnTo>
                    <a:pt x="39407" y="119999"/>
                  </a:lnTo>
                  <a:lnTo>
                    <a:pt x="39209" y="119120"/>
                  </a:lnTo>
                  <a:cubicBezTo>
                    <a:pt x="37298" y="110598"/>
                    <a:pt x="35848" y="104078"/>
                    <a:pt x="35848" y="104078"/>
                  </a:cubicBezTo>
                  <a:cubicBezTo>
                    <a:pt x="35848" y="104078"/>
                    <a:pt x="35848" y="104078"/>
                    <a:pt x="35379" y="106537"/>
                  </a:cubicBezTo>
                  <a:cubicBezTo>
                    <a:pt x="35362" y="107064"/>
                    <a:pt x="34718" y="111477"/>
                    <a:pt x="33721" y="117992"/>
                  </a:cubicBezTo>
                  <a:lnTo>
                    <a:pt x="33409" y="119999"/>
                  </a:lnTo>
                  <a:lnTo>
                    <a:pt x="21293" y="119999"/>
                  </a:lnTo>
                  <a:lnTo>
                    <a:pt x="21604" y="117492"/>
                  </a:lnTo>
                  <a:cubicBezTo>
                    <a:pt x="22909" y="107744"/>
                    <a:pt x="23763" y="106097"/>
                    <a:pt x="25068" y="99511"/>
                  </a:cubicBezTo>
                  <a:cubicBezTo>
                    <a:pt x="26809" y="90378"/>
                    <a:pt x="27613" y="90729"/>
                    <a:pt x="28416" y="69652"/>
                  </a:cubicBezTo>
                  <a:cubicBezTo>
                    <a:pt x="28525" y="67017"/>
                    <a:pt x="28697" y="64388"/>
                    <a:pt x="28916" y="61804"/>
                  </a:cubicBezTo>
                  <a:lnTo>
                    <a:pt x="29572" y="55412"/>
                  </a:lnTo>
                  <a:lnTo>
                    <a:pt x="29693" y="54229"/>
                  </a:lnTo>
                  <a:cubicBezTo>
                    <a:pt x="31454" y="39508"/>
                    <a:pt x="34241" y="27849"/>
                    <a:pt x="34241" y="27849"/>
                  </a:cubicBezTo>
                  <a:cubicBezTo>
                    <a:pt x="34241" y="27849"/>
                    <a:pt x="33236" y="18716"/>
                    <a:pt x="31897" y="13447"/>
                  </a:cubicBezTo>
                  <a:cubicBezTo>
                    <a:pt x="31228" y="10812"/>
                    <a:pt x="30592" y="11076"/>
                    <a:pt x="29914" y="12086"/>
                  </a:cubicBezTo>
                  <a:lnTo>
                    <a:pt x="29572" y="12670"/>
                  </a:lnTo>
                  <a:lnTo>
                    <a:pt x="28856" y="13892"/>
                  </a:lnTo>
                  <a:cubicBezTo>
                    <a:pt x="28487" y="14501"/>
                    <a:pt x="28098" y="15028"/>
                    <a:pt x="27680" y="15203"/>
                  </a:cubicBezTo>
                  <a:cubicBezTo>
                    <a:pt x="25939" y="15906"/>
                    <a:pt x="25537" y="10285"/>
                    <a:pt x="25336" y="7124"/>
                  </a:cubicBezTo>
                  <a:cubicBezTo>
                    <a:pt x="25135" y="3962"/>
                    <a:pt x="24734" y="2206"/>
                    <a:pt x="24332" y="98"/>
                  </a:cubicBezTo>
                  <a:lnTo>
                    <a:pt x="24322" y="0"/>
                  </a:lnTo>
                  <a:close/>
                </a:path>
              </a:pathLst>
            </a:custGeom>
            <a:solidFill>
              <a:srgbClr val="4CCD93"/>
            </a:solidFill>
            <a:ln w="9525">
              <a:noFill/>
              <a:round/>
              <a:headEnd/>
              <a:tailEnd/>
            </a:ln>
          </p:spPr>
          <p:txBody>
            <a:bodyPr lIns="91425" tIns="45700" rIns="91425" bIns="45700"/>
            <a:lstStyle/>
            <a:p>
              <a:pPr>
                <a:defRPr/>
              </a:pPr>
              <a:endParaRPr lang="en-US"/>
            </a:p>
          </p:txBody>
        </p:sp>
        <p:sp>
          <p:nvSpPr>
            <p:cNvPr id="14" name="Google Shape;48;p4">
              <a:extLst>
                <a:ext uri="{FF2B5EF4-FFF2-40B4-BE49-F238E27FC236}">
                  <a16:creationId xmlns:a16="http://schemas.microsoft.com/office/drawing/2014/main" id="{34402315-7647-B358-DF8F-D66DF13D70F8}"/>
                </a:ext>
              </a:extLst>
            </p:cNvPr>
            <p:cNvSpPr>
              <a:spLocks/>
            </p:cNvSpPr>
            <p:nvPr/>
          </p:nvSpPr>
          <p:spPr bwMode="auto">
            <a:xfrm>
              <a:off x="7296758" y="1832110"/>
              <a:ext cx="3110830" cy="727048"/>
            </a:xfrm>
            <a:custGeom>
              <a:avLst/>
              <a:gdLst>
                <a:gd name="T0" fmla="*/ 0 w 120000"/>
                <a:gd name="T1" fmla="*/ 0 h 120000"/>
                <a:gd name="T2" fmla="*/ 120000 w 120000"/>
                <a:gd name="T3" fmla="*/ 120000 h 120000"/>
              </a:gdLst>
              <a:ahLst/>
              <a:cxnLst>
                <a:cxn ang="0">
                  <a:pos x="12605" y="0"/>
                </a:cxn>
                <a:cxn ang="0">
                  <a:pos x="20113" y="10849"/>
                </a:cxn>
                <a:cxn ang="0">
                  <a:pos x="24713" y="71270"/>
                </a:cxn>
                <a:cxn ang="0">
                  <a:pos x="29805" y="97265"/>
                </a:cxn>
                <a:cxn ang="0">
                  <a:pos x="34486" y="94806"/>
                </a:cxn>
                <a:cxn ang="0">
                  <a:pos x="40317" y="75485"/>
                </a:cxn>
                <a:cxn ang="0">
                  <a:pos x="51076" y="69162"/>
                </a:cxn>
                <a:cxn ang="0">
                  <a:pos x="55018" y="61785"/>
                </a:cxn>
                <a:cxn ang="0">
                  <a:pos x="69473" y="44221"/>
                </a:cxn>
                <a:cxn ang="0">
                  <a:pos x="82860" y="47734"/>
                </a:cxn>
                <a:cxn ang="0">
                  <a:pos x="103802" y="94103"/>
                </a:cxn>
                <a:cxn ang="0">
                  <a:pos x="114397" y="108857"/>
                </a:cxn>
                <a:cxn ang="0">
                  <a:pos x="118945" y="115663"/>
                </a:cxn>
                <a:cxn ang="0">
                  <a:pos x="120000" y="119999"/>
                </a:cxn>
                <a:cxn ang="0">
                  <a:pos x="100354" y="119999"/>
                </a:cxn>
                <a:cxn ang="0">
                  <a:pos x="98680" y="116278"/>
                </a:cxn>
                <a:cxn ang="0">
                  <a:pos x="92140" y="106749"/>
                </a:cxn>
                <a:cxn ang="0">
                  <a:pos x="79574" y="89888"/>
                </a:cxn>
                <a:cxn ang="0">
                  <a:pos x="73497" y="86024"/>
                </a:cxn>
                <a:cxn ang="0">
                  <a:pos x="66680" y="103939"/>
                </a:cxn>
                <a:cxn ang="0">
                  <a:pos x="59207" y="118473"/>
                </a:cxn>
                <a:cxn ang="0">
                  <a:pos x="57912" y="119999"/>
                </a:cxn>
                <a:cxn ang="0">
                  <a:pos x="3922" y="119999"/>
                </a:cxn>
                <a:cxn ang="0">
                  <a:pos x="3730" y="118485"/>
                </a:cxn>
                <a:cxn ang="0">
                  <a:pos x="3441" y="114829"/>
                </a:cxn>
                <a:cxn ang="0">
                  <a:pos x="2456" y="104993"/>
                </a:cxn>
                <a:cxn ang="0">
                  <a:pos x="1142" y="101831"/>
                </a:cxn>
                <a:cxn ang="0">
                  <a:pos x="1717" y="78296"/>
                </a:cxn>
                <a:cxn ang="0">
                  <a:pos x="156" y="71270"/>
                </a:cxn>
                <a:cxn ang="0">
                  <a:pos x="2292" y="18226"/>
                </a:cxn>
                <a:cxn ang="0">
                  <a:pos x="10063" y="706"/>
                </a:cxn>
                <a:cxn ang="0">
                  <a:pos x="10362" y="623"/>
                </a:cxn>
                <a:cxn ang="0">
                  <a:pos x="10362" y="622"/>
                </a:cxn>
                <a:cxn ang="0">
                  <a:pos x="12605" y="0"/>
                </a:cxn>
              </a:cxnLst>
              <a:rect l="T0" t="T1" r="T2" b="T3"/>
              <a:pathLst>
                <a:path w="120000" h="120000" extrusionOk="0">
                  <a:moveTo>
                    <a:pt x="12605" y="0"/>
                  </a:moveTo>
                  <a:cubicBezTo>
                    <a:pt x="15186" y="245"/>
                    <a:pt x="17834" y="3472"/>
                    <a:pt x="20113" y="10849"/>
                  </a:cubicBezTo>
                  <a:cubicBezTo>
                    <a:pt x="26191" y="30872"/>
                    <a:pt x="25945" y="55813"/>
                    <a:pt x="24713" y="71270"/>
                  </a:cubicBezTo>
                  <a:cubicBezTo>
                    <a:pt x="23481" y="87077"/>
                    <a:pt x="29805" y="97265"/>
                    <a:pt x="29805" y="97265"/>
                  </a:cubicBezTo>
                  <a:cubicBezTo>
                    <a:pt x="30954" y="98318"/>
                    <a:pt x="32269" y="98318"/>
                    <a:pt x="34486" y="94806"/>
                  </a:cubicBezTo>
                  <a:cubicBezTo>
                    <a:pt x="36621" y="90941"/>
                    <a:pt x="36868" y="85321"/>
                    <a:pt x="40317" y="75485"/>
                  </a:cubicBezTo>
                  <a:cubicBezTo>
                    <a:pt x="43684" y="65649"/>
                    <a:pt x="51076" y="69162"/>
                    <a:pt x="51076" y="69162"/>
                  </a:cubicBezTo>
                  <a:cubicBezTo>
                    <a:pt x="51076" y="64946"/>
                    <a:pt x="53786" y="61785"/>
                    <a:pt x="55018" y="61785"/>
                  </a:cubicBezTo>
                  <a:cubicBezTo>
                    <a:pt x="56250" y="61785"/>
                    <a:pt x="63149" y="50544"/>
                    <a:pt x="69473" y="44221"/>
                  </a:cubicBezTo>
                  <a:cubicBezTo>
                    <a:pt x="75797" y="37898"/>
                    <a:pt x="81053" y="43167"/>
                    <a:pt x="82860" y="47734"/>
                  </a:cubicBezTo>
                  <a:cubicBezTo>
                    <a:pt x="84666" y="52652"/>
                    <a:pt x="98053" y="79700"/>
                    <a:pt x="103802" y="94103"/>
                  </a:cubicBezTo>
                  <a:cubicBezTo>
                    <a:pt x="109551" y="108857"/>
                    <a:pt x="110208" y="104642"/>
                    <a:pt x="114397" y="108857"/>
                  </a:cubicBezTo>
                  <a:cubicBezTo>
                    <a:pt x="116450" y="110965"/>
                    <a:pt x="117928" y="112897"/>
                    <a:pt x="118945" y="115663"/>
                  </a:cubicBezTo>
                  <a:lnTo>
                    <a:pt x="120000" y="119999"/>
                  </a:lnTo>
                  <a:lnTo>
                    <a:pt x="100354" y="119999"/>
                  </a:lnTo>
                  <a:lnTo>
                    <a:pt x="98680" y="116278"/>
                  </a:lnTo>
                  <a:cubicBezTo>
                    <a:pt x="97027" y="113248"/>
                    <a:pt x="94933" y="110438"/>
                    <a:pt x="92140" y="106749"/>
                  </a:cubicBezTo>
                  <a:cubicBezTo>
                    <a:pt x="86555" y="99372"/>
                    <a:pt x="82777" y="95859"/>
                    <a:pt x="79574" y="89888"/>
                  </a:cubicBezTo>
                  <a:cubicBezTo>
                    <a:pt x="76454" y="84267"/>
                    <a:pt x="75057" y="86024"/>
                    <a:pt x="73497" y="86024"/>
                  </a:cubicBezTo>
                  <a:cubicBezTo>
                    <a:pt x="71937" y="86024"/>
                    <a:pt x="70787" y="90941"/>
                    <a:pt x="66680" y="103939"/>
                  </a:cubicBezTo>
                  <a:cubicBezTo>
                    <a:pt x="64627" y="110438"/>
                    <a:pt x="61712" y="115268"/>
                    <a:pt x="59207" y="118473"/>
                  </a:cubicBezTo>
                  <a:lnTo>
                    <a:pt x="57912" y="119999"/>
                  </a:lnTo>
                  <a:lnTo>
                    <a:pt x="3922" y="119999"/>
                  </a:lnTo>
                  <a:lnTo>
                    <a:pt x="3730" y="118485"/>
                  </a:lnTo>
                  <a:cubicBezTo>
                    <a:pt x="3657" y="116871"/>
                    <a:pt x="3873" y="115356"/>
                    <a:pt x="3441" y="114829"/>
                  </a:cubicBezTo>
                  <a:cubicBezTo>
                    <a:pt x="2867" y="113775"/>
                    <a:pt x="2456" y="107101"/>
                    <a:pt x="2456" y="104993"/>
                  </a:cubicBezTo>
                  <a:cubicBezTo>
                    <a:pt x="2456" y="102885"/>
                    <a:pt x="2456" y="103237"/>
                    <a:pt x="1142" y="101831"/>
                  </a:cubicBezTo>
                  <a:cubicBezTo>
                    <a:pt x="-253" y="100426"/>
                    <a:pt x="1799" y="80754"/>
                    <a:pt x="1717" y="78296"/>
                  </a:cubicBezTo>
                  <a:cubicBezTo>
                    <a:pt x="1635" y="75836"/>
                    <a:pt x="649" y="77593"/>
                    <a:pt x="156" y="71270"/>
                  </a:cubicBezTo>
                  <a:cubicBezTo>
                    <a:pt x="-335" y="64947"/>
                    <a:pt x="321" y="30170"/>
                    <a:pt x="2292" y="18226"/>
                  </a:cubicBezTo>
                  <a:cubicBezTo>
                    <a:pt x="3811" y="9620"/>
                    <a:pt x="6747" y="2857"/>
                    <a:pt x="10063" y="706"/>
                  </a:cubicBezTo>
                  <a:lnTo>
                    <a:pt x="10362" y="623"/>
                  </a:lnTo>
                  <a:lnTo>
                    <a:pt x="10362" y="622"/>
                  </a:lnTo>
                  <a:lnTo>
                    <a:pt x="12605"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15" name="Google Shape;49;p4">
              <a:extLst>
                <a:ext uri="{FF2B5EF4-FFF2-40B4-BE49-F238E27FC236}">
                  <a16:creationId xmlns:a16="http://schemas.microsoft.com/office/drawing/2014/main" id="{21C4BEB1-6A03-DDD9-4F6C-FC8F199CF9EE}"/>
                </a:ext>
              </a:extLst>
            </p:cNvPr>
            <p:cNvSpPr>
              <a:spLocks/>
            </p:cNvSpPr>
            <p:nvPr/>
          </p:nvSpPr>
          <p:spPr bwMode="auto">
            <a:xfrm>
              <a:off x="7776977" y="4013256"/>
              <a:ext cx="1816711" cy="727049"/>
            </a:xfrm>
            <a:custGeom>
              <a:avLst/>
              <a:gdLst>
                <a:gd name="T0" fmla="*/ 0 w 120000"/>
                <a:gd name="T1" fmla="*/ 0 h 120000"/>
                <a:gd name="T2" fmla="*/ 120000 w 120000"/>
                <a:gd name="T3" fmla="*/ 120000 h 120000"/>
              </a:gdLst>
              <a:ahLst/>
              <a:cxnLst>
                <a:cxn ang="0">
                  <a:pos x="35488" y="0"/>
                </a:cxn>
                <a:cxn ang="0">
                  <a:pos x="107866" y="0"/>
                </a:cxn>
                <a:cxn ang="0">
                  <a:pos x="108035" y="2600"/>
                </a:cxn>
                <a:cxn ang="0">
                  <a:pos x="101160" y="47448"/>
                </a:cxn>
                <a:cxn ang="0">
                  <a:pos x="119388" y="116458"/>
                </a:cxn>
                <a:cxn ang="0">
                  <a:pos x="120000" y="119999"/>
                </a:cxn>
                <a:cxn ang="0">
                  <a:pos x="84908" y="119999"/>
                </a:cxn>
                <a:cxn ang="0">
                  <a:pos x="81530" y="112567"/>
                </a:cxn>
                <a:cxn ang="0">
                  <a:pos x="68121" y="82927"/>
                </a:cxn>
                <a:cxn ang="0">
                  <a:pos x="29178" y="90655"/>
                </a:cxn>
                <a:cxn ang="0">
                  <a:pos x="34094" y="103823"/>
                </a:cxn>
                <a:cxn ang="0">
                  <a:pos x="37377" y="119999"/>
                </a:cxn>
                <a:cxn ang="0">
                  <a:pos x="7167" y="119999"/>
                </a:cxn>
                <a:cxn ang="0">
                  <a:pos x="2466" y="99086"/>
                </a:cxn>
                <a:cxn ang="0">
                  <a:pos x="8371" y="38665"/>
                </a:cxn>
                <a:cxn ang="0">
                  <a:pos x="28335" y="6347"/>
                </a:cxn>
                <a:cxn ang="0">
                  <a:pos x="35171" y="293"/>
                </a:cxn>
                <a:cxn ang="0">
                  <a:pos x="35488" y="0"/>
                </a:cxn>
              </a:cxnLst>
              <a:rect l="T0" t="T1" r="T2" b="T3"/>
              <a:pathLst>
                <a:path w="120000" h="120000" extrusionOk="0">
                  <a:moveTo>
                    <a:pt x="35488" y="0"/>
                  </a:moveTo>
                  <a:lnTo>
                    <a:pt x="107866" y="0"/>
                  </a:lnTo>
                  <a:lnTo>
                    <a:pt x="108035" y="2600"/>
                  </a:lnTo>
                  <a:cubicBezTo>
                    <a:pt x="108694" y="30773"/>
                    <a:pt x="101160" y="47448"/>
                    <a:pt x="101160" y="47448"/>
                  </a:cubicBezTo>
                  <a:cubicBezTo>
                    <a:pt x="108224" y="64572"/>
                    <a:pt x="115842" y="97505"/>
                    <a:pt x="119388" y="116458"/>
                  </a:cubicBezTo>
                  <a:lnTo>
                    <a:pt x="120000" y="119999"/>
                  </a:lnTo>
                  <a:lnTo>
                    <a:pt x="84908" y="119999"/>
                  </a:lnTo>
                  <a:lnTo>
                    <a:pt x="81530" y="112567"/>
                  </a:lnTo>
                  <a:cubicBezTo>
                    <a:pt x="74377" y="96803"/>
                    <a:pt x="68121" y="82927"/>
                    <a:pt x="68121" y="82927"/>
                  </a:cubicBezTo>
                  <a:cubicBezTo>
                    <a:pt x="63904" y="88196"/>
                    <a:pt x="29178" y="90655"/>
                    <a:pt x="29178" y="90655"/>
                  </a:cubicBezTo>
                  <a:cubicBezTo>
                    <a:pt x="31111" y="94080"/>
                    <a:pt x="32728" y="98647"/>
                    <a:pt x="34094" y="103823"/>
                  </a:cubicBezTo>
                  <a:lnTo>
                    <a:pt x="37377" y="119999"/>
                  </a:lnTo>
                  <a:lnTo>
                    <a:pt x="7167" y="119999"/>
                  </a:lnTo>
                  <a:lnTo>
                    <a:pt x="2466" y="99086"/>
                  </a:lnTo>
                  <a:cubicBezTo>
                    <a:pt x="-4140" y="65714"/>
                    <a:pt x="4153" y="42881"/>
                    <a:pt x="8371" y="38665"/>
                  </a:cubicBezTo>
                  <a:cubicBezTo>
                    <a:pt x="12448" y="34450"/>
                    <a:pt x="20462" y="13022"/>
                    <a:pt x="28335" y="6347"/>
                  </a:cubicBezTo>
                  <a:cubicBezTo>
                    <a:pt x="30303" y="4679"/>
                    <a:pt x="32693" y="2549"/>
                    <a:pt x="35171" y="293"/>
                  </a:cubicBezTo>
                  <a:lnTo>
                    <a:pt x="35488" y="0"/>
                  </a:lnTo>
                  <a:close/>
                </a:path>
              </a:pathLst>
            </a:custGeom>
            <a:solidFill>
              <a:srgbClr val="323F4F"/>
            </a:solidFill>
            <a:ln w="9525">
              <a:noFill/>
              <a:round/>
              <a:headEnd/>
              <a:tailEnd/>
            </a:ln>
          </p:spPr>
          <p:txBody>
            <a:bodyPr lIns="91425" tIns="45700" rIns="91425" bIns="45700"/>
            <a:lstStyle/>
            <a:p>
              <a:pPr>
                <a:defRPr/>
              </a:pPr>
              <a:endParaRPr lang="en-US"/>
            </a:p>
          </p:txBody>
        </p:sp>
        <p:sp>
          <p:nvSpPr>
            <p:cNvPr id="16" name="Google Shape;50;p4">
              <a:extLst>
                <a:ext uri="{FF2B5EF4-FFF2-40B4-BE49-F238E27FC236}">
                  <a16:creationId xmlns:a16="http://schemas.microsoft.com/office/drawing/2014/main" id="{91243DC3-6CD4-7316-B39A-68E7D007F2C4}"/>
                </a:ext>
              </a:extLst>
            </p:cNvPr>
            <p:cNvSpPr>
              <a:spLocks/>
            </p:cNvSpPr>
            <p:nvPr/>
          </p:nvSpPr>
          <p:spPr bwMode="auto">
            <a:xfrm>
              <a:off x="6897753" y="3286207"/>
              <a:ext cx="2512323" cy="727048"/>
            </a:xfrm>
            <a:custGeom>
              <a:avLst/>
              <a:gdLst>
                <a:gd name="T0" fmla="*/ 0 w 120000"/>
                <a:gd name="T1" fmla="*/ 0 h 120000"/>
                <a:gd name="T2" fmla="*/ 120000 w 120000"/>
                <a:gd name="T3" fmla="*/ 120000 h 120000"/>
              </a:gdLst>
              <a:ahLst/>
              <a:cxnLst>
                <a:cxn ang="0">
                  <a:pos x="46875" y="0"/>
                </a:cxn>
                <a:cxn ang="0">
                  <a:pos x="99623" y="0"/>
                </a:cxn>
                <a:cxn ang="0">
                  <a:pos x="100400" y="9685"/>
                </a:cxn>
                <a:cxn ang="0">
                  <a:pos x="109461" y="55037"/>
                </a:cxn>
                <a:cxn ang="0">
                  <a:pos x="119522" y="109837"/>
                </a:cxn>
                <a:cxn ang="0">
                  <a:pos x="120000" y="119999"/>
                </a:cxn>
                <a:cxn ang="0">
                  <a:pos x="67680" y="119999"/>
                </a:cxn>
                <a:cxn ang="0">
                  <a:pos x="72774" y="113482"/>
                </a:cxn>
                <a:cxn ang="0">
                  <a:pos x="78770" y="105622"/>
                </a:cxn>
                <a:cxn ang="0">
                  <a:pos x="59969" y="37473"/>
                </a:cxn>
                <a:cxn ang="0">
                  <a:pos x="49654" y="8141"/>
                </a:cxn>
                <a:cxn ang="0">
                  <a:pos x="46875" y="0"/>
                </a:cxn>
                <a:cxn ang="0">
                  <a:pos x="0" y="0"/>
                </a:cxn>
                <a:cxn ang="0">
                  <a:pos x="11329" y="0"/>
                </a:cxn>
                <a:cxn ang="0">
                  <a:pos x="11594" y="939"/>
                </a:cxn>
                <a:cxn ang="0">
                  <a:pos x="17590" y="10424"/>
                </a:cxn>
                <a:cxn ang="0">
                  <a:pos x="18797" y="3102"/>
                </a:cxn>
                <a:cxn ang="0">
                  <a:pos x="19380" y="0"/>
                </a:cxn>
                <a:cxn ang="0">
                  <a:pos x="37772" y="0"/>
                </a:cxn>
                <a:cxn ang="0">
                  <a:pos x="35625" y="9118"/>
                </a:cxn>
                <a:cxn ang="0">
                  <a:pos x="32517" y="22060"/>
                </a:cxn>
                <a:cxn ang="0">
                  <a:pos x="31947" y="24390"/>
                </a:cxn>
                <a:cxn ang="0">
                  <a:pos x="29232" y="35480"/>
                </a:cxn>
                <a:cxn ang="0">
                  <a:pos x="21452" y="65224"/>
                </a:cxn>
                <a:cxn ang="0">
                  <a:pos x="12103" y="66629"/>
                </a:cxn>
                <a:cxn ang="0">
                  <a:pos x="2098" y="12678"/>
                </a:cxn>
                <a:cxn ang="0">
                  <a:pos x="0" y="0"/>
                </a:cxn>
              </a:cxnLst>
              <a:rect l="T0" t="T1" r="T2" b="T3"/>
              <a:pathLst>
                <a:path w="120000" h="120000" extrusionOk="0">
                  <a:moveTo>
                    <a:pt x="46875" y="0"/>
                  </a:moveTo>
                  <a:lnTo>
                    <a:pt x="99623" y="0"/>
                  </a:lnTo>
                  <a:lnTo>
                    <a:pt x="100400" y="9685"/>
                  </a:lnTo>
                  <a:cubicBezTo>
                    <a:pt x="102714" y="34328"/>
                    <a:pt x="106437" y="48582"/>
                    <a:pt x="109461" y="55037"/>
                  </a:cubicBezTo>
                  <a:cubicBezTo>
                    <a:pt x="112916" y="62414"/>
                    <a:pt x="116879" y="73655"/>
                    <a:pt x="119522" y="109837"/>
                  </a:cubicBezTo>
                  <a:lnTo>
                    <a:pt x="120000" y="119999"/>
                  </a:lnTo>
                  <a:lnTo>
                    <a:pt x="67680" y="119999"/>
                  </a:lnTo>
                  <a:lnTo>
                    <a:pt x="72774" y="113482"/>
                  </a:lnTo>
                  <a:cubicBezTo>
                    <a:pt x="76127" y="109134"/>
                    <a:pt x="78770" y="105622"/>
                    <a:pt x="78770" y="105622"/>
                  </a:cubicBezTo>
                  <a:cubicBezTo>
                    <a:pt x="78770" y="105622"/>
                    <a:pt x="62916" y="44498"/>
                    <a:pt x="59969" y="37473"/>
                  </a:cubicBezTo>
                  <a:cubicBezTo>
                    <a:pt x="58546" y="33960"/>
                    <a:pt x="53922" y="20611"/>
                    <a:pt x="49654" y="8141"/>
                  </a:cubicBezTo>
                  <a:lnTo>
                    <a:pt x="46875" y="0"/>
                  </a:lnTo>
                  <a:close/>
                  <a:moveTo>
                    <a:pt x="0" y="0"/>
                  </a:moveTo>
                  <a:lnTo>
                    <a:pt x="11329" y="0"/>
                  </a:lnTo>
                  <a:lnTo>
                    <a:pt x="11594" y="939"/>
                  </a:lnTo>
                  <a:cubicBezTo>
                    <a:pt x="12814" y="3750"/>
                    <a:pt x="17590" y="10424"/>
                    <a:pt x="17590" y="10424"/>
                  </a:cubicBezTo>
                  <a:cubicBezTo>
                    <a:pt x="18022" y="7658"/>
                    <a:pt x="18422" y="5237"/>
                    <a:pt x="18797" y="3102"/>
                  </a:cubicBezTo>
                  <a:lnTo>
                    <a:pt x="19380" y="0"/>
                  </a:lnTo>
                  <a:lnTo>
                    <a:pt x="37772" y="0"/>
                  </a:lnTo>
                  <a:lnTo>
                    <a:pt x="35625" y="9118"/>
                  </a:lnTo>
                  <a:cubicBezTo>
                    <a:pt x="34653" y="13204"/>
                    <a:pt x="33600" y="17592"/>
                    <a:pt x="32517" y="22060"/>
                  </a:cubicBezTo>
                  <a:lnTo>
                    <a:pt x="31947" y="24390"/>
                  </a:lnTo>
                  <a:lnTo>
                    <a:pt x="29232" y="35480"/>
                  </a:lnTo>
                  <a:cubicBezTo>
                    <a:pt x="25963" y="48692"/>
                    <a:pt x="22900" y="60613"/>
                    <a:pt x="21452" y="65224"/>
                  </a:cubicBezTo>
                  <a:cubicBezTo>
                    <a:pt x="17692" y="77168"/>
                    <a:pt x="14846" y="75411"/>
                    <a:pt x="12103" y="66629"/>
                  </a:cubicBezTo>
                  <a:cubicBezTo>
                    <a:pt x="10324" y="60921"/>
                    <a:pt x="5806" y="34904"/>
                    <a:pt x="2098" y="12678"/>
                  </a:cubicBezTo>
                  <a:lnTo>
                    <a:pt x="0" y="0"/>
                  </a:lnTo>
                  <a:close/>
                </a:path>
              </a:pathLst>
            </a:custGeom>
            <a:solidFill>
              <a:srgbClr val="404E5C"/>
            </a:solidFill>
            <a:ln w="9525">
              <a:noFill/>
              <a:round/>
              <a:headEnd/>
              <a:tailEnd/>
            </a:ln>
          </p:spPr>
          <p:txBody>
            <a:bodyPr lIns="91425" tIns="45700" rIns="91425" bIns="45700"/>
            <a:lstStyle/>
            <a:p>
              <a:pPr>
                <a:defRPr/>
              </a:pPr>
              <a:endParaRPr lang="en-US"/>
            </a:p>
          </p:txBody>
        </p:sp>
        <p:sp>
          <p:nvSpPr>
            <p:cNvPr id="17" name="Google Shape;51;p4">
              <a:extLst>
                <a:ext uri="{FF2B5EF4-FFF2-40B4-BE49-F238E27FC236}">
                  <a16:creationId xmlns:a16="http://schemas.microsoft.com/office/drawing/2014/main" id="{D40E97F4-765C-9EED-EC20-33E32C2B2296}"/>
                </a:ext>
              </a:extLst>
            </p:cNvPr>
            <p:cNvSpPr>
              <a:spLocks/>
            </p:cNvSpPr>
            <p:nvPr/>
          </p:nvSpPr>
          <p:spPr bwMode="auto">
            <a:xfrm>
              <a:off x="8126548" y="5467353"/>
              <a:ext cx="2385206" cy="727049"/>
            </a:xfrm>
            <a:custGeom>
              <a:avLst/>
              <a:gdLst>
                <a:gd name="T0" fmla="*/ 0 w 120000"/>
                <a:gd name="T1" fmla="*/ 0 h 120000"/>
                <a:gd name="T2" fmla="*/ 120000 w 120000"/>
                <a:gd name="T3" fmla="*/ 120000 h 120000"/>
              </a:gdLst>
              <a:ahLst/>
              <a:cxnLst>
                <a:cxn ang="0">
                  <a:pos x="91906" y="0"/>
                </a:cxn>
                <a:cxn ang="0">
                  <a:pos x="105217" y="0"/>
                </a:cxn>
                <a:cxn ang="0">
                  <a:pos x="105217" y="0"/>
                </a:cxn>
                <a:cxn ang="0">
                  <a:pos x="106507" y="4517"/>
                </a:cxn>
                <a:cxn ang="0">
                  <a:pos x="107150" y="4517"/>
                </a:cxn>
                <a:cxn ang="0">
                  <a:pos x="109934" y="12597"/>
                </a:cxn>
                <a:cxn ang="0">
                  <a:pos x="118286" y="20676"/>
                </a:cxn>
                <a:cxn ang="0">
                  <a:pos x="114538" y="60371"/>
                </a:cxn>
                <a:cxn ang="0">
                  <a:pos x="109827" y="103579"/>
                </a:cxn>
                <a:cxn ang="0">
                  <a:pos x="98583" y="115171"/>
                </a:cxn>
                <a:cxn ang="0">
                  <a:pos x="101153" y="96905"/>
                </a:cxn>
                <a:cxn ang="0">
                  <a:pos x="102010" y="54048"/>
                </a:cxn>
                <a:cxn ang="0">
                  <a:pos x="99975" y="36484"/>
                </a:cxn>
                <a:cxn ang="0">
                  <a:pos x="95050" y="8381"/>
                </a:cxn>
                <a:cxn ang="0">
                  <a:pos x="93656" y="4575"/>
                </a:cxn>
                <a:cxn ang="0">
                  <a:pos x="91906" y="0"/>
                </a:cxn>
                <a:cxn ang="0">
                  <a:pos x="16536" y="0"/>
                </a:cxn>
                <a:cxn ang="0">
                  <a:pos x="28710" y="0"/>
                </a:cxn>
                <a:cxn ang="0">
                  <a:pos x="28822" y="829"/>
                </a:cxn>
                <a:cxn ang="0">
                  <a:pos x="30803" y="12597"/>
                </a:cxn>
                <a:cxn ang="0">
                  <a:pos x="37549" y="41753"/>
                </a:cxn>
                <a:cxn ang="0">
                  <a:pos x="25128" y="84258"/>
                </a:cxn>
                <a:cxn ang="0">
                  <a:pos x="178" y="106038"/>
                </a:cxn>
                <a:cxn ang="0">
                  <a:pos x="4997" y="79692"/>
                </a:cxn>
                <a:cxn ang="0">
                  <a:pos x="15919" y="30161"/>
                </a:cxn>
                <a:cxn ang="0">
                  <a:pos x="16561" y="16110"/>
                </a:cxn>
                <a:cxn ang="0">
                  <a:pos x="16374" y="4034"/>
                </a:cxn>
                <a:cxn ang="0">
                  <a:pos x="16536" y="0"/>
                </a:cxn>
              </a:cxnLst>
              <a:rect l="T0" t="T1" r="T2" b="T3"/>
              <a:pathLst>
                <a:path w="120000" h="120000" extrusionOk="0">
                  <a:moveTo>
                    <a:pt x="91906" y="0"/>
                  </a:moveTo>
                  <a:lnTo>
                    <a:pt x="105217" y="0"/>
                  </a:lnTo>
                  <a:cubicBezTo>
                    <a:pt x="106012" y="2827"/>
                    <a:pt x="106507" y="4517"/>
                    <a:pt x="106507" y="4517"/>
                  </a:cubicBezTo>
                  <a:cubicBezTo>
                    <a:pt x="106507" y="4517"/>
                    <a:pt x="106507" y="4517"/>
                    <a:pt x="107150" y="4517"/>
                  </a:cubicBezTo>
                  <a:cubicBezTo>
                    <a:pt x="107792" y="4517"/>
                    <a:pt x="108435" y="11894"/>
                    <a:pt x="109934" y="12597"/>
                  </a:cubicBezTo>
                  <a:cubicBezTo>
                    <a:pt x="111540" y="12948"/>
                    <a:pt x="113681" y="12597"/>
                    <a:pt x="118286" y="20676"/>
                  </a:cubicBezTo>
                  <a:cubicBezTo>
                    <a:pt x="122783" y="29107"/>
                    <a:pt x="117322" y="49481"/>
                    <a:pt x="114538" y="60371"/>
                  </a:cubicBezTo>
                  <a:cubicBezTo>
                    <a:pt x="111861" y="71261"/>
                    <a:pt x="114431" y="84259"/>
                    <a:pt x="109827" y="103579"/>
                  </a:cubicBezTo>
                  <a:cubicBezTo>
                    <a:pt x="105222" y="122900"/>
                    <a:pt x="100189" y="122900"/>
                    <a:pt x="98583" y="115171"/>
                  </a:cubicBezTo>
                  <a:cubicBezTo>
                    <a:pt x="96977" y="107092"/>
                    <a:pt x="100189" y="102877"/>
                    <a:pt x="101153" y="96905"/>
                  </a:cubicBezTo>
                  <a:cubicBezTo>
                    <a:pt x="102010" y="90582"/>
                    <a:pt x="102010" y="62479"/>
                    <a:pt x="102010" y="54048"/>
                  </a:cubicBezTo>
                  <a:cubicBezTo>
                    <a:pt x="102010" y="45969"/>
                    <a:pt x="99975" y="40699"/>
                    <a:pt x="99975" y="36484"/>
                  </a:cubicBezTo>
                  <a:cubicBezTo>
                    <a:pt x="99975" y="32269"/>
                    <a:pt x="98262" y="17164"/>
                    <a:pt x="95050" y="8381"/>
                  </a:cubicBezTo>
                  <a:cubicBezTo>
                    <a:pt x="94662" y="7284"/>
                    <a:pt x="94193" y="6005"/>
                    <a:pt x="93656" y="4575"/>
                  </a:cubicBezTo>
                  <a:lnTo>
                    <a:pt x="91906" y="0"/>
                  </a:lnTo>
                  <a:close/>
                  <a:moveTo>
                    <a:pt x="16536" y="0"/>
                  </a:moveTo>
                  <a:lnTo>
                    <a:pt x="28710" y="0"/>
                  </a:lnTo>
                  <a:lnTo>
                    <a:pt x="28822" y="829"/>
                  </a:lnTo>
                  <a:cubicBezTo>
                    <a:pt x="29411" y="5922"/>
                    <a:pt x="29946" y="11016"/>
                    <a:pt x="30803" y="12597"/>
                  </a:cubicBezTo>
                  <a:cubicBezTo>
                    <a:pt x="32623" y="15758"/>
                    <a:pt x="33480" y="26648"/>
                    <a:pt x="37549" y="41753"/>
                  </a:cubicBezTo>
                  <a:cubicBezTo>
                    <a:pt x="41511" y="56858"/>
                    <a:pt x="36371" y="61425"/>
                    <a:pt x="25128" y="84258"/>
                  </a:cubicBezTo>
                  <a:cubicBezTo>
                    <a:pt x="13884" y="107092"/>
                    <a:pt x="1035" y="117982"/>
                    <a:pt x="178" y="106038"/>
                  </a:cubicBezTo>
                  <a:cubicBezTo>
                    <a:pt x="-570" y="94094"/>
                    <a:pt x="1035" y="86015"/>
                    <a:pt x="4997" y="79692"/>
                  </a:cubicBezTo>
                  <a:cubicBezTo>
                    <a:pt x="8959" y="73369"/>
                    <a:pt x="15919" y="30161"/>
                    <a:pt x="15919" y="30161"/>
                  </a:cubicBezTo>
                  <a:cubicBezTo>
                    <a:pt x="15919" y="30161"/>
                    <a:pt x="17204" y="23486"/>
                    <a:pt x="16561" y="16110"/>
                  </a:cubicBezTo>
                  <a:cubicBezTo>
                    <a:pt x="16240" y="12421"/>
                    <a:pt x="16267" y="7767"/>
                    <a:pt x="16374" y="4034"/>
                  </a:cubicBezTo>
                  <a:lnTo>
                    <a:pt x="16536" y="0"/>
                  </a:lnTo>
                  <a:close/>
                </a:path>
              </a:pathLst>
            </a:custGeom>
            <a:solidFill>
              <a:srgbClr val="4CCD93"/>
            </a:solidFill>
            <a:ln w="9525">
              <a:noFill/>
              <a:round/>
              <a:headEnd/>
              <a:tailEnd/>
            </a:ln>
          </p:spPr>
          <p:txBody>
            <a:bodyPr lIns="91425" tIns="45700" rIns="91425" bIns="45700"/>
            <a:lstStyle/>
            <a:p>
              <a:pPr>
                <a:defRPr/>
              </a:pPr>
              <a:endParaRPr lang="en-US"/>
            </a:p>
          </p:txBody>
        </p:sp>
        <p:sp>
          <p:nvSpPr>
            <p:cNvPr id="18" name="Google Shape;52;p4">
              <a:extLst>
                <a:ext uri="{FF2B5EF4-FFF2-40B4-BE49-F238E27FC236}">
                  <a16:creationId xmlns:a16="http://schemas.microsoft.com/office/drawing/2014/main" id="{83493AD5-DC53-89FA-2717-EDB48E8DE1D4}"/>
                </a:ext>
              </a:extLst>
            </p:cNvPr>
            <p:cNvSpPr>
              <a:spLocks/>
            </p:cNvSpPr>
            <p:nvPr/>
          </p:nvSpPr>
          <p:spPr bwMode="auto">
            <a:xfrm>
              <a:off x="7884674" y="4740305"/>
              <a:ext cx="2332239" cy="727048"/>
            </a:xfrm>
            <a:custGeom>
              <a:avLst/>
              <a:gdLst>
                <a:gd name="T0" fmla="*/ 0 w 120000"/>
                <a:gd name="T1" fmla="*/ 0 h 120000"/>
                <a:gd name="T2" fmla="*/ 120000 w 120000"/>
                <a:gd name="T3" fmla="*/ 120000 h 120000"/>
              </a:gdLst>
              <a:ahLst/>
              <a:cxnLst>
                <a:cxn ang="0">
                  <a:pos x="60570" y="0"/>
                </a:cxn>
                <a:cxn ang="0">
                  <a:pos x="87911" y="0"/>
                </a:cxn>
                <a:cxn ang="0">
                  <a:pos x="88535" y="4632"/>
                </a:cxn>
                <a:cxn ang="0">
                  <a:pos x="89006" y="9648"/>
                </a:cxn>
                <a:cxn ang="0">
                  <a:pos x="90430" y="20186"/>
                </a:cxn>
                <a:cxn ang="0">
                  <a:pos x="109818" y="78850"/>
                </a:cxn>
                <a:cxn ang="0">
                  <a:pos x="118575" y="114977"/>
                </a:cxn>
                <a:cxn ang="0">
                  <a:pos x="120000" y="119999"/>
                </a:cxn>
                <a:cxn ang="0">
                  <a:pos x="106383" y="119999"/>
                </a:cxn>
                <a:cxn ang="0">
                  <a:pos x="106330" y="119863"/>
                </a:cxn>
                <a:cxn ang="0">
                  <a:pos x="90649" y="82715"/>
                </a:cxn>
                <a:cxn ang="0">
                  <a:pos x="81995" y="68663"/>
                </a:cxn>
                <a:cxn ang="0">
                  <a:pos x="74875" y="41263"/>
                </a:cxn>
                <a:cxn ang="0">
                  <a:pos x="72575" y="33535"/>
                </a:cxn>
                <a:cxn ang="0">
                  <a:pos x="62183" y="4556"/>
                </a:cxn>
                <a:cxn ang="0">
                  <a:pos x="60570" y="0"/>
                </a:cxn>
                <a:cxn ang="0">
                  <a:pos x="0" y="0"/>
                </a:cxn>
                <a:cxn ang="0">
                  <a:pos x="23537" y="0"/>
                </a:cxn>
                <a:cxn ang="0">
                  <a:pos x="23639" y="646"/>
                </a:cxn>
                <a:cxn ang="0">
                  <a:pos x="26679" y="32481"/>
                </a:cxn>
                <a:cxn ang="0">
                  <a:pos x="38837" y="109763"/>
                </a:cxn>
                <a:cxn ang="0">
                  <a:pos x="39495" y="109061"/>
                </a:cxn>
                <a:cxn ang="0">
                  <a:pos x="40857" y="113627"/>
                </a:cxn>
                <a:cxn ang="0">
                  <a:pos x="41735" y="120000"/>
                </a:cxn>
                <a:cxn ang="0">
                  <a:pos x="29282" y="120000"/>
                </a:cxn>
                <a:cxn ang="0">
                  <a:pos x="29308" y="119363"/>
                </a:cxn>
                <a:cxn ang="0">
                  <a:pos x="29417" y="117492"/>
                </a:cxn>
                <a:cxn ang="0">
                  <a:pos x="13753" y="56368"/>
                </a:cxn>
                <a:cxn ang="0">
                  <a:pos x="398" y="2276"/>
                </a:cxn>
                <a:cxn ang="0">
                  <a:pos x="0" y="0"/>
                </a:cxn>
              </a:cxnLst>
              <a:rect l="T0" t="T1" r="T2" b="T3"/>
              <a:pathLst>
                <a:path w="120000" h="120000" extrusionOk="0">
                  <a:moveTo>
                    <a:pt x="60570" y="0"/>
                  </a:moveTo>
                  <a:lnTo>
                    <a:pt x="87911" y="0"/>
                  </a:lnTo>
                  <a:lnTo>
                    <a:pt x="88535" y="4632"/>
                  </a:lnTo>
                  <a:cubicBezTo>
                    <a:pt x="88802" y="6876"/>
                    <a:pt x="88965" y="8594"/>
                    <a:pt x="89006" y="9648"/>
                  </a:cubicBezTo>
                  <a:cubicBezTo>
                    <a:pt x="89334" y="18078"/>
                    <a:pt x="90430" y="20186"/>
                    <a:pt x="90430" y="20186"/>
                  </a:cubicBezTo>
                  <a:cubicBezTo>
                    <a:pt x="99412" y="33184"/>
                    <a:pt x="106422" y="60232"/>
                    <a:pt x="109818" y="78850"/>
                  </a:cubicBezTo>
                  <a:cubicBezTo>
                    <a:pt x="111940" y="90487"/>
                    <a:pt x="115902" y="105416"/>
                    <a:pt x="118575" y="114977"/>
                  </a:cubicBezTo>
                  <a:lnTo>
                    <a:pt x="120000" y="119999"/>
                  </a:lnTo>
                  <a:lnTo>
                    <a:pt x="106383" y="119999"/>
                  </a:lnTo>
                  <a:lnTo>
                    <a:pt x="106330" y="119863"/>
                  </a:lnTo>
                  <a:cubicBezTo>
                    <a:pt x="102273" y="109653"/>
                    <a:pt x="96153" y="95097"/>
                    <a:pt x="90649" y="82715"/>
                  </a:cubicBezTo>
                  <a:cubicBezTo>
                    <a:pt x="83310" y="65853"/>
                    <a:pt x="86267" y="72527"/>
                    <a:pt x="81995" y="68663"/>
                  </a:cubicBezTo>
                  <a:cubicBezTo>
                    <a:pt x="77833" y="64448"/>
                    <a:pt x="76080" y="45478"/>
                    <a:pt x="74875" y="41263"/>
                  </a:cubicBezTo>
                  <a:cubicBezTo>
                    <a:pt x="73780" y="37399"/>
                    <a:pt x="72575" y="33535"/>
                    <a:pt x="72575" y="33535"/>
                  </a:cubicBezTo>
                  <a:cubicBezTo>
                    <a:pt x="70480" y="27870"/>
                    <a:pt x="66429" y="16525"/>
                    <a:pt x="62183" y="4556"/>
                  </a:cubicBezTo>
                  <a:lnTo>
                    <a:pt x="60570" y="0"/>
                  </a:lnTo>
                  <a:close/>
                  <a:moveTo>
                    <a:pt x="0" y="0"/>
                  </a:moveTo>
                  <a:lnTo>
                    <a:pt x="23537" y="0"/>
                  </a:lnTo>
                  <a:lnTo>
                    <a:pt x="23639" y="646"/>
                  </a:lnTo>
                  <a:cubicBezTo>
                    <a:pt x="25090" y="12370"/>
                    <a:pt x="25967" y="24402"/>
                    <a:pt x="26679" y="32481"/>
                  </a:cubicBezTo>
                  <a:cubicBezTo>
                    <a:pt x="28212" y="48640"/>
                    <a:pt x="38837" y="109763"/>
                    <a:pt x="38837" y="109763"/>
                  </a:cubicBezTo>
                  <a:cubicBezTo>
                    <a:pt x="38837" y="109763"/>
                    <a:pt x="38837" y="109763"/>
                    <a:pt x="39495" y="109061"/>
                  </a:cubicBezTo>
                  <a:cubicBezTo>
                    <a:pt x="40042" y="109851"/>
                    <a:pt x="40480" y="111520"/>
                    <a:pt x="40857" y="113627"/>
                  </a:cubicBezTo>
                  <a:lnTo>
                    <a:pt x="41735" y="120000"/>
                  </a:lnTo>
                  <a:lnTo>
                    <a:pt x="29282" y="120000"/>
                  </a:lnTo>
                  <a:lnTo>
                    <a:pt x="29308" y="119363"/>
                  </a:lnTo>
                  <a:cubicBezTo>
                    <a:pt x="29369" y="118194"/>
                    <a:pt x="29417" y="117492"/>
                    <a:pt x="29417" y="117492"/>
                  </a:cubicBezTo>
                  <a:cubicBezTo>
                    <a:pt x="29417" y="117492"/>
                    <a:pt x="19887" y="77797"/>
                    <a:pt x="13753" y="56368"/>
                  </a:cubicBezTo>
                  <a:cubicBezTo>
                    <a:pt x="9071" y="40561"/>
                    <a:pt x="4573" y="23765"/>
                    <a:pt x="398" y="2276"/>
                  </a:cubicBezTo>
                  <a:lnTo>
                    <a:pt x="0" y="0"/>
                  </a:lnTo>
                  <a:close/>
                </a:path>
              </a:pathLst>
            </a:custGeom>
            <a:solidFill>
              <a:srgbClr val="149062"/>
            </a:solidFill>
            <a:ln w="9525">
              <a:noFill/>
              <a:round/>
              <a:headEnd/>
              <a:tailEnd/>
            </a:ln>
          </p:spPr>
          <p:txBody>
            <a:bodyPr lIns="91425" tIns="45700" rIns="91425" bIns="45700"/>
            <a:lstStyle/>
            <a:p>
              <a:pPr>
                <a:defRPr/>
              </a:pPr>
              <a:endParaRPr lang="en-US"/>
            </a:p>
          </p:txBody>
        </p:sp>
      </p:grpSp>
      <p:pic>
        <p:nvPicPr>
          <p:cNvPr id="19" name="Google Shape;1266;p52">
            <a:extLst>
              <a:ext uri="{FF2B5EF4-FFF2-40B4-BE49-F238E27FC236}">
                <a16:creationId xmlns:a16="http://schemas.microsoft.com/office/drawing/2014/main" id="{58243578-2846-6676-95B5-B7A03682938C}"/>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175" y="2387600"/>
            <a:ext cx="2408238" cy="249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Google Shape;34;p4"/>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53" name="Google Shape;53;p4"/>
          <p:cNvSpPr txBox="1">
            <a:spLocks noGrp="1"/>
          </p:cNvSpPr>
          <p:nvPr>
            <p:ph type="body" idx="2"/>
          </p:nvPr>
        </p:nvSpPr>
        <p:spPr>
          <a:xfrm>
            <a:off x="6213746" y="1967241"/>
            <a:ext cx="5285919" cy="3749409"/>
          </a:xfrm>
          <a:prstGeom prst="rect">
            <a:avLst/>
          </a:prstGeom>
          <a:noFill/>
          <a:ln>
            <a:noFill/>
          </a:ln>
        </p:spPr>
        <p:txBody>
          <a:bodyPr spcFirstLastPara="1" wrap="square" lIns="0" tIns="45700" rIns="91425" bIns="45700" anchor="t" anchorCtr="0"/>
          <a:lstStyle>
            <a:lvl1pPr marL="347472" marR="0" lvl="0" indent="-342900" algn="l" rtl="0">
              <a:lnSpc>
                <a:spcPct val="100000"/>
              </a:lnSpc>
              <a:spcBef>
                <a:spcPts val="0"/>
              </a:spcBef>
              <a:spcAft>
                <a:spcPts val="600"/>
              </a:spcAft>
              <a:buClr>
                <a:schemeClr val="dk1"/>
              </a:buClr>
              <a:buSzPts val="1800"/>
              <a:buFont typeface="+mj-lt"/>
              <a:buAutoNum type="arabicPeriod"/>
              <a:defRPr sz="1800" b="0" i="0" u="none" strike="noStrike" cap="none">
                <a:solidFill>
                  <a:schemeClr val="dk1"/>
                </a:solidFill>
                <a:latin typeface="Arial"/>
                <a:ea typeface="Arial"/>
                <a:cs typeface="Arial"/>
                <a:sym typeface="Arial"/>
              </a:defRPr>
            </a:lvl1pPr>
            <a:lvl2pPr marL="688975" marR="0" lvl="1" indent="-347663" algn="l" rtl="0">
              <a:lnSpc>
                <a:spcPct val="100000"/>
              </a:lnSpc>
              <a:spcBef>
                <a:spcPts val="0"/>
              </a:spcBef>
              <a:spcAft>
                <a:spcPts val="0"/>
              </a:spcAft>
              <a:buClr>
                <a:schemeClr val="dk1"/>
              </a:buClr>
              <a:buSzPts val="1800"/>
              <a:buFont typeface="Wingdings 3" panose="05040102010807070707" pitchFamily="18" charset="2"/>
              <a:buChar char="*"/>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a:p>
            <a:pPr lvl="1"/>
            <a:r>
              <a:rPr lang="en-US"/>
              <a:t>Second level</a:t>
            </a:r>
          </a:p>
        </p:txBody>
      </p:sp>
      <p:sp>
        <p:nvSpPr>
          <p:cNvPr id="20" name="Google Shape;54;p4">
            <a:extLst>
              <a:ext uri="{FF2B5EF4-FFF2-40B4-BE49-F238E27FC236}">
                <a16:creationId xmlns:a16="http://schemas.microsoft.com/office/drawing/2014/main" id="{D4FBEE49-4BDD-FF6C-169F-B4C55ACB19C5}"/>
              </a:ext>
            </a:extLst>
          </p:cNvPr>
          <p:cNvSpPr txBox="1">
            <a:spLocks noGrp="1" noChangeArrowheads="1"/>
          </p:cNvSpPr>
          <p:nvPr>
            <p:ph type="sldNum" idx="10"/>
          </p:nvPr>
        </p:nvSpPr>
        <p:spPr/>
        <p:txBody>
          <a:bodyPr/>
          <a:lstStyle>
            <a:lvl1pPr>
              <a:defRPr/>
            </a:lvl1pPr>
          </a:lstStyle>
          <a:p>
            <a:fld id="{116149B7-C3A1-9840-AA9E-ED0286507D1C}" type="slidenum">
              <a:rPr lang="en-IN" altLang="en-US"/>
              <a:pPr/>
              <a:t>‹#›</a:t>
            </a:fld>
            <a:endParaRPr lang="en-IN" altLang="en-US"/>
          </a:p>
        </p:txBody>
      </p:sp>
    </p:spTree>
    <p:extLst>
      <p:ext uri="{BB962C8B-B14F-4D97-AF65-F5344CB8AC3E}">
        <p14:creationId xmlns:p14="http://schemas.microsoft.com/office/powerpoint/2010/main" val="3620085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Title+Content" preserve="1">
  <p:cSld name="Title+Content">
    <p:spTree>
      <p:nvGrpSpPr>
        <p:cNvPr id="1" name="Shape 679"/>
        <p:cNvGrpSpPr/>
        <p:nvPr/>
      </p:nvGrpSpPr>
      <p:grpSpPr>
        <a:xfrm>
          <a:off x="0" y="0"/>
          <a:ext cx="0" cy="0"/>
          <a:chOff x="0" y="0"/>
          <a:chExt cx="0" cy="0"/>
        </a:xfrm>
      </p:grpSpPr>
      <p:sp>
        <p:nvSpPr>
          <p:cNvPr id="680" name="Google Shape;680;p2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82" name="Google Shape;682;p20"/>
          <p:cNvSpPr txBox="1">
            <a:spLocks noGrp="1"/>
          </p:cNvSpPr>
          <p:nvPr>
            <p:ph type="body" idx="2"/>
          </p:nvPr>
        </p:nvSpPr>
        <p:spPr>
          <a:xfrm>
            <a:off x="514350" y="1304995"/>
            <a:ext cx="10273812" cy="4840828"/>
          </a:xfrm>
          <a:prstGeom prst="rect">
            <a:avLst/>
          </a:prstGeom>
          <a:noFill/>
          <a:ln>
            <a:noFill/>
          </a:ln>
        </p:spPr>
        <p:txBody>
          <a:bodyPr spcFirstLastPara="1" wrap="square" lIns="0" tIns="0" rIns="0" bIns="0" anchor="t" anchorCtr="0"/>
          <a:lstStyle>
            <a:lvl1pPr marL="0" marR="0" lvl="0" indent="0" algn="l" rtl="0">
              <a:lnSpc>
                <a:spcPct val="100000"/>
              </a:lnSpc>
              <a:spcBef>
                <a:spcPts val="0"/>
              </a:spcBef>
              <a:spcAft>
                <a:spcPts val="60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344488" marR="0" lvl="1" indent="-342900" algn="l" rtl="0">
              <a:lnSpc>
                <a:spcPct val="100000"/>
              </a:lnSpc>
              <a:spcBef>
                <a:spcPts val="0"/>
              </a:spcBef>
              <a:spcAft>
                <a:spcPts val="60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666750" marR="0" lvl="2" indent="-330200" algn="l" rtl="0">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dk1"/>
                </a:solidFill>
                <a:latin typeface="Arial"/>
                <a:ea typeface="Arial"/>
                <a:cs typeface="Arial"/>
                <a:sym typeface="Arial"/>
              </a:defRPr>
            </a:lvl3pPr>
            <a:lvl4pPr marL="968375" marR="0" lvl="3" indent="-323850" algn="l" rtl="0">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dk1"/>
                </a:solidFill>
                <a:latin typeface="Arial"/>
                <a:ea typeface="Arial"/>
                <a:cs typeface="Arial"/>
                <a:sym typeface="Arial"/>
              </a:defRPr>
            </a:lvl4pPr>
            <a:lvl5pPr marL="2286000" marR="0" lvl="4" indent="-298450" algn="l" rtl="0">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Google Shape;683;p20">
            <a:extLst>
              <a:ext uri="{FF2B5EF4-FFF2-40B4-BE49-F238E27FC236}">
                <a16:creationId xmlns:a16="http://schemas.microsoft.com/office/drawing/2014/main" id="{B06EA370-6FDA-ABA8-5BEC-EA546DEE18A4}"/>
              </a:ext>
            </a:extLst>
          </p:cNvPr>
          <p:cNvSpPr txBox="1">
            <a:spLocks noGrp="1" noChangeArrowheads="1"/>
          </p:cNvSpPr>
          <p:nvPr>
            <p:ph type="sldNum" idx="10"/>
          </p:nvPr>
        </p:nvSpPr>
        <p:spPr/>
        <p:txBody>
          <a:bodyPr/>
          <a:lstStyle>
            <a:lvl1pPr>
              <a:defRPr/>
            </a:lvl1pPr>
          </a:lstStyle>
          <a:p>
            <a:fld id="{0468BDEE-82E5-AD47-8F7A-2A1AF0150EB1}" type="slidenum">
              <a:rPr lang="en-US" altLang="en-US"/>
              <a:pPr/>
              <a:t>‹#›</a:t>
            </a:fld>
            <a:endParaRPr lang="en-US" altLang="en-US"/>
          </a:p>
        </p:txBody>
      </p:sp>
    </p:spTree>
    <p:extLst>
      <p:ext uri="{BB962C8B-B14F-4D97-AF65-F5344CB8AC3E}">
        <p14:creationId xmlns:p14="http://schemas.microsoft.com/office/powerpoint/2010/main" val="33376533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Content+Image" preserve="1">
  <p:cSld name="Title+Content+Image">
    <p:spTree>
      <p:nvGrpSpPr>
        <p:cNvPr id="1" name="Shape 684"/>
        <p:cNvGrpSpPr/>
        <p:nvPr/>
      </p:nvGrpSpPr>
      <p:grpSpPr>
        <a:xfrm>
          <a:off x="0" y="0"/>
          <a:ext cx="0" cy="0"/>
          <a:chOff x="0" y="0"/>
          <a:chExt cx="0" cy="0"/>
        </a:xfrm>
      </p:grpSpPr>
      <p:sp>
        <p:nvSpPr>
          <p:cNvPr id="685" name="Google Shape;685;p21"/>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7" name="Google Shape;682;p20"/>
          <p:cNvSpPr txBox="1">
            <a:spLocks noGrp="1"/>
          </p:cNvSpPr>
          <p:nvPr>
            <p:ph type="body" idx="2"/>
          </p:nvPr>
        </p:nvSpPr>
        <p:spPr>
          <a:xfrm>
            <a:off x="514350" y="1304995"/>
            <a:ext cx="10273812" cy="4840828"/>
          </a:xfrm>
          <a:prstGeom prst="rect">
            <a:avLst/>
          </a:prstGeom>
          <a:noFill/>
          <a:ln>
            <a:noFill/>
          </a:ln>
        </p:spPr>
        <p:txBody>
          <a:bodyPr spcFirstLastPara="1" wrap="square" lIns="91425" tIns="45700" rIns="91425" bIns="45700" anchor="t" anchorCtr="0"/>
          <a:lstStyle>
            <a:lvl1pPr marL="0" marR="0" lvl="0" indent="0" algn="l" rtl="0">
              <a:lnSpc>
                <a:spcPct val="100000"/>
              </a:lnSpc>
              <a:spcBef>
                <a:spcPts val="0"/>
              </a:spcBef>
              <a:spcAft>
                <a:spcPts val="60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344488" marR="0" lvl="1" indent="-342900" algn="l" rtl="0">
              <a:lnSpc>
                <a:spcPct val="100000"/>
              </a:lnSpc>
              <a:spcBef>
                <a:spcPts val="0"/>
              </a:spcBef>
              <a:spcAft>
                <a:spcPts val="60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666750" marR="0" lvl="2" indent="-330200" algn="l" rtl="0">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dk1"/>
                </a:solidFill>
                <a:latin typeface="Arial"/>
                <a:ea typeface="Arial"/>
                <a:cs typeface="Arial"/>
                <a:sym typeface="Arial"/>
              </a:defRPr>
            </a:lvl3pPr>
            <a:lvl4pPr marL="1828800" marR="0" lvl="3" indent="-323850" algn="l" rtl="0">
              <a:lnSpc>
                <a:spcPct val="90000"/>
              </a:lnSpc>
              <a:spcBef>
                <a:spcPts val="1200"/>
              </a:spcBef>
              <a:spcAft>
                <a:spcPts val="0"/>
              </a:spcAft>
              <a:buClr>
                <a:schemeClr val="dk1"/>
              </a:buClr>
              <a:buSzPts val="1500"/>
              <a:buFont typeface="Noto Sans Symbols"/>
              <a:buChar char="→"/>
              <a:defRPr sz="1500" b="0" i="0" u="none" strike="noStrike" cap="none">
                <a:solidFill>
                  <a:schemeClr val="dk1"/>
                </a:solidFill>
                <a:latin typeface="Arial"/>
                <a:ea typeface="Arial"/>
                <a:cs typeface="Arial"/>
                <a:sym typeface="Arial"/>
              </a:defRPr>
            </a:lvl4pPr>
            <a:lvl5pPr marL="2286000" marR="0" lvl="4" indent="-298450" algn="l" rtl="0">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Google Shape;688;p21">
            <a:extLst>
              <a:ext uri="{FF2B5EF4-FFF2-40B4-BE49-F238E27FC236}">
                <a16:creationId xmlns:a16="http://schemas.microsoft.com/office/drawing/2014/main" id="{EB743ADC-C345-BD18-D5CE-2731CD8D770E}"/>
              </a:ext>
            </a:extLst>
          </p:cNvPr>
          <p:cNvSpPr txBox="1">
            <a:spLocks noGrp="1" noChangeArrowheads="1"/>
          </p:cNvSpPr>
          <p:nvPr>
            <p:ph type="sldNum" idx="10"/>
          </p:nvPr>
        </p:nvSpPr>
        <p:spPr/>
        <p:txBody>
          <a:bodyPr/>
          <a:lstStyle>
            <a:lvl1pPr>
              <a:defRPr/>
            </a:lvl1pPr>
          </a:lstStyle>
          <a:p>
            <a:fld id="{9F1DA877-7C24-9342-A5F0-0CB5E560F708}" type="slidenum">
              <a:rPr lang="en-US" altLang="en-US"/>
              <a:pPr/>
              <a:t>‹#›</a:t>
            </a:fld>
            <a:endParaRPr lang="en-US" altLang="en-US"/>
          </a:p>
        </p:txBody>
      </p:sp>
    </p:spTree>
    <p:extLst>
      <p:ext uri="{BB962C8B-B14F-4D97-AF65-F5344CB8AC3E}">
        <p14:creationId xmlns:p14="http://schemas.microsoft.com/office/powerpoint/2010/main" val="13666551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Phone_01" preserve="1">
  <p:cSld name="Phone_01">
    <p:spTree>
      <p:nvGrpSpPr>
        <p:cNvPr id="1" name="Shape 690"/>
        <p:cNvGrpSpPr/>
        <p:nvPr/>
      </p:nvGrpSpPr>
      <p:grpSpPr>
        <a:xfrm>
          <a:off x="0" y="0"/>
          <a:ext cx="0" cy="0"/>
          <a:chOff x="0" y="0"/>
          <a:chExt cx="0" cy="0"/>
        </a:xfrm>
      </p:grpSpPr>
      <p:sp>
        <p:nvSpPr>
          <p:cNvPr id="691" name="Google Shape;691;p22"/>
          <p:cNvSpPr>
            <a:spLocks noGrp="1"/>
          </p:cNvSpPr>
          <p:nvPr>
            <p:ph type="pic" idx="2"/>
          </p:nvPr>
        </p:nvSpPr>
        <p:spPr>
          <a:xfrm>
            <a:off x="5652253" y="1975483"/>
            <a:ext cx="1790586" cy="3183847"/>
          </a:xfrm>
          <a:prstGeom prst="rect">
            <a:avLst/>
          </a:prstGeom>
          <a:solidFill>
            <a:srgbClr val="F7F7F7"/>
          </a:solidFill>
          <a:ln>
            <a:noFill/>
          </a:ln>
        </p:spPr>
        <p:txBody>
          <a:bodyPr spcFirstLastPara="1" wrap="square" lIns="91425" tIns="91425" rIns="91425" bIns="91425" anchor="t" anchorCtr="0"/>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lvl="0"/>
            <a:r>
              <a:rPr lang="en-US" noProof="0">
                <a:sym typeface="Arial"/>
              </a:rPr>
              <a:t>Click icon to add picture</a:t>
            </a:r>
            <a:endParaRPr noProof="0">
              <a:sym typeface="Arial"/>
            </a:endParaRPr>
          </a:p>
        </p:txBody>
      </p:sp>
      <p:sp>
        <p:nvSpPr>
          <p:cNvPr id="692" name="Google Shape;692;p22"/>
          <p:cNvSpPr>
            <a:spLocks noGrp="1"/>
          </p:cNvSpPr>
          <p:nvPr>
            <p:ph type="pic" idx="3"/>
          </p:nvPr>
        </p:nvSpPr>
        <p:spPr>
          <a:xfrm>
            <a:off x="4468896" y="2177860"/>
            <a:ext cx="1790586" cy="3183847"/>
          </a:xfrm>
          <a:prstGeom prst="rect">
            <a:avLst/>
          </a:prstGeom>
          <a:solidFill>
            <a:srgbClr val="F7F7F7"/>
          </a:solidFill>
          <a:ln>
            <a:noFill/>
          </a:ln>
        </p:spPr>
        <p:txBody>
          <a:bodyPr spcFirstLastPara="1" wrap="square" lIns="91425" tIns="91425" rIns="91425" bIns="91425" anchor="t" anchorCtr="0"/>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lvl="0"/>
            <a:r>
              <a:rPr lang="en-US" noProof="0" dirty="0">
                <a:sym typeface="Arial"/>
              </a:rPr>
              <a:t>Click icon to add picture</a:t>
            </a:r>
            <a:endParaRPr noProof="0" dirty="0">
              <a:sym typeface="Arial"/>
            </a:endParaRPr>
          </a:p>
        </p:txBody>
      </p:sp>
      <p:sp>
        <p:nvSpPr>
          <p:cNvPr id="693" name="Google Shape;693;p22"/>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Tree>
    <p:extLst>
      <p:ext uri="{BB962C8B-B14F-4D97-AF65-F5344CB8AC3E}">
        <p14:creationId xmlns:p14="http://schemas.microsoft.com/office/powerpoint/2010/main" val="37499826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Title+Content+ImageFull" preserve="1">
  <p:cSld name="Title+Content+ImageFull">
    <p:spTree>
      <p:nvGrpSpPr>
        <p:cNvPr id="1" name="Shape 695"/>
        <p:cNvGrpSpPr/>
        <p:nvPr/>
      </p:nvGrpSpPr>
      <p:grpSpPr>
        <a:xfrm>
          <a:off x="0" y="0"/>
          <a:ext cx="0" cy="0"/>
          <a:chOff x="0" y="0"/>
          <a:chExt cx="0" cy="0"/>
        </a:xfrm>
      </p:grpSpPr>
      <p:sp>
        <p:nvSpPr>
          <p:cNvPr id="696" name="Google Shape;696;p23"/>
          <p:cNvSpPr txBox="1">
            <a:spLocks noGrp="1"/>
          </p:cNvSpPr>
          <p:nvPr>
            <p:ph type="title"/>
          </p:nvPr>
        </p:nvSpPr>
        <p:spPr>
          <a:xfrm>
            <a:off x="208634" y="633245"/>
            <a:ext cx="10984645" cy="492172"/>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98" name="Google Shape;698;p23"/>
          <p:cNvSpPr txBox="1">
            <a:spLocks noGrp="1"/>
          </p:cNvSpPr>
          <p:nvPr>
            <p:ph type="body" idx="2"/>
          </p:nvPr>
        </p:nvSpPr>
        <p:spPr>
          <a:xfrm>
            <a:off x="514350" y="1304995"/>
            <a:ext cx="5323742" cy="4840828"/>
          </a:xfrm>
          <a:prstGeom prst="rect">
            <a:avLst/>
          </a:prstGeom>
          <a:noFill/>
          <a:ln>
            <a:noFill/>
          </a:ln>
        </p:spPr>
        <p:txBody>
          <a:bodyPr spcFirstLastPara="1" wrap="square" lIns="91425" tIns="45700" rIns="91425" bIns="45700" anchor="t" anchorCtr="0"/>
          <a:lstStyle>
            <a:lvl1pPr marL="457200" marR="0" lvl="0" indent="-228600" algn="l" rtl="0">
              <a:lnSpc>
                <a:spcPct val="9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838"/>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30200" algn="l" rtl="0">
              <a:lnSpc>
                <a:spcPct val="90000"/>
              </a:lnSpc>
              <a:spcBef>
                <a:spcPts val="838"/>
              </a:spcBef>
              <a:spcAft>
                <a:spcPts val="0"/>
              </a:spcAft>
              <a:buClr>
                <a:schemeClr val="dk1"/>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23850" algn="l" rtl="0">
              <a:lnSpc>
                <a:spcPct val="90000"/>
              </a:lnSpc>
              <a:spcBef>
                <a:spcPts val="838"/>
              </a:spcBef>
              <a:spcAft>
                <a:spcPts val="0"/>
              </a:spcAft>
              <a:buClr>
                <a:schemeClr val="dk1"/>
              </a:buClr>
              <a:buSzPts val="1500"/>
              <a:buFont typeface="Noto Sans Symbols"/>
              <a:buChar char="→"/>
              <a:defRPr sz="1500" b="0" i="0" u="none" strike="noStrike" cap="none">
                <a:solidFill>
                  <a:schemeClr val="dk1"/>
                </a:solidFill>
                <a:latin typeface="Arial"/>
                <a:ea typeface="Arial"/>
                <a:cs typeface="Arial"/>
                <a:sym typeface="Arial"/>
              </a:defRPr>
            </a:lvl4pPr>
            <a:lvl5pPr marL="2286000" marR="0" lvl="4" indent="-298450" algn="l" rtl="0">
              <a:lnSpc>
                <a:spcPct val="90000"/>
              </a:lnSpc>
              <a:spcBef>
                <a:spcPts val="838"/>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700" name="Google Shape;700;p23"/>
          <p:cNvSpPr>
            <a:spLocks noGrp="1"/>
          </p:cNvSpPr>
          <p:nvPr>
            <p:ph type="pic" idx="3"/>
          </p:nvPr>
        </p:nvSpPr>
        <p:spPr>
          <a:xfrm>
            <a:off x="6096000" y="1292225"/>
            <a:ext cx="5096608" cy="4835525"/>
          </a:xfrm>
          <a:prstGeom prst="rect">
            <a:avLst/>
          </a:prstGeom>
          <a:noFill/>
          <a:ln>
            <a:noFill/>
          </a:ln>
        </p:spPr>
        <p:txBody>
          <a:bodyPr spcFirstLastPara="1" wrap="square" lIns="91425" tIns="45700" rIns="91425" bIns="45700" anchor="ctr" anchorCtr="0"/>
          <a:lstStyle>
            <a:lvl1pPr marR="0" lvl="0" algn="ctr" rtl="0">
              <a:lnSpc>
                <a:spcPct val="90000"/>
              </a:lnSpc>
              <a:spcBef>
                <a:spcPts val="10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noProof="0">
                <a:sym typeface="Arial"/>
              </a:rPr>
              <a:t>Click icon to add picture</a:t>
            </a:r>
            <a:endParaRPr noProof="0">
              <a:sym typeface="Arial"/>
            </a:endParaRPr>
          </a:p>
        </p:txBody>
      </p:sp>
      <p:sp>
        <p:nvSpPr>
          <p:cNvPr id="2" name="Google Shape;699;p23">
            <a:extLst>
              <a:ext uri="{FF2B5EF4-FFF2-40B4-BE49-F238E27FC236}">
                <a16:creationId xmlns:a16="http://schemas.microsoft.com/office/drawing/2014/main" id="{72406B62-2BD6-9E00-0BE7-2B470B5D6300}"/>
              </a:ext>
            </a:extLst>
          </p:cNvPr>
          <p:cNvSpPr txBox="1">
            <a:spLocks noGrp="1" noChangeArrowheads="1"/>
          </p:cNvSpPr>
          <p:nvPr>
            <p:ph type="sldNum" idx="10"/>
          </p:nvPr>
        </p:nvSpPr>
        <p:spPr/>
        <p:txBody>
          <a:bodyPr/>
          <a:lstStyle>
            <a:lvl1pPr>
              <a:defRPr/>
            </a:lvl1pPr>
          </a:lstStyle>
          <a:p>
            <a:fld id="{52D23845-00C5-6740-ABE3-F67B1ECF277C}" type="slidenum">
              <a:rPr lang="en-US" altLang="en-US"/>
              <a:pPr/>
              <a:t>‹#›</a:t>
            </a:fld>
            <a:endParaRPr lang="en-US" altLang="en-US"/>
          </a:p>
        </p:txBody>
      </p:sp>
    </p:spTree>
    <p:extLst>
      <p:ext uri="{BB962C8B-B14F-4D97-AF65-F5344CB8AC3E}">
        <p14:creationId xmlns:p14="http://schemas.microsoft.com/office/powerpoint/2010/main" val="14237403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Title Only" type="titleOnly" preserve="1">
  <p:cSld name="Title Only">
    <p:spTree>
      <p:nvGrpSpPr>
        <p:cNvPr id="1" name="Shape 701"/>
        <p:cNvGrpSpPr/>
        <p:nvPr/>
      </p:nvGrpSpPr>
      <p:grpSpPr>
        <a:xfrm>
          <a:off x="0" y="0"/>
          <a:ext cx="0" cy="0"/>
          <a:chOff x="0" y="0"/>
          <a:chExt cx="0" cy="0"/>
        </a:xfrm>
      </p:grpSpPr>
      <p:sp>
        <p:nvSpPr>
          <p:cNvPr id="702" name="Google Shape;702;p24"/>
          <p:cNvSpPr txBox="1">
            <a:spLocks noGrp="1"/>
          </p:cNvSpPr>
          <p:nvPr>
            <p:ph type="title"/>
          </p:nvPr>
        </p:nvSpPr>
        <p:spPr>
          <a:xfrm>
            <a:off x="463509" y="665930"/>
            <a:ext cx="10515600" cy="550205"/>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2" name="Google Shape;703;p24">
            <a:extLst>
              <a:ext uri="{FF2B5EF4-FFF2-40B4-BE49-F238E27FC236}">
                <a16:creationId xmlns:a16="http://schemas.microsoft.com/office/drawing/2014/main" id="{025CCCF0-CEDA-39A2-5F58-3920440F8032}"/>
              </a:ext>
            </a:extLst>
          </p:cNvPr>
          <p:cNvSpPr txBox="1">
            <a:spLocks noGrp="1" noChangeArrowheads="1"/>
          </p:cNvSpPr>
          <p:nvPr>
            <p:ph type="sldNum" idx="10"/>
          </p:nvPr>
        </p:nvSpPr>
        <p:spPr/>
        <p:txBody>
          <a:bodyPr/>
          <a:lstStyle>
            <a:lvl1pPr>
              <a:defRPr/>
            </a:lvl1pPr>
          </a:lstStyle>
          <a:p>
            <a:fld id="{EB250D7F-F0D5-9348-9F21-5C9FA492D5F4}" type="slidenum">
              <a:rPr lang="en-US" altLang="en-US"/>
              <a:pPr/>
              <a:t>‹#›</a:t>
            </a:fld>
            <a:endParaRPr lang="en-US" altLang="en-US"/>
          </a:p>
        </p:txBody>
      </p:sp>
    </p:spTree>
    <p:extLst>
      <p:ext uri="{BB962C8B-B14F-4D97-AF65-F5344CB8AC3E}">
        <p14:creationId xmlns:p14="http://schemas.microsoft.com/office/powerpoint/2010/main" val="24029016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Blank" type="blank" preserve="1">
  <p:cSld name="Blank">
    <p:spTree>
      <p:nvGrpSpPr>
        <p:cNvPr id="1" name="Shape 704"/>
        <p:cNvGrpSpPr/>
        <p:nvPr/>
      </p:nvGrpSpPr>
      <p:grpSpPr>
        <a:xfrm>
          <a:off x="0" y="0"/>
          <a:ext cx="0" cy="0"/>
          <a:chOff x="0" y="0"/>
          <a:chExt cx="0" cy="0"/>
        </a:xfrm>
      </p:grpSpPr>
      <p:sp>
        <p:nvSpPr>
          <p:cNvPr id="2" name="Google Shape;705;p25">
            <a:extLst>
              <a:ext uri="{FF2B5EF4-FFF2-40B4-BE49-F238E27FC236}">
                <a16:creationId xmlns:a16="http://schemas.microsoft.com/office/drawing/2014/main" id="{82CF4719-B0BE-68A1-0F8B-CB8CA76058CC}"/>
              </a:ext>
            </a:extLst>
          </p:cNvPr>
          <p:cNvSpPr txBox="1">
            <a:spLocks noGrp="1" noChangeArrowheads="1"/>
          </p:cNvSpPr>
          <p:nvPr>
            <p:ph type="sldNum" idx="10"/>
          </p:nvPr>
        </p:nvSpPr>
        <p:spPr/>
        <p:txBody>
          <a:bodyPr/>
          <a:lstStyle>
            <a:lvl1pPr>
              <a:defRPr/>
            </a:lvl1pPr>
          </a:lstStyle>
          <a:p>
            <a:fld id="{EED6BE7B-C3CC-3244-AA2A-AA0157B27685}" type="slidenum">
              <a:rPr lang="en-US" altLang="en-US"/>
              <a:pPr/>
              <a:t>‹#›</a:t>
            </a:fld>
            <a:endParaRPr lang="en-US" altLang="en-US"/>
          </a:p>
        </p:txBody>
      </p:sp>
    </p:spTree>
    <p:extLst>
      <p:ext uri="{BB962C8B-B14F-4D97-AF65-F5344CB8AC3E}">
        <p14:creationId xmlns:p14="http://schemas.microsoft.com/office/powerpoint/2010/main" val="33547262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BarGraph-Infographic">
  <p:cSld name="BarGraph-Infographic">
    <p:spTree>
      <p:nvGrpSpPr>
        <p:cNvPr id="1" name="Shape 61"/>
        <p:cNvGrpSpPr/>
        <p:nvPr/>
      </p:nvGrpSpPr>
      <p:grpSpPr>
        <a:xfrm>
          <a:off x="0" y="0"/>
          <a:ext cx="0" cy="0"/>
          <a:chOff x="0" y="0"/>
          <a:chExt cx="0" cy="0"/>
        </a:xfrm>
      </p:grpSpPr>
      <p:sp>
        <p:nvSpPr>
          <p:cNvPr id="2" name="Google Shape;64;p6">
            <a:extLst>
              <a:ext uri="{FF2B5EF4-FFF2-40B4-BE49-F238E27FC236}">
                <a16:creationId xmlns:a16="http://schemas.microsoft.com/office/drawing/2014/main" id="{DEC63ECD-B716-6CAB-D79B-8098A16846E9}"/>
              </a:ext>
            </a:extLst>
          </p:cNvPr>
          <p:cNvSpPr/>
          <p:nvPr/>
        </p:nvSpPr>
        <p:spPr>
          <a:xfrm>
            <a:off x="2941638" y="1604963"/>
            <a:ext cx="508000" cy="3149600"/>
          </a:xfrm>
          <a:prstGeom prst="roundRect">
            <a:avLst>
              <a:gd name="adj" fmla="val 50000"/>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grpSp>
        <p:nvGrpSpPr>
          <p:cNvPr id="3" name="Google Shape;65;p6">
            <a:extLst>
              <a:ext uri="{FF2B5EF4-FFF2-40B4-BE49-F238E27FC236}">
                <a16:creationId xmlns:a16="http://schemas.microsoft.com/office/drawing/2014/main" id="{033B38EC-50BF-EEAB-1EF0-41C0A536D4FC}"/>
              </a:ext>
            </a:extLst>
          </p:cNvPr>
          <p:cNvGrpSpPr>
            <a:grpSpLocks/>
          </p:cNvGrpSpPr>
          <p:nvPr/>
        </p:nvGrpSpPr>
        <p:grpSpPr bwMode="auto">
          <a:xfrm>
            <a:off x="638175" y="4989513"/>
            <a:ext cx="4348163" cy="128587"/>
            <a:chOff x="4800600" y="3954464"/>
            <a:chExt cx="3261360" cy="96113"/>
          </a:xfrm>
        </p:grpSpPr>
        <p:cxnSp>
          <p:nvCxnSpPr>
            <p:cNvPr id="4" name="Google Shape;66;p6">
              <a:extLst>
                <a:ext uri="{FF2B5EF4-FFF2-40B4-BE49-F238E27FC236}">
                  <a16:creationId xmlns:a16="http://schemas.microsoft.com/office/drawing/2014/main" id="{663E6A35-F3FF-46A0-F713-F94F76914E5F}"/>
                </a:ext>
              </a:extLst>
            </p:cNvPr>
            <p:cNvCxnSpPr>
              <a:cxnSpLocks noChangeShapeType="1"/>
            </p:cNvCxnSpPr>
            <p:nvPr/>
          </p:nvCxnSpPr>
          <p:spPr bwMode="auto">
            <a:xfrm>
              <a:off x="4800600" y="4004857"/>
              <a:ext cx="3261360" cy="1587"/>
            </a:xfrm>
            <a:prstGeom prst="straightConnector1">
              <a:avLst/>
            </a:prstGeom>
            <a:noFill/>
            <a:ln w="12700">
              <a:solidFill>
                <a:srgbClr val="CCCCCA"/>
              </a:solidFill>
              <a:prstDash val="dot"/>
              <a:miter lim="8000"/>
              <a:headEnd type="oval" w="med" len="med"/>
              <a:tailEnd type="oval" w="med" len="med"/>
            </a:ln>
            <a:extLst>
              <a:ext uri="{909E8E84-426E-40DD-AFC4-6F175D3DCCD1}">
                <a14:hiddenFill xmlns:a14="http://schemas.microsoft.com/office/drawing/2010/main">
                  <a:noFill/>
                </a14:hiddenFill>
              </a:ext>
            </a:extLst>
          </p:spPr>
        </p:cxnSp>
        <p:sp>
          <p:nvSpPr>
            <p:cNvPr id="5" name="Google Shape;67;p6">
              <a:extLst>
                <a:ext uri="{FF2B5EF4-FFF2-40B4-BE49-F238E27FC236}">
                  <a16:creationId xmlns:a16="http://schemas.microsoft.com/office/drawing/2014/main" id="{D64E2DA6-8661-409B-0070-0527C86FEA66}"/>
                </a:ext>
              </a:extLst>
            </p:cNvPr>
            <p:cNvSpPr/>
            <p:nvPr/>
          </p:nvSpPr>
          <p:spPr>
            <a:xfrm>
              <a:off x="4943485" y="3954464"/>
              <a:ext cx="95257" cy="96113"/>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rgbClr val="656D78"/>
                </a:solidFill>
                <a:latin typeface="Arial"/>
                <a:ea typeface="Arial"/>
                <a:cs typeface="Arial"/>
                <a:sym typeface="Arial"/>
              </a:endParaRPr>
            </a:p>
          </p:txBody>
        </p:sp>
        <p:sp>
          <p:nvSpPr>
            <p:cNvPr id="6" name="Google Shape;68;p6">
              <a:extLst>
                <a:ext uri="{FF2B5EF4-FFF2-40B4-BE49-F238E27FC236}">
                  <a16:creationId xmlns:a16="http://schemas.microsoft.com/office/drawing/2014/main" id="{BC2BCB92-CC42-8236-7FA3-8081080DFA8C}"/>
                </a:ext>
              </a:extLst>
            </p:cNvPr>
            <p:cNvSpPr/>
            <p:nvPr/>
          </p:nvSpPr>
          <p:spPr>
            <a:xfrm>
              <a:off x="5518600" y="3954464"/>
              <a:ext cx="96447" cy="96113"/>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rgbClr val="656D78"/>
                </a:solidFill>
                <a:latin typeface="Arial"/>
                <a:ea typeface="Arial"/>
                <a:cs typeface="Arial"/>
                <a:sym typeface="Arial"/>
              </a:endParaRPr>
            </a:p>
          </p:txBody>
        </p:sp>
        <p:sp>
          <p:nvSpPr>
            <p:cNvPr id="7" name="Google Shape;69;p6">
              <a:extLst>
                <a:ext uri="{FF2B5EF4-FFF2-40B4-BE49-F238E27FC236}">
                  <a16:creationId xmlns:a16="http://schemas.microsoft.com/office/drawing/2014/main" id="{B6F5D253-4566-71B7-F6D1-8DA10E2E7655}"/>
                </a:ext>
              </a:extLst>
            </p:cNvPr>
            <p:cNvSpPr/>
            <p:nvPr/>
          </p:nvSpPr>
          <p:spPr>
            <a:xfrm>
              <a:off x="6094904" y="3954464"/>
              <a:ext cx="96447" cy="96113"/>
            </a:xfrm>
            <a:prstGeom prst="ellipse">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rgbClr val="656D78"/>
                </a:solidFill>
                <a:latin typeface="Arial"/>
                <a:ea typeface="Arial"/>
                <a:cs typeface="Arial"/>
                <a:sym typeface="Arial"/>
              </a:endParaRPr>
            </a:p>
          </p:txBody>
        </p:sp>
        <p:sp>
          <p:nvSpPr>
            <p:cNvPr id="8" name="Google Shape;70;p6">
              <a:extLst>
                <a:ext uri="{FF2B5EF4-FFF2-40B4-BE49-F238E27FC236}">
                  <a16:creationId xmlns:a16="http://schemas.microsoft.com/office/drawing/2014/main" id="{6EC50C50-C1A2-1EBE-AD3D-FC8F08D39DD1}"/>
                </a:ext>
              </a:extLst>
            </p:cNvPr>
            <p:cNvSpPr/>
            <p:nvPr/>
          </p:nvSpPr>
          <p:spPr>
            <a:xfrm>
              <a:off x="6671209" y="3954464"/>
              <a:ext cx="96447" cy="96113"/>
            </a:xfrm>
            <a:prstGeom prst="ellipse">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rgbClr val="656D78"/>
                </a:solidFill>
                <a:latin typeface="Arial"/>
                <a:ea typeface="Arial"/>
                <a:cs typeface="Arial"/>
                <a:sym typeface="Arial"/>
              </a:endParaRPr>
            </a:p>
          </p:txBody>
        </p:sp>
        <p:sp>
          <p:nvSpPr>
            <p:cNvPr id="9" name="Google Shape;71;p6">
              <a:extLst>
                <a:ext uri="{FF2B5EF4-FFF2-40B4-BE49-F238E27FC236}">
                  <a16:creationId xmlns:a16="http://schemas.microsoft.com/office/drawing/2014/main" id="{18BC7F50-5798-9847-E016-F0D64B1551B3}"/>
                </a:ext>
              </a:extLst>
            </p:cNvPr>
            <p:cNvSpPr/>
            <p:nvPr/>
          </p:nvSpPr>
          <p:spPr>
            <a:xfrm>
              <a:off x="7247513" y="3954464"/>
              <a:ext cx="96447" cy="96113"/>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rgbClr val="656D78"/>
                </a:solidFill>
                <a:latin typeface="Arial"/>
                <a:ea typeface="Arial"/>
                <a:cs typeface="Arial"/>
                <a:sym typeface="Arial"/>
              </a:endParaRPr>
            </a:p>
          </p:txBody>
        </p:sp>
        <p:sp>
          <p:nvSpPr>
            <p:cNvPr id="10" name="Google Shape;72;p6">
              <a:extLst>
                <a:ext uri="{FF2B5EF4-FFF2-40B4-BE49-F238E27FC236}">
                  <a16:creationId xmlns:a16="http://schemas.microsoft.com/office/drawing/2014/main" id="{8630E64C-F8EC-6E1B-7651-12345177A83D}"/>
                </a:ext>
              </a:extLst>
            </p:cNvPr>
            <p:cNvSpPr/>
            <p:nvPr/>
          </p:nvSpPr>
          <p:spPr>
            <a:xfrm>
              <a:off x="7823818" y="3954464"/>
              <a:ext cx="95257" cy="96113"/>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rgbClr val="656D78"/>
                </a:solidFill>
                <a:latin typeface="Arial"/>
                <a:ea typeface="Arial"/>
                <a:cs typeface="Arial"/>
                <a:sym typeface="Arial"/>
              </a:endParaRPr>
            </a:p>
          </p:txBody>
        </p:sp>
      </p:grpSp>
      <p:sp>
        <p:nvSpPr>
          <p:cNvPr id="11" name="Google Shape;73;p6">
            <a:extLst>
              <a:ext uri="{FF2B5EF4-FFF2-40B4-BE49-F238E27FC236}">
                <a16:creationId xmlns:a16="http://schemas.microsoft.com/office/drawing/2014/main" id="{98481183-7440-59D1-BEC4-AF349C8E072C}"/>
              </a:ext>
            </a:extLst>
          </p:cNvPr>
          <p:cNvSpPr/>
          <p:nvPr/>
        </p:nvSpPr>
        <p:spPr>
          <a:xfrm>
            <a:off x="574675" y="3686175"/>
            <a:ext cx="508000" cy="1068388"/>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2" name="Google Shape;74;p6">
            <a:extLst>
              <a:ext uri="{FF2B5EF4-FFF2-40B4-BE49-F238E27FC236}">
                <a16:creationId xmlns:a16="http://schemas.microsoft.com/office/drawing/2014/main" id="{9631F08C-67ED-D2EF-2153-4726030ADDA5}"/>
              </a:ext>
            </a:extLst>
          </p:cNvPr>
          <p:cNvSpPr/>
          <p:nvPr/>
        </p:nvSpPr>
        <p:spPr>
          <a:xfrm>
            <a:off x="1443038" y="2824163"/>
            <a:ext cx="508000" cy="1930400"/>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3" name="Google Shape;75;p6">
            <a:extLst>
              <a:ext uri="{FF2B5EF4-FFF2-40B4-BE49-F238E27FC236}">
                <a16:creationId xmlns:a16="http://schemas.microsoft.com/office/drawing/2014/main" id="{0FE9E563-043A-E302-931B-4CABC8D14543}"/>
              </a:ext>
            </a:extLst>
          </p:cNvPr>
          <p:cNvSpPr/>
          <p:nvPr/>
        </p:nvSpPr>
        <p:spPr>
          <a:xfrm>
            <a:off x="2174875" y="2417763"/>
            <a:ext cx="508000" cy="2336800"/>
          </a:xfrm>
          <a:prstGeom prst="roundRect">
            <a:avLst>
              <a:gd name="adj" fmla="val 50000"/>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4" name="Google Shape;76;p6">
            <a:extLst>
              <a:ext uri="{FF2B5EF4-FFF2-40B4-BE49-F238E27FC236}">
                <a16:creationId xmlns:a16="http://schemas.microsoft.com/office/drawing/2014/main" id="{8933DD3B-7D50-DFDF-5E4F-AC08C465CAA4}"/>
              </a:ext>
            </a:extLst>
          </p:cNvPr>
          <p:cNvSpPr/>
          <p:nvPr/>
        </p:nvSpPr>
        <p:spPr>
          <a:xfrm>
            <a:off x="3709988" y="3267075"/>
            <a:ext cx="508000" cy="1487488"/>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5" name="Google Shape;77;p6">
            <a:extLst>
              <a:ext uri="{FF2B5EF4-FFF2-40B4-BE49-F238E27FC236}">
                <a16:creationId xmlns:a16="http://schemas.microsoft.com/office/drawing/2014/main" id="{6B1890B8-7FE0-05F1-140D-D7E773A30BE8}"/>
              </a:ext>
            </a:extLst>
          </p:cNvPr>
          <p:cNvSpPr/>
          <p:nvPr/>
        </p:nvSpPr>
        <p:spPr>
          <a:xfrm>
            <a:off x="4478338" y="2824163"/>
            <a:ext cx="508000" cy="1930400"/>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grpSp>
        <p:nvGrpSpPr>
          <p:cNvPr id="16" name="Google Shape;78;p6">
            <a:extLst>
              <a:ext uri="{FF2B5EF4-FFF2-40B4-BE49-F238E27FC236}">
                <a16:creationId xmlns:a16="http://schemas.microsoft.com/office/drawing/2014/main" id="{CD927898-79CF-669E-F7D7-6BC5F2C48F59}"/>
              </a:ext>
            </a:extLst>
          </p:cNvPr>
          <p:cNvGrpSpPr>
            <a:grpSpLocks/>
          </p:cNvGrpSpPr>
          <p:nvPr/>
        </p:nvGrpSpPr>
        <p:grpSpPr bwMode="auto">
          <a:xfrm>
            <a:off x="8797925" y="3162300"/>
            <a:ext cx="615950" cy="617538"/>
            <a:chOff x="8998834" y="3241078"/>
            <a:chExt cx="616688" cy="616688"/>
          </a:xfrm>
        </p:grpSpPr>
        <p:sp>
          <p:nvSpPr>
            <p:cNvPr id="17" name="Google Shape;79;p6">
              <a:extLst>
                <a:ext uri="{FF2B5EF4-FFF2-40B4-BE49-F238E27FC236}">
                  <a16:creationId xmlns:a16="http://schemas.microsoft.com/office/drawing/2014/main" id="{81CB8414-ACBE-C887-0614-F1263459915B}"/>
                </a:ext>
              </a:extLst>
            </p:cNvPr>
            <p:cNvSpPr/>
            <p:nvPr/>
          </p:nvSpPr>
          <p:spPr>
            <a:xfrm>
              <a:off x="8998834" y="3241078"/>
              <a:ext cx="616688" cy="616688"/>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8" name="Google Shape;80;p6">
              <a:extLst>
                <a:ext uri="{FF2B5EF4-FFF2-40B4-BE49-F238E27FC236}">
                  <a16:creationId xmlns:a16="http://schemas.microsoft.com/office/drawing/2014/main" id="{A9BF0082-6347-F777-6738-BEDD4A63B809}"/>
                </a:ext>
              </a:extLst>
            </p:cNvPr>
            <p:cNvSpPr>
              <a:spLocks/>
            </p:cNvSpPr>
            <p:nvPr/>
          </p:nvSpPr>
          <p:spPr bwMode="auto">
            <a:xfrm>
              <a:off x="9167311" y="3404366"/>
              <a:ext cx="279735" cy="279015"/>
            </a:xfrm>
            <a:custGeom>
              <a:avLst/>
              <a:gdLst>
                <a:gd name="T0" fmla="*/ 0 w 120000"/>
                <a:gd name="T1" fmla="*/ 0 h 120000"/>
                <a:gd name="T2" fmla="*/ 120000 w 120000"/>
                <a:gd name="T3" fmla="*/ 120000 h 120000"/>
              </a:gdLst>
              <a:ahLst/>
              <a:cxnLst>
                <a:cxn ang="0">
                  <a:pos x="32727" y="0"/>
                </a:cxn>
                <a:cxn ang="0">
                  <a:pos x="21816" y="13638"/>
                </a:cxn>
                <a:cxn ang="0">
                  <a:pos x="27272" y="13638"/>
                </a:cxn>
                <a:cxn ang="0">
                  <a:pos x="32727" y="5455"/>
                </a:cxn>
                <a:cxn ang="0">
                  <a:pos x="114544" y="10911"/>
                </a:cxn>
                <a:cxn ang="0">
                  <a:pos x="109088" y="92727"/>
                </a:cxn>
                <a:cxn ang="0">
                  <a:pos x="103638" y="95455"/>
                </a:cxn>
                <a:cxn ang="0">
                  <a:pos x="109088" y="98183"/>
                </a:cxn>
                <a:cxn ang="0">
                  <a:pos x="120000" y="10911"/>
                </a:cxn>
                <a:cxn ang="0">
                  <a:pos x="24188" y="98183"/>
                </a:cxn>
                <a:cxn ang="0">
                  <a:pos x="49305" y="85594"/>
                </a:cxn>
                <a:cxn ang="0">
                  <a:pos x="53744" y="86472"/>
                </a:cxn>
                <a:cxn ang="0">
                  <a:pos x="74311" y="98183"/>
                </a:cxn>
                <a:cxn ang="0">
                  <a:pos x="81622" y="99900"/>
                </a:cxn>
                <a:cxn ang="0">
                  <a:pos x="81516" y="99716"/>
                </a:cxn>
                <a:cxn ang="0">
                  <a:pos x="65250" y="72627"/>
                </a:cxn>
                <a:cxn ang="0">
                  <a:pos x="60800" y="71711"/>
                </a:cxn>
                <a:cxn ang="0">
                  <a:pos x="43422" y="67133"/>
                </a:cxn>
                <a:cxn ang="0">
                  <a:pos x="38683" y="66700"/>
                </a:cxn>
                <a:cxn ang="0">
                  <a:pos x="16822" y="99394"/>
                </a:cxn>
                <a:cxn ang="0">
                  <a:pos x="16361" y="100911"/>
                </a:cxn>
                <a:cxn ang="0">
                  <a:pos x="79088" y="103638"/>
                </a:cxn>
                <a:cxn ang="0">
                  <a:pos x="81616" y="99905"/>
                </a:cxn>
                <a:cxn ang="0">
                  <a:pos x="27272" y="43638"/>
                </a:cxn>
                <a:cxn ang="0">
                  <a:pos x="27272" y="54544"/>
                </a:cxn>
                <a:cxn ang="0">
                  <a:pos x="27272" y="43638"/>
                </a:cxn>
                <a:cxn ang="0">
                  <a:pos x="38183" y="49088"/>
                </a:cxn>
                <a:cxn ang="0">
                  <a:pos x="16361" y="49088"/>
                </a:cxn>
                <a:cxn ang="0">
                  <a:pos x="92727" y="109088"/>
                </a:cxn>
                <a:cxn ang="0">
                  <a:pos x="10911" y="114550"/>
                </a:cxn>
                <a:cxn ang="0">
                  <a:pos x="5455" y="32727"/>
                </a:cxn>
                <a:cxn ang="0">
                  <a:pos x="87272" y="27272"/>
                </a:cxn>
                <a:cxn ang="0">
                  <a:pos x="92727" y="109088"/>
                </a:cxn>
                <a:cxn ang="0">
                  <a:pos x="10911" y="21816"/>
                </a:cxn>
                <a:cxn ang="0">
                  <a:pos x="0" y="109088"/>
                </a:cxn>
                <a:cxn ang="0">
                  <a:pos x="87272" y="120000"/>
                </a:cxn>
                <a:cxn ang="0">
                  <a:pos x="98183" y="32727"/>
                </a:cxn>
              </a:cxnLst>
              <a:rect l="T0" t="T1" r="T2" b="T3"/>
              <a:pathLst>
                <a:path w="120000" h="120000" extrusionOk="0">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8"/>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24188" y="98183"/>
                  </a:moveTo>
                  <a:lnTo>
                    <a:pt x="40938" y="73050"/>
                  </a:lnTo>
                  <a:lnTo>
                    <a:pt x="49305" y="85594"/>
                  </a:lnTo>
                  <a:cubicBezTo>
                    <a:pt x="49716" y="86577"/>
                    <a:pt x="50683" y="87272"/>
                    <a:pt x="51816" y="87272"/>
                  </a:cubicBezTo>
                  <a:cubicBezTo>
                    <a:pt x="52572" y="87272"/>
                    <a:pt x="53255" y="86972"/>
                    <a:pt x="53744" y="86472"/>
                  </a:cubicBezTo>
                  <a:lnTo>
                    <a:pt x="62211" y="78011"/>
                  </a:lnTo>
                  <a:lnTo>
                    <a:pt x="74311" y="98183"/>
                  </a:lnTo>
                  <a:cubicBezTo>
                    <a:pt x="74311" y="98183"/>
                    <a:pt x="24188" y="98183"/>
                    <a:pt x="24188" y="98183"/>
                  </a:cubicBezTo>
                  <a:close/>
                  <a:moveTo>
                    <a:pt x="81622" y="99900"/>
                  </a:moveTo>
                  <a:lnTo>
                    <a:pt x="81611" y="99872"/>
                  </a:lnTo>
                  <a:cubicBezTo>
                    <a:pt x="81583" y="99816"/>
                    <a:pt x="81538" y="99772"/>
                    <a:pt x="81516" y="99716"/>
                  </a:cubicBezTo>
                  <a:lnTo>
                    <a:pt x="65261" y="72627"/>
                  </a:lnTo>
                  <a:lnTo>
                    <a:pt x="65250" y="72627"/>
                  </a:lnTo>
                  <a:cubicBezTo>
                    <a:pt x="64850" y="71622"/>
                    <a:pt x="63877" y="70911"/>
                    <a:pt x="62727" y="70911"/>
                  </a:cubicBezTo>
                  <a:cubicBezTo>
                    <a:pt x="61972" y="70911"/>
                    <a:pt x="61294" y="71216"/>
                    <a:pt x="60800" y="71711"/>
                  </a:cubicBezTo>
                  <a:lnTo>
                    <a:pt x="52205" y="80300"/>
                  </a:lnTo>
                  <a:lnTo>
                    <a:pt x="43422" y="67133"/>
                  </a:lnTo>
                  <a:cubicBezTo>
                    <a:pt x="43011" y="66150"/>
                    <a:pt x="42044" y="65455"/>
                    <a:pt x="40911" y="65455"/>
                  </a:cubicBezTo>
                  <a:cubicBezTo>
                    <a:pt x="39961" y="65455"/>
                    <a:pt x="39172" y="65966"/>
                    <a:pt x="38683" y="66700"/>
                  </a:cubicBezTo>
                  <a:lnTo>
                    <a:pt x="38638" y="66666"/>
                  </a:lnTo>
                  <a:lnTo>
                    <a:pt x="16822" y="99394"/>
                  </a:lnTo>
                  <a:lnTo>
                    <a:pt x="16866" y="99427"/>
                  </a:lnTo>
                  <a:cubicBezTo>
                    <a:pt x="16572" y="99855"/>
                    <a:pt x="16361" y="100350"/>
                    <a:pt x="16361" y="100911"/>
                  </a:cubicBezTo>
                  <a:cubicBezTo>
                    <a:pt x="16361" y="102416"/>
                    <a:pt x="17583" y="103638"/>
                    <a:pt x="19088" y="103638"/>
                  </a:cubicBezTo>
                  <a:lnTo>
                    <a:pt x="79088" y="103638"/>
                  </a:lnTo>
                  <a:cubicBezTo>
                    <a:pt x="80600" y="103638"/>
                    <a:pt x="81816" y="102416"/>
                    <a:pt x="81816" y="100911"/>
                  </a:cubicBezTo>
                  <a:cubicBezTo>
                    <a:pt x="81816" y="100550"/>
                    <a:pt x="81738" y="100216"/>
                    <a:pt x="81616" y="99905"/>
                  </a:cubicBezTo>
                  <a:cubicBezTo>
                    <a:pt x="81616" y="99905"/>
                    <a:pt x="81622" y="99900"/>
                    <a:pt x="81622" y="99900"/>
                  </a:cubicBezTo>
                  <a:close/>
                  <a:moveTo>
                    <a:pt x="27272" y="43638"/>
                  </a:moveTo>
                  <a:cubicBezTo>
                    <a:pt x="30283" y="43638"/>
                    <a:pt x="32727" y="46083"/>
                    <a:pt x="32727" y="49088"/>
                  </a:cubicBezTo>
                  <a:cubicBezTo>
                    <a:pt x="32727" y="52105"/>
                    <a:pt x="30283" y="54544"/>
                    <a:pt x="27272" y="54544"/>
                  </a:cubicBezTo>
                  <a:cubicBezTo>
                    <a:pt x="24261" y="54544"/>
                    <a:pt x="21816" y="52105"/>
                    <a:pt x="21816" y="49088"/>
                  </a:cubicBezTo>
                  <a:cubicBezTo>
                    <a:pt x="21816" y="46083"/>
                    <a:pt x="24261" y="43638"/>
                    <a:pt x="27272" y="43638"/>
                  </a:cubicBezTo>
                  <a:moveTo>
                    <a:pt x="27272" y="60000"/>
                  </a:moveTo>
                  <a:cubicBezTo>
                    <a:pt x="33300" y="60000"/>
                    <a:pt x="38183" y="55116"/>
                    <a:pt x="38183" y="49088"/>
                  </a:cubicBezTo>
                  <a:cubicBezTo>
                    <a:pt x="38183" y="43066"/>
                    <a:pt x="33300" y="38183"/>
                    <a:pt x="27272" y="38183"/>
                  </a:cubicBezTo>
                  <a:cubicBezTo>
                    <a:pt x="21250" y="38183"/>
                    <a:pt x="16361" y="43066"/>
                    <a:pt x="16361" y="49088"/>
                  </a:cubicBezTo>
                  <a:cubicBezTo>
                    <a:pt x="16361" y="55116"/>
                    <a:pt x="21250" y="60000"/>
                    <a:pt x="27272" y="60000"/>
                  </a:cubicBezTo>
                  <a:moveTo>
                    <a:pt x="92727" y="109088"/>
                  </a:moveTo>
                  <a:cubicBezTo>
                    <a:pt x="92727" y="112105"/>
                    <a:pt x="90283" y="114550"/>
                    <a:pt x="87272" y="114550"/>
                  </a:cubicBezTo>
                  <a:lnTo>
                    <a:pt x="10911" y="114550"/>
                  </a:lnTo>
                  <a:cubicBezTo>
                    <a:pt x="7900" y="114550"/>
                    <a:pt x="5455" y="112105"/>
                    <a:pt x="5455" y="109088"/>
                  </a:cubicBezTo>
                  <a:lnTo>
                    <a:pt x="5455" y="32727"/>
                  </a:lnTo>
                  <a:cubicBezTo>
                    <a:pt x="5455" y="29716"/>
                    <a:pt x="7900" y="27272"/>
                    <a:pt x="10911" y="27272"/>
                  </a:cubicBezTo>
                  <a:lnTo>
                    <a:pt x="87272" y="27272"/>
                  </a:lnTo>
                  <a:cubicBezTo>
                    <a:pt x="90283" y="27272"/>
                    <a:pt x="92727" y="29716"/>
                    <a:pt x="92727" y="32727"/>
                  </a:cubicBezTo>
                  <a:cubicBezTo>
                    <a:pt x="92727" y="32727"/>
                    <a:pt x="92727" y="109088"/>
                    <a:pt x="92727" y="109088"/>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19" name="Google Shape;81;p6">
            <a:extLst>
              <a:ext uri="{FF2B5EF4-FFF2-40B4-BE49-F238E27FC236}">
                <a16:creationId xmlns:a16="http://schemas.microsoft.com/office/drawing/2014/main" id="{F16F778B-CE21-9493-EF5F-64CE4907BE2D}"/>
              </a:ext>
            </a:extLst>
          </p:cNvPr>
          <p:cNvGrpSpPr>
            <a:grpSpLocks/>
          </p:cNvGrpSpPr>
          <p:nvPr/>
        </p:nvGrpSpPr>
        <p:grpSpPr bwMode="auto">
          <a:xfrm>
            <a:off x="8755063" y="1573213"/>
            <a:ext cx="615950" cy="617537"/>
            <a:chOff x="8998834" y="2145924"/>
            <a:chExt cx="616688" cy="616688"/>
          </a:xfrm>
        </p:grpSpPr>
        <p:sp>
          <p:nvSpPr>
            <p:cNvPr id="20" name="Google Shape;82;p6">
              <a:extLst>
                <a:ext uri="{FF2B5EF4-FFF2-40B4-BE49-F238E27FC236}">
                  <a16:creationId xmlns:a16="http://schemas.microsoft.com/office/drawing/2014/main" id="{4CC17F96-F91E-4727-ABD7-59EB760C31E5}"/>
                </a:ext>
              </a:extLst>
            </p:cNvPr>
            <p:cNvSpPr/>
            <p:nvPr/>
          </p:nvSpPr>
          <p:spPr>
            <a:xfrm>
              <a:off x="8998834" y="2145924"/>
              <a:ext cx="616688" cy="616688"/>
            </a:xfrm>
            <a:prstGeom prst="roundRect">
              <a:avLst>
                <a:gd name="adj" fmla="val 50000"/>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21" name="Google Shape;83;p6">
              <a:extLst>
                <a:ext uri="{FF2B5EF4-FFF2-40B4-BE49-F238E27FC236}">
                  <a16:creationId xmlns:a16="http://schemas.microsoft.com/office/drawing/2014/main" id="{36981746-A5AA-2E3B-C9B2-CECA562CD399}"/>
                </a:ext>
              </a:extLst>
            </p:cNvPr>
            <p:cNvSpPr>
              <a:spLocks/>
            </p:cNvSpPr>
            <p:nvPr/>
          </p:nvSpPr>
          <p:spPr bwMode="auto">
            <a:xfrm>
              <a:off x="9167311" y="2307626"/>
              <a:ext cx="279735" cy="274259"/>
            </a:xfrm>
            <a:custGeom>
              <a:avLst/>
              <a:gdLst>
                <a:gd name="T0" fmla="*/ 0 w 120000"/>
                <a:gd name="T1" fmla="*/ 0 h 120000"/>
                <a:gd name="T2" fmla="*/ 120000 w 120000"/>
                <a:gd name="T3" fmla="*/ 120000 h 120000"/>
              </a:gdLst>
              <a:ahLst/>
              <a:cxnLst>
                <a:cxn ang="0">
                  <a:pos x="37111" y="20832"/>
                </a:cxn>
                <a:cxn ang="0">
                  <a:pos x="39111" y="28459"/>
                </a:cxn>
                <a:cxn ang="0">
                  <a:pos x="47288" y="13953"/>
                </a:cxn>
                <a:cxn ang="0">
                  <a:pos x="39838" y="16002"/>
                </a:cxn>
                <a:cxn ang="0">
                  <a:pos x="47288" y="13953"/>
                </a:cxn>
                <a:cxn ang="0">
                  <a:pos x="5455" y="47439"/>
                </a:cxn>
                <a:cxn ang="0">
                  <a:pos x="114544" y="36277"/>
                </a:cxn>
                <a:cxn ang="0">
                  <a:pos x="103638" y="114416"/>
                </a:cxn>
                <a:cxn ang="0">
                  <a:pos x="16361" y="53023"/>
                </a:cxn>
                <a:cxn ang="0">
                  <a:pos x="103638" y="114416"/>
                </a:cxn>
                <a:cxn ang="0">
                  <a:pos x="45294" y="6332"/>
                </a:cxn>
                <a:cxn ang="0">
                  <a:pos x="44144" y="30699"/>
                </a:cxn>
                <a:cxn ang="0">
                  <a:pos x="31655" y="30502"/>
                </a:cxn>
                <a:cxn ang="0">
                  <a:pos x="25250" y="30699"/>
                </a:cxn>
                <a:cxn ang="0">
                  <a:pos x="86538" y="30699"/>
                </a:cxn>
                <a:cxn ang="0">
                  <a:pos x="59466" y="14702"/>
                </a:cxn>
                <a:cxn ang="0">
                  <a:pos x="88500" y="15529"/>
                </a:cxn>
                <a:cxn ang="0">
                  <a:pos x="98116" y="30699"/>
                </a:cxn>
                <a:cxn ang="0">
                  <a:pos x="90438" y="26556"/>
                </a:cxn>
                <a:cxn ang="0">
                  <a:pos x="89911" y="20916"/>
                </a:cxn>
                <a:cxn ang="0">
                  <a:pos x="84883" y="23275"/>
                </a:cxn>
                <a:cxn ang="0">
                  <a:pos x="77961" y="18417"/>
                </a:cxn>
                <a:cxn ang="0">
                  <a:pos x="114544" y="30699"/>
                </a:cxn>
                <a:cxn ang="0">
                  <a:pos x="100450" y="18028"/>
                </a:cxn>
                <a:cxn ang="0">
                  <a:pos x="70394" y="14719"/>
                </a:cxn>
                <a:cxn ang="0">
                  <a:pos x="33116" y="5583"/>
                </a:cxn>
                <a:cxn ang="0">
                  <a:pos x="5455" y="30699"/>
                </a:cxn>
                <a:cxn ang="0">
                  <a:pos x="0" y="47439"/>
                </a:cxn>
                <a:cxn ang="0">
                  <a:pos x="10911" y="53023"/>
                </a:cxn>
                <a:cxn ang="0">
                  <a:pos x="16361" y="120000"/>
                </a:cxn>
                <a:cxn ang="0">
                  <a:pos x="109088" y="114416"/>
                </a:cxn>
                <a:cxn ang="0">
                  <a:pos x="114544" y="53023"/>
                </a:cxn>
                <a:cxn ang="0">
                  <a:pos x="120000" y="36277"/>
                </a:cxn>
                <a:cxn ang="0">
                  <a:pos x="43638" y="69768"/>
                </a:cxn>
                <a:cxn ang="0">
                  <a:pos x="76361" y="75346"/>
                </a:cxn>
                <a:cxn ang="0">
                  <a:pos x="43638" y="69768"/>
                </a:cxn>
                <a:cxn ang="0">
                  <a:pos x="76361" y="80930"/>
                </a:cxn>
                <a:cxn ang="0">
                  <a:pos x="81816" y="69768"/>
                </a:cxn>
                <a:cxn ang="0">
                  <a:pos x="43638" y="64184"/>
                </a:cxn>
                <a:cxn ang="0">
                  <a:pos x="38183" y="75346"/>
                </a:cxn>
              </a:cxnLst>
              <a:rect l="T0" t="T1" r="T2" b="T3"/>
              <a:pathLst>
                <a:path w="120000" h="120000" extrusionOk="0">
                  <a:moveTo>
                    <a:pt x="41833" y="23623"/>
                  </a:moveTo>
                  <a:lnTo>
                    <a:pt x="37111" y="20832"/>
                  </a:lnTo>
                  <a:lnTo>
                    <a:pt x="34383" y="25667"/>
                  </a:lnTo>
                  <a:lnTo>
                    <a:pt x="39111" y="28459"/>
                  </a:lnTo>
                  <a:cubicBezTo>
                    <a:pt x="39111" y="28459"/>
                    <a:pt x="41833" y="23623"/>
                    <a:pt x="41833" y="23623"/>
                  </a:cubicBezTo>
                  <a:close/>
                  <a:moveTo>
                    <a:pt x="47288" y="13953"/>
                  </a:moveTo>
                  <a:lnTo>
                    <a:pt x="42566" y="11167"/>
                  </a:lnTo>
                  <a:lnTo>
                    <a:pt x="39838" y="16002"/>
                  </a:lnTo>
                  <a:lnTo>
                    <a:pt x="44561" y="18794"/>
                  </a:lnTo>
                  <a:cubicBezTo>
                    <a:pt x="44561" y="18794"/>
                    <a:pt x="47288" y="13953"/>
                    <a:pt x="47288" y="13953"/>
                  </a:cubicBezTo>
                  <a:close/>
                  <a:moveTo>
                    <a:pt x="114544" y="47439"/>
                  </a:moveTo>
                  <a:lnTo>
                    <a:pt x="5455" y="47439"/>
                  </a:lnTo>
                  <a:lnTo>
                    <a:pt x="5455" y="36277"/>
                  </a:lnTo>
                  <a:lnTo>
                    <a:pt x="114544" y="36277"/>
                  </a:lnTo>
                  <a:cubicBezTo>
                    <a:pt x="114544" y="36277"/>
                    <a:pt x="114544" y="47439"/>
                    <a:pt x="114544" y="47439"/>
                  </a:cubicBezTo>
                  <a:close/>
                  <a:moveTo>
                    <a:pt x="103638" y="114416"/>
                  </a:moveTo>
                  <a:lnTo>
                    <a:pt x="16361" y="114416"/>
                  </a:lnTo>
                  <a:lnTo>
                    <a:pt x="16361" y="53023"/>
                  </a:lnTo>
                  <a:lnTo>
                    <a:pt x="103638" y="53023"/>
                  </a:lnTo>
                  <a:cubicBezTo>
                    <a:pt x="103638" y="53023"/>
                    <a:pt x="103638" y="114416"/>
                    <a:pt x="103638" y="114416"/>
                  </a:cubicBezTo>
                  <a:close/>
                  <a:moveTo>
                    <a:pt x="37838" y="8375"/>
                  </a:moveTo>
                  <a:cubicBezTo>
                    <a:pt x="39350" y="5707"/>
                    <a:pt x="42683" y="4790"/>
                    <a:pt x="45294" y="6332"/>
                  </a:cubicBezTo>
                  <a:lnTo>
                    <a:pt x="54744" y="11916"/>
                  </a:lnTo>
                  <a:lnTo>
                    <a:pt x="44144" y="30699"/>
                  </a:lnTo>
                  <a:lnTo>
                    <a:pt x="31994" y="30699"/>
                  </a:lnTo>
                  <a:lnTo>
                    <a:pt x="31655" y="30502"/>
                  </a:lnTo>
                  <a:lnTo>
                    <a:pt x="31544" y="30699"/>
                  </a:lnTo>
                  <a:lnTo>
                    <a:pt x="25250" y="30699"/>
                  </a:lnTo>
                  <a:cubicBezTo>
                    <a:pt x="25250" y="30699"/>
                    <a:pt x="37838" y="8375"/>
                    <a:pt x="37838" y="8375"/>
                  </a:cubicBezTo>
                  <a:close/>
                  <a:moveTo>
                    <a:pt x="86538" y="30699"/>
                  </a:moveTo>
                  <a:lnTo>
                    <a:pt x="50438" y="30699"/>
                  </a:lnTo>
                  <a:lnTo>
                    <a:pt x="59466" y="14702"/>
                  </a:lnTo>
                  <a:cubicBezTo>
                    <a:pt x="59466" y="14702"/>
                    <a:pt x="86538" y="30699"/>
                    <a:pt x="86538" y="30699"/>
                  </a:cubicBezTo>
                  <a:close/>
                  <a:moveTo>
                    <a:pt x="88500" y="15529"/>
                  </a:moveTo>
                  <a:cubicBezTo>
                    <a:pt x="91411" y="14730"/>
                    <a:pt x="94394" y="16497"/>
                    <a:pt x="95177" y="19475"/>
                  </a:cubicBezTo>
                  <a:lnTo>
                    <a:pt x="98116" y="30699"/>
                  </a:lnTo>
                  <a:lnTo>
                    <a:pt x="97444" y="30699"/>
                  </a:lnTo>
                  <a:lnTo>
                    <a:pt x="90438" y="26556"/>
                  </a:lnTo>
                  <a:lnTo>
                    <a:pt x="91322" y="26308"/>
                  </a:lnTo>
                  <a:lnTo>
                    <a:pt x="89911" y="20916"/>
                  </a:lnTo>
                  <a:lnTo>
                    <a:pt x="84644" y="22363"/>
                  </a:lnTo>
                  <a:lnTo>
                    <a:pt x="84883" y="23275"/>
                  </a:lnTo>
                  <a:lnTo>
                    <a:pt x="78200" y="19329"/>
                  </a:lnTo>
                  <a:lnTo>
                    <a:pt x="77961" y="18417"/>
                  </a:lnTo>
                  <a:cubicBezTo>
                    <a:pt x="77961" y="18417"/>
                    <a:pt x="88500" y="15529"/>
                    <a:pt x="88500" y="15529"/>
                  </a:cubicBezTo>
                  <a:close/>
                  <a:moveTo>
                    <a:pt x="114544" y="30699"/>
                  </a:moveTo>
                  <a:lnTo>
                    <a:pt x="103766" y="30699"/>
                  </a:lnTo>
                  <a:lnTo>
                    <a:pt x="100450" y="18028"/>
                  </a:lnTo>
                  <a:cubicBezTo>
                    <a:pt x="98888" y="12073"/>
                    <a:pt x="92911" y="8544"/>
                    <a:pt x="87088" y="10137"/>
                  </a:cubicBezTo>
                  <a:lnTo>
                    <a:pt x="70394" y="14719"/>
                  </a:lnTo>
                  <a:lnTo>
                    <a:pt x="48022" y="1497"/>
                  </a:lnTo>
                  <a:cubicBezTo>
                    <a:pt x="42800" y="-1581"/>
                    <a:pt x="36133" y="247"/>
                    <a:pt x="33116" y="5583"/>
                  </a:cubicBezTo>
                  <a:lnTo>
                    <a:pt x="18944" y="30699"/>
                  </a:lnTo>
                  <a:lnTo>
                    <a:pt x="5455" y="30699"/>
                  </a:lnTo>
                  <a:cubicBezTo>
                    <a:pt x="2444" y="30699"/>
                    <a:pt x="0" y="33198"/>
                    <a:pt x="0" y="36277"/>
                  </a:cubicBezTo>
                  <a:lnTo>
                    <a:pt x="0" y="47439"/>
                  </a:lnTo>
                  <a:cubicBezTo>
                    <a:pt x="0" y="50529"/>
                    <a:pt x="2444" y="53023"/>
                    <a:pt x="5455" y="53023"/>
                  </a:cubicBezTo>
                  <a:lnTo>
                    <a:pt x="10911" y="53023"/>
                  </a:lnTo>
                  <a:lnTo>
                    <a:pt x="10911" y="114416"/>
                  </a:lnTo>
                  <a:cubicBezTo>
                    <a:pt x="10911" y="117500"/>
                    <a:pt x="13350" y="120000"/>
                    <a:pt x="16361" y="120000"/>
                  </a:cubicBezTo>
                  <a:lnTo>
                    <a:pt x="103638" y="120000"/>
                  </a:lnTo>
                  <a:cubicBezTo>
                    <a:pt x="106650" y="120000"/>
                    <a:pt x="109088" y="117500"/>
                    <a:pt x="109088" y="114416"/>
                  </a:cubicBezTo>
                  <a:lnTo>
                    <a:pt x="109088" y="53023"/>
                  </a:lnTo>
                  <a:lnTo>
                    <a:pt x="114544" y="53023"/>
                  </a:lnTo>
                  <a:cubicBezTo>
                    <a:pt x="117555" y="53023"/>
                    <a:pt x="120000" y="50529"/>
                    <a:pt x="120000" y="47439"/>
                  </a:cubicBezTo>
                  <a:lnTo>
                    <a:pt x="120000" y="36277"/>
                  </a:lnTo>
                  <a:cubicBezTo>
                    <a:pt x="120000" y="33198"/>
                    <a:pt x="117555" y="30699"/>
                    <a:pt x="114544" y="30699"/>
                  </a:cubicBezTo>
                  <a:moveTo>
                    <a:pt x="43638" y="69768"/>
                  </a:moveTo>
                  <a:lnTo>
                    <a:pt x="76361" y="69768"/>
                  </a:lnTo>
                  <a:lnTo>
                    <a:pt x="76361" y="75346"/>
                  </a:lnTo>
                  <a:lnTo>
                    <a:pt x="43638" y="75346"/>
                  </a:lnTo>
                  <a:cubicBezTo>
                    <a:pt x="43638" y="75346"/>
                    <a:pt x="43638" y="69768"/>
                    <a:pt x="43638" y="69768"/>
                  </a:cubicBezTo>
                  <a:close/>
                  <a:moveTo>
                    <a:pt x="43638" y="80930"/>
                  </a:moveTo>
                  <a:lnTo>
                    <a:pt x="76361" y="80930"/>
                  </a:lnTo>
                  <a:cubicBezTo>
                    <a:pt x="79377" y="80930"/>
                    <a:pt x="81816" y="78431"/>
                    <a:pt x="81816" y="75346"/>
                  </a:cubicBezTo>
                  <a:lnTo>
                    <a:pt x="81816" y="69768"/>
                  </a:lnTo>
                  <a:cubicBezTo>
                    <a:pt x="81816" y="66684"/>
                    <a:pt x="79377" y="64184"/>
                    <a:pt x="76361" y="64184"/>
                  </a:cubicBezTo>
                  <a:lnTo>
                    <a:pt x="43638" y="64184"/>
                  </a:lnTo>
                  <a:cubicBezTo>
                    <a:pt x="40622" y="64184"/>
                    <a:pt x="38183" y="66684"/>
                    <a:pt x="38183" y="69768"/>
                  </a:cubicBezTo>
                  <a:lnTo>
                    <a:pt x="38183" y="75346"/>
                  </a:lnTo>
                  <a:cubicBezTo>
                    <a:pt x="38183" y="78431"/>
                    <a:pt x="40622" y="80930"/>
                    <a:pt x="43638" y="8093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22" name="Google Shape;84;p6">
            <a:extLst>
              <a:ext uri="{FF2B5EF4-FFF2-40B4-BE49-F238E27FC236}">
                <a16:creationId xmlns:a16="http://schemas.microsoft.com/office/drawing/2014/main" id="{3300FC9B-3CCB-C6D2-4B6E-FC7BF612A753}"/>
              </a:ext>
            </a:extLst>
          </p:cNvPr>
          <p:cNvGrpSpPr>
            <a:grpSpLocks/>
          </p:cNvGrpSpPr>
          <p:nvPr/>
        </p:nvGrpSpPr>
        <p:grpSpPr bwMode="auto">
          <a:xfrm>
            <a:off x="5853113" y="3159125"/>
            <a:ext cx="615950" cy="617538"/>
            <a:chOff x="5866603" y="3248975"/>
            <a:chExt cx="616688" cy="616688"/>
          </a:xfrm>
        </p:grpSpPr>
        <p:sp>
          <p:nvSpPr>
            <p:cNvPr id="23" name="Google Shape;85;p6">
              <a:extLst>
                <a:ext uri="{FF2B5EF4-FFF2-40B4-BE49-F238E27FC236}">
                  <a16:creationId xmlns:a16="http://schemas.microsoft.com/office/drawing/2014/main" id="{B7D4CEA9-1E58-A878-BC9E-A98070BA59A7}"/>
                </a:ext>
              </a:extLst>
            </p:cNvPr>
            <p:cNvSpPr/>
            <p:nvPr/>
          </p:nvSpPr>
          <p:spPr>
            <a:xfrm>
              <a:off x="5866603" y="3248975"/>
              <a:ext cx="616688" cy="616688"/>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24" name="Google Shape;86;p6">
              <a:extLst>
                <a:ext uri="{FF2B5EF4-FFF2-40B4-BE49-F238E27FC236}">
                  <a16:creationId xmlns:a16="http://schemas.microsoft.com/office/drawing/2014/main" id="{9E158E51-F776-E90B-4C76-16D2B822B0D2}"/>
                </a:ext>
              </a:extLst>
            </p:cNvPr>
            <p:cNvSpPr>
              <a:spLocks/>
            </p:cNvSpPr>
            <p:nvPr/>
          </p:nvSpPr>
          <p:spPr bwMode="auto">
            <a:xfrm>
              <a:off x="6035080" y="3417018"/>
              <a:ext cx="279735" cy="280601"/>
            </a:xfrm>
            <a:custGeom>
              <a:avLst/>
              <a:gdLst>
                <a:gd name="T0" fmla="*/ 0 w 120000"/>
                <a:gd name="T1" fmla="*/ 0 h 120000"/>
                <a:gd name="T2" fmla="*/ 120000 w 120000"/>
                <a:gd name="T3" fmla="*/ 120000 h 120000"/>
              </a:gdLst>
              <a:ahLst/>
              <a:cxnLst>
                <a:cxn ang="0">
                  <a:pos x="109088" y="114550"/>
                </a:cxn>
                <a:cxn ang="0">
                  <a:pos x="5455" y="109088"/>
                </a:cxn>
                <a:cxn ang="0">
                  <a:pos x="10911" y="5455"/>
                </a:cxn>
                <a:cxn ang="0">
                  <a:pos x="114544" y="10911"/>
                </a:cxn>
                <a:cxn ang="0">
                  <a:pos x="109088" y="0"/>
                </a:cxn>
                <a:cxn ang="0">
                  <a:pos x="0" y="10911"/>
                </a:cxn>
                <a:cxn ang="0">
                  <a:pos x="10911" y="120000"/>
                </a:cxn>
                <a:cxn ang="0">
                  <a:pos x="120000" y="109088"/>
                </a:cxn>
                <a:cxn ang="0">
                  <a:pos x="109088" y="0"/>
                </a:cxn>
                <a:cxn ang="0">
                  <a:pos x="38183" y="30000"/>
                </a:cxn>
                <a:cxn ang="0">
                  <a:pos x="49088" y="30000"/>
                </a:cxn>
                <a:cxn ang="0">
                  <a:pos x="100911" y="27272"/>
                </a:cxn>
                <a:cxn ang="0">
                  <a:pos x="43638" y="19088"/>
                </a:cxn>
                <a:cxn ang="0">
                  <a:pos x="19088" y="27272"/>
                </a:cxn>
                <a:cxn ang="0">
                  <a:pos x="19088" y="32727"/>
                </a:cxn>
                <a:cxn ang="0">
                  <a:pos x="43638" y="40911"/>
                </a:cxn>
                <a:cxn ang="0">
                  <a:pos x="100911" y="32727"/>
                </a:cxn>
                <a:cxn ang="0">
                  <a:pos x="100911" y="27272"/>
                </a:cxn>
                <a:cxn ang="0">
                  <a:pos x="76361" y="60000"/>
                </a:cxn>
                <a:cxn ang="0">
                  <a:pos x="87272" y="60000"/>
                </a:cxn>
                <a:cxn ang="0">
                  <a:pos x="100911" y="57277"/>
                </a:cxn>
                <a:cxn ang="0">
                  <a:pos x="81816" y="49088"/>
                </a:cxn>
                <a:cxn ang="0">
                  <a:pos x="19088" y="57277"/>
                </a:cxn>
                <a:cxn ang="0">
                  <a:pos x="19088" y="62727"/>
                </a:cxn>
                <a:cxn ang="0">
                  <a:pos x="81816" y="70911"/>
                </a:cxn>
                <a:cxn ang="0">
                  <a:pos x="100911" y="62727"/>
                </a:cxn>
                <a:cxn ang="0">
                  <a:pos x="100911" y="57277"/>
                </a:cxn>
                <a:cxn ang="0">
                  <a:pos x="49088" y="90000"/>
                </a:cxn>
                <a:cxn ang="0">
                  <a:pos x="60000" y="90000"/>
                </a:cxn>
                <a:cxn ang="0">
                  <a:pos x="100911" y="87272"/>
                </a:cxn>
                <a:cxn ang="0">
                  <a:pos x="54544" y="79094"/>
                </a:cxn>
                <a:cxn ang="0">
                  <a:pos x="19088" y="87272"/>
                </a:cxn>
                <a:cxn ang="0">
                  <a:pos x="19088" y="92727"/>
                </a:cxn>
                <a:cxn ang="0">
                  <a:pos x="54544" y="100911"/>
                </a:cxn>
                <a:cxn ang="0">
                  <a:pos x="100911" y="92727"/>
                </a:cxn>
                <a:cxn ang="0">
                  <a:pos x="100911" y="87272"/>
                </a:cxn>
              </a:cxnLst>
              <a:rect l="T0" t="T1" r="T2" b="T3"/>
              <a:pathLst>
                <a:path w="120000" h="120000" extrusionOk="0">
                  <a:moveTo>
                    <a:pt x="114544" y="109088"/>
                  </a:moveTo>
                  <a:cubicBezTo>
                    <a:pt x="114544" y="112100"/>
                    <a:pt x="112100" y="114550"/>
                    <a:pt x="109088" y="114550"/>
                  </a:cubicBezTo>
                  <a:lnTo>
                    <a:pt x="10911" y="114550"/>
                  </a:lnTo>
                  <a:cubicBezTo>
                    <a:pt x="7900" y="114550"/>
                    <a:pt x="5455" y="112100"/>
                    <a:pt x="5455" y="109088"/>
                  </a:cubicBezTo>
                  <a:lnTo>
                    <a:pt x="5455" y="10911"/>
                  </a:lnTo>
                  <a:cubicBezTo>
                    <a:pt x="5455" y="7900"/>
                    <a:pt x="7900" y="5455"/>
                    <a:pt x="10911" y="5455"/>
                  </a:cubicBezTo>
                  <a:lnTo>
                    <a:pt x="109088" y="5455"/>
                  </a:lnTo>
                  <a:cubicBezTo>
                    <a:pt x="112100" y="5455"/>
                    <a:pt x="114544" y="7900"/>
                    <a:pt x="114544" y="10911"/>
                  </a:cubicBezTo>
                  <a:cubicBezTo>
                    <a:pt x="114544" y="10911"/>
                    <a:pt x="114544" y="109088"/>
                    <a:pt x="114544" y="109088"/>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moveTo>
                    <a:pt x="43638" y="35455"/>
                  </a:moveTo>
                  <a:cubicBezTo>
                    <a:pt x="40627" y="35455"/>
                    <a:pt x="38183" y="33016"/>
                    <a:pt x="38183" y="30000"/>
                  </a:cubicBezTo>
                  <a:cubicBezTo>
                    <a:pt x="38183" y="26988"/>
                    <a:pt x="40627" y="24544"/>
                    <a:pt x="43638" y="24544"/>
                  </a:cubicBezTo>
                  <a:cubicBezTo>
                    <a:pt x="46644" y="24544"/>
                    <a:pt x="49088" y="26988"/>
                    <a:pt x="49088" y="30000"/>
                  </a:cubicBezTo>
                  <a:cubicBezTo>
                    <a:pt x="49088" y="33016"/>
                    <a:pt x="46644" y="35455"/>
                    <a:pt x="43638" y="35455"/>
                  </a:cubicBezTo>
                  <a:moveTo>
                    <a:pt x="100911" y="27272"/>
                  </a:moveTo>
                  <a:lnTo>
                    <a:pt x="54161" y="27272"/>
                  </a:lnTo>
                  <a:cubicBezTo>
                    <a:pt x="52944" y="22577"/>
                    <a:pt x="48711" y="19088"/>
                    <a:pt x="43638" y="19088"/>
                  </a:cubicBezTo>
                  <a:cubicBezTo>
                    <a:pt x="38561" y="19088"/>
                    <a:pt x="34333" y="22577"/>
                    <a:pt x="33111" y="27272"/>
                  </a:cubicBezTo>
                  <a:lnTo>
                    <a:pt x="19088" y="27272"/>
                  </a:lnTo>
                  <a:cubicBezTo>
                    <a:pt x="17583" y="27272"/>
                    <a:pt x="16361" y="28494"/>
                    <a:pt x="16361" y="30000"/>
                  </a:cubicBezTo>
                  <a:cubicBezTo>
                    <a:pt x="16361" y="31511"/>
                    <a:pt x="17583" y="32727"/>
                    <a:pt x="19088" y="32727"/>
                  </a:cubicBezTo>
                  <a:lnTo>
                    <a:pt x="33111" y="32727"/>
                  </a:lnTo>
                  <a:cubicBezTo>
                    <a:pt x="34333" y="37427"/>
                    <a:pt x="38561" y="40911"/>
                    <a:pt x="43638" y="40911"/>
                  </a:cubicBezTo>
                  <a:cubicBezTo>
                    <a:pt x="48711" y="40911"/>
                    <a:pt x="52944" y="37427"/>
                    <a:pt x="54161" y="32727"/>
                  </a:cubicBezTo>
                  <a:lnTo>
                    <a:pt x="100911" y="32727"/>
                  </a:lnTo>
                  <a:cubicBezTo>
                    <a:pt x="102416" y="32727"/>
                    <a:pt x="103638" y="31511"/>
                    <a:pt x="103638" y="30000"/>
                  </a:cubicBezTo>
                  <a:cubicBezTo>
                    <a:pt x="103638" y="28494"/>
                    <a:pt x="102416" y="27272"/>
                    <a:pt x="100911" y="27272"/>
                  </a:cubicBezTo>
                  <a:moveTo>
                    <a:pt x="81816" y="65455"/>
                  </a:moveTo>
                  <a:cubicBezTo>
                    <a:pt x="78811" y="65455"/>
                    <a:pt x="76361" y="63011"/>
                    <a:pt x="76361" y="60000"/>
                  </a:cubicBezTo>
                  <a:cubicBezTo>
                    <a:pt x="76361" y="56988"/>
                    <a:pt x="78811" y="54544"/>
                    <a:pt x="81816" y="54544"/>
                  </a:cubicBezTo>
                  <a:cubicBezTo>
                    <a:pt x="84827" y="54544"/>
                    <a:pt x="87272" y="56988"/>
                    <a:pt x="87272" y="60000"/>
                  </a:cubicBezTo>
                  <a:cubicBezTo>
                    <a:pt x="87272" y="63011"/>
                    <a:pt x="84827" y="65455"/>
                    <a:pt x="81816" y="65455"/>
                  </a:cubicBezTo>
                  <a:moveTo>
                    <a:pt x="100911" y="57277"/>
                  </a:moveTo>
                  <a:lnTo>
                    <a:pt x="92338" y="57277"/>
                  </a:lnTo>
                  <a:cubicBezTo>
                    <a:pt x="91122" y="52577"/>
                    <a:pt x="86894" y="49088"/>
                    <a:pt x="81816" y="49088"/>
                  </a:cubicBezTo>
                  <a:cubicBezTo>
                    <a:pt x="76744" y="49088"/>
                    <a:pt x="72511" y="52577"/>
                    <a:pt x="71294" y="57277"/>
                  </a:cubicBezTo>
                  <a:lnTo>
                    <a:pt x="19088" y="57277"/>
                  </a:lnTo>
                  <a:cubicBezTo>
                    <a:pt x="17583" y="57277"/>
                    <a:pt x="16361" y="58494"/>
                    <a:pt x="16361" y="60000"/>
                  </a:cubicBezTo>
                  <a:cubicBezTo>
                    <a:pt x="16361" y="61511"/>
                    <a:pt x="17583" y="62727"/>
                    <a:pt x="19088" y="62727"/>
                  </a:cubicBezTo>
                  <a:lnTo>
                    <a:pt x="71294" y="62727"/>
                  </a:lnTo>
                  <a:cubicBezTo>
                    <a:pt x="72511" y="67427"/>
                    <a:pt x="76744" y="70911"/>
                    <a:pt x="81816" y="70911"/>
                  </a:cubicBezTo>
                  <a:cubicBezTo>
                    <a:pt x="86894" y="70911"/>
                    <a:pt x="91122" y="67427"/>
                    <a:pt x="92338" y="62727"/>
                  </a:cubicBezTo>
                  <a:lnTo>
                    <a:pt x="100911" y="62727"/>
                  </a:lnTo>
                  <a:cubicBezTo>
                    <a:pt x="102416" y="62727"/>
                    <a:pt x="103638" y="61511"/>
                    <a:pt x="103638" y="60000"/>
                  </a:cubicBezTo>
                  <a:cubicBezTo>
                    <a:pt x="103638" y="58494"/>
                    <a:pt x="102416" y="57277"/>
                    <a:pt x="100911" y="57277"/>
                  </a:cubicBezTo>
                  <a:moveTo>
                    <a:pt x="54544" y="95455"/>
                  </a:moveTo>
                  <a:cubicBezTo>
                    <a:pt x="51533" y="95455"/>
                    <a:pt x="49088" y="93016"/>
                    <a:pt x="49088" y="90000"/>
                  </a:cubicBezTo>
                  <a:cubicBezTo>
                    <a:pt x="49088" y="86988"/>
                    <a:pt x="51533" y="84544"/>
                    <a:pt x="54544" y="84544"/>
                  </a:cubicBezTo>
                  <a:cubicBezTo>
                    <a:pt x="57555" y="84544"/>
                    <a:pt x="60000" y="86988"/>
                    <a:pt x="60000" y="90000"/>
                  </a:cubicBezTo>
                  <a:cubicBezTo>
                    <a:pt x="60000" y="93016"/>
                    <a:pt x="57555" y="95455"/>
                    <a:pt x="54544" y="95455"/>
                  </a:cubicBezTo>
                  <a:moveTo>
                    <a:pt x="100911" y="87272"/>
                  </a:moveTo>
                  <a:lnTo>
                    <a:pt x="65066" y="87272"/>
                  </a:lnTo>
                  <a:cubicBezTo>
                    <a:pt x="63850" y="82572"/>
                    <a:pt x="59622" y="79094"/>
                    <a:pt x="54544" y="79094"/>
                  </a:cubicBezTo>
                  <a:cubicBezTo>
                    <a:pt x="49466" y="79094"/>
                    <a:pt x="45238" y="82572"/>
                    <a:pt x="44022" y="87272"/>
                  </a:cubicBezTo>
                  <a:lnTo>
                    <a:pt x="19088" y="87272"/>
                  </a:lnTo>
                  <a:cubicBezTo>
                    <a:pt x="17583" y="87272"/>
                    <a:pt x="16361" y="88494"/>
                    <a:pt x="16361" y="90000"/>
                  </a:cubicBezTo>
                  <a:cubicBezTo>
                    <a:pt x="16361" y="91511"/>
                    <a:pt x="17583" y="92727"/>
                    <a:pt x="19088" y="92727"/>
                  </a:cubicBezTo>
                  <a:lnTo>
                    <a:pt x="44022" y="92727"/>
                  </a:lnTo>
                  <a:cubicBezTo>
                    <a:pt x="45238" y="97427"/>
                    <a:pt x="49466" y="100911"/>
                    <a:pt x="54544" y="100911"/>
                  </a:cubicBezTo>
                  <a:cubicBezTo>
                    <a:pt x="59622" y="100911"/>
                    <a:pt x="63850" y="97427"/>
                    <a:pt x="65066" y="92727"/>
                  </a:cubicBezTo>
                  <a:lnTo>
                    <a:pt x="100911" y="92727"/>
                  </a:lnTo>
                  <a:cubicBezTo>
                    <a:pt x="102416" y="92727"/>
                    <a:pt x="103638" y="91511"/>
                    <a:pt x="103638" y="90000"/>
                  </a:cubicBezTo>
                  <a:cubicBezTo>
                    <a:pt x="103638" y="88494"/>
                    <a:pt x="102416" y="87272"/>
                    <a:pt x="100911" y="87272"/>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25" name="Google Shape;87;p6">
            <a:extLst>
              <a:ext uri="{FF2B5EF4-FFF2-40B4-BE49-F238E27FC236}">
                <a16:creationId xmlns:a16="http://schemas.microsoft.com/office/drawing/2014/main" id="{0D6898BF-2D2B-5172-8E85-5600151410C5}"/>
              </a:ext>
            </a:extLst>
          </p:cNvPr>
          <p:cNvGrpSpPr>
            <a:grpSpLocks/>
          </p:cNvGrpSpPr>
          <p:nvPr/>
        </p:nvGrpSpPr>
        <p:grpSpPr bwMode="auto">
          <a:xfrm>
            <a:off x="8805863" y="4772025"/>
            <a:ext cx="617537" cy="617538"/>
            <a:chOff x="8998834" y="4446928"/>
            <a:chExt cx="616688" cy="616688"/>
          </a:xfrm>
        </p:grpSpPr>
        <p:sp>
          <p:nvSpPr>
            <p:cNvPr id="26" name="Google Shape;88;p6">
              <a:extLst>
                <a:ext uri="{FF2B5EF4-FFF2-40B4-BE49-F238E27FC236}">
                  <a16:creationId xmlns:a16="http://schemas.microsoft.com/office/drawing/2014/main" id="{364C0732-C065-4F9F-5B2A-65BE79487770}"/>
                </a:ext>
              </a:extLst>
            </p:cNvPr>
            <p:cNvSpPr/>
            <p:nvPr/>
          </p:nvSpPr>
          <p:spPr>
            <a:xfrm>
              <a:off x="8998834" y="4446928"/>
              <a:ext cx="616688" cy="616688"/>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27" name="Google Shape;89;p6">
              <a:extLst>
                <a:ext uri="{FF2B5EF4-FFF2-40B4-BE49-F238E27FC236}">
                  <a16:creationId xmlns:a16="http://schemas.microsoft.com/office/drawing/2014/main" id="{C6026914-61A4-AE2C-74A7-FA87C7AA5D6F}"/>
                </a:ext>
              </a:extLst>
            </p:cNvPr>
            <p:cNvSpPr>
              <a:spLocks/>
            </p:cNvSpPr>
            <p:nvPr/>
          </p:nvSpPr>
          <p:spPr bwMode="auto">
            <a:xfrm>
              <a:off x="9166878" y="4640336"/>
              <a:ext cx="280601" cy="253650"/>
            </a:xfrm>
            <a:custGeom>
              <a:avLst/>
              <a:gdLst>
                <a:gd name="T0" fmla="*/ 0 w 120000"/>
                <a:gd name="T1" fmla="*/ 0 h 120000"/>
                <a:gd name="T2" fmla="*/ 120000 w 120000"/>
                <a:gd name="T3" fmla="*/ 120000 h 120000"/>
              </a:gdLst>
              <a:ahLst/>
              <a:cxnLst>
                <a:cxn ang="0">
                  <a:pos x="81816" y="114000"/>
                </a:cxn>
                <a:cxn ang="0">
                  <a:pos x="84544" y="99000"/>
                </a:cxn>
                <a:cxn ang="0">
                  <a:pos x="81816" y="42000"/>
                </a:cxn>
                <a:cxn ang="0">
                  <a:pos x="92727" y="114000"/>
                </a:cxn>
                <a:cxn ang="0">
                  <a:pos x="73638" y="99000"/>
                </a:cxn>
                <a:cxn ang="0">
                  <a:pos x="76361" y="114000"/>
                </a:cxn>
                <a:cxn ang="0">
                  <a:pos x="21816" y="102000"/>
                </a:cxn>
                <a:cxn ang="0">
                  <a:pos x="21816" y="96000"/>
                </a:cxn>
                <a:cxn ang="0">
                  <a:pos x="76361" y="42000"/>
                </a:cxn>
                <a:cxn ang="0">
                  <a:pos x="16361" y="96000"/>
                </a:cxn>
                <a:cxn ang="0">
                  <a:pos x="16361" y="102000"/>
                </a:cxn>
                <a:cxn ang="0">
                  <a:pos x="5455" y="114000"/>
                </a:cxn>
                <a:cxn ang="0">
                  <a:pos x="16361" y="42000"/>
                </a:cxn>
                <a:cxn ang="0">
                  <a:pos x="43638" y="30000"/>
                </a:cxn>
                <a:cxn ang="0">
                  <a:pos x="60000" y="36005"/>
                </a:cxn>
                <a:cxn ang="0">
                  <a:pos x="43638" y="30000"/>
                </a:cxn>
                <a:cxn ang="0">
                  <a:pos x="65455" y="36005"/>
                </a:cxn>
                <a:cxn ang="0">
                  <a:pos x="43638" y="24005"/>
                </a:cxn>
                <a:cxn ang="0">
                  <a:pos x="5455" y="36005"/>
                </a:cxn>
                <a:cxn ang="0">
                  <a:pos x="0" y="114000"/>
                </a:cxn>
                <a:cxn ang="0">
                  <a:pos x="92727" y="120000"/>
                </a:cxn>
                <a:cxn ang="0">
                  <a:pos x="98183" y="42000"/>
                </a:cxn>
                <a:cxn ang="0">
                  <a:pos x="60000" y="12005"/>
                </a:cxn>
                <a:cxn ang="0">
                  <a:pos x="76361" y="6000"/>
                </a:cxn>
                <a:cxn ang="0">
                  <a:pos x="60000" y="12005"/>
                </a:cxn>
                <a:cxn ang="0">
                  <a:pos x="87272" y="12005"/>
                </a:cxn>
                <a:cxn ang="0">
                  <a:pos x="65455" y="0"/>
                </a:cxn>
                <a:cxn ang="0">
                  <a:pos x="27272" y="12005"/>
                </a:cxn>
                <a:cxn ang="0">
                  <a:pos x="21816" y="27000"/>
                </a:cxn>
                <a:cxn ang="0">
                  <a:pos x="27272" y="27000"/>
                </a:cxn>
                <a:cxn ang="0">
                  <a:pos x="114544" y="18000"/>
                </a:cxn>
                <a:cxn ang="0">
                  <a:pos x="106361" y="90005"/>
                </a:cxn>
                <a:cxn ang="0">
                  <a:pos x="106361" y="96000"/>
                </a:cxn>
                <a:cxn ang="0">
                  <a:pos x="120000" y="90005"/>
                </a:cxn>
                <a:cxn ang="0">
                  <a:pos x="114544" y="12005"/>
                </a:cxn>
                <a:cxn ang="0">
                  <a:pos x="35455" y="66005"/>
                </a:cxn>
                <a:cxn ang="0">
                  <a:pos x="35455" y="60000"/>
                </a:cxn>
                <a:cxn ang="0">
                  <a:pos x="27272" y="63005"/>
                </a:cxn>
                <a:cxn ang="0">
                  <a:pos x="30000" y="54000"/>
                </a:cxn>
                <a:cxn ang="0">
                  <a:pos x="49088" y="51005"/>
                </a:cxn>
                <a:cxn ang="0">
                  <a:pos x="30000" y="48000"/>
                </a:cxn>
                <a:cxn ang="0">
                  <a:pos x="30000" y="54000"/>
                </a:cxn>
              </a:cxnLst>
              <a:rect l="T0" t="T1" r="T2" b="T3"/>
              <a:pathLst>
                <a:path w="120000" h="120000" extrusionOk="0">
                  <a:moveTo>
                    <a:pt x="92727" y="114000"/>
                  </a:moveTo>
                  <a:lnTo>
                    <a:pt x="81816" y="114000"/>
                  </a:lnTo>
                  <a:lnTo>
                    <a:pt x="81816" y="102000"/>
                  </a:lnTo>
                  <a:cubicBezTo>
                    <a:pt x="83327" y="102000"/>
                    <a:pt x="84544" y="100661"/>
                    <a:pt x="84544" y="99000"/>
                  </a:cubicBezTo>
                  <a:cubicBezTo>
                    <a:pt x="84544" y="97344"/>
                    <a:pt x="83327" y="96000"/>
                    <a:pt x="81816" y="96000"/>
                  </a:cubicBezTo>
                  <a:lnTo>
                    <a:pt x="81816" y="42000"/>
                  </a:lnTo>
                  <a:lnTo>
                    <a:pt x="92727" y="42000"/>
                  </a:lnTo>
                  <a:cubicBezTo>
                    <a:pt x="92727" y="42000"/>
                    <a:pt x="92727" y="114000"/>
                    <a:pt x="92727" y="114000"/>
                  </a:cubicBezTo>
                  <a:close/>
                  <a:moveTo>
                    <a:pt x="76361" y="96000"/>
                  </a:moveTo>
                  <a:cubicBezTo>
                    <a:pt x="74855" y="96000"/>
                    <a:pt x="73638" y="97344"/>
                    <a:pt x="73638" y="99000"/>
                  </a:cubicBezTo>
                  <a:cubicBezTo>
                    <a:pt x="73638" y="100661"/>
                    <a:pt x="74855" y="102000"/>
                    <a:pt x="76361" y="102000"/>
                  </a:cubicBezTo>
                  <a:lnTo>
                    <a:pt x="76361" y="114000"/>
                  </a:lnTo>
                  <a:lnTo>
                    <a:pt x="21816" y="114000"/>
                  </a:lnTo>
                  <a:lnTo>
                    <a:pt x="21816" y="102000"/>
                  </a:lnTo>
                  <a:cubicBezTo>
                    <a:pt x="23327" y="102000"/>
                    <a:pt x="24544" y="100661"/>
                    <a:pt x="24544" y="99000"/>
                  </a:cubicBezTo>
                  <a:cubicBezTo>
                    <a:pt x="24544" y="97344"/>
                    <a:pt x="23327" y="96000"/>
                    <a:pt x="21816" y="96000"/>
                  </a:cubicBezTo>
                  <a:lnTo>
                    <a:pt x="21816" y="42000"/>
                  </a:lnTo>
                  <a:lnTo>
                    <a:pt x="76361" y="42000"/>
                  </a:lnTo>
                  <a:cubicBezTo>
                    <a:pt x="76361" y="42000"/>
                    <a:pt x="76361" y="96000"/>
                    <a:pt x="76361" y="96000"/>
                  </a:cubicBezTo>
                  <a:close/>
                  <a:moveTo>
                    <a:pt x="16361" y="96000"/>
                  </a:moveTo>
                  <a:cubicBezTo>
                    <a:pt x="14855" y="96000"/>
                    <a:pt x="13638" y="97344"/>
                    <a:pt x="13638" y="99000"/>
                  </a:cubicBezTo>
                  <a:cubicBezTo>
                    <a:pt x="13638" y="100661"/>
                    <a:pt x="14855" y="102000"/>
                    <a:pt x="16361" y="102000"/>
                  </a:cubicBezTo>
                  <a:lnTo>
                    <a:pt x="16361" y="114000"/>
                  </a:lnTo>
                  <a:lnTo>
                    <a:pt x="5455" y="114000"/>
                  </a:lnTo>
                  <a:lnTo>
                    <a:pt x="5455" y="42000"/>
                  </a:lnTo>
                  <a:lnTo>
                    <a:pt x="16361" y="42000"/>
                  </a:lnTo>
                  <a:cubicBezTo>
                    <a:pt x="16361" y="42000"/>
                    <a:pt x="16361" y="96000"/>
                    <a:pt x="16361" y="96000"/>
                  </a:cubicBezTo>
                  <a:close/>
                  <a:moveTo>
                    <a:pt x="43638" y="30000"/>
                  </a:moveTo>
                  <a:lnTo>
                    <a:pt x="54544" y="30000"/>
                  </a:lnTo>
                  <a:cubicBezTo>
                    <a:pt x="57555" y="30000"/>
                    <a:pt x="60000" y="32688"/>
                    <a:pt x="60000" y="36005"/>
                  </a:cubicBezTo>
                  <a:lnTo>
                    <a:pt x="38183" y="36005"/>
                  </a:lnTo>
                  <a:cubicBezTo>
                    <a:pt x="38183" y="32688"/>
                    <a:pt x="40627" y="30000"/>
                    <a:pt x="43638" y="30000"/>
                  </a:cubicBezTo>
                  <a:moveTo>
                    <a:pt x="92727" y="36005"/>
                  </a:moveTo>
                  <a:lnTo>
                    <a:pt x="65455" y="36005"/>
                  </a:lnTo>
                  <a:cubicBezTo>
                    <a:pt x="65455" y="29372"/>
                    <a:pt x="60572" y="24005"/>
                    <a:pt x="54544" y="24005"/>
                  </a:cubicBezTo>
                  <a:lnTo>
                    <a:pt x="43638" y="24005"/>
                  </a:lnTo>
                  <a:cubicBezTo>
                    <a:pt x="37611" y="24005"/>
                    <a:pt x="32727" y="29372"/>
                    <a:pt x="32727" y="36005"/>
                  </a:cubicBezTo>
                  <a:lnTo>
                    <a:pt x="5455" y="36005"/>
                  </a:lnTo>
                  <a:cubicBezTo>
                    <a:pt x="2444" y="36005"/>
                    <a:pt x="0" y="38688"/>
                    <a:pt x="0" y="42000"/>
                  </a:cubicBezTo>
                  <a:lnTo>
                    <a:pt x="0" y="114000"/>
                  </a:lnTo>
                  <a:cubicBezTo>
                    <a:pt x="0" y="117311"/>
                    <a:pt x="2444" y="120000"/>
                    <a:pt x="5455" y="120000"/>
                  </a:cubicBezTo>
                  <a:lnTo>
                    <a:pt x="92727" y="120000"/>
                  </a:lnTo>
                  <a:cubicBezTo>
                    <a:pt x="95738" y="120000"/>
                    <a:pt x="98183" y="117311"/>
                    <a:pt x="98183" y="114000"/>
                  </a:cubicBezTo>
                  <a:lnTo>
                    <a:pt x="98183" y="42000"/>
                  </a:lnTo>
                  <a:cubicBezTo>
                    <a:pt x="98183" y="38688"/>
                    <a:pt x="95738" y="36005"/>
                    <a:pt x="92727" y="36005"/>
                  </a:cubicBezTo>
                  <a:moveTo>
                    <a:pt x="60000" y="12005"/>
                  </a:moveTo>
                  <a:cubicBezTo>
                    <a:pt x="60000" y="8688"/>
                    <a:pt x="62444" y="6000"/>
                    <a:pt x="65455" y="6000"/>
                  </a:cubicBezTo>
                  <a:lnTo>
                    <a:pt x="76361" y="6000"/>
                  </a:lnTo>
                  <a:cubicBezTo>
                    <a:pt x="79372" y="6000"/>
                    <a:pt x="81816" y="8688"/>
                    <a:pt x="81816" y="12005"/>
                  </a:cubicBezTo>
                  <a:cubicBezTo>
                    <a:pt x="81816" y="12005"/>
                    <a:pt x="60000" y="12005"/>
                    <a:pt x="60000" y="12005"/>
                  </a:cubicBezTo>
                  <a:close/>
                  <a:moveTo>
                    <a:pt x="114544" y="12005"/>
                  </a:moveTo>
                  <a:lnTo>
                    <a:pt x="87272" y="12005"/>
                  </a:lnTo>
                  <a:cubicBezTo>
                    <a:pt x="87272" y="5372"/>
                    <a:pt x="82388" y="0"/>
                    <a:pt x="76361" y="0"/>
                  </a:cubicBezTo>
                  <a:lnTo>
                    <a:pt x="65455" y="0"/>
                  </a:lnTo>
                  <a:cubicBezTo>
                    <a:pt x="59427" y="0"/>
                    <a:pt x="54544" y="5372"/>
                    <a:pt x="54544" y="12005"/>
                  </a:cubicBezTo>
                  <a:lnTo>
                    <a:pt x="27272" y="12005"/>
                  </a:lnTo>
                  <a:cubicBezTo>
                    <a:pt x="24261" y="12005"/>
                    <a:pt x="21816" y="14688"/>
                    <a:pt x="21816" y="18000"/>
                  </a:cubicBezTo>
                  <a:lnTo>
                    <a:pt x="21816" y="27000"/>
                  </a:lnTo>
                  <a:cubicBezTo>
                    <a:pt x="21816" y="28661"/>
                    <a:pt x="23038" y="30000"/>
                    <a:pt x="24544" y="30000"/>
                  </a:cubicBezTo>
                  <a:cubicBezTo>
                    <a:pt x="26055" y="30000"/>
                    <a:pt x="27272" y="28661"/>
                    <a:pt x="27272" y="27000"/>
                  </a:cubicBezTo>
                  <a:lnTo>
                    <a:pt x="27272" y="18000"/>
                  </a:lnTo>
                  <a:lnTo>
                    <a:pt x="114544" y="18000"/>
                  </a:lnTo>
                  <a:lnTo>
                    <a:pt x="114544" y="90005"/>
                  </a:lnTo>
                  <a:lnTo>
                    <a:pt x="106361" y="90005"/>
                  </a:lnTo>
                  <a:cubicBezTo>
                    <a:pt x="104855" y="90005"/>
                    <a:pt x="103638" y="91344"/>
                    <a:pt x="103638" y="93000"/>
                  </a:cubicBezTo>
                  <a:cubicBezTo>
                    <a:pt x="103638" y="94661"/>
                    <a:pt x="104855" y="96000"/>
                    <a:pt x="106361" y="96000"/>
                  </a:cubicBezTo>
                  <a:lnTo>
                    <a:pt x="114544" y="96000"/>
                  </a:lnTo>
                  <a:cubicBezTo>
                    <a:pt x="117555" y="96000"/>
                    <a:pt x="120000" y="93311"/>
                    <a:pt x="120000" y="90005"/>
                  </a:cubicBezTo>
                  <a:lnTo>
                    <a:pt x="120000" y="18000"/>
                  </a:lnTo>
                  <a:cubicBezTo>
                    <a:pt x="120000" y="14688"/>
                    <a:pt x="117555" y="12005"/>
                    <a:pt x="114544" y="12005"/>
                  </a:cubicBezTo>
                  <a:moveTo>
                    <a:pt x="30000" y="66005"/>
                  </a:moveTo>
                  <a:lnTo>
                    <a:pt x="35455" y="66005"/>
                  </a:lnTo>
                  <a:cubicBezTo>
                    <a:pt x="36961" y="66005"/>
                    <a:pt x="38183" y="64661"/>
                    <a:pt x="38183" y="63005"/>
                  </a:cubicBezTo>
                  <a:cubicBezTo>
                    <a:pt x="38183" y="61344"/>
                    <a:pt x="36961" y="60000"/>
                    <a:pt x="35455" y="60000"/>
                  </a:cubicBezTo>
                  <a:lnTo>
                    <a:pt x="30000" y="60000"/>
                  </a:lnTo>
                  <a:cubicBezTo>
                    <a:pt x="28494" y="60000"/>
                    <a:pt x="27272" y="61344"/>
                    <a:pt x="27272" y="63005"/>
                  </a:cubicBezTo>
                  <a:cubicBezTo>
                    <a:pt x="27272" y="64661"/>
                    <a:pt x="28494" y="66005"/>
                    <a:pt x="30000" y="66005"/>
                  </a:cubicBezTo>
                  <a:moveTo>
                    <a:pt x="30000" y="54000"/>
                  </a:moveTo>
                  <a:lnTo>
                    <a:pt x="46361" y="54000"/>
                  </a:lnTo>
                  <a:cubicBezTo>
                    <a:pt x="47872" y="54000"/>
                    <a:pt x="49088" y="52661"/>
                    <a:pt x="49088" y="51005"/>
                  </a:cubicBezTo>
                  <a:cubicBezTo>
                    <a:pt x="49088" y="49344"/>
                    <a:pt x="47872" y="48000"/>
                    <a:pt x="46361" y="48000"/>
                  </a:cubicBezTo>
                  <a:lnTo>
                    <a:pt x="30000" y="48000"/>
                  </a:lnTo>
                  <a:cubicBezTo>
                    <a:pt x="28494" y="48000"/>
                    <a:pt x="27272" y="49344"/>
                    <a:pt x="27272" y="51005"/>
                  </a:cubicBezTo>
                  <a:cubicBezTo>
                    <a:pt x="27272" y="52661"/>
                    <a:pt x="28494" y="54000"/>
                    <a:pt x="30000" y="5400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28" name="Google Shape;90;p6">
            <a:extLst>
              <a:ext uri="{FF2B5EF4-FFF2-40B4-BE49-F238E27FC236}">
                <a16:creationId xmlns:a16="http://schemas.microsoft.com/office/drawing/2014/main" id="{D3455684-8583-BBA6-BAF6-7B06B154C8F1}"/>
              </a:ext>
            </a:extLst>
          </p:cNvPr>
          <p:cNvGrpSpPr>
            <a:grpSpLocks/>
          </p:cNvGrpSpPr>
          <p:nvPr/>
        </p:nvGrpSpPr>
        <p:grpSpPr bwMode="auto">
          <a:xfrm>
            <a:off x="5865813" y="1538288"/>
            <a:ext cx="617537" cy="617537"/>
            <a:chOff x="5866603" y="2153819"/>
            <a:chExt cx="616688" cy="616688"/>
          </a:xfrm>
        </p:grpSpPr>
        <p:sp>
          <p:nvSpPr>
            <p:cNvPr id="29" name="Google Shape;91;p6">
              <a:extLst>
                <a:ext uri="{FF2B5EF4-FFF2-40B4-BE49-F238E27FC236}">
                  <a16:creationId xmlns:a16="http://schemas.microsoft.com/office/drawing/2014/main" id="{3C92BCD5-BC0D-AA0C-7D78-7773852BBCF8}"/>
                </a:ext>
              </a:extLst>
            </p:cNvPr>
            <p:cNvSpPr/>
            <p:nvPr/>
          </p:nvSpPr>
          <p:spPr>
            <a:xfrm>
              <a:off x="5866603" y="2153819"/>
              <a:ext cx="616688" cy="616688"/>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30" name="Google Shape;92;p6">
              <a:extLst>
                <a:ext uri="{FF2B5EF4-FFF2-40B4-BE49-F238E27FC236}">
                  <a16:creationId xmlns:a16="http://schemas.microsoft.com/office/drawing/2014/main" id="{C5254272-ECF7-CDFE-DFBB-D88B87AE2DC9}"/>
                </a:ext>
              </a:extLst>
            </p:cNvPr>
            <p:cNvSpPr>
              <a:spLocks/>
            </p:cNvSpPr>
            <p:nvPr/>
          </p:nvSpPr>
          <p:spPr bwMode="auto">
            <a:xfrm>
              <a:off x="6034647" y="2326618"/>
              <a:ext cx="280601" cy="255237"/>
            </a:xfrm>
            <a:custGeom>
              <a:avLst/>
              <a:gdLst>
                <a:gd name="T0" fmla="*/ 0 w 120000"/>
                <a:gd name="T1" fmla="*/ 0 h 120000"/>
                <a:gd name="T2" fmla="*/ 120000 w 120000"/>
                <a:gd name="T3" fmla="*/ 120000 h 120000"/>
              </a:gdLst>
              <a:ahLst/>
              <a:cxnLst>
                <a:cxn ang="0">
                  <a:pos x="75444" y="42031"/>
                </a:cxn>
                <a:cxn ang="0">
                  <a:pos x="114544" y="30039"/>
                </a:cxn>
                <a:cxn ang="0">
                  <a:pos x="109088" y="78019"/>
                </a:cxn>
                <a:cxn ang="0">
                  <a:pos x="62727" y="48030"/>
                </a:cxn>
                <a:cxn ang="0">
                  <a:pos x="82677" y="59574"/>
                </a:cxn>
                <a:cxn ang="0">
                  <a:pos x="86516" y="59188"/>
                </a:cxn>
                <a:cxn ang="0">
                  <a:pos x="79905" y="48030"/>
                </a:cxn>
                <a:cxn ang="0">
                  <a:pos x="109088" y="78019"/>
                </a:cxn>
                <a:cxn ang="0">
                  <a:pos x="62727" y="114001"/>
                </a:cxn>
                <a:cxn ang="0">
                  <a:pos x="109088" y="84012"/>
                </a:cxn>
                <a:cxn ang="0">
                  <a:pos x="62727" y="30993"/>
                </a:cxn>
                <a:cxn ang="0">
                  <a:pos x="62727" y="42031"/>
                </a:cxn>
                <a:cxn ang="0">
                  <a:pos x="71505" y="8405"/>
                </a:cxn>
                <a:cxn ang="0">
                  <a:pos x="87527" y="24040"/>
                </a:cxn>
                <a:cxn ang="0">
                  <a:pos x="64166" y="19477"/>
                </a:cxn>
                <a:cxn ang="0">
                  <a:pos x="57272" y="42031"/>
                </a:cxn>
                <a:cxn ang="0">
                  <a:pos x="57272" y="30811"/>
                </a:cxn>
                <a:cxn ang="0">
                  <a:pos x="57272" y="78019"/>
                </a:cxn>
                <a:cxn ang="0">
                  <a:pos x="10911" y="48030"/>
                </a:cxn>
                <a:cxn ang="0">
                  <a:pos x="33750" y="54960"/>
                </a:cxn>
                <a:cxn ang="0">
                  <a:pos x="34783" y="60164"/>
                </a:cxn>
                <a:cxn ang="0">
                  <a:pos x="47194" y="48030"/>
                </a:cxn>
                <a:cxn ang="0">
                  <a:pos x="57272" y="78019"/>
                </a:cxn>
                <a:cxn ang="0">
                  <a:pos x="10911" y="114001"/>
                </a:cxn>
                <a:cxn ang="0">
                  <a:pos x="57272" y="84012"/>
                </a:cxn>
                <a:cxn ang="0">
                  <a:pos x="5455" y="42031"/>
                </a:cxn>
                <a:cxn ang="0">
                  <a:pos x="51477" y="30039"/>
                </a:cxn>
                <a:cxn ang="0">
                  <a:pos x="5455" y="42031"/>
                </a:cxn>
                <a:cxn ang="0">
                  <a:pos x="48411" y="8405"/>
                </a:cxn>
                <a:cxn ang="0">
                  <a:pos x="54111" y="24040"/>
                </a:cxn>
                <a:cxn ang="0">
                  <a:pos x="31144" y="11293"/>
                </a:cxn>
                <a:cxn ang="0">
                  <a:pos x="93744" y="24040"/>
                </a:cxn>
                <a:cxn ang="0">
                  <a:pos x="68777" y="3206"/>
                </a:cxn>
                <a:cxn ang="0">
                  <a:pos x="60666" y="11906"/>
                </a:cxn>
                <a:cxn ang="0">
                  <a:pos x="60033" y="11850"/>
                </a:cxn>
                <a:cxn ang="0">
                  <a:pos x="59250" y="11906"/>
                </a:cxn>
                <a:cxn ang="0">
                  <a:pos x="51138" y="3212"/>
                </a:cxn>
                <a:cxn ang="0">
                  <a:pos x="26172" y="24040"/>
                </a:cxn>
                <a:cxn ang="0">
                  <a:pos x="0" y="30039"/>
                </a:cxn>
                <a:cxn ang="0">
                  <a:pos x="5455" y="48030"/>
                </a:cxn>
                <a:cxn ang="0">
                  <a:pos x="10911" y="120000"/>
                </a:cxn>
                <a:cxn ang="0">
                  <a:pos x="114544" y="114001"/>
                </a:cxn>
                <a:cxn ang="0">
                  <a:pos x="120000" y="42031"/>
                </a:cxn>
                <a:cxn ang="0">
                  <a:pos x="114544" y="24040"/>
                </a:cxn>
              </a:cxnLst>
              <a:rect l="T0" t="T1" r="T2" b="T3"/>
              <a:pathLst>
                <a:path w="120000" h="120000" extrusionOk="0">
                  <a:moveTo>
                    <a:pt x="114544" y="42031"/>
                  </a:moveTo>
                  <a:lnTo>
                    <a:pt x="75444" y="42031"/>
                  </a:lnTo>
                  <a:cubicBezTo>
                    <a:pt x="73088" y="38609"/>
                    <a:pt x="70655" y="34591"/>
                    <a:pt x="68438" y="30039"/>
                  </a:cubicBezTo>
                  <a:lnTo>
                    <a:pt x="114544" y="30039"/>
                  </a:lnTo>
                  <a:cubicBezTo>
                    <a:pt x="114544" y="30039"/>
                    <a:pt x="114544" y="42031"/>
                    <a:pt x="114544" y="42031"/>
                  </a:cubicBezTo>
                  <a:close/>
                  <a:moveTo>
                    <a:pt x="109088" y="78019"/>
                  </a:moveTo>
                  <a:lnTo>
                    <a:pt x="62727" y="78019"/>
                  </a:lnTo>
                  <a:lnTo>
                    <a:pt x="62727" y="48030"/>
                  </a:lnTo>
                  <a:lnTo>
                    <a:pt x="72722" y="48030"/>
                  </a:lnTo>
                  <a:cubicBezTo>
                    <a:pt x="77900" y="55119"/>
                    <a:pt x="82305" y="59233"/>
                    <a:pt x="82677" y="59574"/>
                  </a:cubicBezTo>
                  <a:cubicBezTo>
                    <a:pt x="83383" y="60215"/>
                    <a:pt x="84300" y="60408"/>
                    <a:pt x="85127" y="60164"/>
                  </a:cubicBezTo>
                  <a:cubicBezTo>
                    <a:pt x="85655" y="60011"/>
                    <a:pt x="86138" y="59682"/>
                    <a:pt x="86516" y="59188"/>
                  </a:cubicBezTo>
                  <a:cubicBezTo>
                    <a:pt x="87477" y="57917"/>
                    <a:pt x="87322" y="56021"/>
                    <a:pt x="86166" y="54960"/>
                  </a:cubicBezTo>
                  <a:cubicBezTo>
                    <a:pt x="86100" y="54903"/>
                    <a:pt x="83461" y="52429"/>
                    <a:pt x="79905" y="48030"/>
                  </a:cubicBezTo>
                  <a:lnTo>
                    <a:pt x="109088" y="48030"/>
                  </a:lnTo>
                  <a:cubicBezTo>
                    <a:pt x="109088" y="48030"/>
                    <a:pt x="109088" y="78019"/>
                    <a:pt x="109088" y="78019"/>
                  </a:cubicBezTo>
                  <a:close/>
                  <a:moveTo>
                    <a:pt x="109088" y="114001"/>
                  </a:moveTo>
                  <a:lnTo>
                    <a:pt x="62727" y="114001"/>
                  </a:lnTo>
                  <a:lnTo>
                    <a:pt x="62727" y="84012"/>
                  </a:lnTo>
                  <a:lnTo>
                    <a:pt x="109088" y="84012"/>
                  </a:lnTo>
                  <a:cubicBezTo>
                    <a:pt x="109088" y="84012"/>
                    <a:pt x="109088" y="114001"/>
                    <a:pt x="109088" y="114001"/>
                  </a:cubicBezTo>
                  <a:close/>
                  <a:moveTo>
                    <a:pt x="62727" y="30993"/>
                  </a:moveTo>
                  <a:cubicBezTo>
                    <a:pt x="64588" y="35062"/>
                    <a:pt x="66616" y="38751"/>
                    <a:pt x="68666" y="42031"/>
                  </a:cubicBezTo>
                  <a:lnTo>
                    <a:pt x="62727" y="42031"/>
                  </a:lnTo>
                  <a:cubicBezTo>
                    <a:pt x="62727" y="42031"/>
                    <a:pt x="62727" y="30993"/>
                    <a:pt x="62727" y="30993"/>
                  </a:cubicBezTo>
                  <a:close/>
                  <a:moveTo>
                    <a:pt x="71505" y="8405"/>
                  </a:moveTo>
                  <a:cubicBezTo>
                    <a:pt x="78027" y="4262"/>
                    <a:pt x="85755" y="5556"/>
                    <a:pt x="88772" y="11293"/>
                  </a:cubicBezTo>
                  <a:cubicBezTo>
                    <a:pt x="90794" y="15141"/>
                    <a:pt x="90127" y="19994"/>
                    <a:pt x="87527" y="24040"/>
                  </a:cubicBezTo>
                  <a:lnTo>
                    <a:pt x="65805" y="24040"/>
                  </a:lnTo>
                  <a:cubicBezTo>
                    <a:pt x="65222" y="22559"/>
                    <a:pt x="64672" y="21044"/>
                    <a:pt x="64166" y="19477"/>
                  </a:cubicBezTo>
                  <a:cubicBezTo>
                    <a:pt x="64738" y="15272"/>
                    <a:pt x="67333" y="11049"/>
                    <a:pt x="71505" y="8405"/>
                  </a:cubicBezTo>
                  <a:moveTo>
                    <a:pt x="57272" y="42031"/>
                  </a:moveTo>
                  <a:lnTo>
                    <a:pt x="51244" y="42031"/>
                  </a:lnTo>
                  <a:cubicBezTo>
                    <a:pt x="53333" y="38700"/>
                    <a:pt x="55388" y="34948"/>
                    <a:pt x="57272" y="30811"/>
                  </a:cubicBezTo>
                  <a:cubicBezTo>
                    <a:pt x="57272" y="30811"/>
                    <a:pt x="57272" y="42031"/>
                    <a:pt x="57272" y="42031"/>
                  </a:cubicBezTo>
                  <a:close/>
                  <a:moveTo>
                    <a:pt x="57272" y="78019"/>
                  </a:moveTo>
                  <a:lnTo>
                    <a:pt x="10911" y="78019"/>
                  </a:lnTo>
                  <a:lnTo>
                    <a:pt x="10911" y="48030"/>
                  </a:lnTo>
                  <a:lnTo>
                    <a:pt x="40011" y="48030"/>
                  </a:lnTo>
                  <a:cubicBezTo>
                    <a:pt x="36461" y="52429"/>
                    <a:pt x="33816" y="54903"/>
                    <a:pt x="33750" y="54960"/>
                  </a:cubicBezTo>
                  <a:cubicBezTo>
                    <a:pt x="32594" y="56021"/>
                    <a:pt x="32438" y="57917"/>
                    <a:pt x="33400" y="59188"/>
                  </a:cubicBezTo>
                  <a:cubicBezTo>
                    <a:pt x="33777" y="59682"/>
                    <a:pt x="34261" y="60011"/>
                    <a:pt x="34783" y="60164"/>
                  </a:cubicBezTo>
                  <a:cubicBezTo>
                    <a:pt x="35616" y="60408"/>
                    <a:pt x="36527" y="60215"/>
                    <a:pt x="37238" y="59574"/>
                  </a:cubicBezTo>
                  <a:cubicBezTo>
                    <a:pt x="37611" y="59233"/>
                    <a:pt x="42016" y="55119"/>
                    <a:pt x="47194" y="48030"/>
                  </a:cubicBezTo>
                  <a:lnTo>
                    <a:pt x="57272" y="48030"/>
                  </a:lnTo>
                  <a:cubicBezTo>
                    <a:pt x="57272" y="48030"/>
                    <a:pt x="57272" y="78019"/>
                    <a:pt x="57272" y="78019"/>
                  </a:cubicBezTo>
                  <a:close/>
                  <a:moveTo>
                    <a:pt x="57272" y="114001"/>
                  </a:moveTo>
                  <a:lnTo>
                    <a:pt x="10911" y="114001"/>
                  </a:lnTo>
                  <a:lnTo>
                    <a:pt x="10911" y="84012"/>
                  </a:lnTo>
                  <a:lnTo>
                    <a:pt x="57272" y="84012"/>
                  </a:lnTo>
                  <a:cubicBezTo>
                    <a:pt x="57272" y="84012"/>
                    <a:pt x="57272" y="114001"/>
                    <a:pt x="57272" y="114001"/>
                  </a:cubicBezTo>
                  <a:close/>
                  <a:moveTo>
                    <a:pt x="5455" y="42031"/>
                  </a:moveTo>
                  <a:lnTo>
                    <a:pt x="5455" y="30039"/>
                  </a:lnTo>
                  <a:lnTo>
                    <a:pt x="51477" y="30039"/>
                  </a:lnTo>
                  <a:cubicBezTo>
                    <a:pt x="49261" y="34591"/>
                    <a:pt x="46827" y="38609"/>
                    <a:pt x="44472" y="42031"/>
                  </a:cubicBezTo>
                  <a:cubicBezTo>
                    <a:pt x="44472" y="42031"/>
                    <a:pt x="5455" y="42031"/>
                    <a:pt x="5455" y="42031"/>
                  </a:cubicBezTo>
                  <a:close/>
                  <a:moveTo>
                    <a:pt x="31144" y="11293"/>
                  </a:moveTo>
                  <a:cubicBezTo>
                    <a:pt x="34155" y="5561"/>
                    <a:pt x="41888" y="4262"/>
                    <a:pt x="48411" y="8405"/>
                  </a:cubicBezTo>
                  <a:cubicBezTo>
                    <a:pt x="52583" y="11055"/>
                    <a:pt x="55172" y="15278"/>
                    <a:pt x="55750" y="19483"/>
                  </a:cubicBezTo>
                  <a:cubicBezTo>
                    <a:pt x="55244" y="21044"/>
                    <a:pt x="54694" y="22559"/>
                    <a:pt x="54111" y="24040"/>
                  </a:cubicBezTo>
                  <a:lnTo>
                    <a:pt x="32388" y="24040"/>
                  </a:lnTo>
                  <a:cubicBezTo>
                    <a:pt x="29788" y="19994"/>
                    <a:pt x="29122" y="15141"/>
                    <a:pt x="31144" y="11293"/>
                  </a:cubicBezTo>
                  <a:moveTo>
                    <a:pt x="114544" y="24040"/>
                  </a:moveTo>
                  <a:lnTo>
                    <a:pt x="93744" y="24040"/>
                  </a:lnTo>
                  <a:cubicBezTo>
                    <a:pt x="95883" y="18870"/>
                    <a:pt x="96022" y="13110"/>
                    <a:pt x="93494" y="8291"/>
                  </a:cubicBezTo>
                  <a:cubicBezTo>
                    <a:pt x="88972" y="-306"/>
                    <a:pt x="77911" y="-2587"/>
                    <a:pt x="68777" y="3206"/>
                  </a:cubicBezTo>
                  <a:cubicBezTo>
                    <a:pt x="65261" y="5442"/>
                    <a:pt x="62650" y="8575"/>
                    <a:pt x="60916" y="12043"/>
                  </a:cubicBezTo>
                  <a:cubicBezTo>
                    <a:pt x="60827" y="12003"/>
                    <a:pt x="60761" y="11935"/>
                    <a:pt x="60666" y="11906"/>
                  </a:cubicBezTo>
                  <a:cubicBezTo>
                    <a:pt x="60605" y="11889"/>
                    <a:pt x="60550" y="11901"/>
                    <a:pt x="60488" y="11889"/>
                  </a:cubicBezTo>
                  <a:cubicBezTo>
                    <a:pt x="60338" y="11855"/>
                    <a:pt x="60188" y="11855"/>
                    <a:pt x="60033" y="11850"/>
                  </a:cubicBezTo>
                  <a:cubicBezTo>
                    <a:pt x="59900" y="11855"/>
                    <a:pt x="59772" y="11855"/>
                    <a:pt x="59638" y="11878"/>
                  </a:cubicBezTo>
                  <a:cubicBezTo>
                    <a:pt x="59511" y="11895"/>
                    <a:pt x="59383" y="11861"/>
                    <a:pt x="59250" y="11906"/>
                  </a:cubicBezTo>
                  <a:cubicBezTo>
                    <a:pt x="59155" y="11935"/>
                    <a:pt x="59088" y="12003"/>
                    <a:pt x="59000" y="12043"/>
                  </a:cubicBezTo>
                  <a:cubicBezTo>
                    <a:pt x="57261" y="8575"/>
                    <a:pt x="54650" y="5442"/>
                    <a:pt x="51138" y="3212"/>
                  </a:cubicBezTo>
                  <a:cubicBezTo>
                    <a:pt x="42005" y="-2587"/>
                    <a:pt x="30938" y="-306"/>
                    <a:pt x="26416" y="8291"/>
                  </a:cubicBezTo>
                  <a:cubicBezTo>
                    <a:pt x="23894" y="13110"/>
                    <a:pt x="24027" y="18870"/>
                    <a:pt x="26172" y="24040"/>
                  </a:cubicBezTo>
                  <a:lnTo>
                    <a:pt x="5455" y="24040"/>
                  </a:lnTo>
                  <a:cubicBezTo>
                    <a:pt x="2444" y="24040"/>
                    <a:pt x="0" y="26725"/>
                    <a:pt x="0" y="30039"/>
                  </a:cubicBezTo>
                  <a:lnTo>
                    <a:pt x="0" y="42031"/>
                  </a:lnTo>
                  <a:cubicBezTo>
                    <a:pt x="0" y="45346"/>
                    <a:pt x="2444" y="48030"/>
                    <a:pt x="5455" y="48030"/>
                  </a:cubicBezTo>
                  <a:lnTo>
                    <a:pt x="5455" y="114001"/>
                  </a:lnTo>
                  <a:cubicBezTo>
                    <a:pt x="5455" y="117315"/>
                    <a:pt x="7900" y="120000"/>
                    <a:pt x="10911" y="120000"/>
                  </a:cubicBezTo>
                  <a:lnTo>
                    <a:pt x="109088" y="120000"/>
                  </a:lnTo>
                  <a:cubicBezTo>
                    <a:pt x="112100" y="120000"/>
                    <a:pt x="114544" y="117315"/>
                    <a:pt x="114544" y="114001"/>
                  </a:cubicBezTo>
                  <a:lnTo>
                    <a:pt x="114544" y="48030"/>
                  </a:lnTo>
                  <a:cubicBezTo>
                    <a:pt x="117555" y="48030"/>
                    <a:pt x="120000" y="45346"/>
                    <a:pt x="120000" y="42031"/>
                  </a:cubicBezTo>
                  <a:lnTo>
                    <a:pt x="120000" y="30039"/>
                  </a:lnTo>
                  <a:cubicBezTo>
                    <a:pt x="120000" y="26725"/>
                    <a:pt x="117555" y="24040"/>
                    <a:pt x="114544" y="2404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31" name="Google Shape;93;p6">
            <a:extLst>
              <a:ext uri="{FF2B5EF4-FFF2-40B4-BE49-F238E27FC236}">
                <a16:creationId xmlns:a16="http://schemas.microsoft.com/office/drawing/2014/main" id="{5E6CE924-9D61-D911-BE14-C344E8611613}"/>
              </a:ext>
            </a:extLst>
          </p:cNvPr>
          <p:cNvGrpSpPr>
            <a:grpSpLocks/>
          </p:cNvGrpSpPr>
          <p:nvPr/>
        </p:nvGrpSpPr>
        <p:grpSpPr bwMode="auto">
          <a:xfrm>
            <a:off x="5883275" y="4735513"/>
            <a:ext cx="617538" cy="615950"/>
            <a:chOff x="5866603" y="4454825"/>
            <a:chExt cx="616688" cy="616688"/>
          </a:xfrm>
        </p:grpSpPr>
        <p:sp>
          <p:nvSpPr>
            <p:cNvPr id="32" name="Google Shape;94;p6">
              <a:extLst>
                <a:ext uri="{FF2B5EF4-FFF2-40B4-BE49-F238E27FC236}">
                  <a16:creationId xmlns:a16="http://schemas.microsoft.com/office/drawing/2014/main" id="{DE128928-63D7-5CE5-D5CB-3FAA7D9C759A}"/>
                </a:ext>
              </a:extLst>
            </p:cNvPr>
            <p:cNvSpPr/>
            <p:nvPr/>
          </p:nvSpPr>
          <p:spPr>
            <a:xfrm>
              <a:off x="5866603" y="4454825"/>
              <a:ext cx="616688" cy="616688"/>
            </a:xfrm>
            <a:prstGeom prst="roundRect">
              <a:avLst>
                <a:gd name="adj" fmla="val 50000"/>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33" name="Google Shape;95;p6">
              <a:extLst>
                <a:ext uri="{FF2B5EF4-FFF2-40B4-BE49-F238E27FC236}">
                  <a16:creationId xmlns:a16="http://schemas.microsoft.com/office/drawing/2014/main" id="{C81A2BC5-6D63-F5F2-F0D3-944ADDAA43DB}"/>
                </a:ext>
              </a:extLst>
            </p:cNvPr>
            <p:cNvSpPr>
              <a:spLocks/>
            </p:cNvSpPr>
            <p:nvPr/>
          </p:nvSpPr>
          <p:spPr bwMode="auto">
            <a:xfrm>
              <a:off x="6034646" y="4615354"/>
              <a:ext cx="280601" cy="279735"/>
            </a:xfrm>
            <a:custGeom>
              <a:avLst/>
              <a:gdLst>
                <a:gd name="T0" fmla="*/ 0 w 120000"/>
                <a:gd name="T1" fmla="*/ 0 h 120000"/>
                <a:gd name="T2" fmla="*/ 120000 w 120000"/>
                <a:gd name="T3" fmla="*/ 120000 h 120000"/>
              </a:gdLst>
              <a:ahLst/>
              <a:cxnLst>
                <a:cxn ang="0">
                  <a:pos x="50277" y="96355"/>
                </a:cxn>
                <a:cxn ang="0">
                  <a:pos x="40077" y="94255"/>
                </a:cxn>
                <a:cxn ang="0">
                  <a:pos x="32577" y="87305"/>
                </a:cxn>
                <a:cxn ang="0">
                  <a:pos x="36361" y="97838"/>
                </a:cxn>
                <a:cxn ang="0">
                  <a:pos x="46738" y="101516"/>
                </a:cxn>
                <a:cxn ang="0">
                  <a:pos x="57061" y="98177"/>
                </a:cxn>
                <a:cxn ang="0">
                  <a:pos x="61377" y="88227"/>
                </a:cxn>
                <a:cxn ang="0">
                  <a:pos x="53700" y="77600"/>
                </a:cxn>
                <a:cxn ang="0">
                  <a:pos x="57900" y="74016"/>
                </a:cxn>
                <a:cxn ang="0">
                  <a:pos x="58588" y="63511"/>
                </a:cxn>
                <a:cxn ang="0">
                  <a:pos x="51750" y="57733"/>
                </a:cxn>
                <a:cxn ang="0">
                  <a:pos x="41011" y="58072"/>
                </a:cxn>
                <a:cxn ang="0">
                  <a:pos x="34466" y="65427"/>
                </a:cxn>
                <a:cxn ang="0">
                  <a:pos x="38577" y="71172"/>
                </a:cxn>
                <a:cxn ang="0">
                  <a:pos x="40533" y="64500"/>
                </a:cxn>
                <a:cxn ang="0">
                  <a:pos x="46616" y="61655"/>
                </a:cxn>
                <a:cxn ang="0">
                  <a:pos x="54177" y="68700"/>
                </a:cxn>
                <a:cxn ang="0">
                  <a:pos x="51750" y="74050"/>
                </a:cxn>
                <a:cxn ang="0">
                  <a:pos x="46077" y="75872"/>
                </a:cxn>
                <a:cxn ang="0">
                  <a:pos x="43861" y="75805"/>
                </a:cxn>
                <a:cxn ang="0">
                  <a:pos x="46916" y="80072"/>
                </a:cxn>
                <a:cxn ang="0">
                  <a:pos x="53338" y="82205"/>
                </a:cxn>
                <a:cxn ang="0">
                  <a:pos x="55977" y="88477"/>
                </a:cxn>
                <a:cxn ang="0">
                  <a:pos x="53216" y="94688"/>
                </a:cxn>
                <a:cxn ang="0">
                  <a:pos x="84305" y="100838"/>
                </a:cxn>
                <a:cxn ang="0">
                  <a:pos x="80405" y="57022"/>
                </a:cxn>
                <a:cxn ang="0">
                  <a:pos x="76055" y="63633"/>
                </a:cxn>
                <a:cxn ang="0">
                  <a:pos x="68166" y="65238"/>
                </a:cxn>
                <a:cxn ang="0">
                  <a:pos x="79205" y="69438"/>
                </a:cxn>
                <a:cxn ang="0">
                  <a:pos x="114544" y="38183"/>
                </a:cxn>
                <a:cxn ang="0">
                  <a:pos x="5455" y="21822"/>
                </a:cxn>
                <a:cxn ang="0">
                  <a:pos x="21816" y="16361"/>
                </a:cxn>
                <a:cxn ang="0">
                  <a:pos x="24544" y="27272"/>
                </a:cxn>
                <a:cxn ang="0">
                  <a:pos x="27272" y="16361"/>
                </a:cxn>
                <a:cxn ang="0">
                  <a:pos x="92727" y="24544"/>
                </a:cxn>
                <a:cxn ang="0">
                  <a:pos x="98183" y="24544"/>
                </a:cxn>
                <a:cxn ang="0">
                  <a:pos x="109088" y="16361"/>
                </a:cxn>
                <a:cxn ang="0">
                  <a:pos x="114544" y="38183"/>
                </a:cxn>
                <a:cxn ang="0">
                  <a:pos x="109088" y="114544"/>
                </a:cxn>
                <a:cxn ang="0">
                  <a:pos x="5455" y="109088"/>
                </a:cxn>
                <a:cxn ang="0">
                  <a:pos x="114544" y="43638"/>
                </a:cxn>
                <a:cxn ang="0">
                  <a:pos x="109088" y="10911"/>
                </a:cxn>
                <a:cxn ang="0">
                  <a:pos x="98183" y="2727"/>
                </a:cxn>
                <a:cxn ang="0">
                  <a:pos x="92727" y="2727"/>
                </a:cxn>
                <a:cxn ang="0">
                  <a:pos x="27272" y="10911"/>
                </a:cxn>
                <a:cxn ang="0">
                  <a:pos x="24544" y="0"/>
                </a:cxn>
                <a:cxn ang="0">
                  <a:pos x="21816" y="10911"/>
                </a:cxn>
                <a:cxn ang="0">
                  <a:pos x="0" y="21822"/>
                </a:cxn>
                <a:cxn ang="0">
                  <a:pos x="10911" y="120000"/>
                </a:cxn>
                <a:cxn ang="0">
                  <a:pos x="120000" y="109088"/>
                </a:cxn>
                <a:cxn ang="0">
                  <a:pos x="109088" y="10911"/>
                </a:cxn>
              </a:cxnLst>
              <a:rect l="T0" t="T1" r="T2" b="T3"/>
              <a:pathLst>
                <a:path w="120000" h="120000" extrusionOk="0">
                  <a:moveTo>
                    <a:pt x="53216" y="94688"/>
                  </a:moveTo>
                  <a:cubicBezTo>
                    <a:pt x="52377" y="95411"/>
                    <a:pt x="51400" y="95966"/>
                    <a:pt x="50277" y="96355"/>
                  </a:cubicBezTo>
                  <a:cubicBezTo>
                    <a:pt x="49161" y="96750"/>
                    <a:pt x="47977" y="96944"/>
                    <a:pt x="46738" y="96944"/>
                  </a:cubicBezTo>
                  <a:cubicBezTo>
                    <a:pt x="43816" y="96944"/>
                    <a:pt x="41600" y="96044"/>
                    <a:pt x="40077" y="94255"/>
                  </a:cubicBezTo>
                  <a:cubicBezTo>
                    <a:pt x="38561" y="92466"/>
                    <a:pt x="37761" y="90144"/>
                    <a:pt x="37677" y="87305"/>
                  </a:cubicBezTo>
                  <a:lnTo>
                    <a:pt x="32577" y="87305"/>
                  </a:lnTo>
                  <a:cubicBezTo>
                    <a:pt x="32538" y="89566"/>
                    <a:pt x="32850" y="91588"/>
                    <a:pt x="33511" y="93361"/>
                  </a:cubicBezTo>
                  <a:cubicBezTo>
                    <a:pt x="34172" y="95127"/>
                    <a:pt x="35116" y="96627"/>
                    <a:pt x="36361" y="97838"/>
                  </a:cubicBezTo>
                  <a:cubicBezTo>
                    <a:pt x="37594" y="99055"/>
                    <a:pt x="39100" y="99972"/>
                    <a:pt x="40861" y="100588"/>
                  </a:cubicBezTo>
                  <a:cubicBezTo>
                    <a:pt x="42616" y="101211"/>
                    <a:pt x="44577" y="101516"/>
                    <a:pt x="46738" y="101516"/>
                  </a:cubicBezTo>
                  <a:cubicBezTo>
                    <a:pt x="48738" y="101516"/>
                    <a:pt x="50627" y="101238"/>
                    <a:pt x="52411" y="100683"/>
                  </a:cubicBezTo>
                  <a:cubicBezTo>
                    <a:pt x="54188" y="100127"/>
                    <a:pt x="55738" y="99294"/>
                    <a:pt x="57061" y="98177"/>
                  </a:cubicBezTo>
                  <a:cubicBezTo>
                    <a:pt x="58383" y="97066"/>
                    <a:pt x="59427" y="95677"/>
                    <a:pt x="60205" y="94011"/>
                  </a:cubicBezTo>
                  <a:cubicBezTo>
                    <a:pt x="60988" y="92338"/>
                    <a:pt x="61377" y="90416"/>
                    <a:pt x="61377" y="88227"/>
                  </a:cubicBezTo>
                  <a:cubicBezTo>
                    <a:pt x="61377" y="85594"/>
                    <a:pt x="60750" y="83305"/>
                    <a:pt x="59488" y="81366"/>
                  </a:cubicBezTo>
                  <a:cubicBezTo>
                    <a:pt x="58227" y="79433"/>
                    <a:pt x="56300" y="78177"/>
                    <a:pt x="53700" y="77600"/>
                  </a:cubicBezTo>
                  <a:lnTo>
                    <a:pt x="53700" y="77477"/>
                  </a:lnTo>
                  <a:cubicBezTo>
                    <a:pt x="55377" y="76694"/>
                    <a:pt x="56777" y="75538"/>
                    <a:pt x="57900" y="74016"/>
                  </a:cubicBezTo>
                  <a:cubicBezTo>
                    <a:pt x="59022" y="72488"/>
                    <a:pt x="59577" y="70744"/>
                    <a:pt x="59577" y="68761"/>
                  </a:cubicBezTo>
                  <a:cubicBezTo>
                    <a:pt x="59577" y="66744"/>
                    <a:pt x="59250" y="64988"/>
                    <a:pt x="58588" y="63511"/>
                  </a:cubicBezTo>
                  <a:cubicBezTo>
                    <a:pt x="57927" y="62027"/>
                    <a:pt x="57016" y="60811"/>
                    <a:pt x="55861" y="59866"/>
                  </a:cubicBezTo>
                  <a:cubicBezTo>
                    <a:pt x="54700" y="58916"/>
                    <a:pt x="53327" y="58205"/>
                    <a:pt x="51750" y="57733"/>
                  </a:cubicBezTo>
                  <a:cubicBezTo>
                    <a:pt x="50166" y="57255"/>
                    <a:pt x="48455" y="57022"/>
                    <a:pt x="46616" y="57022"/>
                  </a:cubicBezTo>
                  <a:cubicBezTo>
                    <a:pt x="44500" y="57022"/>
                    <a:pt x="42627" y="57366"/>
                    <a:pt x="41011" y="58072"/>
                  </a:cubicBezTo>
                  <a:cubicBezTo>
                    <a:pt x="39388" y="58772"/>
                    <a:pt x="38038" y="59738"/>
                    <a:pt x="36961" y="60977"/>
                  </a:cubicBezTo>
                  <a:cubicBezTo>
                    <a:pt x="35883" y="62211"/>
                    <a:pt x="35050" y="63700"/>
                    <a:pt x="34466" y="65427"/>
                  </a:cubicBezTo>
                  <a:cubicBezTo>
                    <a:pt x="33888" y="67155"/>
                    <a:pt x="33555" y="69072"/>
                    <a:pt x="33477" y="71172"/>
                  </a:cubicBezTo>
                  <a:lnTo>
                    <a:pt x="38577" y="71172"/>
                  </a:lnTo>
                  <a:cubicBezTo>
                    <a:pt x="38577" y="69894"/>
                    <a:pt x="38733" y="68683"/>
                    <a:pt x="39061" y="67527"/>
                  </a:cubicBezTo>
                  <a:cubicBezTo>
                    <a:pt x="39377" y="66372"/>
                    <a:pt x="39872" y="65366"/>
                    <a:pt x="40533" y="64500"/>
                  </a:cubicBezTo>
                  <a:cubicBezTo>
                    <a:pt x="41188" y="63633"/>
                    <a:pt x="42027" y="62944"/>
                    <a:pt x="43050" y="62427"/>
                  </a:cubicBezTo>
                  <a:cubicBezTo>
                    <a:pt x="44066" y="61911"/>
                    <a:pt x="45261" y="61655"/>
                    <a:pt x="46616" y="61655"/>
                  </a:cubicBezTo>
                  <a:cubicBezTo>
                    <a:pt x="48777" y="61655"/>
                    <a:pt x="50577" y="62244"/>
                    <a:pt x="52022" y="63416"/>
                  </a:cubicBezTo>
                  <a:cubicBezTo>
                    <a:pt x="53461" y="64594"/>
                    <a:pt x="54177" y="66350"/>
                    <a:pt x="54177" y="68700"/>
                  </a:cubicBezTo>
                  <a:cubicBezTo>
                    <a:pt x="54177" y="69855"/>
                    <a:pt x="53961" y="70883"/>
                    <a:pt x="53522" y="71788"/>
                  </a:cubicBezTo>
                  <a:cubicBezTo>
                    <a:pt x="53077" y="72700"/>
                    <a:pt x="52488" y="73450"/>
                    <a:pt x="51750" y="74050"/>
                  </a:cubicBezTo>
                  <a:cubicBezTo>
                    <a:pt x="51011" y="74644"/>
                    <a:pt x="50150" y="75094"/>
                    <a:pt x="49172" y="75411"/>
                  </a:cubicBezTo>
                  <a:cubicBezTo>
                    <a:pt x="48188" y="75716"/>
                    <a:pt x="47155" y="75872"/>
                    <a:pt x="46077" y="75872"/>
                  </a:cubicBezTo>
                  <a:lnTo>
                    <a:pt x="44400" y="75872"/>
                  </a:lnTo>
                  <a:cubicBezTo>
                    <a:pt x="44238" y="75872"/>
                    <a:pt x="44055" y="75850"/>
                    <a:pt x="43861" y="75805"/>
                  </a:cubicBezTo>
                  <a:lnTo>
                    <a:pt x="43861" y="80261"/>
                  </a:lnTo>
                  <a:cubicBezTo>
                    <a:pt x="44816" y="80133"/>
                    <a:pt x="45838" y="80072"/>
                    <a:pt x="46916" y="80072"/>
                  </a:cubicBezTo>
                  <a:cubicBezTo>
                    <a:pt x="48200" y="80072"/>
                    <a:pt x="49388" y="80244"/>
                    <a:pt x="50488" y="80594"/>
                  </a:cubicBezTo>
                  <a:cubicBezTo>
                    <a:pt x="51588" y="80950"/>
                    <a:pt x="52538" y="81483"/>
                    <a:pt x="53338" y="82205"/>
                  </a:cubicBezTo>
                  <a:cubicBezTo>
                    <a:pt x="54138" y="82927"/>
                    <a:pt x="54777" y="83811"/>
                    <a:pt x="55261" y="84861"/>
                  </a:cubicBezTo>
                  <a:cubicBezTo>
                    <a:pt x="55738" y="85911"/>
                    <a:pt x="55977" y="87122"/>
                    <a:pt x="55977" y="88477"/>
                  </a:cubicBezTo>
                  <a:cubicBezTo>
                    <a:pt x="55977" y="89794"/>
                    <a:pt x="55727" y="90983"/>
                    <a:pt x="55227" y="92027"/>
                  </a:cubicBezTo>
                  <a:cubicBezTo>
                    <a:pt x="54727" y="93077"/>
                    <a:pt x="54061" y="93966"/>
                    <a:pt x="53216" y="94688"/>
                  </a:cubicBezTo>
                  <a:moveTo>
                    <a:pt x="79205" y="100838"/>
                  </a:moveTo>
                  <a:lnTo>
                    <a:pt x="84305" y="100838"/>
                  </a:lnTo>
                  <a:lnTo>
                    <a:pt x="84305" y="57022"/>
                  </a:lnTo>
                  <a:lnTo>
                    <a:pt x="80405" y="57022"/>
                  </a:lnTo>
                  <a:cubicBezTo>
                    <a:pt x="80122" y="58672"/>
                    <a:pt x="79605" y="60027"/>
                    <a:pt x="78844" y="61100"/>
                  </a:cubicBezTo>
                  <a:cubicBezTo>
                    <a:pt x="78083" y="62172"/>
                    <a:pt x="77155" y="63016"/>
                    <a:pt x="76055" y="63633"/>
                  </a:cubicBezTo>
                  <a:cubicBezTo>
                    <a:pt x="74955" y="64250"/>
                    <a:pt x="73727" y="64672"/>
                    <a:pt x="72366" y="64900"/>
                  </a:cubicBezTo>
                  <a:cubicBezTo>
                    <a:pt x="71005" y="65127"/>
                    <a:pt x="69605" y="65238"/>
                    <a:pt x="68166" y="65238"/>
                  </a:cubicBezTo>
                  <a:lnTo>
                    <a:pt x="68166" y="69438"/>
                  </a:lnTo>
                  <a:lnTo>
                    <a:pt x="79205" y="69438"/>
                  </a:lnTo>
                  <a:cubicBezTo>
                    <a:pt x="79205" y="69438"/>
                    <a:pt x="79205" y="100838"/>
                    <a:pt x="79205" y="100838"/>
                  </a:cubicBezTo>
                  <a:close/>
                  <a:moveTo>
                    <a:pt x="114544" y="38183"/>
                  </a:moveTo>
                  <a:lnTo>
                    <a:pt x="5455" y="38183"/>
                  </a:lnTo>
                  <a:lnTo>
                    <a:pt x="5455" y="21822"/>
                  </a:lnTo>
                  <a:cubicBezTo>
                    <a:pt x="5455" y="18805"/>
                    <a:pt x="7894" y="16361"/>
                    <a:pt x="10911" y="16361"/>
                  </a:cubicBezTo>
                  <a:lnTo>
                    <a:pt x="21816" y="16361"/>
                  </a:lnTo>
                  <a:lnTo>
                    <a:pt x="21816" y="24544"/>
                  </a:lnTo>
                  <a:cubicBezTo>
                    <a:pt x="21816" y="26055"/>
                    <a:pt x="23038" y="27272"/>
                    <a:pt x="24544" y="27272"/>
                  </a:cubicBezTo>
                  <a:cubicBezTo>
                    <a:pt x="26055" y="27272"/>
                    <a:pt x="27272" y="26055"/>
                    <a:pt x="27272" y="24544"/>
                  </a:cubicBezTo>
                  <a:lnTo>
                    <a:pt x="27272" y="16361"/>
                  </a:lnTo>
                  <a:lnTo>
                    <a:pt x="92727" y="16361"/>
                  </a:lnTo>
                  <a:lnTo>
                    <a:pt x="92727" y="24544"/>
                  </a:lnTo>
                  <a:cubicBezTo>
                    <a:pt x="92727" y="26055"/>
                    <a:pt x="93944" y="27272"/>
                    <a:pt x="95455" y="27272"/>
                  </a:cubicBezTo>
                  <a:cubicBezTo>
                    <a:pt x="96961" y="27272"/>
                    <a:pt x="98183" y="26055"/>
                    <a:pt x="98183" y="24544"/>
                  </a:cubicBezTo>
                  <a:lnTo>
                    <a:pt x="98183" y="16361"/>
                  </a:lnTo>
                  <a:lnTo>
                    <a:pt x="109088" y="16361"/>
                  </a:lnTo>
                  <a:cubicBezTo>
                    <a:pt x="112105" y="16361"/>
                    <a:pt x="114544" y="18805"/>
                    <a:pt x="114544" y="21822"/>
                  </a:cubicBezTo>
                  <a:cubicBezTo>
                    <a:pt x="114544" y="21822"/>
                    <a:pt x="114544" y="38183"/>
                    <a:pt x="114544" y="38183"/>
                  </a:cubicBezTo>
                  <a:close/>
                  <a:moveTo>
                    <a:pt x="114544" y="109088"/>
                  </a:moveTo>
                  <a:cubicBezTo>
                    <a:pt x="114544" y="112105"/>
                    <a:pt x="112105" y="114544"/>
                    <a:pt x="109088" y="114544"/>
                  </a:cubicBezTo>
                  <a:lnTo>
                    <a:pt x="10911" y="114544"/>
                  </a:lnTo>
                  <a:cubicBezTo>
                    <a:pt x="7894" y="114544"/>
                    <a:pt x="5455" y="112105"/>
                    <a:pt x="5455" y="109088"/>
                  </a:cubicBezTo>
                  <a:lnTo>
                    <a:pt x="5455" y="43638"/>
                  </a:lnTo>
                  <a:lnTo>
                    <a:pt x="114544" y="43638"/>
                  </a:lnTo>
                  <a:cubicBezTo>
                    <a:pt x="114544" y="43638"/>
                    <a:pt x="114544" y="109088"/>
                    <a:pt x="114544" y="109088"/>
                  </a:cubicBezTo>
                  <a:close/>
                  <a:moveTo>
                    <a:pt x="109088" y="10911"/>
                  </a:moveTo>
                  <a:lnTo>
                    <a:pt x="98183" y="10911"/>
                  </a:lnTo>
                  <a:lnTo>
                    <a:pt x="98183" y="2727"/>
                  </a:lnTo>
                  <a:cubicBezTo>
                    <a:pt x="98183" y="1222"/>
                    <a:pt x="96961" y="0"/>
                    <a:pt x="95455" y="0"/>
                  </a:cubicBezTo>
                  <a:cubicBezTo>
                    <a:pt x="93944" y="0"/>
                    <a:pt x="92727" y="1222"/>
                    <a:pt x="92727" y="2727"/>
                  </a:cubicBezTo>
                  <a:lnTo>
                    <a:pt x="92727" y="10911"/>
                  </a:lnTo>
                  <a:lnTo>
                    <a:pt x="27272" y="10911"/>
                  </a:lnTo>
                  <a:lnTo>
                    <a:pt x="27272" y="2727"/>
                  </a:lnTo>
                  <a:cubicBezTo>
                    <a:pt x="27272" y="1222"/>
                    <a:pt x="26055" y="0"/>
                    <a:pt x="24544" y="0"/>
                  </a:cubicBezTo>
                  <a:cubicBezTo>
                    <a:pt x="23038" y="0"/>
                    <a:pt x="21816" y="1222"/>
                    <a:pt x="21816" y="2727"/>
                  </a:cubicBezTo>
                  <a:lnTo>
                    <a:pt x="21816" y="10911"/>
                  </a:lnTo>
                  <a:lnTo>
                    <a:pt x="10911" y="10911"/>
                  </a:lnTo>
                  <a:cubicBezTo>
                    <a:pt x="4883" y="10911"/>
                    <a:pt x="0" y="15794"/>
                    <a:pt x="0" y="21822"/>
                  </a:cubicBezTo>
                  <a:lnTo>
                    <a:pt x="0" y="109088"/>
                  </a:lnTo>
                  <a:cubicBezTo>
                    <a:pt x="0" y="115116"/>
                    <a:pt x="4883" y="120000"/>
                    <a:pt x="10911" y="120000"/>
                  </a:cubicBezTo>
                  <a:lnTo>
                    <a:pt x="109088" y="120000"/>
                  </a:lnTo>
                  <a:cubicBezTo>
                    <a:pt x="115116" y="120000"/>
                    <a:pt x="120000" y="115116"/>
                    <a:pt x="120000" y="109088"/>
                  </a:cubicBezTo>
                  <a:lnTo>
                    <a:pt x="120000" y="21822"/>
                  </a:lnTo>
                  <a:cubicBezTo>
                    <a:pt x="120000" y="15794"/>
                    <a:pt x="115116" y="10911"/>
                    <a:pt x="109088" y="10911"/>
                  </a:cubicBezTo>
                </a:path>
              </a:pathLst>
            </a:custGeom>
            <a:solidFill>
              <a:schemeClr val="bg1"/>
            </a:solidFill>
            <a:ln w="9525">
              <a:noFill/>
              <a:round/>
              <a:headEnd/>
              <a:tailEnd/>
            </a:ln>
          </p:spPr>
          <p:txBody>
            <a:bodyPr lIns="19025" tIns="19025" rIns="19025" bIns="19025" anchor="ctr"/>
            <a:lstStyle/>
            <a:p>
              <a:pPr>
                <a:defRPr/>
              </a:pPr>
              <a:endParaRPr lang="en-US"/>
            </a:p>
          </p:txBody>
        </p:sp>
      </p:grpSp>
      <p:sp>
        <p:nvSpPr>
          <p:cNvPr id="62" name="Google Shape;62;p6"/>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96" name="Google Shape;96;p6"/>
          <p:cNvSpPr txBox="1">
            <a:spLocks noGrp="1"/>
          </p:cNvSpPr>
          <p:nvPr>
            <p:ph type="body" idx="2"/>
          </p:nvPr>
        </p:nvSpPr>
        <p:spPr>
          <a:xfrm>
            <a:off x="329371" y="5238565"/>
            <a:ext cx="832172" cy="48794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97" name="Google Shape;97;p6"/>
          <p:cNvSpPr txBox="1">
            <a:spLocks noGrp="1"/>
          </p:cNvSpPr>
          <p:nvPr>
            <p:ph type="body" idx="3"/>
          </p:nvPr>
        </p:nvSpPr>
        <p:spPr>
          <a:xfrm>
            <a:off x="1201768" y="5238565"/>
            <a:ext cx="832172" cy="48794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98" name="Google Shape;98;p6"/>
          <p:cNvSpPr txBox="1">
            <a:spLocks noGrp="1"/>
          </p:cNvSpPr>
          <p:nvPr>
            <p:ph type="body" idx="4"/>
          </p:nvPr>
        </p:nvSpPr>
        <p:spPr>
          <a:xfrm>
            <a:off x="2004882" y="5238565"/>
            <a:ext cx="832172" cy="48794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99" name="Google Shape;99;p6"/>
          <p:cNvSpPr txBox="1">
            <a:spLocks noGrp="1"/>
          </p:cNvSpPr>
          <p:nvPr>
            <p:ph type="body" idx="5"/>
          </p:nvPr>
        </p:nvSpPr>
        <p:spPr>
          <a:xfrm>
            <a:off x="2840956" y="5238565"/>
            <a:ext cx="832172" cy="48794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0" name="Google Shape;100;p6"/>
          <p:cNvSpPr txBox="1">
            <a:spLocks noGrp="1"/>
          </p:cNvSpPr>
          <p:nvPr>
            <p:ph type="body" idx="6"/>
          </p:nvPr>
        </p:nvSpPr>
        <p:spPr>
          <a:xfrm>
            <a:off x="3673128" y="5238565"/>
            <a:ext cx="832172" cy="48794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1" name="Google Shape;101;p6"/>
          <p:cNvSpPr txBox="1">
            <a:spLocks noGrp="1"/>
          </p:cNvSpPr>
          <p:nvPr>
            <p:ph type="body" idx="7"/>
          </p:nvPr>
        </p:nvSpPr>
        <p:spPr>
          <a:xfrm>
            <a:off x="4505300" y="5238565"/>
            <a:ext cx="832172" cy="48794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2" name="Google Shape;102;p6"/>
          <p:cNvSpPr txBox="1">
            <a:spLocks noGrp="1"/>
          </p:cNvSpPr>
          <p:nvPr>
            <p:ph type="body" idx="8"/>
          </p:nvPr>
        </p:nvSpPr>
        <p:spPr>
          <a:xfrm>
            <a:off x="6585035" y="2080353"/>
            <a:ext cx="2013842" cy="87386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3" name="Google Shape;103;p6"/>
          <p:cNvSpPr txBox="1">
            <a:spLocks noGrp="1"/>
          </p:cNvSpPr>
          <p:nvPr>
            <p:ph type="body" idx="9"/>
          </p:nvPr>
        </p:nvSpPr>
        <p:spPr>
          <a:xfrm>
            <a:off x="6595091" y="1621018"/>
            <a:ext cx="2013842"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4" name="Google Shape;104;p6"/>
          <p:cNvSpPr txBox="1">
            <a:spLocks noGrp="1"/>
          </p:cNvSpPr>
          <p:nvPr>
            <p:ph type="body" idx="13"/>
          </p:nvPr>
        </p:nvSpPr>
        <p:spPr>
          <a:xfrm>
            <a:off x="6585035" y="3661586"/>
            <a:ext cx="2013842" cy="87386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5" name="Google Shape;105;p6"/>
          <p:cNvSpPr txBox="1">
            <a:spLocks noGrp="1"/>
          </p:cNvSpPr>
          <p:nvPr>
            <p:ph type="body" idx="14"/>
          </p:nvPr>
        </p:nvSpPr>
        <p:spPr>
          <a:xfrm>
            <a:off x="6595091" y="3202251"/>
            <a:ext cx="2013842"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6" name="Google Shape;106;p6"/>
          <p:cNvSpPr txBox="1">
            <a:spLocks noGrp="1"/>
          </p:cNvSpPr>
          <p:nvPr>
            <p:ph type="body" idx="15"/>
          </p:nvPr>
        </p:nvSpPr>
        <p:spPr>
          <a:xfrm>
            <a:off x="6585035" y="5214355"/>
            <a:ext cx="2013842" cy="87386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7" name="Google Shape;107;p6"/>
          <p:cNvSpPr txBox="1">
            <a:spLocks noGrp="1"/>
          </p:cNvSpPr>
          <p:nvPr>
            <p:ph type="body" idx="16"/>
          </p:nvPr>
        </p:nvSpPr>
        <p:spPr>
          <a:xfrm>
            <a:off x="6595091" y="4755020"/>
            <a:ext cx="2003786"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8" name="Google Shape;108;p6"/>
          <p:cNvSpPr txBox="1">
            <a:spLocks noGrp="1"/>
          </p:cNvSpPr>
          <p:nvPr>
            <p:ph type="body" idx="17"/>
          </p:nvPr>
        </p:nvSpPr>
        <p:spPr>
          <a:xfrm>
            <a:off x="9506250" y="2080353"/>
            <a:ext cx="2013842" cy="87386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9" name="Google Shape;109;p6"/>
          <p:cNvSpPr txBox="1">
            <a:spLocks noGrp="1"/>
          </p:cNvSpPr>
          <p:nvPr>
            <p:ph type="body" idx="18"/>
          </p:nvPr>
        </p:nvSpPr>
        <p:spPr>
          <a:xfrm>
            <a:off x="9516306" y="1621018"/>
            <a:ext cx="2013842"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10" name="Google Shape;110;p6"/>
          <p:cNvSpPr txBox="1">
            <a:spLocks noGrp="1"/>
          </p:cNvSpPr>
          <p:nvPr>
            <p:ph type="body" idx="19"/>
          </p:nvPr>
        </p:nvSpPr>
        <p:spPr>
          <a:xfrm>
            <a:off x="9506250" y="3661586"/>
            <a:ext cx="2013842" cy="87386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11" name="Google Shape;111;p6"/>
          <p:cNvSpPr txBox="1">
            <a:spLocks noGrp="1"/>
          </p:cNvSpPr>
          <p:nvPr>
            <p:ph type="body" idx="20"/>
          </p:nvPr>
        </p:nvSpPr>
        <p:spPr>
          <a:xfrm>
            <a:off x="9516306" y="3202251"/>
            <a:ext cx="2013842"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12" name="Google Shape;112;p6"/>
          <p:cNvSpPr txBox="1">
            <a:spLocks noGrp="1"/>
          </p:cNvSpPr>
          <p:nvPr>
            <p:ph type="body" idx="21"/>
          </p:nvPr>
        </p:nvSpPr>
        <p:spPr>
          <a:xfrm>
            <a:off x="9506250" y="5214355"/>
            <a:ext cx="2013842" cy="87386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13" name="Google Shape;113;p6"/>
          <p:cNvSpPr txBox="1">
            <a:spLocks noGrp="1"/>
          </p:cNvSpPr>
          <p:nvPr>
            <p:ph type="body" idx="22"/>
          </p:nvPr>
        </p:nvSpPr>
        <p:spPr>
          <a:xfrm>
            <a:off x="9516306" y="4755020"/>
            <a:ext cx="2003786"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386151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500"/>
                                        <p:tgtEl>
                                          <p:spTgt spid="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500"/>
                                        <p:tgtEl>
                                          <p:spTgt spid="3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2" grpId="0" animBg="1"/>
      <p:bldP spid="13" grpId="0" animBg="1"/>
      <p:bldP spid="14" grpId="0" animBg="1"/>
      <p:bldP spid="15" grpId="0"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Analysis-Infographic">
  <p:cSld name="Analysis-Infographic">
    <p:spTree>
      <p:nvGrpSpPr>
        <p:cNvPr id="1" name="Shape 114"/>
        <p:cNvGrpSpPr/>
        <p:nvPr/>
      </p:nvGrpSpPr>
      <p:grpSpPr>
        <a:xfrm>
          <a:off x="0" y="0"/>
          <a:ext cx="0" cy="0"/>
          <a:chOff x="0" y="0"/>
          <a:chExt cx="0" cy="0"/>
        </a:xfrm>
      </p:grpSpPr>
      <p:sp>
        <p:nvSpPr>
          <p:cNvPr id="2" name="Google Shape;118;p7">
            <a:extLst>
              <a:ext uri="{FF2B5EF4-FFF2-40B4-BE49-F238E27FC236}">
                <a16:creationId xmlns:a16="http://schemas.microsoft.com/office/drawing/2014/main" id="{129DF09B-ADFA-832C-F7C3-32F015B728E6}"/>
              </a:ext>
            </a:extLst>
          </p:cNvPr>
          <p:cNvSpPr>
            <a:spLocks noChangeArrowheads="1"/>
          </p:cNvSpPr>
          <p:nvPr/>
        </p:nvSpPr>
        <p:spPr bwMode="auto">
          <a:xfrm>
            <a:off x="1230313" y="4198938"/>
            <a:ext cx="9753600" cy="63500"/>
          </a:xfrm>
          <a:prstGeom prst="rect">
            <a:avLst/>
          </a:prstGeom>
          <a:solidFill>
            <a:srgbClr val="149062"/>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3" name="Google Shape;119;p7">
            <a:extLst>
              <a:ext uri="{FF2B5EF4-FFF2-40B4-BE49-F238E27FC236}">
                <a16:creationId xmlns:a16="http://schemas.microsoft.com/office/drawing/2014/main" id="{09ADDDE2-6E36-1FBD-090B-B2F65CB73C91}"/>
              </a:ext>
            </a:extLst>
          </p:cNvPr>
          <p:cNvSpPr>
            <a:spLocks/>
          </p:cNvSpPr>
          <p:nvPr/>
        </p:nvSpPr>
        <p:spPr bwMode="auto">
          <a:xfrm>
            <a:off x="1509713" y="4105275"/>
            <a:ext cx="763587" cy="93663"/>
          </a:xfrm>
          <a:custGeom>
            <a:avLst/>
            <a:gdLst>
              <a:gd name="T0" fmla="*/ 0 w 120000"/>
              <a:gd name="T1" fmla="*/ 0 h 120000"/>
              <a:gd name="T2" fmla="*/ 120000 w 120000"/>
              <a:gd name="T3" fmla="*/ 120000 h 120000"/>
            </a:gdLst>
            <a:ahLst/>
            <a:cxnLst>
              <a:cxn ang="0">
                <a:pos x="120000" y="120000"/>
              </a:cxn>
              <a:cxn ang="0">
                <a:pos x="0" y="120000"/>
              </a:cxn>
              <a:cxn ang="0">
                <a:pos x="25925" y="101922"/>
              </a:cxn>
              <a:cxn ang="0">
                <a:pos x="60000" y="0"/>
              </a:cxn>
              <a:cxn ang="0">
                <a:pos x="94074" y="101922"/>
              </a:cxn>
              <a:cxn ang="0">
                <a:pos x="120000" y="120000"/>
              </a:cxn>
            </a:cxnLst>
            <a:rect l="T0" t="T1" r="T2" b="T3"/>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1"/>
          </a:solidFill>
          <a:ln w="9525">
            <a:noFill/>
            <a:round/>
            <a:headEnd/>
            <a:tailEnd/>
          </a:ln>
        </p:spPr>
        <p:txBody>
          <a:bodyPr lIns="91425" tIns="45700" rIns="91425" bIns="45700"/>
          <a:lstStyle/>
          <a:p>
            <a:pPr>
              <a:defRPr/>
            </a:pPr>
            <a:endParaRPr lang="en-US"/>
          </a:p>
        </p:txBody>
      </p:sp>
      <p:sp>
        <p:nvSpPr>
          <p:cNvPr id="4" name="Google Shape;120;p7">
            <a:extLst>
              <a:ext uri="{FF2B5EF4-FFF2-40B4-BE49-F238E27FC236}">
                <a16:creationId xmlns:a16="http://schemas.microsoft.com/office/drawing/2014/main" id="{E1864388-73F9-4E4B-6787-815740D62F9B}"/>
              </a:ext>
            </a:extLst>
          </p:cNvPr>
          <p:cNvSpPr>
            <a:spLocks/>
          </p:cNvSpPr>
          <p:nvPr/>
        </p:nvSpPr>
        <p:spPr bwMode="auto">
          <a:xfrm>
            <a:off x="2273300" y="3968750"/>
            <a:ext cx="765175" cy="230188"/>
          </a:xfrm>
          <a:custGeom>
            <a:avLst/>
            <a:gdLst>
              <a:gd name="T0" fmla="*/ 0 w 120000"/>
              <a:gd name="T1" fmla="*/ 0 h 120000"/>
              <a:gd name="T2" fmla="*/ 120000 w 120000"/>
              <a:gd name="T3" fmla="*/ 120000 h 120000"/>
            </a:gdLst>
            <a:ahLst/>
            <a:cxnLst>
              <a:cxn ang="0">
                <a:pos x="120000" y="120000"/>
              </a:cxn>
              <a:cxn ang="0">
                <a:pos x="0" y="120000"/>
              </a:cxn>
              <a:cxn ang="0">
                <a:pos x="25925" y="101922"/>
              </a:cxn>
              <a:cxn ang="0">
                <a:pos x="60000" y="0"/>
              </a:cxn>
              <a:cxn ang="0">
                <a:pos x="94074" y="101922"/>
              </a:cxn>
              <a:cxn ang="0">
                <a:pos x="120000" y="120000"/>
              </a:cxn>
            </a:cxnLst>
            <a:rect l="T0" t="T1" r="T2" b="T3"/>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2"/>
          </a:solidFill>
          <a:ln w="9525">
            <a:noFill/>
            <a:round/>
            <a:headEnd/>
            <a:tailEnd/>
          </a:ln>
        </p:spPr>
        <p:txBody>
          <a:bodyPr lIns="91425" tIns="45700" rIns="91425" bIns="45700"/>
          <a:lstStyle/>
          <a:p>
            <a:pPr>
              <a:defRPr/>
            </a:pPr>
            <a:endParaRPr lang="en-US"/>
          </a:p>
        </p:txBody>
      </p:sp>
      <p:sp>
        <p:nvSpPr>
          <p:cNvPr id="5" name="Google Shape;121;p7">
            <a:extLst>
              <a:ext uri="{FF2B5EF4-FFF2-40B4-BE49-F238E27FC236}">
                <a16:creationId xmlns:a16="http://schemas.microsoft.com/office/drawing/2014/main" id="{182FA379-FC64-E60E-668D-D6290EFFE350}"/>
              </a:ext>
            </a:extLst>
          </p:cNvPr>
          <p:cNvSpPr/>
          <p:nvPr/>
        </p:nvSpPr>
        <p:spPr>
          <a:xfrm>
            <a:off x="3038475" y="3871913"/>
            <a:ext cx="763588" cy="327025"/>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6" name="Google Shape;122;p7">
            <a:extLst>
              <a:ext uri="{FF2B5EF4-FFF2-40B4-BE49-F238E27FC236}">
                <a16:creationId xmlns:a16="http://schemas.microsoft.com/office/drawing/2014/main" id="{15079663-AA91-1CED-0305-66BE43854EE3}"/>
              </a:ext>
            </a:extLst>
          </p:cNvPr>
          <p:cNvSpPr/>
          <p:nvPr/>
        </p:nvSpPr>
        <p:spPr>
          <a:xfrm>
            <a:off x="3802063" y="3703638"/>
            <a:ext cx="765175" cy="495300"/>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7" name="Google Shape;123;p7">
            <a:extLst>
              <a:ext uri="{FF2B5EF4-FFF2-40B4-BE49-F238E27FC236}">
                <a16:creationId xmlns:a16="http://schemas.microsoft.com/office/drawing/2014/main" id="{BF073418-151F-7875-7C8A-C9D5DF89AC05}"/>
              </a:ext>
            </a:extLst>
          </p:cNvPr>
          <p:cNvSpPr/>
          <p:nvPr/>
        </p:nvSpPr>
        <p:spPr>
          <a:xfrm>
            <a:off x="4567238" y="3559175"/>
            <a:ext cx="763587" cy="639763"/>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5"/>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8" name="Google Shape;124;p7">
            <a:extLst>
              <a:ext uri="{FF2B5EF4-FFF2-40B4-BE49-F238E27FC236}">
                <a16:creationId xmlns:a16="http://schemas.microsoft.com/office/drawing/2014/main" id="{738CC79B-E3D0-A00B-7926-2A44E9203AEE}"/>
              </a:ext>
            </a:extLst>
          </p:cNvPr>
          <p:cNvSpPr/>
          <p:nvPr/>
        </p:nvSpPr>
        <p:spPr>
          <a:xfrm>
            <a:off x="5330825" y="3398838"/>
            <a:ext cx="765175" cy="800100"/>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9" name="Google Shape;125;p7">
            <a:extLst>
              <a:ext uri="{FF2B5EF4-FFF2-40B4-BE49-F238E27FC236}">
                <a16:creationId xmlns:a16="http://schemas.microsoft.com/office/drawing/2014/main" id="{7FF22801-8773-F4B7-87BD-AAAF50676045}"/>
              </a:ext>
            </a:extLst>
          </p:cNvPr>
          <p:cNvSpPr>
            <a:spLocks/>
          </p:cNvSpPr>
          <p:nvPr/>
        </p:nvSpPr>
        <p:spPr bwMode="auto">
          <a:xfrm>
            <a:off x="6096000" y="3286125"/>
            <a:ext cx="765175" cy="912813"/>
          </a:xfrm>
          <a:custGeom>
            <a:avLst/>
            <a:gdLst>
              <a:gd name="T0" fmla="*/ 0 w 120000"/>
              <a:gd name="T1" fmla="*/ 0 h 120000"/>
              <a:gd name="T2" fmla="*/ 120000 w 120000"/>
              <a:gd name="T3" fmla="*/ 120000 h 120000"/>
            </a:gdLst>
            <a:ahLst/>
            <a:cxnLst>
              <a:cxn ang="0">
                <a:pos x="120000" y="120000"/>
              </a:cxn>
              <a:cxn ang="0">
                <a:pos x="0" y="120000"/>
              </a:cxn>
              <a:cxn ang="0">
                <a:pos x="25925" y="101922"/>
              </a:cxn>
              <a:cxn ang="0">
                <a:pos x="60000" y="0"/>
              </a:cxn>
              <a:cxn ang="0">
                <a:pos x="94074" y="101922"/>
              </a:cxn>
              <a:cxn ang="0">
                <a:pos x="120000" y="120000"/>
              </a:cxn>
            </a:cxnLst>
            <a:rect l="T0" t="T1" r="T2" b="T3"/>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1"/>
          </a:solidFill>
          <a:ln w="9525">
            <a:noFill/>
            <a:round/>
            <a:headEnd/>
            <a:tailEnd/>
          </a:ln>
        </p:spPr>
        <p:txBody>
          <a:bodyPr lIns="91425" tIns="45700" rIns="91425" bIns="45700"/>
          <a:lstStyle/>
          <a:p>
            <a:pPr>
              <a:defRPr/>
            </a:pPr>
            <a:endParaRPr lang="en-US"/>
          </a:p>
        </p:txBody>
      </p:sp>
      <p:sp>
        <p:nvSpPr>
          <p:cNvPr id="10" name="Google Shape;126;p7">
            <a:extLst>
              <a:ext uri="{FF2B5EF4-FFF2-40B4-BE49-F238E27FC236}">
                <a16:creationId xmlns:a16="http://schemas.microsoft.com/office/drawing/2014/main" id="{760B5B24-4923-D023-40BF-9C4E4ACA444E}"/>
              </a:ext>
            </a:extLst>
          </p:cNvPr>
          <p:cNvSpPr>
            <a:spLocks/>
          </p:cNvSpPr>
          <p:nvPr/>
        </p:nvSpPr>
        <p:spPr bwMode="auto">
          <a:xfrm>
            <a:off x="6861175" y="3028950"/>
            <a:ext cx="763588" cy="1169988"/>
          </a:xfrm>
          <a:custGeom>
            <a:avLst/>
            <a:gdLst>
              <a:gd name="T0" fmla="*/ 0 w 120000"/>
              <a:gd name="T1" fmla="*/ 0 h 120000"/>
              <a:gd name="T2" fmla="*/ 120000 w 120000"/>
              <a:gd name="T3" fmla="*/ 120000 h 120000"/>
            </a:gdLst>
            <a:ahLst/>
            <a:cxnLst>
              <a:cxn ang="0">
                <a:pos x="120000" y="120000"/>
              </a:cxn>
              <a:cxn ang="0">
                <a:pos x="0" y="120000"/>
              </a:cxn>
              <a:cxn ang="0">
                <a:pos x="25925" y="101922"/>
              </a:cxn>
              <a:cxn ang="0">
                <a:pos x="60000" y="0"/>
              </a:cxn>
              <a:cxn ang="0">
                <a:pos x="94074" y="101922"/>
              </a:cxn>
              <a:cxn ang="0">
                <a:pos x="120000" y="120000"/>
              </a:cxn>
            </a:cxnLst>
            <a:rect l="T0" t="T1" r="T2" b="T3"/>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2"/>
          </a:solidFill>
          <a:ln w="9525">
            <a:noFill/>
            <a:round/>
            <a:headEnd/>
            <a:tailEnd/>
          </a:ln>
        </p:spPr>
        <p:txBody>
          <a:bodyPr lIns="91425" tIns="45700" rIns="91425" bIns="45700"/>
          <a:lstStyle/>
          <a:p>
            <a:pPr>
              <a:defRPr/>
            </a:pPr>
            <a:endParaRPr lang="en-US"/>
          </a:p>
        </p:txBody>
      </p:sp>
      <p:sp>
        <p:nvSpPr>
          <p:cNvPr id="11" name="Google Shape;127;p7">
            <a:extLst>
              <a:ext uri="{FF2B5EF4-FFF2-40B4-BE49-F238E27FC236}">
                <a16:creationId xmlns:a16="http://schemas.microsoft.com/office/drawing/2014/main" id="{F7359287-ED3A-EA09-0C68-821E0514ACE4}"/>
              </a:ext>
            </a:extLst>
          </p:cNvPr>
          <p:cNvSpPr/>
          <p:nvPr/>
        </p:nvSpPr>
        <p:spPr>
          <a:xfrm>
            <a:off x="7624763" y="2774950"/>
            <a:ext cx="765175" cy="1423988"/>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2" name="Google Shape;128;p7">
            <a:extLst>
              <a:ext uri="{FF2B5EF4-FFF2-40B4-BE49-F238E27FC236}">
                <a16:creationId xmlns:a16="http://schemas.microsoft.com/office/drawing/2014/main" id="{DE929120-B11B-524C-9B13-57BE61F109D9}"/>
              </a:ext>
            </a:extLst>
          </p:cNvPr>
          <p:cNvSpPr/>
          <p:nvPr/>
        </p:nvSpPr>
        <p:spPr>
          <a:xfrm>
            <a:off x="8389938" y="2435225"/>
            <a:ext cx="763587" cy="1763713"/>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3" name="Google Shape;129;p7">
            <a:extLst>
              <a:ext uri="{FF2B5EF4-FFF2-40B4-BE49-F238E27FC236}">
                <a16:creationId xmlns:a16="http://schemas.microsoft.com/office/drawing/2014/main" id="{D3DF5983-98A9-93EB-C4BA-52F7ACACED59}"/>
              </a:ext>
            </a:extLst>
          </p:cNvPr>
          <p:cNvSpPr/>
          <p:nvPr/>
        </p:nvSpPr>
        <p:spPr>
          <a:xfrm>
            <a:off x="9153525" y="2081213"/>
            <a:ext cx="765175" cy="2117725"/>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5"/>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4" name="Google Shape;130;p7">
            <a:extLst>
              <a:ext uri="{FF2B5EF4-FFF2-40B4-BE49-F238E27FC236}">
                <a16:creationId xmlns:a16="http://schemas.microsoft.com/office/drawing/2014/main" id="{8EFE3928-7912-1146-27A4-184EC2A69F7F}"/>
              </a:ext>
            </a:extLst>
          </p:cNvPr>
          <p:cNvSpPr/>
          <p:nvPr/>
        </p:nvSpPr>
        <p:spPr>
          <a:xfrm>
            <a:off x="9918700" y="1744663"/>
            <a:ext cx="763588" cy="2454275"/>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nvGrpSpPr>
          <p:cNvPr id="15" name="Google Shape;131;p7">
            <a:extLst>
              <a:ext uri="{FF2B5EF4-FFF2-40B4-BE49-F238E27FC236}">
                <a16:creationId xmlns:a16="http://schemas.microsoft.com/office/drawing/2014/main" id="{504BBBFC-9CD5-C10D-63F6-46BF83E976B1}"/>
              </a:ext>
            </a:extLst>
          </p:cNvPr>
          <p:cNvGrpSpPr>
            <a:grpSpLocks/>
          </p:cNvGrpSpPr>
          <p:nvPr/>
        </p:nvGrpSpPr>
        <p:grpSpPr bwMode="auto">
          <a:xfrm>
            <a:off x="1566863" y="3259138"/>
            <a:ext cx="649287" cy="647700"/>
            <a:chOff x="1379092" y="2228211"/>
            <a:chExt cx="916410" cy="916410"/>
          </a:xfrm>
        </p:grpSpPr>
        <p:sp>
          <p:nvSpPr>
            <p:cNvPr id="16" name="Google Shape;132;p7">
              <a:extLst>
                <a:ext uri="{FF2B5EF4-FFF2-40B4-BE49-F238E27FC236}">
                  <a16:creationId xmlns:a16="http://schemas.microsoft.com/office/drawing/2014/main" id="{9E801C5A-BD88-2AF0-DA25-2FCE2A4F06B9}"/>
                </a:ext>
              </a:extLst>
            </p:cNvPr>
            <p:cNvSpPr/>
            <p:nvPr/>
          </p:nvSpPr>
          <p:spPr>
            <a:xfrm rot="8100000">
              <a:off x="1513529" y="2362977"/>
              <a:ext cx="647536" cy="646878"/>
            </a:xfrm>
            <a:prstGeom prst="teardrop">
              <a:avLst>
                <a:gd name="adj" fmla="val 100000"/>
              </a:avLst>
            </a:prstGeom>
            <a:solidFill>
              <a:schemeClr val="accent1"/>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351"/>
                <a:buFont typeface="Arial"/>
                <a:buNone/>
                <a:defRPr/>
              </a:pPr>
              <a:endParaRPr sz="1351" kern="0">
                <a:solidFill>
                  <a:schemeClr val="lt1"/>
                </a:solidFill>
                <a:latin typeface="Arial"/>
                <a:ea typeface="Arial"/>
                <a:cs typeface="Arial"/>
                <a:sym typeface="Arial"/>
              </a:endParaRPr>
            </a:p>
          </p:txBody>
        </p:sp>
        <p:sp>
          <p:nvSpPr>
            <p:cNvPr id="17" name="Google Shape;133;p7">
              <a:extLst>
                <a:ext uri="{FF2B5EF4-FFF2-40B4-BE49-F238E27FC236}">
                  <a16:creationId xmlns:a16="http://schemas.microsoft.com/office/drawing/2014/main" id="{5A7C9046-F61D-1D8B-D336-3DCFD7968292}"/>
                </a:ext>
              </a:extLst>
            </p:cNvPr>
            <p:cNvSpPr txBox="1"/>
            <p:nvPr/>
          </p:nvSpPr>
          <p:spPr>
            <a:xfrm>
              <a:off x="1562822" y="2459559"/>
              <a:ext cx="548949" cy="435744"/>
            </a:xfrm>
            <a:prstGeom prst="rect">
              <a:avLst/>
            </a:prstGeom>
            <a:noFill/>
            <a:ln>
              <a:noFill/>
            </a:ln>
          </p:spPr>
          <p:txBody>
            <a:bodyPr spcFirstLastPara="1" lIns="91425" tIns="45700" rIns="91425" bIns="45700"/>
            <a:lstStyle/>
            <a:p>
              <a:pPr algn="ctr" eaLnBrk="1" fontAlgn="auto" hangingPunct="1">
                <a:spcBef>
                  <a:spcPts val="0"/>
                </a:spcBef>
                <a:spcAft>
                  <a:spcPts val="0"/>
                </a:spcAft>
                <a:buClr>
                  <a:schemeClr val="lt1"/>
                </a:buClr>
                <a:buSzPts val="350"/>
                <a:buFont typeface="Arial"/>
                <a:buNone/>
                <a:defRPr/>
              </a:pPr>
              <a:r>
                <a:rPr lang="en-US" sz="1400" b="1" kern="0">
                  <a:solidFill>
                    <a:schemeClr val="lt1"/>
                  </a:solidFill>
                  <a:latin typeface="Arial"/>
                  <a:ea typeface="Arial"/>
                  <a:cs typeface="Arial"/>
                  <a:sym typeface="Arial"/>
                </a:rPr>
                <a:t>1K</a:t>
              </a:r>
              <a:endParaRPr sz="1867" kern="0">
                <a:latin typeface="Arial"/>
                <a:ea typeface="Arial"/>
                <a:cs typeface="Arial"/>
                <a:sym typeface="Arial"/>
              </a:endParaRPr>
            </a:p>
          </p:txBody>
        </p:sp>
      </p:grpSp>
      <p:grpSp>
        <p:nvGrpSpPr>
          <p:cNvPr id="18" name="Google Shape;134;p7">
            <a:extLst>
              <a:ext uri="{FF2B5EF4-FFF2-40B4-BE49-F238E27FC236}">
                <a16:creationId xmlns:a16="http://schemas.microsoft.com/office/drawing/2014/main" id="{8127D7DB-60BC-A916-AF32-E618B0852F4E}"/>
              </a:ext>
            </a:extLst>
          </p:cNvPr>
          <p:cNvGrpSpPr>
            <a:grpSpLocks/>
          </p:cNvGrpSpPr>
          <p:nvPr/>
        </p:nvGrpSpPr>
        <p:grpSpPr bwMode="auto">
          <a:xfrm>
            <a:off x="9975850" y="877888"/>
            <a:ext cx="649288" cy="647700"/>
            <a:chOff x="9976161" y="877117"/>
            <a:chExt cx="648329" cy="648329"/>
          </a:xfrm>
        </p:grpSpPr>
        <p:sp>
          <p:nvSpPr>
            <p:cNvPr id="19" name="Google Shape;135;p7">
              <a:extLst>
                <a:ext uri="{FF2B5EF4-FFF2-40B4-BE49-F238E27FC236}">
                  <a16:creationId xmlns:a16="http://schemas.microsoft.com/office/drawing/2014/main" id="{EAFF1F7B-1DDF-AE22-B826-007C3D2C41D0}"/>
                </a:ext>
              </a:extLst>
            </p:cNvPr>
            <p:cNvSpPr/>
            <p:nvPr/>
          </p:nvSpPr>
          <p:spPr>
            <a:xfrm rot="8100000">
              <a:off x="10071270" y="972460"/>
              <a:ext cx="458110" cy="457644"/>
            </a:xfrm>
            <a:prstGeom prst="teardrop">
              <a:avLst>
                <a:gd name="adj" fmla="val 100000"/>
              </a:avLst>
            </a:prstGeom>
            <a:solidFill>
              <a:schemeClr val="accent6"/>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351"/>
                <a:buFont typeface="Arial"/>
                <a:buNone/>
                <a:defRPr/>
              </a:pPr>
              <a:endParaRPr sz="1351" kern="0">
                <a:solidFill>
                  <a:schemeClr val="lt1"/>
                </a:solidFill>
                <a:latin typeface="Arial"/>
                <a:ea typeface="Arial"/>
                <a:cs typeface="Arial"/>
                <a:sym typeface="Arial"/>
              </a:endParaRPr>
            </a:p>
          </p:txBody>
        </p:sp>
        <p:sp>
          <p:nvSpPr>
            <p:cNvPr id="20" name="Google Shape;136;p7">
              <a:extLst>
                <a:ext uri="{FF2B5EF4-FFF2-40B4-BE49-F238E27FC236}">
                  <a16:creationId xmlns:a16="http://schemas.microsoft.com/office/drawing/2014/main" id="{53846599-6D18-DCB5-5EF4-7B12FF7ACD09}"/>
                </a:ext>
              </a:extLst>
            </p:cNvPr>
            <p:cNvSpPr txBox="1"/>
            <p:nvPr/>
          </p:nvSpPr>
          <p:spPr>
            <a:xfrm>
              <a:off x="10096633" y="1040788"/>
              <a:ext cx="407385" cy="308274"/>
            </a:xfrm>
            <a:prstGeom prst="rect">
              <a:avLst/>
            </a:prstGeom>
            <a:noFill/>
            <a:ln>
              <a:noFill/>
            </a:ln>
          </p:spPr>
          <p:txBody>
            <a:bodyPr spcFirstLastPara="1" lIns="91425" tIns="45700" rIns="91425" bIns="45700"/>
            <a:lstStyle/>
            <a:p>
              <a:pPr algn="ctr" eaLnBrk="1" fontAlgn="auto" hangingPunct="1">
                <a:spcBef>
                  <a:spcPts val="0"/>
                </a:spcBef>
                <a:spcAft>
                  <a:spcPts val="0"/>
                </a:spcAft>
                <a:buClr>
                  <a:schemeClr val="lt1"/>
                </a:buClr>
                <a:buSzPts val="350"/>
                <a:buFont typeface="Arial"/>
                <a:buNone/>
                <a:defRPr/>
              </a:pPr>
              <a:r>
                <a:rPr lang="en-US" sz="1400" b="1" kern="0">
                  <a:solidFill>
                    <a:schemeClr val="lt1"/>
                  </a:solidFill>
                  <a:latin typeface="Arial"/>
                  <a:ea typeface="Arial"/>
                  <a:cs typeface="Arial"/>
                  <a:sym typeface="Arial"/>
                </a:rPr>
                <a:t>8K</a:t>
              </a:r>
              <a:endParaRPr sz="1867" kern="0">
                <a:latin typeface="Arial"/>
                <a:ea typeface="Arial"/>
                <a:cs typeface="Arial"/>
                <a:sym typeface="Arial"/>
              </a:endParaRPr>
            </a:p>
          </p:txBody>
        </p:sp>
      </p:grpSp>
      <p:sp>
        <p:nvSpPr>
          <p:cNvPr id="21" name="Google Shape;137;p7">
            <a:extLst>
              <a:ext uri="{FF2B5EF4-FFF2-40B4-BE49-F238E27FC236}">
                <a16:creationId xmlns:a16="http://schemas.microsoft.com/office/drawing/2014/main" id="{2EEA6844-632F-327A-9F1F-7DAE1B45BD7F}"/>
              </a:ext>
            </a:extLst>
          </p:cNvPr>
          <p:cNvSpPr>
            <a:spLocks noChangeArrowheads="1"/>
          </p:cNvSpPr>
          <p:nvPr/>
        </p:nvSpPr>
        <p:spPr bwMode="auto">
          <a:xfrm>
            <a:off x="1260475" y="1797050"/>
            <a:ext cx="179388" cy="179388"/>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22" name="Google Shape;138;p7">
            <a:extLst>
              <a:ext uri="{FF2B5EF4-FFF2-40B4-BE49-F238E27FC236}">
                <a16:creationId xmlns:a16="http://schemas.microsoft.com/office/drawing/2014/main" id="{2EE20308-7814-A7B3-2080-844A593A765A}"/>
              </a:ext>
            </a:extLst>
          </p:cNvPr>
          <p:cNvSpPr>
            <a:spLocks noChangeArrowheads="1"/>
          </p:cNvSpPr>
          <p:nvPr/>
        </p:nvSpPr>
        <p:spPr bwMode="auto">
          <a:xfrm>
            <a:off x="1230313" y="4819650"/>
            <a:ext cx="165100" cy="165100"/>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656D78"/>
              </a:solidFill>
            </a:endParaRPr>
          </a:p>
        </p:txBody>
      </p:sp>
      <p:sp>
        <p:nvSpPr>
          <p:cNvPr id="23" name="Google Shape;139;p7">
            <a:extLst>
              <a:ext uri="{FF2B5EF4-FFF2-40B4-BE49-F238E27FC236}">
                <a16:creationId xmlns:a16="http://schemas.microsoft.com/office/drawing/2014/main" id="{BD148378-28CA-E9E1-561D-D83BE895968C}"/>
              </a:ext>
            </a:extLst>
          </p:cNvPr>
          <p:cNvSpPr/>
          <p:nvPr/>
        </p:nvSpPr>
        <p:spPr>
          <a:xfrm>
            <a:off x="7964488" y="4808538"/>
            <a:ext cx="165100" cy="163512"/>
          </a:xfrm>
          <a:prstGeom prst="ellipse">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rgbClr val="656D78"/>
              </a:solidFill>
              <a:latin typeface="Arial"/>
              <a:ea typeface="Arial"/>
              <a:cs typeface="Arial"/>
              <a:sym typeface="Arial"/>
            </a:endParaRPr>
          </a:p>
        </p:txBody>
      </p:sp>
      <p:sp>
        <p:nvSpPr>
          <p:cNvPr id="24" name="Google Shape;140;p7">
            <a:extLst>
              <a:ext uri="{FF2B5EF4-FFF2-40B4-BE49-F238E27FC236}">
                <a16:creationId xmlns:a16="http://schemas.microsoft.com/office/drawing/2014/main" id="{19856818-8375-434A-C30E-4C35D5A80D17}"/>
              </a:ext>
            </a:extLst>
          </p:cNvPr>
          <p:cNvSpPr/>
          <p:nvPr/>
        </p:nvSpPr>
        <p:spPr>
          <a:xfrm>
            <a:off x="4562475" y="4808538"/>
            <a:ext cx="163513" cy="165100"/>
          </a:xfrm>
          <a:prstGeom prst="ellipse">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rgbClr val="656D78"/>
              </a:solidFill>
              <a:latin typeface="Arial"/>
              <a:ea typeface="Arial"/>
              <a:cs typeface="Arial"/>
              <a:sym typeface="Arial"/>
            </a:endParaRPr>
          </a:p>
        </p:txBody>
      </p:sp>
      <p:sp>
        <p:nvSpPr>
          <p:cNvPr id="115" name="Google Shape;115;p7"/>
          <p:cNvSpPr txBox="1">
            <a:spLocks noGrp="1"/>
          </p:cNvSpPr>
          <p:nvPr>
            <p:ph type="title"/>
          </p:nvPr>
        </p:nvSpPr>
        <p:spPr>
          <a:xfrm>
            <a:off x="208635" y="633245"/>
            <a:ext cx="9753747"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141" name="Google Shape;141;p7"/>
          <p:cNvSpPr txBox="1">
            <a:spLocks noGrp="1"/>
          </p:cNvSpPr>
          <p:nvPr>
            <p:ph type="body" idx="2"/>
          </p:nvPr>
        </p:nvSpPr>
        <p:spPr>
          <a:xfrm>
            <a:off x="1567503" y="1704654"/>
            <a:ext cx="7145673" cy="1047547"/>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2" name="Google Shape;142;p7"/>
          <p:cNvSpPr txBox="1">
            <a:spLocks noGrp="1"/>
          </p:cNvSpPr>
          <p:nvPr>
            <p:ph type="body" idx="3"/>
          </p:nvPr>
        </p:nvSpPr>
        <p:spPr>
          <a:xfrm>
            <a:off x="1429718" y="5190572"/>
            <a:ext cx="2984020" cy="713853"/>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3" name="Google Shape;143;p7"/>
          <p:cNvSpPr txBox="1">
            <a:spLocks noGrp="1"/>
          </p:cNvSpPr>
          <p:nvPr>
            <p:ph type="body" idx="4"/>
          </p:nvPr>
        </p:nvSpPr>
        <p:spPr>
          <a:xfrm>
            <a:off x="1439774" y="4783988"/>
            <a:ext cx="2984023"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4" name="Google Shape;144;p7"/>
          <p:cNvSpPr txBox="1">
            <a:spLocks noGrp="1"/>
          </p:cNvSpPr>
          <p:nvPr>
            <p:ph type="body" idx="5"/>
          </p:nvPr>
        </p:nvSpPr>
        <p:spPr>
          <a:xfrm>
            <a:off x="4854716" y="5190572"/>
            <a:ext cx="2984020" cy="713853"/>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5" name="Google Shape;145;p7"/>
          <p:cNvSpPr txBox="1">
            <a:spLocks noGrp="1"/>
          </p:cNvSpPr>
          <p:nvPr>
            <p:ph type="body" idx="6"/>
          </p:nvPr>
        </p:nvSpPr>
        <p:spPr>
          <a:xfrm>
            <a:off x="4864772" y="4783988"/>
            <a:ext cx="2984023"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6" name="Google Shape;146;p7"/>
          <p:cNvSpPr txBox="1">
            <a:spLocks noGrp="1"/>
          </p:cNvSpPr>
          <p:nvPr>
            <p:ph type="body" idx="7"/>
          </p:nvPr>
        </p:nvSpPr>
        <p:spPr>
          <a:xfrm>
            <a:off x="8236082" y="5190572"/>
            <a:ext cx="2984020" cy="713853"/>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7" name="Google Shape;147;p7"/>
          <p:cNvSpPr txBox="1">
            <a:spLocks noGrp="1"/>
          </p:cNvSpPr>
          <p:nvPr>
            <p:ph type="body" idx="8"/>
          </p:nvPr>
        </p:nvSpPr>
        <p:spPr>
          <a:xfrm>
            <a:off x="8246138" y="4783988"/>
            <a:ext cx="2984023"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5" name="Google Shape;117;p7">
            <a:extLst>
              <a:ext uri="{FF2B5EF4-FFF2-40B4-BE49-F238E27FC236}">
                <a16:creationId xmlns:a16="http://schemas.microsoft.com/office/drawing/2014/main" id="{C3F88A29-335A-39A7-0A19-682FF609F9B3}"/>
              </a:ext>
            </a:extLst>
          </p:cNvPr>
          <p:cNvSpPr txBox="1">
            <a:spLocks noGrp="1" noChangeArrowheads="1"/>
          </p:cNvSpPr>
          <p:nvPr>
            <p:ph type="sldNum" idx="10"/>
          </p:nvPr>
        </p:nvSpPr>
        <p:spPr/>
        <p:txBody>
          <a:bodyPr/>
          <a:lstStyle>
            <a:lvl1pPr>
              <a:defRPr/>
            </a:lvl1pPr>
          </a:lstStyle>
          <a:p>
            <a:fld id="{92072395-D2C2-0F47-BBFB-1A7107A482D8}" type="slidenum">
              <a:rPr lang="en-IN" altLang="en-US"/>
              <a:pPr/>
              <a:t>‹#›</a:t>
            </a:fld>
            <a:endParaRPr lang="en-IN" altLang="en-US"/>
          </a:p>
        </p:txBody>
      </p:sp>
    </p:spTree>
    <p:extLst>
      <p:ext uri="{BB962C8B-B14F-4D97-AF65-F5344CB8AC3E}">
        <p14:creationId xmlns:p14="http://schemas.microsoft.com/office/powerpoint/2010/main" val="4234711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2" grpId="0" animBg="1"/>
      <p:bldP spid="23" grpId="0" animBg="1"/>
      <p:bldP spid="24"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Hexa-Infographic">
  <p:cSld name="Hexa-Infographic">
    <p:spTree>
      <p:nvGrpSpPr>
        <p:cNvPr id="1" name="Shape 148"/>
        <p:cNvGrpSpPr/>
        <p:nvPr/>
      </p:nvGrpSpPr>
      <p:grpSpPr>
        <a:xfrm>
          <a:off x="0" y="0"/>
          <a:ext cx="0" cy="0"/>
          <a:chOff x="0" y="0"/>
          <a:chExt cx="0" cy="0"/>
        </a:xfrm>
      </p:grpSpPr>
      <p:grpSp>
        <p:nvGrpSpPr>
          <p:cNvPr id="2" name="Google Shape;151;p8">
            <a:extLst>
              <a:ext uri="{FF2B5EF4-FFF2-40B4-BE49-F238E27FC236}">
                <a16:creationId xmlns:a16="http://schemas.microsoft.com/office/drawing/2014/main" id="{16BE1EBA-D7C4-AD72-DA01-1A488D1CB062}"/>
              </a:ext>
            </a:extLst>
          </p:cNvPr>
          <p:cNvGrpSpPr>
            <a:grpSpLocks/>
          </p:cNvGrpSpPr>
          <p:nvPr/>
        </p:nvGrpSpPr>
        <p:grpSpPr bwMode="auto">
          <a:xfrm>
            <a:off x="615950" y="1781175"/>
            <a:ext cx="4119563" cy="3898900"/>
            <a:chOff x="4036696" y="1781438"/>
            <a:chExt cx="4118606" cy="3898703"/>
          </a:xfrm>
        </p:grpSpPr>
        <p:grpSp>
          <p:nvGrpSpPr>
            <p:cNvPr id="3" name="Google Shape;152;p8">
              <a:extLst>
                <a:ext uri="{FF2B5EF4-FFF2-40B4-BE49-F238E27FC236}">
                  <a16:creationId xmlns:a16="http://schemas.microsoft.com/office/drawing/2014/main" id="{E71AF310-BC5E-65C1-A1AE-76021D3FE061}"/>
                </a:ext>
              </a:extLst>
            </p:cNvPr>
            <p:cNvGrpSpPr>
              <a:grpSpLocks/>
            </p:cNvGrpSpPr>
            <p:nvPr/>
          </p:nvGrpSpPr>
          <p:grpSpPr bwMode="auto">
            <a:xfrm>
              <a:off x="4036696" y="2918031"/>
              <a:ext cx="1791872" cy="1022298"/>
              <a:chOff x="4036696" y="2918031"/>
              <a:chExt cx="1791872" cy="1022298"/>
            </a:xfrm>
          </p:grpSpPr>
          <p:sp>
            <p:nvSpPr>
              <p:cNvPr id="19" name="Google Shape;153;p8">
                <a:extLst>
                  <a:ext uri="{FF2B5EF4-FFF2-40B4-BE49-F238E27FC236}">
                    <a16:creationId xmlns:a16="http://schemas.microsoft.com/office/drawing/2014/main" id="{ABDC67F2-37E6-CA16-B2EB-F22929140E04}"/>
                  </a:ext>
                </a:extLst>
              </p:cNvPr>
              <p:cNvSpPr/>
              <p:nvPr/>
            </p:nvSpPr>
            <p:spPr>
              <a:xfrm>
                <a:off x="4036696" y="2918031"/>
                <a:ext cx="1791872" cy="1022298"/>
              </a:xfrm>
              <a:custGeom>
                <a:avLst/>
                <a:gdLst/>
                <a:ahLst/>
                <a:cxnLst/>
                <a:rect l="0" t="0" r="0" b="0"/>
                <a:pathLst>
                  <a:path w="120000" h="120000" extrusionOk="0">
                    <a:moveTo>
                      <a:pt x="89605" y="33766"/>
                    </a:moveTo>
                    <a:cubicBezTo>
                      <a:pt x="90575" y="30811"/>
                      <a:pt x="92968" y="28388"/>
                      <a:pt x="94921" y="28388"/>
                    </a:cubicBezTo>
                    <a:lnTo>
                      <a:pt x="107605" y="28388"/>
                    </a:lnTo>
                    <a:cubicBezTo>
                      <a:pt x="109552" y="28388"/>
                      <a:pt x="111945" y="30811"/>
                      <a:pt x="112921" y="33766"/>
                    </a:cubicBezTo>
                    <a:lnTo>
                      <a:pt x="119263" y="53011"/>
                    </a:lnTo>
                    <a:cubicBezTo>
                      <a:pt x="120239" y="55972"/>
                      <a:pt x="120239" y="60811"/>
                      <a:pt x="119263" y="63766"/>
                    </a:cubicBezTo>
                    <a:lnTo>
                      <a:pt x="112921" y="83011"/>
                    </a:lnTo>
                    <a:cubicBezTo>
                      <a:pt x="111945" y="85966"/>
                      <a:pt x="109552" y="88388"/>
                      <a:pt x="107605" y="88388"/>
                    </a:cubicBezTo>
                    <a:lnTo>
                      <a:pt x="94921" y="88388"/>
                    </a:lnTo>
                    <a:cubicBezTo>
                      <a:pt x="92968" y="88388"/>
                      <a:pt x="90575" y="85966"/>
                      <a:pt x="89605" y="83011"/>
                    </a:cubicBezTo>
                    <a:lnTo>
                      <a:pt x="86063" y="72277"/>
                    </a:lnTo>
                    <a:cubicBezTo>
                      <a:pt x="85087" y="69316"/>
                      <a:pt x="82694" y="66900"/>
                      <a:pt x="80747" y="66900"/>
                    </a:cubicBezTo>
                    <a:lnTo>
                      <a:pt x="79325" y="66900"/>
                    </a:lnTo>
                    <a:cubicBezTo>
                      <a:pt x="77378" y="66900"/>
                      <a:pt x="74985" y="69316"/>
                      <a:pt x="74009" y="72277"/>
                    </a:cubicBezTo>
                    <a:lnTo>
                      <a:pt x="60052" y="114622"/>
                    </a:lnTo>
                    <a:cubicBezTo>
                      <a:pt x="59076" y="117577"/>
                      <a:pt x="56683" y="120000"/>
                      <a:pt x="54737" y="120000"/>
                    </a:cubicBezTo>
                    <a:lnTo>
                      <a:pt x="22278" y="120000"/>
                    </a:lnTo>
                    <a:cubicBezTo>
                      <a:pt x="20326" y="120000"/>
                      <a:pt x="17933" y="117577"/>
                      <a:pt x="16957" y="114622"/>
                    </a:cubicBezTo>
                    <a:lnTo>
                      <a:pt x="730" y="65377"/>
                    </a:lnTo>
                    <a:cubicBezTo>
                      <a:pt x="-245" y="62416"/>
                      <a:pt x="-245" y="57577"/>
                      <a:pt x="730" y="54622"/>
                    </a:cubicBezTo>
                    <a:lnTo>
                      <a:pt x="16957" y="5377"/>
                    </a:lnTo>
                    <a:cubicBezTo>
                      <a:pt x="17933" y="2422"/>
                      <a:pt x="20326" y="0"/>
                      <a:pt x="22278" y="0"/>
                    </a:cubicBezTo>
                    <a:lnTo>
                      <a:pt x="54737" y="0"/>
                    </a:lnTo>
                    <a:cubicBezTo>
                      <a:pt x="56683" y="0"/>
                      <a:pt x="59076" y="2422"/>
                      <a:pt x="60052" y="5377"/>
                    </a:cubicBezTo>
                    <a:lnTo>
                      <a:pt x="74009" y="47722"/>
                    </a:lnTo>
                    <a:cubicBezTo>
                      <a:pt x="74985" y="50683"/>
                      <a:pt x="77378" y="53100"/>
                      <a:pt x="79325" y="53100"/>
                    </a:cubicBezTo>
                    <a:lnTo>
                      <a:pt x="79687" y="53100"/>
                    </a:lnTo>
                    <a:cubicBezTo>
                      <a:pt x="81634" y="53100"/>
                      <a:pt x="84027" y="50683"/>
                      <a:pt x="85003" y="47722"/>
                    </a:cubicBezTo>
                    <a:cubicBezTo>
                      <a:pt x="85003" y="47722"/>
                      <a:pt x="89605" y="33766"/>
                      <a:pt x="89605" y="33766"/>
                    </a:cubicBezTo>
                    <a:close/>
                  </a:path>
                </a:pathLst>
              </a:custGeom>
              <a:solidFill>
                <a:schemeClr val="accent6"/>
              </a:solidFill>
              <a:ln>
                <a:noFill/>
              </a:ln>
            </p:spPr>
            <p:txBody>
              <a:bodyPr spcFirstLastPara="1" lIns="38100" tIns="38100" rIns="38100" bIns="38100" anchor="ctr"/>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0" name="Google Shape;154;p8">
                <a:extLst>
                  <a:ext uri="{FF2B5EF4-FFF2-40B4-BE49-F238E27FC236}">
                    <a16:creationId xmlns:a16="http://schemas.microsoft.com/office/drawing/2014/main" id="{EA29D1A5-223E-24AF-13F6-E5934017A2EC}"/>
                  </a:ext>
                </a:extLst>
              </p:cNvPr>
              <p:cNvSpPr>
                <a:spLocks/>
              </p:cNvSpPr>
              <p:nvPr/>
            </p:nvSpPr>
            <p:spPr bwMode="auto">
              <a:xfrm>
                <a:off x="4452524" y="3289487"/>
                <a:ext cx="279335" cy="279386"/>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4" name="Google Shape;155;p8">
              <a:extLst>
                <a:ext uri="{FF2B5EF4-FFF2-40B4-BE49-F238E27FC236}">
                  <a16:creationId xmlns:a16="http://schemas.microsoft.com/office/drawing/2014/main" id="{F7F6D442-49CF-27CE-DD0B-A7BA718EBFD7}"/>
                </a:ext>
              </a:extLst>
            </p:cNvPr>
            <p:cNvGrpSpPr>
              <a:grpSpLocks/>
            </p:cNvGrpSpPr>
            <p:nvPr/>
          </p:nvGrpSpPr>
          <p:grpSpPr bwMode="auto">
            <a:xfrm>
              <a:off x="5040846" y="1781438"/>
              <a:ext cx="1334646" cy="1571209"/>
              <a:chOff x="5040846" y="1781438"/>
              <a:chExt cx="1334646" cy="1571209"/>
            </a:xfrm>
          </p:grpSpPr>
          <p:sp>
            <p:nvSpPr>
              <p:cNvPr id="17" name="Google Shape;156;p8">
                <a:extLst>
                  <a:ext uri="{FF2B5EF4-FFF2-40B4-BE49-F238E27FC236}">
                    <a16:creationId xmlns:a16="http://schemas.microsoft.com/office/drawing/2014/main" id="{DBCCD265-4938-2881-FF5A-985A1FCC0F9D}"/>
                  </a:ext>
                </a:extLst>
              </p:cNvPr>
              <p:cNvSpPr>
                <a:spLocks/>
              </p:cNvSpPr>
              <p:nvPr/>
            </p:nvSpPr>
            <p:spPr bwMode="auto">
              <a:xfrm>
                <a:off x="5041351" y="1781438"/>
                <a:ext cx="1334777" cy="1571546"/>
              </a:xfrm>
              <a:custGeom>
                <a:avLst/>
                <a:gdLst>
                  <a:gd name="T0" fmla="*/ 0 w 120000"/>
                  <a:gd name="T1" fmla="*/ 0 h 120000"/>
                  <a:gd name="T2" fmla="*/ 120000 w 120000"/>
                  <a:gd name="T3" fmla="*/ 120000 h 120000"/>
                </a:gdLst>
                <a:ahLst/>
                <a:cxnLst>
                  <a:cxn ang="0">
                    <a:pos x="103365" y="80955"/>
                  </a:cxn>
                  <a:cxn ang="0">
                    <a:pos x="110504" y="84455"/>
                  </a:cxn>
                  <a:cxn ang="0">
                    <a:pos x="119016" y="96977"/>
                  </a:cxn>
                  <a:cxn ang="0">
                    <a:pos x="119016" y="103977"/>
                  </a:cxn>
                  <a:cxn ang="0">
                    <a:pos x="110504" y="116500"/>
                  </a:cxn>
                  <a:cxn ang="0">
                    <a:pos x="103365" y="120000"/>
                  </a:cxn>
                  <a:cxn ang="0">
                    <a:pos x="86345" y="120000"/>
                  </a:cxn>
                  <a:cxn ang="0">
                    <a:pos x="79206" y="116500"/>
                  </a:cxn>
                  <a:cxn ang="0">
                    <a:pos x="70694" y="103977"/>
                  </a:cxn>
                  <a:cxn ang="0">
                    <a:pos x="70694" y="96977"/>
                  </a:cxn>
                  <a:cxn ang="0">
                    <a:pos x="75447" y="89988"/>
                  </a:cxn>
                  <a:cxn ang="0">
                    <a:pos x="75441" y="82994"/>
                  </a:cxn>
                  <a:cxn ang="0">
                    <a:pos x="74492" y="81588"/>
                  </a:cxn>
                  <a:cxn ang="0">
                    <a:pos x="67359" y="78088"/>
                  </a:cxn>
                  <a:cxn ang="0">
                    <a:pos x="29895" y="78088"/>
                  </a:cxn>
                  <a:cxn ang="0">
                    <a:pos x="22762" y="74588"/>
                  </a:cxn>
                  <a:cxn ang="0">
                    <a:pos x="977" y="42544"/>
                  </a:cxn>
                  <a:cxn ang="0">
                    <a:pos x="977" y="35544"/>
                  </a:cxn>
                  <a:cxn ang="0">
                    <a:pos x="22762" y="3500"/>
                  </a:cxn>
                  <a:cxn ang="0">
                    <a:pos x="29895" y="0"/>
                  </a:cxn>
                  <a:cxn ang="0">
                    <a:pos x="73459" y="0"/>
                  </a:cxn>
                  <a:cxn ang="0">
                    <a:pos x="80597" y="3500"/>
                  </a:cxn>
                  <a:cxn ang="0">
                    <a:pos x="102376" y="35544"/>
                  </a:cxn>
                  <a:cxn ang="0">
                    <a:pos x="102376" y="42544"/>
                  </a:cxn>
                  <a:cxn ang="0">
                    <a:pos x="83647" y="70100"/>
                  </a:cxn>
                  <a:cxn ang="0">
                    <a:pos x="83647" y="77100"/>
                  </a:cxn>
                  <a:cxn ang="0">
                    <a:pos x="83887" y="77455"/>
                  </a:cxn>
                  <a:cxn ang="0">
                    <a:pos x="91020" y="80955"/>
                  </a:cxn>
                  <a:cxn ang="0">
                    <a:pos x="103365" y="80955"/>
                  </a:cxn>
                </a:cxnLst>
                <a:rect l="T0" t="T1" r="T2" b="T3"/>
                <a:pathLst>
                  <a:path w="120000" h="120000" extrusionOk="0">
                    <a:moveTo>
                      <a:pt x="103365" y="80955"/>
                    </a:moveTo>
                    <a:cubicBezTo>
                      <a:pt x="105985" y="80955"/>
                      <a:pt x="109197" y="82527"/>
                      <a:pt x="110504" y="84455"/>
                    </a:cubicBezTo>
                    <a:lnTo>
                      <a:pt x="119016" y="96977"/>
                    </a:lnTo>
                    <a:cubicBezTo>
                      <a:pt x="120323" y="98900"/>
                      <a:pt x="120323" y="102050"/>
                      <a:pt x="119016" y="103977"/>
                    </a:cubicBezTo>
                    <a:lnTo>
                      <a:pt x="110504" y="116500"/>
                    </a:lnTo>
                    <a:cubicBezTo>
                      <a:pt x="109197" y="118427"/>
                      <a:pt x="105985" y="120000"/>
                      <a:pt x="103365" y="120000"/>
                    </a:cubicBezTo>
                    <a:lnTo>
                      <a:pt x="86345" y="120000"/>
                    </a:lnTo>
                    <a:cubicBezTo>
                      <a:pt x="83725" y="120000"/>
                      <a:pt x="80513" y="118427"/>
                      <a:pt x="79206" y="116500"/>
                    </a:cubicBezTo>
                    <a:lnTo>
                      <a:pt x="70694" y="103977"/>
                    </a:lnTo>
                    <a:cubicBezTo>
                      <a:pt x="69386" y="102050"/>
                      <a:pt x="69386" y="98900"/>
                      <a:pt x="70694" y="96977"/>
                    </a:cubicBezTo>
                    <a:lnTo>
                      <a:pt x="75447" y="89988"/>
                    </a:lnTo>
                    <a:cubicBezTo>
                      <a:pt x="76754" y="88066"/>
                      <a:pt x="76754" y="84916"/>
                      <a:pt x="75441" y="82994"/>
                    </a:cubicBezTo>
                    <a:lnTo>
                      <a:pt x="74492" y="81588"/>
                    </a:lnTo>
                    <a:cubicBezTo>
                      <a:pt x="73185" y="79666"/>
                      <a:pt x="69973" y="78088"/>
                      <a:pt x="67359" y="78088"/>
                    </a:cubicBezTo>
                    <a:lnTo>
                      <a:pt x="29895" y="78088"/>
                    </a:lnTo>
                    <a:cubicBezTo>
                      <a:pt x="27281" y="78088"/>
                      <a:pt x="24069" y="76516"/>
                      <a:pt x="22762" y="74588"/>
                    </a:cubicBezTo>
                    <a:lnTo>
                      <a:pt x="977" y="42544"/>
                    </a:lnTo>
                    <a:cubicBezTo>
                      <a:pt x="-329" y="40622"/>
                      <a:pt x="-329" y="37472"/>
                      <a:pt x="977" y="35544"/>
                    </a:cubicBezTo>
                    <a:lnTo>
                      <a:pt x="22762" y="3500"/>
                    </a:lnTo>
                    <a:cubicBezTo>
                      <a:pt x="24069" y="1572"/>
                      <a:pt x="27281" y="0"/>
                      <a:pt x="29895" y="0"/>
                    </a:cubicBezTo>
                    <a:lnTo>
                      <a:pt x="73459" y="0"/>
                    </a:lnTo>
                    <a:cubicBezTo>
                      <a:pt x="76073" y="0"/>
                      <a:pt x="79285" y="1572"/>
                      <a:pt x="80597" y="3500"/>
                    </a:cubicBezTo>
                    <a:lnTo>
                      <a:pt x="102376" y="35544"/>
                    </a:lnTo>
                    <a:cubicBezTo>
                      <a:pt x="103683" y="37472"/>
                      <a:pt x="103683" y="40622"/>
                      <a:pt x="102376" y="42544"/>
                    </a:cubicBezTo>
                    <a:lnTo>
                      <a:pt x="83647" y="70100"/>
                    </a:lnTo>
                    <a:cubicBezTo>
                      <a:pt x="82340" y="72027"/>
                      <a:pt x="82340" y="75177"/>
                      <a:pt x="83647" y="77100"/>
                    </a:cubicBezTo>
                    <a:lnTo>
                      <a:pt x="83887" y="77455"/>
                    </a:lnTo>
                    <a:cubicBezTo>
                      <a:pt x="85194" y="79377"/>
                      <a:pt x="88406" y="80955"/>
                      <a:pt x="91020" y="80955"/>
                    </a:cubicBezTo>
                    <a:cubicBezTo>
                      <a:pt x="91020" y="80955"/>
                      <a:pt x="103365" y="80955"/>
                      <a:pt x="103365" y="80955"/>
                    </a:cubicBezTo>
                    <a:close/>
                  </a:path>
                </a:pathLst>
              </a:custGeom>
              <a:solidFill>
                <a:schemeClr val="accent1"/>
              </a:solidFill>
              <a:ln w="9525">
                <a:noFill/>
                <a:round/>
                <a:headEnd/>
                <a:tailEnd/>
              </a:ln>
            </p:spPr>
            <p:txBody>
              <a:bodyPr lIns="38100" tIns="38100" rIns="38100" bIns="38100" anchor="ctr"/>
              <a:lstStyle/>
              <a:p>
                <a:pPr>
                  <a:defRPr/>
                </a:pPr>
                <a:endParaRPr lang="en-US"/>
              </a:p>
            </p:txBody>
          </p:sp>
          <p:sp>
            <p:nvSpPr>
              <p:cNvPr id="18" name="Google Shape;157;p8">
                <a:extLst>
                  <a:ext uri="{FF2B5EF4-FFF2-40B4-BE49-F238E27FC236}">
                    <a16:creationId xmlns:a16="http://schemas.microsoft.com/office/drawing/2014/main" id="{FBA94713-D3A9-FE90-3FF5-D0DFA08A9A2B}"/>
                  </a:ext>
                </a:extLst>
              </p:cNvPr>
              <p:cNvSpPr>
                <a:spLocks/>
              </p:cNvSpPr>
              <p:nvPr/>
            </p:nvSpPr>
            <p:spPr bwMode="auto">
              <a:xfrm>
                <a:off x="5449243" y="2140195"/>
                <a:ext cx="279335" cy="279386"/>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5" name="Google Shape;158;p8">
              <a:extLst>
                <a:ext uri="{FF2B5EF4-FFF2-40B4-BE49-F238E27FC236}">
                  <a16:creationId xmlns:a16="http://schemas.microsoft.com/office/drawing/2014/main" id="{5229B165-C55A-E8C0-130E-34C57071CA33}"/>
                </a:ext>
              </a:extLst>
            </p:cNvPr>
            <p:cNvGrpSpPr>
              <a:grpSpLocks/>
            </p:cNvGrpSpPr>
            <p:nvPr/>
          </p:nvGrpSpPr>
          <p:grpSpPr bwMode="auto">
            <a:xfrm>
              <a:off x="6364196" y="2087338"/>
              <a:ext cx="1310871" cy="1584933"/>
              <a:chOff x="6364196" y="2087338"/>
              <a:chExt cx="1310871" cy="1584933"/>
            </a:xfrm>
          </p:grpSpPr>
          <p:sp>
            <p:nvSpPr>
              <p:cNvPr id="15" name="Google Shape;159;p8">
                <a:extLst>
                  <a:ext uri="{FF2B5EF4-FFF2-40B4-BE49-F238E27FC236}">
                    <a16:creationId xmlns:a16="http://schemas.microsoft.com/office/drawing/2014/main" id="{29A26FDE-66C1-1359-EF30-8FE1A2BBB4F8}"/>
                  </a:ext>
                </a:extLst>
              </p:cNvPr>
              <p:cNvSpPr>
                <a:spLocks/>
              </p:cNvSpPr>
              <p:nvPr/>
            </p:nvSpPr>
            <p:spPr bwMode="auto">
              <a:xfrm>
                <a:off x="6363430" y="2087811"/>
                <a:ext cx="1310970" cy="1584245"/>
              </a:xfrm>
              <a:custGeom>
                <a:avLst/>
                <a:gdLst>
                  <a:gd name="T0" fmla="*/ 0 w 120000"/>
                  <a:gd name="T1" fmla="*/ 0 h 120000"/>
                  <a:gd name="T2" fmla="*/ 120000 w 120000"/>
                  <a:gd name="T3" fmla="*/ 120000 h 120000"/>
                </a:gdLst>
                <a:ahLst/>
                <a:cxnLst>
                  <a:cxn ang="0">
                    <a:pos x="50193" y="97177"/>
                  </a:cxn>
                  <a:cxn ang="0">
                    <a:pos x="50193" y="104116"/>
                  </a:cxn>
                  <a:cxn ang="0">
                    <a:pos x="41523" y="116533"/>
                  </a:cxn>
                  <a:cxn ang="0">
                    <a:pos x="34260" y="120000"/>
                  </a:cxn>
                  <a:cxn ang="0">
                    <a:pos x="16926" y="120000"/>
                  </a:cxn>
                  <a:cxn ang="0">
                    <a:pos x="9664" y="116533"/>
                  </a:cxn>
                  <a:cxn ang="0">
                    <a:pos x="994" y="104116"/>
                  </a:cxn>
                  <a:cxn ang="0">
                    <a:pos x="994" y="97177"/>
                  </a:cxn>
                  <a:cxn ang="0">
                    <a:pos x="9664" y="84761"/>
                  </a:cxn>
                  <a:cxn ang="0">
                    <a:pos x="16926" y="81294"/>
                  </a:cxn>
                  <a:cxn ang="0">
                    <a:pos x="26596" y="81294"/>
                  </a:cxn>
                  <a:cxn ang="0">
                    <a:pos x="33864" y="77822"/>
                  </a:cxn>
                  <a:cxn ang="0">
                    <a:pos x="34830" y="76433"/>
                  </a:cxn>
                  <a:cxn ang="0">
                    <a:pos x="34830" y="69494"/>
                  </a:cxn>
                  <a:cxn ang="0">
                    <a:pos x="15764" y="42177"/>
                  </a:cxn>
                  <a:cxn ang="0">
                    <a:pos x="15764" y="35238"/>
                  </a:cxn>
                  <a:cxn ang="0">
                    <a:pos x="37936" y="3466"/>
                  </a:cxn>
                  <a:cxn ang="0">
                    <a:pos x="45204" y="0"/>
                  </a:cxn>
                  <a:cxn ang="0">
                    <a:pos x="89560" y="0"/>
                  </a:cxn>
                  <a:cxn ang="0">
                    <a:pos x="96822" y="3472"/>
                  </a:cxn>
                  <a:cxn ang="0">
                    <a:pos x="119000" y="35238"/>
                  </a:cxn>
                  <a:cxn ang="0">
                    <a:pos x="119000" y="42177"/>
                  </a:cxn>
                  <a:cxn ang="0">
                    <a:pos x="96822" y="73944"/>
                  </a:cxn>
                  <a:cxn ang="0">
                    <a:pos x="89554" y="77416"/>
                  </a:cxn>
                  <a:cxn ang="0">
                    <a:pos x="51416" y="77416"/>
                  </a:cxn>
                  <a:cxn ang="0">
                    <a:pos x="44154" y="80883"/>
                  </a:cxn>
                  <a:cxn ang="0">
                    <a:pos x="43908" y="81233"/>
                  </a:cxn>
                  <a:cxn ang="0">
                    <a:pos x="43908" y="88172"/>
                  </a:cxn>
                  <a:cxn ang="0">
                    <a:pos x="50193" y="97177"/>
                  </a:cxn>
                </a:cxnLst>
                <a:rect l="T0" t="T1" r="T2" b="T3"/>
                <a:pathLst>
                  <a:path w="120000" h="120000" extrusionOk="0">
                    <a:moveTo>
                      <a:pt x="50193" y="97177"/>
                    </a:moveTo>
                    <a:cubicBezTo>
                      <a:pt x="51522" y="99083"/>
                      <a:pt x="51522" y="102205"/>
                      <a:pt x="50193" y="104116"/>
                    </a:cubicBezTo>
                    <a:lnTo>
                      <a:pt x="41523" y="116533"/>
                    </a:lnTo>
                    <a:cubicBezTo>
                      <a:pt x="40193" y="118438"/>
                      <a:pt x="36925" y="120000"/>
                      <a:pt x="34260" y="120000"/>
                    </a:cubicBezTo>
                    <a:lnTo>
                      <a:pt x="16926" y="120000"/>
                    </a:lnTo>
                    <a:cubicBezTo>
                      <a:pt x="14261" y="120000"/>
                      <a:pt x="10993" y="118438"/>
                      <a:pt x="9664" y="116533"/>
                    </a:cubicBezTo>
                    <a:lnTo>
                      <a:pt x="994" y="104116"/>
                    </a:lnTo>
                    <a:cubicBezTo>
                      <a:pt x="-335" y="102205"/>
                      <a:pt x="-335" y="99083"/>
                      <a:pt x="994" y="97177"/>
                    </a:cubicBezTo>
                    <a:lnTo>
                      <a:pt x="9664" y="84761"/>
                    </a:lnTo>
                    <a:cubicBezTo>
                      <a:pt x="10993" y="82855"/>
                      <a:pt x="14261" y="81294"/>
                      <a:pt x="16926" y="81294"/>
                    </a:cubicBezTo>
                    <a:lnTo>
                      <a:pt x="26596" y="81294"/>
                    </a:lnTo>
                    <a:cubicBezTo>
                      <a:pt x="29261" y="81294"/>
                      <a:pt x="32529" y="79733"/>
                      <a:pt x="33864" y="77822"/>
                    </a:cubicBezTo>
                    <a:lnTo>
                      <a:pt x="34830" y="76433"/>
                    </a:lnTo>
                    <a:cubicBezTo>
                      <a:pt x="36165" y="74527"/>
                      <a:pt x="36165" y="71405"/>
                      <a:pt x="34830" y="69494"/>
                    </a:cubicBezTo>
                    <a:lnTo>
                      <a:pt x="15764" y="42177"/>
                    </a:lnTo>
                    <a:cubicBezTo>
                      <a:pt x="14429" y="40266"/>
                      <a:pt x="14429" y="37144"/>
                      <a:pt x="15764" y="35238"/>
                    </a:cubicBezTo>
                    <a:lnTo>
                      <a:pt x="37936" y="3466"/>
                    </a:lnTo>
                    <a:cubicBezTo>
                      <a:pt x="39271" y="1561"/>
                      <a:pt x="42539" y="0"/>
                      <a:pt x="45204" y="0"/>
                    </a:cubicBezTo>
                    <a:lnTo>
                      <a:pt x="89560" y="0"/>
                    </a:lnTo>
                    <a:cubicBezTo>
                      <a:pt x="92219" y="0"/>
                      <a:pt x="95492" y="1561"/>
                      <a:pt x="96822" y="3472"/>
                    </a:cubicBezTo>
                    <a:lnTo>
                      <a:pt x="119000" y="35238"/>
                    </a:lnTo>
                    <a:cubicBezTo>
                      <a:pt x="120329" y="37144"/>
                      <a:pt x="120329" y="40266"/>
                      <a:pt x="119000" y="42177"/>
                    </a:cubicBezTo>
                    <a:lnTo>
                      <a:pt x="96822" y="73944"/>
                    </a:lnTo>
                    <a:cubicBezTo>
                      <a:pt x="95487" y="75855"/>
                      <a:pt x="92219" y="77416"/>
                      <a:pt x="89554" y="77416"/>
                    </a:cubicBezTo>
                    <a:lnTo>
                      <a:pt x="51416" y="77416"/>
                    </a:lnTo>
                    <a:cubicBezTo>
                      <a:pt x="48751" y="77416"/>
                      <a:pt x="45483" y="78977"/>
                      <a:pt x="44154" y="80883"/>
                    </a:cubicBezTo>
                    <a:lnTo>
                      <a:pt x="43908" y="81233"/>
                    </a:lnTo>
                    <a:cubicBezTo>
                      <a:pt x="42573" y="83144"/>
                      <a:pt x="42573" y="86266"/>
                      <a:pt x="43908" y="88172"/>
                    </a:cubicBezTo>
                    <a:cubicBezTo>
                      <a:pt x="43908" y="88172"/>
                      <a:pt x="50193" y="97177"/>
                      <a:pt x="50193" y="97177"/>
                    </a:cubicBezTo>
                    <a:close/>
                  </a:path>
                </a:pathLst>
              </a:custGeom>
              <a:solidFill>
                <a:schemeClr val="accent2"/>
              </a:solidFill>
              <a:ln w="9525">
                <a:noFill/>
                <a:round/>
                <a:headEnd/>
                <a:tailEnd/>
              </a:ln>
            </p:spPr>
            <p:txBody>
              <a:bodyPr lIns="38100" tIns="38100" rIns="38100" bIns="38100" anchor="ctr"/>
              <a:lstStyle/>
              <a:p>
                <a:pPr>
                  <a:defRPr/>
                </a:pPr>
                <a:endParaRPr lang="en-US"/>
              </a:p>
            </p:txBody>
          </p:sp>
          <p:sp>
            <p:nvSpPr>
              <p:cNvPr id="16" name="Google Shape;160;p8">
                <a:extLst>
                  <a:ext uri="{FF2B5EF4-FFF2-40B4-BE49-F238E27FC236}">
                    <a16:creationId xmlns:a16="http://schemas.microsoft.com/office/drawing/2014/main" id="{28205DE7-4442-C4B6-57B0-D01F69017C5E}"/>
                  </a:ext>
                </a:extLst>
              </p:cNvPr>
              <p:cNvSpPr>
                <a:spLocks/>
              </p:cNvSpPr>
              <p:nvPr/>
            </p:nvSpPr>
            <p:spPr bwMode="auto">
              <a:xfrm>
                <a:off x="6979237" y="2449743"/>
                <a:ext cx="279335" cy="277798"/>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6" name="Google Shape;161;p8">
              <a:extLst>
                <a:ext uri="{FF2B5EF4-FFF2-40B4-BE49-F238E27FC236}">
                  <a16:creationId xmlns:a16="http://schemas.microsoft.com/office/drawing/2014/main" id="{50EA2ADB-9A16-5535-20A3-F730032645FA}"/>
                </a:ext>
              </a:extLst>
            </p:cNvPr>
            <p:cNvGrpSpPr>
              <a:grpSpLocks/>
            </p:cNvGrpSpPr>
            <p:nvPr/>
          </p:nvGrpSpPr>
          <p:grpSpPr bwMode="auto">
            <a:xfrm>
              <a:off x="6363430" y="3524425"/>
              <a:ext cx="1791872" cy="1022298"/>
              <a:chOff x="6363430" y="3524425"/>
              <a:chExt cx="1791872" cy="1022298"/>
            </a:xfrm>
          </p:grpSpPr>
          <p:sp>
            <p:nvSpPr>
              <p:cNvPr id="13" name="Google Shape;162;p8">
                <a:extLst>
                  <a:ext uri="{FF2B5EF4-FFF2-40B4-BE49-F238E27FC236}">
                    <a16:creationId xmlns:a16="http://schemas.microsoft.com/office/drawing/2014/main" id="{E0218901-2163-9D09-D959-11D0FEFB9366}"/>
                  </a:ext>
                </a:extLst>
              </p:cNvPr>
              <p:cNvSpPr/>
              <p:nvPr/>
            </p:nvSpPr>
            <p:spPr>
              <a:xfrm>
                <a:off x="6363430" y="3524425"/>
                <a:ext cx="1791872" cy="1022298"/>
              </a:xfrm>
              <a:custGeom>
                <a:avLst/>
                <a:gdLst/>
                <a:ahLst/>
                <a:cxnLst/>
                <a:rect l="0" t="0" r="0" b="0"/>
                <a:pathLst>
                  <a:path w="120000" h="120000" extrusionOk="0">
                    <a:moveTo>
                      <a:pt x="30389" y="86233"/>
                    </a:moveTo>
                    <a:cubicBezTo>
                      <a:pt x="29418" y="89194"/>
                      <a:pt x="27025" y="91611"/>
                      <a:pt x="25073" y="91611"/>
                    </a:cubicBezTo>
                    <a:lnTo>
                      <a:pt x="12388" y="91611"/>
                    </a:lnTo>
                    <a:cubicBezTo>
                      <a:pt x="10436" y="91611"/>
                      <a:pt x="8049" y="89188"/>
                      <a:pt x="7072" y="86233"/>
                    </a:cubicBezTo>
                    <a:lnTo>
                      <a:pt x="730" y="66988"/>
                    </a:lnTo>
                    <a:cubicBezTo>
                      <a:pt x="-245" y="64033"/>
                      <a:pt x="-245" y="59194"/>
                      <a:pt x="730" y="56233"/>
                    </a:cubicBezTo>
                    <a:lnTo>
                      <a:pt x="7072" y="36988"/>
                    </a:lnTo>
                    <a:cubicBezTo>
                      <a:pt x="8049" y="34033"/>
                      <a:pt x="10442" y="31611"/>
                      <a:pt x="12388" y="31611"/>
                    </a:cubicBezTo>
                    <a:lnTo>
                      <a:pt x="25073" y="31611"/>
                    </a:lnTo>
                    <a:cubicBezTo>
                      <a:pt x="27025" y="31611"/>
                      <a:pt x="29412" y="34033"/>
                      <a:pt x="30389" y="36988"/>
                    </a:cubicBezTo>
                    <a:lnTo>
                      <a:pt x="33931" y="47727"/>
                    </a:lnTo>
                    <a:cubicBezTo>
                      <a:pt x="34907" y="50683"/>
                      <a:pt x="37294" y="53105"/>
                      <a:pt x="39246" y="53100"/>
                    </a:cubicBezTo>
                    <a:lnTo>
                      <a:pt x="40669" y="53100"/>
                    </a:lnTo>
                    <a:cubicBezTo>
                      <a:pt x="42616" y="53100"/>
                      <a:pt x="45009" y="50683"/>
                      <a:pt x="45985" y="47722"/>
                    </a:cubicBezTo>
                    <a:lnTo>
                      <a:pt x="59941" y="5377"/>
                    </a:lnTo>
                    <a:cubicBezTo>
                      <a:pt x="60917" y="2422"/>
                      <a:pt x="63310" y="0"/>
                      <a:pt x="65257" y="0"/>
                    </a:cubicBezTo>
                    <a:lnTo>
                      <a:pt x="97715" y="0"/>
                    </a:lnTo>
                    <a:cubicBezTo>
                      <a:pt x="99668" y="0"/>
                      <a:pt x="102061" y="2422"/>
                      <a:pt x="103037" y="5377"/>
                    </a:cubicBezTo>
                    <a:lnTo>
                      <a:pt x="119263" y="54622"/>
                    </a:lnTo>
                    <a:cubicBezTo>
                      <a:pt x="120239" y="57583"/>
                      <a:pt x="120239" y="62422"/>
                      <a:pt x="119263" y="65377"/>
                    </a:cubicBezTo>
                    <a:lnTo>
                      <a:pt x="103037" y="114622"/>
                    </a:lnTo>
                    <a:cubicBezTo>
                      <a:pt x="102061" y="117577"/>
                      <a:pt x="99668" y="120000"/>
                      <a:pt x="97715" y="120000"/>
                    </a:cubicBezTo>
                    <a:lnTo>
                      <a:pt x="65257" y="120000"/>
                    </a:lnTo>
                    <a:cubicBezTo>
                      <a:pt x="63310" y="120000"/>
                      <a:pt x="60917" y="117577"/>
                      <a:pt x="59941" y="114622"/>
                    </a:cubicBezTo>
                    <a:lnTo>
                      <a:pt x="45985" y="72277"/>
                    </a:lnTo>
                    <a:cubicBezTo>
                      <a:pt x="45009" y="69316"/>
                      <a:pt x="42616" y="66900"/>
                      <a:pt x="40663" y="66900"/>
                    </a:cubicBezTo>
                    <a:lnTo>
                      <a:pt x="40306" y="66900"/>
                    </a:lnTo>
                    <a:cubicBezTo>
                      <a:pt x="38360" y="66900"/>
                      <a:pt x="35967" y="69316"/>
                      <a:pt x="34990" y="72277"/>
                    </a:cubicBezTo>
                    <a:cubicBezTo>
                      <a:pt x="34990" y="72277"/>
                      <a:pt x="30389" y="86233"/>
                      <a:pt x="30389" y="86233"/>
                    </a:cubicBezTo>
                    <a:close/>
                  </a:path>
                </a:pathLst>
              </a:custGeom>
              <a:solidFill>
                <a:schemeClr val="accent3"/>
              </a:solidFill>
              <a:ln>
                <a:noFill/>
              </a:ln>
            </p:spPr>
            <p:txBody>
              <a:bodyPr spcFirstLastPara="1" lIns="38100" tIns="38100" rIns="38100" bIns="38100" anchor="ctr"/>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4" name="Google Shape;163;p8">
                <a:extLst>
                  <a:ext uri="{FF2B5EF4-FFF2-40B4-BE49-F238E27FC236}">
                    <a16:creationId xmlns:a16="http://schemas.microsoft.com/office/drawing/2014/main" id="{2FF9B5CC-375C-DE4D-6607-EEA076FFE852}"/>
                  </a:ext>
                </a:extLst>
              </p:cNvPr>
              <p:cNvSpPr>
                <a:spLocks/>
              </p:cNvSpPr>
              <p:nvPr/>
            </p:nvSpPr>
            <p:spPr bwMode="auto">
              <a:xfrm>
                <a:off x="7433157" y="3895881"/>
                <a:ext cx="279335" cy="279386"/>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7" name="Google Shape;164;p8">
              <a:extLst>
                <a:ext uri="{FF2B5EF4-FFF2-40B4-BE49-F238E27FC236}">
                  <a16:creationId xmlns:a16="http://schemas.microsoft.com/office/drawing/2014/main" id="{01F81434-C8D6-CFBF-7883-18DFE2550F4D}"/>
                </a:ext>
              </a:extLst>
            </p:cNvPr>
            <p:cNvGrpSpPr>
              <a:grpSpLocks/>
            </p:cNvGrpSpPr>
            <p:nvPr/>
          </p:nvGrpSpPr>
          <p:grpSpPr bwMode="auto">
            <a:xfrm>
              <a:off x="5819045" y="4108595"/>
              <a:ext cx="1334777" cy="1571546"/>
              <a:chOff x="5819045" y="4108595"/>
              <a:chExt cx="1334777" cy="1571546"/>
            </a:xfrm>
          </p:grpSpPr>
          <p:sp>
            <p:nvSpPr>
              <p:cNvPr id="11" name="Google Shape;165;p8">
                <a:extLst>
                  <a:ext uri="{FF2B5EF4-FFF2-40B4-BE49-F238E27FC236}">
                    <a16:creationId xmlns:a16="http://schemas.microsoft.com/office/drawing/2014/main" id="{F48F32A5-9C5C-D36E-79B5-18948E313A9C}"/>
                  </a:ext>
                </a:extLst>
              </p:cNvPr>
              <p:cNvSpPr/>
              <p:nvPr/>
            </p:nvSpPr>
            <p:spPr>
              <a:xfrm>
                <a:off x="5819045" y="4108595"/>
                <a:ext cx="1334777" cy="1571546"/>
              </a:xfrm>
              <a:custGeom>
                <a:avLst/>
                <a:gdLst/>
                <a:ahLst/>
                <a:cxnLst/>
                <a:rect l="0" t="0" r="0" b="0"/>
                <a:pathLst>
                  <a:path w="120000" h="120000" extrusionOk="0">
                    <a:moveTo>
                      <a:pt x="16623" y="39044"/>
                    </a:moveTo>
                    <a:cubicBezTo>
                      <a:pt x="14009" y="39044"/>
                      <a:pt x="10797" y="37472"/>
                      <a:pt x="9490" y="35544"/>
                    </a:cubicBezTo>
                    <a:lnTo>
                      <a:pt x="977" y="23022"/>
                    </a:lnTo>
                    <a:cubicBezTo>
                      <a:pt x="-329" y="21094"/>
                      <a:pt x="-329" y="17950"/>
                      <a:pt x="977" y="16022"/>
                    </a:cubicBezTo>
                    <a:lnTo>
                      <a:pt x="9490" y="3500"/>
                    </a:lnTo>
                    <a:cubicBezTo>
                      <a:pt x="10797" y="1572"/>
                      <a:pt x="14009" y="0"/>
                      <a:pt x="16628" y="0"/>
                    </a:cubicBezTo>
                    <a:lnTo>
                      <a:pt x="33648" y="0"/>
                    </a:lnTo>
                    <a:cubicBezTo>
                      <a:pt x="36268" y="0"/>
                      <a:pt x="39480" y="1572"/>
                      <a:pt x="40787" y="3500"/>
                    </a:cubicBezTo>
                    <a:lnTo>
                      <a:pt x="49300" y="16022"/>
                    </a:lnTo>
                    <a:cubicBezTo>
                      <a:pt x="50607" y="17944"/>
                      <a:pt x="50607" y="21094"/>
                      <a:pt x="49300" y="23022"/>
                    </a:cubicBezTo>
                    <a:lnTo>
                      <a:pt x="44546" y="30011"/>
                    </a:lnTo>
                    <a:cubicBezTo>
                      <a:pt x="43239" y="31933"/>
                      <a:pt x="43239" y="35083"/>
                      <a:pt x="44552" y="37005"/>
                    </a:cubicBezTo>
                    <a:lnTo>
                      <a:pt x="45502" y="38411"/>
                    </a:lnTo>
                    <a:cubicBezTo>
                      <a:pt x="46809" y="40333"/>
                      <a:pt x="50020" y="41911"/>
                      <a:pt x="52640" y="41911"/>
                    </a:cubicBezTo>
                    <a:lnTo>
                      <a:pt x="90099" y="41911"/>
                    </a:lnTo>
                    <a:cubicBezTo>
                      <a:pt x="92713" y="41911"/>
                      <a:pt x="95925" y="43483"/>
                      <a:pt x="97232" y="45411"/>
                    </a:cubicBezTo>
                    <a:lnTo>
                      <a:pt x="119016" y="77455"/>
                    </a:lnTo>
                    <a:cubicBezTo>
                      <a:pt x="120323" y="79377"/>
                      <a:pt x="120323" y="82527"/>
                      <a:pt x="119016" y="84455"/>
                    </a:cubicBezTo>
                    <a:lnTo>
                      <a:pt x="97232" y="116500"/>
                    </a:lnTo>
                    <a:cubicBezTo>
                      <a:pt x="95925" y="118427"/>
                      <a:pt x="92713" y="120000"/>
                      <a:pt x="90099" y="120000"/>
                    </a:cubicBezTo>
                    <a:lnTo>
                      <a:pt x="46535" y="120000"/>
                    </a:lnTo>
                    <a:cubicBezTo>
                      <a:pt x="43921" y="120000"/>
                      <a:pt x="40709" y="118427"/>
                      <a:pt x="39402" y="116500"/>
                    </a:cubicBezTo>
                    <a:lnTo>
                      <a:pt x="17617" y="84455"/>
                    </a:lnTo>
                    <a:cubicBezTo>
                      <a:pt x="16310" y="82527"/>
                      <a:pt x="16310" y="79377"/>
                      <a:pt x="17617" y="77455"/>
                    </a:cubicBezTo>
                    <a:lnTo>
                      <a:pt x="36346" y="49900"/>
                    </a:lnTo>
                    <a:cubicBezTo>
                      <a:pt x="37659" y="47972"/>
                      <a:pt x="37659" y="44822"/>
                      <a:pt x="36346" y="42900"/>
                    </a:cubicBezTo>
                    <a:lnTo>
                      <a:pt x="36106" y="42544"/>
                    </a:lnTo>
                    <a:cubicBezTo>
                      <a:pt x="34799" y="40622"/>
                      <a:pt x="31587" y="39044"/>
                      <a:pt x="28973" y="39044"/>
                    </a:cubicBezTo>
                    <a:cubicBezTo>
                      <a:pt x="28973" y="39044"/>
                      <a:pt x="16623" y="39044"/>
                      <a:pt x="16623" y="39044"/>
                    </a:cubicBezTo>
                    <a:close/>
                  </a:path>
                </a:pathLst>
              </a:custGeom>
              <a:solidFill>
                <a:schemeClr val="accent4"/>
              </a:solidFill>
              <a:ln>
                <a:noFill/>
              </a:ln>
            </p:spPr>
            <p:txBody>
              <a:bodyPr spcFirstLastPara="1" lIns="38100" tIns="38100" rIns="38100" bIns="38100" anchor="ctr"/>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2" name="Google Shape;166;p8">
                <a:extLst>
                  <a:ext uri="{FF2B5EF4-FFF2-40B4-BE49-F238E27FC236}">
                    <a16:creationId xmlns:a16="http://schemas.microsoft.com/office/drawing/2014/main" id="{76EB0C20-BFC5-15C9-AE86-F8458CF1CEEC}"/>
                  </a:ext>
                </a:extLst>
              </p:cNvPr>
              <p:cNvSpPr>
                <a:spLocks/>
              </p:cNvSpPr>
              <p:nvPr/>
            </p:nvSpPr>
            <p:spPr bwMode="auto">
              <a:xfrm>
                <a:off x="6436439" y="5073746"/>
                <a:ext cx="279335" cy="228589"/>
              </a:xfrm>
              <a:custGeom>
                <a:avLst/>
                <a:gdLst>
                  <a:gd name="T0" fmla="*/ 0 w 120000"/>
                  <a:gd name="T1" fmla="*/ 0 h 120000"/>
                  <a:gd name="T2" fmla="*/ 120000 w 120000"/>
                  <a:gd name="T3" fmla="*/ 120000 h 120000"/>
                </a:gdLst>
                <a:ahLst/>
                <a:cxnLst>
                  <a:cxn ang="0">
                    <a:pos x="98183" y="53333"/>
                  </a:cxn>
                  <a:cxn ang="0">
                    <a:pos x="92727" y="40000"/>
                  </a:cxn>
                  <a:cxn ang="0">
                    <a:pos x="76361" y="46666"/>
                  </a:cxn>
                  <a:cxn ang="0">
                    <a:pos x="43638" y="53333"/>
                  </a:cxn>
                  <a:cxn ang="0">
                    <a:pos x="38183" y="40000"/>
                  </a:cxn>
                  <a:cxn ang="0">
                    <a:pos x="21816" y="46666"/>
                  </a:cxn>
                  <a:cxn ang="0">
                    <a:pos x="5455" y="53333"/>
                  </a:cxn>
                  <a:cxn ang="0">
                    <a:pos x="114544" y="20005"/>
                  </a:cxn>
                  <a:cxn ang="0">
                    <a:pos x="81816" y="46666"/>
                  </a:cxn>
                  <a:cxn ang="0">
                    <a:pos x="92727" y="66672"/>
                  </a:cxn>
                  <a:cxn ang="0">
                    <a:pos x="81816" y="46666"/>
                  </a:cxn>
                  <a:cxn ang="0">
                    <a:pos x="38183" y="46666"/>
                  </a:cxn>
                  <a:cxn ang="0">
                    <a:pos x="27272" y="66672"/>
                  </a:cxn>
                  <a:cxn ang="0">
                    <a:pos x="109088" y="113333"/>
                  </a:cxn>
                  <a:cxn ang="0">
                    <a:pos x="10911" y="60000"/>
                  </a:cxn>
                  <a:cxn ang="0">
                    <a:pos x="21816" y="66672"/>
                  </a:cxn>
                  <a:cxn ang="0">
                    <a:pos x="38183" y="73333"/>
                  </a:cxn>
                  <a:cxn ang="0">
                    <a:pos x="43638" y="60000"/>
                  </a:cxn>
                  <a:cxn ang="0">
                    <a:pos x="76361" y="66672"/>
                  </a:cxn>
                  <a:cxn ang="0">
                    <a:pos x="92727" y="73333"/>
                  </a:cxn>
                  <a:cxn ang="0">
                    <a:pos x="98183" y="60000"/>
                  </a:cxn>
                  <a:cxn ang="0">
                    <a:pos x="109088" y="113333"/>
                  </a:cxn>
                  <a:cxn ang="0">
                    <a:pos x="70911" y="6666"/>
                  </a:cxn>
                  <a:cxn ang="0">
                    <a:pos x="43638" y="13333"/>
                  </a:cxn>
                  <a:cxn ang="0">
                    <a:pos x="114544" y="13333"/>
                  </a:cxn>
                  <a:cxn ang="0">
                    <a:pos x="70911" y="0"/>
                  </a:cxn>
                  <a:cxn ang="0">
                    <a:pos x="38183" y="13333"/>
                  </a:cxn>
                  <a:cxn ang="0">
                    <a:pos x="0" y="20005"/>
                  </a:cxn>
                  <a:cxn ang="0">
                    <a:pos x="5455" y="60000"/>
                  </a:cxn>
                  <a:cxn ang="0">
                    <a:pos x="10911" y="120000"/>
                  </a:cxn>
                  <a:cxn ang="0">
                    <a:pos x="114544" y="113333"/>
                  </a:cxn>
                  <a:cxn ang="0">
                    <a:pos x="120000" y="53333"/>
                  </a:cxn>
                  <a:cxn ang="0">
                    <a:pos x="114544" y="13333"/>
                  </a:cxn>
                </a:cxnLst>
                <a:rect l="T0" t="T1" r="T2" b="T3"/>
                <a:pathLst>
                  <a:path w="120000" h="120000" extrusionOk="0">
                    <a:moveTo>
                      <a:pt x="114544" y="53333"/>
                    </a:moveTo>
                    <a:lnTo>
                      <a:pt x="98183" y="53333"/>
                    </a:lnTo>
                    <a:lnTo>
                      <a:pt x="98183" y="46666"/>
                    </a:lnTo>
                    <a:cubicBezTo>
                      <a:pt x="98183" y="42988"/>
                      <a:pt x="95738" y="40000"/>
                      <a:pt x="92727" y="40000"/>
                    </a:cubicBezTo>
                    <a:lnTo>
                      <a:pt x="81816" y="40000"/>
                    </a:lnTo>
                    <a:cubicBezTo>
                      <a:pt x="78811" y="40000"/>
                      <a:pt x="76361" y="42988"/>
                      <a:pt x="76361" y="46666"/>
                    </a:cubicBezTo>
                    <a:lnTo>
                      <a:pt x="76361" y="53333"/>
                    </a:lnTo>
                    <a:lnTo>
                      <a:pt x="43638" y="53333"/>
                    </a:lnTo>
                    <a:lnTo>
                      <a:pt x="43638" y="46666"/>
                    </a:lnTo>
                    <a:cubicBezTo>
                      <a:pt x="43638" y="42988"/>
                      <a:pt x="41188" y="40000"/>
                      <a:pt x="38183" y="40000"/>
                    </a:cubicBezTo>
                    <a:lnTo>
                      <a:pt x="27272" y="40000"/>
                    </a:lnTo>
                    <a:cubicBezTo>
                      <a:pt x="24261" y="40000"/>
                      <a:pt x="21816" y="42988"/>
                      <a:pt x="21816" y="46666"/>
                    </a:cubicBezTo>
                    <a:lnTo>
                      <a:pt x="21816" y="53333"/>
                    </a:lnTo>
                    <a:lnTo>
                      <a:pt x="5455" y="53333"/>
                    </a:lnTo>
                    <a:lnTo>
                      <a:pt x="5455" y="20005"/>
                    </a:lnTo>
                    <a:lnTo>
                      <a:pt x="114544" y="20005"/>
                    </a:lnTo>
                    <a:cubicBezTo>
                      <a:pt x="114544" y="20005"/>
                      <a:pt x="114544" y="53333"/>
                      <a:pt x="114544" y="53333"/>
                    </a:cubicBezTo>
                    <a:close/>
                    <a:moveTo>
                      <a:pt x="81816" y="46666"/>
                    </a:moveTo>
                    <a:lnTo>
                      <a:pt x="92727" y="46666"/>
                    </a:lnTo>
                    <a:lnTo>
                      <a:pt x="92727" y="66672"/>
                    </a:lnTo>
                    <a:lnTo>
                      <a:pt x="81816" y="66672"/>
                    </a:lnTo>
                    <a:cubicBezTo>
                      <a:pt x="81816" y="66672"/>
                      <a:pt x="81816" y="46666"/>
                      <a:pt x="81816" y="46666"/>
                    </a:cubicBezTo>
                    <a:close/>
                    <a:moveTo>
                      <a:pt x="27272" y="46666"/>
                    </a:moveTo>
                    <a:lnTo>
                      <a:pt x="38183" y="46666"/>
                    </a:lnTo>
                    <a:lnTo>
                      <a:pt x="38183" y="66672"/>
                    </a:lnTo>
                    <a:lnTo>
                      <a:pt x="27272" y="66672"/>
                    </a:lnTo>
                    <a:cubicBezTo>
                      <a:pt x="27272" y="66672"/>
                      <a:pt x="27272" y="46666"/>
                      <a:pt x="27272" y="46666"/>
                    </a:cubicBezTo>
                    <a:close/>
                    <a:moveTo>
                      <a:pt x="109088" y="113333"/>
                    </a:moveTo>
                    <a:lnTo>
                      <a:pt x="10911" y="113333"/>
                    </a:lnTo>
                    <a:lnTo>
                      <a:pt x="10911" y="60000"/>
                    </a:lnTo>
                    <a:lnTo>
                      <a:pt x="21816" y="60000"/>
                    </a:lnTo>
                    <a:lnTo>
                      <a:pt x="21816" y="66672"/>
                    </a:lnTo>
                    <a:cubicBezTo>
                      <a:pt x="21816" y="70344"/>
                      <a:pt x="24261" y="73333"/>
                      <a:pt x="27272" y="73333"/>
                    </a:cubicBezTo>
                    <a:lnTo>
                      <a:pt x="38183" y="73333"/>
                    </a:lnTo>
                    <a:cubicBezTo>
                      <a:pt x="41188" y="73333"/>
                      <a:pt x="43638" y="70344"/>
                      <a:pt x="43638" y="66672"/>
                    </a:cubicBezTo>
                    <a:lnTo>
                      <a:pt x="43638" y="60000"/>
                    </a:lnTo>
                    <a:lnTo>
                      <a:pt x="76361" y="60000"/>
                    </a:lnTo>
                    <a:lnTo>
                      <a:pt x="76361" y="66672"/>
                    </a:lnTo>
                    <a:cubicBezTo>
                      <a:pt x="76361" y="70344"/>
                      <a:pt x="78811" y="73333"/>
                      <a:pt x="81816" y="73333"/>
                    </a:cubicBezTo>
                    <a:lnTo>
                      <a:pt x="92727" y="73333"/>
                    </a:lnTo>
                    <a:cubicBezTo>
                      <a:pt x="95738" y="73333"/>
                      <a:pt x="98183" y="70344"/>
                      <a:pt x="98183" y="66672"/>
                    </a:cubicBezTo>
                    <a:lnTo>
                      <a:pt x="98183" y="60000"/>
                    </a:lnTo>
                    <a:lnTo>
                      <a:pt x="109088" y="60000"/>
                    </a:lnTo>
                    <a:cubicBezTo>
                      <a:pt x="109088" y="60000"/>
                      <a:pt x="109088" y="113333"/>
                      <a:pt x="109088" y="113333"/>
                    </a:cubicBezTo>
                    <a:close/>
                    <a:moveTo>
                      <a:pt x="49088" y="6666"/>
                    </a:moveTo>
                    <a:lnTo>
                      <a:pt x="70911" y="6666"/>
                    </a:lnTo>
                    <a:cubicBezTo>
                      <a:pt x="73916" y="6666"/>
                      <a:pt x="76361" y="9655"/>
                      <a:pt x="76361" y="13333"/>
                    </a:cubicBezTo>
                    <a:lnTo>
                      <a:pt x="43638" y="13333"/>
                    </a:lnTo>
                    <a:cubicBezTo>
                      <a:pt x="43638" y="9655"/>
                      <a:pt x="46083" y="6666"/>
                      <a:pt x="49088" y="6666"/>
                    </a:cubicBezTo>
                    <a:moveTo>
                      <a:pt x="114544" y="13333"/>
                    </a:moveTo>
                    <a:lnTo>
                      <a:pt x="81816" y="13333"/>
                    </a:lnTo>
                    <a:cubicBezTo>
                      <a:pt x="81816" y="5972"/>
                      <a:pt x="76933" y="0"/>
                      <a:pt x="70911" y="0"/>
                    </a:cubicBezTo>
                    <a:lnTo>
                      <a:pt x="49088" y="0"/>
                    </a:lnTo>
                    <a:cubicBezTo>
                      <a:pt x="43066" y="0"/>
                      <a:pt x="38183" y="5972"/>
                      <a:pt x="38183" y="13333"/>
                    </a:cubicBezTo>
                    <a:lnTo>
                      <a:pt x="5455" y="13333"/>
                    </a:lnTo>
                    <a:cubicBezTo>
                      <a:pt x="2444" y="13333"/>
                      <a:pt x="0" y="16322"/>
                      <a:pt x="0" y="20005"/>
                    </a:cubicBezTo>
                    <a:lnTo>
                      <a:pt x="0" y="53333"/>
                    </a:lnTo>
                    <a:cubicBezTo>
                      <a:pt x="0" y="57011"/>
                      <a:pt x="2444" y="60000"/>
                      <a:pt x="5455" y="60000"/>
                    </a:cubicBezTo>
                    <a:lnTo>
                      <a:pt x="5455" y="113333"/>
                    </a:lnTo>
                    <a:cubicBezTo>
                      <a:pt x="5455" y="117011"/>
                      <a:pt x="7900" y="120000"/>
                      <a:pt x="10911" y="120000"/>
                    </a:cubicBezTo>
                    <a:lnTo>
                      <a:pt x="109088" y="120000"/>
                    </a:lnTo>
                    <a:cubicBezTo>
                      <a:pt x="112100" y="120000"/>
                      <a:pt x="114544" y="117011"/>
                      <a:pt x="114544" y="113333"/>
                    </a:cubicBezTo>
                    <a:lnTo>
                      <a:pt x="114544" y="60000"/>
                    </a:lnTo>
                    <a:cubicBezTo>
                      <a:pt x="117555" y="60000"/>
                      <a:pt x="120000" y="57011"/>
                      <a:pt x="120000" y="53333"/>
                    </a:cubicBezTo>
                    <a:lnTo>
                      <a:pt x="120000" y="20005"/>
                    </a:lnTo>
                    <a:cubicBezTo>
                      <a:pt x="120000" y="16322"/>
                      <a:pt x="117555" y="13333"/>
                      <a:pt x="114544" y="13333"/>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8" name="Google Shape;167;p8">
              <a:extLst>
                <a:ext uri="{FF2B5EF4-FFF2-40B4-BE49-F238E27FC236}">
                  <a16:creationId xmlns:a16="http://schemas.microsoft.com/office/drawing/2014/main" id="{E3B67326-1EA2-29FF-BEC1-AE9268FA47CF}"/>
                </a:ext>
              </a:extLst>
            </p:cNvPr>
            <p:cNvGrpSpPr>
              <a:grpSpLocks/>
            </p:cNvGrpSpPr>
            <p:nvPr/>
          </p:nvGrpSpPr>
          <p:grpSpPr bwMode="auto">
            <a:xfrm>
              <a:off x="4522358" y="3789525"/>
              <a:ext cx="1310970" cy="1585832"/>
              <a:chOff x="4522358" y="3789525"/>
              <a:chExt cx="1310970" cy="1585832"/>
            </a:xfrm>
          </p:grpSpPr>
          <p:sp>
            <p:nvSpPr>
              <p:cNvPr id="9" name="Google Shape;168;p8">
                <a:extLst>
                  <a:ext uri="{FF2B5EF4-FFF2-40B4-BE49-F238E27FC236}">
                    <a16:creationId xmlns:a16="http://schemas.microsoft.com/office/drawing/2014/main" id="{2C48B582-4E43-81CC-04A9-E21CE12F983A}"/>
                  </a:ext>
                </a:extLst>
              </p:cNvPr>
              <p:cNvSpPr/>
              <p:nvPr/>
            </p:nvSpPr>
            <p:spPr>
              <a:xfrm>
                <a:off x="4522358" y="3789525"/>
                <a:ext cx="1310970" cy="1585832"/>
              </a:xfrm>
              <a:custGeom>
                <a:avLst/>
                <a:gdLst/>
                <a:ahLst/>
                <a:cxnLst/>
                <a:rect l="0" t="0" r="0" b="0"/>
                <a:pathLst>
                  <a:path w="120000" h="120000" extrusionOk="0">
                    <a:moveTo>
                      <a:pt x="69801" y="22822"/>
                    </a:moveTo>
                    <a:cubicBezTo>
                      <a:pt x="68471" y="20916"/>
                      <a:pt x="68471" y="17794"/>
                      <a:pt x="69801" y="15883"/>
                    </a:cubicBezTo>
                    <a:lnTo>
                      <a:pt x="78465" y="3466"/>
                    </a:lnTo>
                    <a:cubicBezTo>
                      <a:pt x="79800" y="1561"/>
                      <a:pt x="83068" y="0"/>
                      <a:pt x="85733" y="0"/>
                    </a:cubicBezTo>
                    <a:lnTo>
                      <a:pt x="103067" y="0"/>
                    </a:lnTo>
                    <a:cubicBezTo>
                      <a:pt x="105732" y="0"/>
                      <a:pt x="109000" y="1561"/>
                      <a:pt x="110330" y="3466"/>
                    </a:cubicBezTo>
                    <a:lnTo>
                      <a:pt x="119000" y="15883"/>
                    </a:lnTo>
                    <a:cubicBezTo>
                      <a:pt x="120329" y="17794"/>
                      <a:pt x="120329" y="20916"/>
                      <a:pt x="119000" y="22822"/>
                    </a:cubicBezTo>
                    <a:lnTo>
                      <a:pt x="110330" y="35238"/>
                    </a:lnTo>
                    <a:cubicBezTo>
                      <a:pt x="109000" y="37144"/>
                      <a:pt x="105732" y="38705"/>
                      <a:pt x="103067" y="38705"/>
                    </a:cubicBezTo>
                    <a:lnTo>
                      <a:pt x="93397" y="38705"/>
                    </a:lnTo>
                    <a:cubicBezTo>
                      <a:pt x="90733" y="38705"/>
                      <a:pt x="87465" y="40266"/>
                      <a:pt x="86130" y="42177"/>
                    </a:cubicBezTo>
                    <a:lnTo>
                      <a:pt x="85163" y="43566"/>
                    </a:lnTo>
                    <a:cubicBezTo>
                      <a:pt x="83828" y="45472"/>
                      <a:pt x="83828" y="48594"/>
                      <a:pt x="85163" y="50505"/>
                    </a:cubicBezTo>
                    <a:lnTo>
                      <a:pt x="104229" y="77822"/>
                    </a:lnTo>
                    <a:cubicBezTo>
                      <a:pt x="105564" y="79733"/>
                      <a:pt x="105564" y="82855"/>
                      <a:pt x="104229" y="84761"/>
                    </a:cubicBezTo>
                    <a:lnTo>
                      <a:pt x="82057" y="116533"/>
                    </a:lnTo>
                    <a:cubicBezTo>
                      <a:pt x="80722" y="118438"/>
                      <a:pt x="77454" y="120000"/>
                      <a:pt x="74789" y="120000"/>
                    </a:cubicBezTo>
                    <a:lnTo>
                      <a:pt x="30439" y="120000"/>
                    </a:lnTo>
                    <a:cubicBezTo>
                      <a:pt x="27775" y="120000"/>
                      <a:pt x="24507" y="118438"/>
                      <a:pt x="23172" y="116527"/>
                    </a:cubicBezTo>
                    <a:lnTo>
                      <a:pt x="994" y="84761"/>
                    </a:lnTo>
                    <a:cubicBezTo>
                      <a:pt x="-335" y="82855"/>
                      <a:pt x="-335" y="79733"/>
                      <a:pt x="994" y="77822"/>
                    </a:cubicBezTo>
                    <a:lnTo>
                      <a:pt x="23172" y="46055"/>
                    </a:lnTo>
                    <a:cubicBezTo>
                      <a:pt x="24507" y="44144"/>
                      <a:pt x="27775" y="42583"/>
                      <a:pt x="30439" y="42583"/>
                    </a:cubicBezTo>
                    <a:lnTo>
                      <a:pt x="68577" y="42583"/>
                    </a:lnTo>
                    <a:cubicBezTo>
                      <a:pt x="71242" y="42583"/>
                      <a:pt x="74510" y="41022"/>
                      <a:pt x="75840" y="39116"/>
                    </a:cubicBezTo>
                    <a:lnTo>
                      <a:pt x="76085" y="38766"/>
                    </a:lnTo>
                    <a:cubicBezTo>
                      <a:pt x="77420" y="36855"/>
                      <a:pt x="77420" y="33733"/>
                      <a:pt x="76085" y="31827"/>
                    </a:cubicBezTo>
                    <a:cubicBezTo>
                      <a:pt x="76085" y="31827"/>
                      <a:pt x="69801" y="22822"/>
                      <a:pt x="69801" y="22822"/>
                    </a:cubicBezTo>
                    <a:close/>
                  </a:path>
                </a:pathLst>
              </a:custGeom>
              <a:solidFill>
                <a:schemeClr val="accent5"/>
              </a:solidFill>
              <a:ln>
                <a:noFill/>
              </a:ln>
            </p:spPr>
            <p:txBody>
              <a:bodyPr spcFirstLastPara="1" lIns="38100" tIns="38100" rIns="38100" bIns="38100" anchor="ctr"/>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0" name="Google Shape;169;p8">
                <a:extLst>
                  <a:ext uri="{FF2B5EF4-FFF2-40B4-BE49-F238E27FC236}">
                    <a16:creationId xmlns:a16="http://schemas.microsoft.com/office/drawing/2014/main" id="{220A66BD-4320-30E5-5EC9-DDDB033C9717}"/>
                  </a:ext>
                </a:extLst>
              </p:cNvPr>
              <p:cNvSpPr>
                <a:spLocks/>
              </p:cNvSpPr>
              <p:nvPr/>
            </p:nvSpPr>
            <p:spPr bwMode="auto">
              <a:xfrm>
                <a:off x="4946122" y="4756263"/>
                <a:ext cx="279335" cy="279386"/>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grpSp>
      <p:sp>
        <p:nvSpPr>
          <p:cNvPr id="21" name="Google Shape;170;p8">
            <a:extLst>
              <a:ext uri="{FF2B5EF4-FFF2-40B4-BE49-F238E27FC236}">
                <a16:creationId xmlns:a16="http://schemas.microsoft.com/office/drawing/2014/main" id="{68346E8E-1240-F3F3-8CD9-1E6CF571706F}"/>
              </a:ext>
            </a:extLst>
          </p:cNvPr>
          <p:cNvSpPr>
            <a:spLocks/>
          </p:cNvSpPr>
          <p:nvPr/>
        </p:nvSpPr>
        <p:spPr bwMode="auto">
          <a:xfrm>
            <a:off x="5053013" y="4046538"/>
            <a:ext cx="279400" cy="279400"/>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2" name="Google Shape;171;p8">
            <a:extLst>
              <a:ext uri="{FF2B5EF4-FFF2-40B4-BE49-F238E27FC236}">
                <a16:creationId xmlns:a16="http://schemas.microsoft.com/office/drawing/2014/main" id="{BEB03E78-F2D9-141E-FD3D-2E09EFF5EBDF}"/>
              </a:ext>
            </a:extLst>
          </p:cNvPr>
          <p:cNvSpPr>
            <a:spLocks/>
          </p:cNvSpPr>
          <p:nvPr/>
        </p:nvSpPr>
        <p:spPr bwMode="auto">
          <a:xfrm>
            <a:off x="5016500" y="2724150"/>
            <a:ext cx="279400" cy="279400"/>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3" name="Google Shape;172;p8">
            <a:extLst>
              <a:ext uri="{FF2B5EF4-FFF2-40B4-BE49-F238E27FC236}">
                <a16:creationId xmlns:a16="http://schemas.microsoft.com/office/drawing/2014/main" id="{4FE3B203-F00E-0E37-1F48-EAAD7E91E691}"/>
              </a:ext>
            </a:extLst>
          </p:cNvPr>
          <p:cNvSpPr>
            <a:spLocks/>
          </p:cNvSpPr>
          <p:nvPr/>
        </p:nvSpPr>
        <p:spPr bwMode="auto">
          <a:xfrm>
            <a:off x="8596313" y="2717800"/>
            <a:ext cx="279400" cy="279400"/>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4" name="Google Shape;173;p8">
            <a:extLst>
              <a:ext uri="{FF2B5EF4-FFF2-40B4-BE49-F238E27FC236}">
                <a16:creationId xmlns:a16="http://schemas.microsoft.com/office/drawing/2014/main" id="{0CBED719-E85F-E1E5-D358-CFE2BB9C2E28}"/>
              </a:ext>
            </a:extLst>
          </p:cNvPr>
          <p:cNvSpPr>
            <a:spLocks/>
          </p:cNvSpPr>
          <p:nvPr/>
        </p:nvSpPr>
        <p:spPr bwMode="auto">
          <a:xfrm>
            <a:off x="8553450" y="4029075"/>
            <a:ext cx="277813" cy="279400"/>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5" name="Google Shape;174;p8">
            <a:extLst>
              <a:ext uri="{FF2B5EF4-FFF2-40B4-BE49-F238E27FC236}">
                <a16:creationId xmlns:a16="http://schemas.microsoft.com/office/drawing/2014/main" id="{2E7E5B51-8D45-80A0-ED4E-C9053313D5C3}"/>
              </a:ext>
            </a:extLst>
          </p:cNvPr>
          <p:cNvSpPr>
            <a:spLocks/>
          </p:cNvSpPr>
          <p:nvPr/>
        </p:nvSpPr>
        <p:spPr bwMode="auto">
          <a:xfrm>
            <a:off x="5046663" y="5330825"/>
            <a:ext cx="279400" cy="279400"/>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2"/>
          </a:solidFill>
          <a:ln w="9525">
            <a:noFill/>
            <a:round/>
            <a:headEnd/>
            <a:tailEnd/>
          </a:ln>
        </p:spPr>
        <p:txBody>
          <a:bodyPr lIns="19025" tIns="19025" rIns="19025" bIns="19025" anchor="ctr"/>
          <a:lstStyle/>
          <a:p>
            <a:pPr>
              <a:defRPr/>
            </a:pPr>
            <a:endParaRPr lang="en-US"/>
          </a:p>
        </p:txBody>
      </p:sp>
      <p:sp>
        <p:nvSpPr>
          <p:cNvPr id="26" name="Google Shape;175;p8">
            <a:extLst>
              <a:ext uri="{FF2B5EF4-FFF2-40B4-BE49-F238E27FC236}">
                <a16:creationId xmlns:a16="http://schemas.microsoft.com/office/drawing/2014/main" id="{CA4DD851-919F-E87C-50BD-3A6DE540DAEA}"/>
              </a:ext>
            </a:extLst>
          </p:cNvPr>
          <p:cNvSpPr>
            <a:spLocks/>
          </p:cNvSpPr>
          <p:nvPr/>
        </p:nvSpPr>
        <p:spPr bwMode="auto">
          <a:xfrm>
            <a:off x="8553450" y="5340350"/>
            <a:ext cx="277813" cy="228600"/>
          </a:xfrm>
          <a:custGeom>
            <a:avLst/>
            <a:gdLst>
              <a:gd name="T0" fmla="*/ 0 w 120000"/>
              <a:gd name="T1" fmla="*/ 0 h 120000"/>
              <a:gd name="T2" fmla="*/ 120000 w 120000"/>
              <a:gd name="T3" fmla="*/ 120000 h 120000"/>
            </a:gdLst>
            <a:ahLst/>
            <a:cxnLst>
              <a:cxn ang="0">
                <a:pos x="98183" y="53333"/>
              </a:cxn>
              <a:cxn ang="0">
                <a:pos x="92727" y="40000"/>
              </a:cxn>
              <a:cxn ang="0">
                <a:pos x="76361" y="46666"/>
              </a:cxn>
              <a:cxn ang="0">
                <a:pos x="43638" y="53333"/>
              </a:cxn>
              <a:cxn ang="0">
                <a:pos x="38183" y="40000"/>
              </a:cxn>
              <a:cxn ang="0">
                <a:pos x="21816" y="46666"/>
              </a:cxn>
              <a:cxn ang="0">
                <a:pos x="5455" y="53333"/>
              </a:cxn>
              <a:cxn ang="0">
                <a:pos x="114544" y="20005"/>
              </a:cxn>
              <a:cxn ang="0">
                <a:pos x="81816" y="46666"/>
              </a:cxn>
              <a:cxn ang="0">
                <a:pos x="92727" y="66672"/>
              </a:cxn>
              <a:cxn ang="0">
                <a:pos x="81816" y="46666"/>
              </a:cxn>
              <a:cxn ang="0">
                <a:pos x="38183" y="46666"/>
              </a:cxn>
              <a:cxn ang="0">
                <a:pos x="27272" y="66672"/>
              </a:cxn>
              <a:cxn ang="0">
                <a:pos x="109088" y="113333"/>
              </a:cxn>
              <a:cxn ang="0">
                <a:pos x="10911" y="60000"/>
              </a:cxn>
              <a:cxn ang="0">
                <a:pos x="21816" y="66672"/>
              </a:cxn>
              <a:cxn ang="0">
                <a:pos x="38183" y="73333"/>
              </a:cxn>
              <a:cxn ang="0">
                <a:pos x="43638" y="60000"/>
              </a:cxn>
              <a:cxn ang="0">
                <a:pos x="76361" y="66672"/>
              </a:cxn>
              <a:cxn ang="0">
                <a:pos x="92727" y="73333"/>
              </a:cxn>
              <a:cxn ang="0">
                <a:pos x="98183" y="60000"/>
              </a:cxn>
              <a:cxn ang="0">
                <a:pos x="109088" y="113333"/>
              </a:cxn>
              <a:cxn ang="0">
                <a:pos x="70911" y="6666"/>
              </a:cxn>
              <a:cxn ang="0">
                <a:pos x="43638" y="13333"/>
              </a:cxn>
              <a:cxn ang="0">
                <a:pos x="114544" y="13333"/>
              </a:cxn>
              <a:cxn ang="0">
                <a:pos x="70911" y="0"/>
              </a:cxn>
              <a:cxn ang="0">
                <a:pos x="38183" y="13333"/>
              </a:cxn>
              <a:cxn ang="0">
                <a:pos x="0" y="20005"/>
              </a:cxn>
              <a:cxn ang="0">
                <a:pos x="5455" y="60000"/>
              </a:cxn>
              <a:cxn ang="0">
                <a:pos x="10911" y="120000"/>
              </a:cxn>
              <a:cxn ang="0">
                <a:pos x="114544" y="113333"/>
              </a:cxn>
              <a:cxn ang="0">
                <a:pos x="120000" y="53333"/>
              </a:cxn>
              <a:cxn ang="0">
                <a:pos x="114544" y="13333"/>
              </a:cxn>
            </a:cxnLst>
            <a:rect l="T0" t="T1" r="T2" b="T3"/>
            <a:pathLst>
              <a:path w="120000" h="120000" extrusionOk="0">
                <a:moveTo>
                  <a:pt x="114544" y="53333"/>
                </a:moveTo>
                <a:lnTo>
                  <a:pt x="98183" y="53333"/>
                </a:lnTo>
                <a:lnTo>
                  <a:pt x="98183" y="46666"/>
                </a:lnTo>
                <a:cubicBezTo>
                  <a:pt x="98183" y="42988"/>
                  <a:pt x="95738" y="40000"/>
                  <a:pt x="92727" y="40000"/>
                </a:cubicBezTo>
                <a:lnTo>
                  <a:pt x="81816" y="40000"/>
                </a:lnTo>
                <a:cubicBezTo>
                  <a:pt x="78811" y="40000"/>
                  <a:pt x="76361" y="42988"/>
                  <a:pt x="76361" y="46666"/>
                </a:cubicBezTo>
                <a:lnTo>
                  <a:pt x="76361" y="53333"/>
                </a:lnTo>
                <a:lnTo>
                  <a:pt x="43638" y="53333"/>
                </a:lnTo>
                <a:lnTo>
                  <a:pt x="43638" y="46666"/>
                </a:lnTo>
                <a:cubicBezTo>
                  <a:pt x="43638" y="42988"/>
                  <a:pt x="41188" y="40000"/>
                  <a:pt x="38183" y="40000"/>
                </a:cubicBezTo>
                <a:lnTo>
                  <a:pt x="27272" y="40000"/>
                </a:lnTo>
                <a:cubicBezTo>
                  <a:pt x="24261" y="40000"/>
                  <a:pt x="21816" y="42988"/>
                  <a:pt x="21816" y="46666"/>
                </a:cubicBezTo>
                <a:lnTo>
                  <a:pt x="21816" y="53333"/>
                </a:lnTo>
                <a:lnTo>
                  <a:pt x="5455" y="53333"/>
                </a:lnTo>
                <a:lnTo>
                  <a:pt x="5455" y="20005"/>
                </a:lnTo>
                <a:lnTo>
                  <a:pt x="114544" y="20005"/>
                </a:lnTo>
                <a:cubicBezTo>
                  <a:pt x="114544" y="20005"/>
                  <a:pt x="114544" y="53333"/>
                  <a:pt x="114544" y="53333"/>
                </a:cubicBezTo>
                <a:close/>
                <a:moveTo>
                  <a:pt x="81816" y="46666"/>
                </a:moveTo>
                <a:lnTo>
                  <a:pt x="92727" y="46666"/>
                </a:lnTo>
                <a:lnTo>
                  <a:pt x="92727" y="66672"/>
                </a:lnTo>
                <a:lnTo>
                  <a:pt x="81816" y="66672"/>
                </a:lnTo>
                <a:cubicBezTo>
                  <a:pt x="81816" y="66672"/>
                  <a:pt x="81816" y="46666"/>
                  <a:pt x="81816" y="46666"/>
                </a:cubicBezTo>
                <a:close/>
                <a:moveTo>
                  <a:pt x="27272" y="46666"/>
                </a:moveTo>
                <a:lnTo>
                  <a:pt x="38183" y="46666"/>
                </a:lnTo>
                <a:lnTo>
                  <a:pt x="38183" y="66672"/>
                </a:lnTo>
                <a:lnTo>
                  <a:pt x="27272" y="66672"/>
                </a:lnTo>
                <a:cubicBezTo>
                  <a:pt x="27272" y="66672"/>
                  <a:pt x="27272" y="46666"/>
                  <a:pt x="27272" y="46666"/>
                </a:cubicBezTo>
                <a:close/>
                <a:moveTo>
                  <a:pt x="109088" y="113333"/>
                </a:moveTo>
                <a:lnTo>
                  <a:pt x="10911" y="113333"/>
                </a:lnTo>
                <a:lnTo>
                  <a:pt x="10911" y="60000"/>
                </a:lnTo>
                <a:lnTo>
                  <a:pt x="21816" y="60000"/>
                </a:lnTo>
                <a:lnTo>
                  <a:pt x="21816" y="66672"/>
                </a:lnTo>
                <a:cubicBezTo>
                  <a:pt x="21816" y="70344"/>
                  <a:pt x="24261" y="73333"/>
                  <a:pt x="27272" y="73333"/>
                </a:cubicBezTo>
                <a:lnTo>
                  <a:pt x="38183" y="73333"/>
                </a:lnTo>
                <a:cubicBezTo>
                  <a:pt x="41188" y="73333"/>
                  <a:pt x="43638" y="70344"/>
                  <a:pt x="43638" y="66672"/>
                </a:cubicBezTo>
                <a:lnTo>
                  <a:pt x="43638" y="60000"/>
                </a:lnTo>
                <a:lnTo>
                  <a:pt x="76361" y="60000"/>
                </a:lnTo>
                <a:lnTo>
                  <a:pt x="76361" y="66672"/>
                </a:lnTo>
                <a:cubicBezTo>
                  <a:pt x="76361" y="70344"/>
                  <a:pt x="78811" y="73333"/>
                  <a:pt x="81816" y="73333"/>
                </a:cubicBezTo>
                <a:lnTo>
                  <a:pt x="92727" y="73333"/>
                </a:lnTo>
                <a:cubicBezTo>
                  <a:pt x="95738" y="73333"/>
                  <a:pt x="98183" y="70344"/>
                  <a:pt x="98183" y="66672"/>
                </a:cubicBezTo>
                <a:lnTo>
                  <a:pt x="98183" y="60000"/>
                </a:lnTo>
                <a:lnTo>
                  <a:pt x="109088" y="60000"/>
                </a:lnTo>
                <a:cubicBezTo>
                  <a:pt x="109088" y="60000"/>
                  <a:pt x="109088" y="113333"/>
                  <a:pt x="109088" y="113333"/>
                </a:cubicBezTo>
                <a:close/>
                <a:moveTo>
                  <a:pt x="49088" y="6666"/>
                </a:moveTo>
                <a:lnTo>
                  <a:pt x="70911" y="6666"/>
                </a:lnTo>
                <a:cubicBezTo>
                  <a:pt x="73916" y="6666"/>
                  <a:pt x="76361" y="9655"/>
                  <a:pt x="76361" y="13333"/>
                </a:cubicBezTo>
                <a:lnTo>
                  <a:pt x="43638" y="13333"/>
                </a:lnTo>
                <a:cubicBezTo>
                  <a:pt x="43638" y="9655"/>
                  <a:pt x="46083" y="6666"/>
                  <a:pt x="49088" y="6666"/>
                </a:cubicBezTo>
                <a:moveTo>
                  <a:pt x="114544" y="13333"/>
                </a:moveTo>
                <a:lnTo>
                  <a:pt x="81816" y="13333"/>
                </a:lnTo>
                <a:cubicBezTo>
                  <a:pt x="81816" y="5972"/>
                  <a:pt x="76933" y="0"/>
                  <a:pt x="70911" y="0"/>
                </a:cubicBezTo>
                <a:lnTo>
                  <a:pt x="49088" y="0"/>
                </a:lnTo>
                <a:cubicBezTo>
                  <a:pt x="43066" y="0"/>
                  <a:pt x="38183" y="5972"/>
                  <a:pt x="38183" y="13333"/>
                </a:cubicBezTo>
                <a:lnTo>
                  <a:pt x="5455" y="13333"/>
                </a:lnTo>
                <a:cubicBezTo>
                  <a:pt x="2444" y="13333"/>
                  <a:pt x="0" y="16322"/>
                  <a:pt x="0" y="20005"/>
                </a:cubicBezTo>
                <a:lnTo>
                  <a:pt x="0" y="53333"/>
                </a:lnTo>
                <a:cubicBezTo>
                  <a:pt x="0" y="57011"/>
                  <a:pt x="2444" y="60000"/>
                  <a:pt x="5455" y="60000"/>
                </a:cubicBezTo>
                <a:lnTo>
                  <a:pt x="5455" y="113333"/>
                </a:lnTo>
                <a:cubicBezTo>
                  <a:pt x="5455" y="117011"/>
                  <a:pt x="7900" y="120000"/>
                  <a:pt x="10911" y="120000"/>
                </a:cubicBezTo>
                <a:lnTo>
                  <a:pt x="109088" y="120000"/>
                </a:lnTo>
                <a:cubicBezTo>
                  <a:pt x="112100" y="120000"/>
                  <a:pt x="114544" y="117011"/>
                  <a:pt x="114544" y="113333"/>
                </a:cubicBezTo>
                <a:lnTo>
                  <a:pt x="114544" y="60000"/>
                </a:lnTo>
                <a:cubicBezTo>
                  <a:pt x="117555" y="60000"/>
                  <a:pt x="120000" y="57011"/>
                  <a:pt x="120000" y="53333"/>
                </a:cubicBezTo>
                <a:lnTo>
                  <a:pt x="120000" y="20005"/>
                </a:lnTo>
                <a:cubicBezTo>
                  <a:pt x="120000" y="16322"/>
                  <a:pt x="117555" y="13333"/>
                  <a:pt x="114544" y="13333"/>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149" name="Google Shape;149;p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176" name="Google Shape;176;p8"/>
          <p:cNvSpPr txBox="1">
            <a:spLocks noGrp="1"/>
          </p:cNvSpPr>
          <p:nvPr>
            <p:ph type="body" idx="2"/>
          </p:nvPr>
        </p:nvSpPr>
        <p:spPr>
          <a:xfrm>
            <a:off x="5400025" y="1659170"/>
            <a:ext cx="6100312" cy="89665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dirty="0"/>
              <a:t>Click to edit Master text styles</a:t>
            </a:r>
          </a:p>
        </p:txBody>
      </p:sp>
      <p:sp>
        <p:nvSpPr>
          <p:cNvPr id="177" name="Google Shape;177;p8"/>
          <p:cNvSpPr txBox="1">
            <a:spLocks noGrp="1"/>
          </p:cNvSpPr>
          <p:nvPr>
            <p:ph type="body" idx="3"/>
          </p:nvPr>
        </p:nvSpPr>
        <p:spPr>
          <a:xfrm>
            <a:off x="5389969" y="3082730"/>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78" name="Google Shape;178;p8"/>
          <p:cNvSpPr txBox="1">
            <a:spLocks noGrp="1"/>
          </p:cNvSpPr>
          <p:nvPr>
            <p:ph type="body" idx="4"/>
          </p:nvPr>
        </p:nvSpPr>
        <p:spPr>
          <a:xfrm>
            <a:off x="5400025" y="2676146"/>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79" name="Google Shape;179;p8"/>
          <p:cNvSpPr txBox="1">
            <a:spLocks noGrp="1"/>
          </p:cNvSpPr>
          <p:nvPr>
            <p:ph type="body" idx="5"/>
          </p:nvPr>
        </p:nvSpPr>
        <p:spPr>
          <a:xfrm>
            <a:off x="5389969" y="4393828"/>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0" name="Google Shape;180;p8"/>
          <p:cNvSpPr txBox="1">
            <a:spLocks noGrp="1"/>
          </p:cNvSpPr>
          <p:nvPr>
            <p:ph type="body" idx="6"/>
          </p:nvPr>
        </p:nvSpPr>
        <p:spPr>
          <a:xfrm>
            <a:off x="5400025" y="3987244"/>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1" name="Google Shape;181;p8"/>
          <p:cNvSpPr txBox="1">
            <a:spLocks noGrp="1"/>
          </p:cNvSpPr>
          <p:nvPr>
            <p:ph type="body" idx="7"/>
          </p:nvPr>
        </p:nvSpPr>
        <p:spPr>
          <a:xfrm>
            <a:off x="5389969" y="5694917"/>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2" name="Google Shape;182;p8"/>
          <p:cNvSpPr txBox="1">
            <a:spLocks noGrp="1"/>
          </p:cNvSpPr>
          <p:nvPr>
            <p:ph type="body" idx="8"/>
          </p:nvPr>
        </p:nvSpPr>
        <p:spPr>
          <a:xfrm>
            <a:off x="5400025" y="5288333"/>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3" name="Google Shape;183;p8"/>
          <p:cNvSpPr txBox="1">
            <a:spLocks noGrp="1"/>
          </p:cNvSpPr>
          <p:nvPr>
            <p:ph type="body" idx="9"/>
          </p:nvPr>
        </p:nvSpPr>
        <p:spPr>
          <a:xfrm>
            <a:off x="8939371" y="3082730"/>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4" name="Google Shape;184;p8"/>
          <p:cNvSpPr txBox="1">
            <a:spLocks noGrp="1"/>
          </p:cNvSpPr>
          <p:nvPr>
            <p:ph type="body" idx="13"/>
          </p:nvPr>
        </p:nvSpPr>
        <p:spPr>
          <a:xfrm>
            <a:off x="8949427" y="2676146"/>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5" name="Google Shape;185;p8"/>
          <p:cNvSpPr txBox="1">
            <a:spLocks noGrp="1"/>
          </p:cNvSpPr>
          <p:nvPr>
            <p:ph type="body" idx="14"/>
          </p:nvPr>
        </p:nvSpPr>
        <p:spPr>
          <a:xfrm>
            <a:off x="8908157" y="4393828"/>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6" name="Google Shape;186;p8"/>
          <p:cNvSpPr txBox="1">
            <a:spLocks noGrp="1"/>
          </p:cNvSpPr>
          <p:nvPr>
            <p:ph type="body" idx="15"/>
          </p:nvPr>
        </p:nvSpPr>
        <p:spPr>
          <a:xfrm>
            <a:off x="8918213" y="3987244"/>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7" name="Google Shape;187;p8"/>
          <p:cNvSpPr txBox="1">
            <a:spLocks noGrp="1"/>
          </p:cNvSpPr>
          <p:nvPr>
            <p:ph type="body" idx="16"/>
          </p:nvPr>
        </p:nvSpPr>
        <p:spPr>
          <a:xfrm>
            <a:off x="8908157" y="5694917"/>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8" name="Google Shape;188;p8"/>
          <p:cNvSpPr txBox="1">
            <a:spLocks noGrp="1"/>
          </p:cNvSpPr>
          <p:nvPr>
            <p:ph type="body" idx="17"/>
          </p:nvPr>
        </p:nvSpPr>
        <p:spPr>
          <a:xfrm>
            <a:off x="8918213" y="5288333"/>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3080648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Brained-Infographic">
  <p:cSld name="Brained-Infographic">
    <p:spTree>
      <p:nvGrpSpPr>
        <p:cNvPr id="1" name="Shape 189"/>
        <p:cNvGrpSpPr/>
        <p:nvPr/>
      </p:nvGrpSpPr>
      <p:grpSpPr>
        <a:xfrm>
          <a:off x="0" y="0"/>
          <a:ext cx="0" cy="0"/>
          <a:chOff x="0" y="0"/>
          <a:chExt cx="0" cy="0"/>
        </a:xfrm>
      </p:grpSpPr>
      <p:grpSp>
        <p:nvGrpSpPr>
          <p:cNvPr id="2" name="Google Shape;192;p9">
            <a:extLst>
              <a:ext uri="{FF2B5EF4-FFF2-40B4-BE49-F238E27FC236}">
                <a16:creationId xmlns:a16="http://schemas.microsoft.com/office/drawing/2014/main" id="{6F8D2B65-4D20-4503-4CE4-882470CB17A2}"/>
              </a:ext>
            </a:extLst>
          </p:cNvPr>
          <p:cNvGrpSpPr>
            <a:grpSpLocks/>
          </p:cNvGrpSpPr>
          <p:nvPr/>
        </p:nvGrpSpPr>
        <p:grpSpPr bwMode="auto">
          <a:xfrm>
            <a:off x="2011363" y="1954213"/>
            <a:ext cx="1620837" cy="2603500"/>
            <a:chOff x="2011515" y="1953702"/>
            <a:chExt cx="1620994" cy="2603950"/>
          </a:xfrm>
        </p:grpSpPr>
        <p:sp>
          <p:nvSpPr>
            <p:cNvPr id="3" name="Google Shape;193;p9">
              <a:extLst>
                <a:ext uri="{FF2B5EF4-FFF2-40B4-BE49-F238E27FC236}">
                  <a16:creationId xmlns:a16="http://schemas.microsoft.com/office/drawing/2014/main" id="{6689E45E-E1AB-343D-E984-C413DE9337CA}"/>
                </a:ext>
              </a:extLst>
            </p:cNvPr>
            <p:cNvSpPr>
              <a:spLocks/>
            </p:cNvSpPr>
            <p:nvPr/>
          </p:nvSpPr>
          <p:spPr bwMode="auto">
            <a:xfrm>
              <a:off x="2286179" y="1953702"/>
              <a:ext cx="870034" cy="924085"/>
            </a:xfrm>
            <a:custGeom>
              <a:avLst/>
              <a:gdLst>
                <a:gd name="T0" fmla="*/ 0 w 120000"/>
                <a:gd name="T1" fmla="*/ 0 h 120000"/>
                <a:gd name="T2" fmla="*/ 120000 w 120000"/>
                <a:gd name="T3" fmla="*/ 120000 h 120000"/>
              </a:gdLst>
              <a:ahLst/>
              <a:cxnLst>
                <a:cxn ang="0">
                  <a:pos x="118690" y="79161"/>
                </a:cxn>
                <a:cxn ang="0">
                  <a:pos x="105114" y="84933"/>
                </a:cxn>
                <a:cxn ang="0">
                  <a:pos x="98980" y="79161"/>
                </a:cxn>
                <a:cxn ang="0">
                  <a:pos x="95040" y="75444"/>
                </a:cxn>
                <a:cxn ang="0">
                  <a:pos x="90658" y="77512"/>
                </a:cxn>
                <a:cxn ang="0">
                  <a:pos x="73579" y="120000"/>
                </a:cxn>
                <a:cxn ang="0">
                  <a:pos x="43796" y="86174"/>
                </a:cxn>
                <a:cxn ang="0">
                  <a:pos x="44232" y="86174"/>
                </a:cxn>
                <a:cxn ang="0">
                  <a:pos x="56499" y="82871"/>
                </a:cxn>
                <a:cxn ang="0">
                  <a:pos x="58687" y="63072"/>
                </a:cxn>
                <a:cxn ang="0">
                  <a:pos x="37226" y="61010"/>
                </a:cxn>
                <a:cxn ang="0">
                  <a:pos x="31971" y="71320"/>
                </a:cxn>
                <a:cxn ang="0">
                  <a:pos x="31534" y="71734"/>
                </a:cxn>
                <a:cxn ang="0">
                  <a:pos x="0" y="35433"/>
                </a:cxn>
                <a:cxn ang="0">
                  <a:pos x="21461" y="14807"/>
                </a:cxn>
                <a:cxn ang="0">
                  <a:pos x="119999" y="4083"/>
                </a:cxn>
                <a:cxn ang="0">
                  <a:pos x="96350" y="63072"/>
                </a:cxn>
                <a:cxn ang="0">
                  <a:pos x="96350" y="63072"/>
                </a:cxn>
                <a:cxn ang="0">
                  <a:pos x="98544" y="67196"/>
                </a:cxn>
                <a:cxn ang="0">
                  <a:pos x="103798" y="67196"/>
                </a:cxn>
                <a:cxn ang="0">
                  <a:pos x="112557" y="66369"/>
                </a:cxn>
                <a:cxn ang="0">
                  <a:pos x="118690" y="79161"/>
                </a:cxn>
              </a:cxnLst>
              <a:rect l="T0" t="T1" r="T2" b="T3"/>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w="9525">
              <a:noFill/>
              <a:round/>
              <a:headEnd/>
              <a:tailEnd/>
            </a:ln>
          </p:spPr>
          <p:txBody>
            <a:bodyPr lIns="45700" tIns="45700" rIns="45700" bIns="45700"/>
            <a:lstStyle/>
            <a:p>
              <a:pPr>
                <a:defRPr/>
              </a:pPr>
              <a:endParaRPr lang="en-US"/>
            </a:p>
          </p:txBody>
        </p:sp>
        <p:sp>
          <p:nvSpPr>
            <p:cNvPr id="4" name="Google Shape;194;p9">
              <a:extLst>
                <a:ext uri="{FF2B5EF4-FFF2-40B4-BE49-F238E27FC236}">
                  <a16:creationId xmlns:a16="http://schemas.microsoft.com/office/drawing/2014/main" id="{3297B035-791F-FB64-14F0-BC2726A6883C}"/>
                </a:ext>
              </a:extLst>
            </p:cNvPr>
            <p:cNvSpPr>
              <a:spLocks/>
            </p:cNvSpPr>
            <p:nvPr/>
          </p:nvSpPr>
          <p:spPr bwMode="auto">
            <a:xfrm>
              <a:off x="2851383" y="1994984"/>
              <a:ext cx="781126" cy="1022527"/>
            </a:xfrm>
            <a:custGeom>
              <a:avLst/>
              <a:gdLst>
                <a:gd name="T0" fmla="*/ 0 w 120000"/>
                <a:gd name="T1" fmla="*/ 0 h 120000"/>
                <a:gd name="T2" fmla="*/ 120000 w 120000"/>
                <a:gd name="T3" fmla="*/ 120000 h 120000"/>
              </a:gdLst>
              <a:ahLst/>
              <a:cxnLst>
                <a:cxn ang="0">
                  <a:pos x="119916" y="76334"/>
                </a:cxn>
                <a:cxn ang="0">
                  <a:pos x="117475" y="90107"/>
                </a:cxn>
                <a:cxn ang="0">
                  <a:pos x="71168" y="96067"/>
                </a:cxn>
                <a:cxn ang="0">
                  <a:pos x="67754" y="99418"/>
                </a:cxn>
                <a:cxn ang="0">
                  <a:pos x="71168" y="103512"/>
                </a:cxn>
                <a:cxn ang="0">
                  <a:pos x="76530" y="109471"/>
                </a:cxn>
                <a:cxn ang="0">
                  <a:pos x="66780" y="119899"/>
                </a:cxn>
                <a:cxn ang="0">
                  <a:pos x="53622" y="112448"/>
                </a:cxn>
                <a:cxn ang="0">
                  <a:pos x="56057" y="105377"/>
                </a:cxn>
                <a:cxn ang="0">
                  <a:pos x="57517" y="100909"/>
                </a:cxn>
                <a:cxn ang="0">
                  <a:pos x="53135" y="98301"/>
                </a:cxn>
                <a:cxn ang="0">
                  <a:pos x="53135" y="98301"/>
                </a:cxn>
                <a:cxn ang="0">
                  <a:pos x="0" y="105003"/>
                </a:cxn>
                <a:cxn ang="0">
                  <a:pos x="18525" y="67766"/>
                </a:cxn>
                <a:cxn ang="0">
                  <a:pos x="18525" y="68140"/>
                </a:cxn>
                <a:cxn ang="0">
                  <a:pos x="28274" y="75585"/>
                </a:cxn>
                <a:cxn ang="0">
                  <a:pos x="50208" y="68140"/>
                </a:cxn>
                <a:cxn ang="0">
                  <a:pos x="40458" y="51384"/>
                </a:cxn>
                <a:cxn ang="0">
                  <a:pos x="26321" y="52127"/>
                </a:cxn>
                <a:cxn ang="0">
                  <a:pos x="26321" y="52501"/>
                </a:cxn>
                <a:cxn ang="0">
                  <a:pos x="52156" y="0"/>
                </a:cxn>
                <a:cxn ang="0">
                  <a:pos x="67754" y="5211"/>
                </a:cxn>
                <a:cxn ang="0">
                  <a:pos x="119916" y="76334"/>
                </a:cxn>
              </a:cxnLst>
              <a:rect l="T0" t="T1" r="T2" b="T3"/>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39999"/>
              </a:schemeClr>
            </a:solidFill>
            <a:ln w="9525">
              <a:noFill/>
              <a:round/>
              <a:headEnd/>
              <a:tailEnd/>
            </a:ln>
          </p:spPr>
          <p:txBody>
            <a:bodyPr lIns="45700" tIns="45700" rIns="45700" bIns="45700"/>
            <a:lstStyle/>
            <a:p>
              <a:pPr>
                <a:defRPr/>
              </a:pPr>
              <a:endParaRPr lang="en-US"/>
            </a:p>
          </p:txBody>
        </p:sp>
        <p:sp>
          <p:nvSpPr>
            <p:cNvPr id="5" name="Google Shape;195;p9">
              <a:extLst>
                <a:ext uri="{FF2B5EF4-FFF2-40B4-BE49-F238E27FC236}">
                  <a16:creationId xmlns:a16="http://schemas.microsoft.com/office/drawing/2014/main" id="{71AB198E-DAA8-FA58-90EB-1AA35E9C4689}"/>
                </a:ext>
              </a:extLst>
            </p:cNvPr>
            <p:cNvSpPr>
              <a:spLocks/>
            </p:cNvSpPr>
            <p:nvPr/>
          </p:nvSpPr>
          <p:spPr bwMode="auto">
            <a:xfrm>
              <a:off x="2035329" y="2255379"/>
              <a:ext cx="758899" cy="768483"/>
            </a:xfrm>
            <a:custGeom>
              <a:avLst/>
              <a:gdLst>
                <a:gd name="T0" fmla="*/ 0 w 120000"/>
                <a:gd name="T1" fmla="*/ 0 h 120000"/>
                <a:gd name="T2" fmla="*/ 120000 w 120000"/>
                <a:gd name="T3" fmla="*/ 120000 h 120000"/>
              </a:gdLst>
              <a:ahLst/>
              <a:cxnLst>
                <a:cxn ang="0">
                  <a:pos x="67277" y="109088"/>
                </a:cxn>
                <a:cxn ang="0">
                  <a:pos x="70794" y="95205"/>
                </a:cxn>
                <a:cxn ang="0">
                  <a:pos x="51211" y="81322"/>
                </a:cxn>
                <a:cxn ang="0">
                  <a:pos x="36650" y="100661"/>
                </a:cxn>
                <a:cxn ang="0">
                  <a:pos x="44688" y="112561"/>
                </a:cxn>
                <a:cxn ang="0">
                  <a:pos x="45188" y="112561"/>
                </a:cxn>
                <a:cxn ang="0">
                  <a:pos x="0" y="120000"/>
                </a:cxn>
                <a:cxn ang="0">
                  <a:pos x="5022" y="111572"/>
                </a:cxn>
                <a:cxn ang="0">
                  <a:pos x="23600" y="83305"/>
                </a:cxn>
                <a:cxn ang="0">
                  <a:pos x="25105" y="73883"/>
                </a:cxn>
                <a:cxn ang="0">
                  <a:pos x="36650" y="0"/>
                </a:cxn>
                <a:cxn ang="0">
                  <a:pos x="72805" y="44133"/>
                </a:cxn>
                <a:cxn ang="0">
                  <a:pos x="78827" y="44627"/>
                </a:cxn>
                <a:cxn ang="0">
                  <a:pos x="81338" y="39172"/>
                </a:cxn>
                <a:cxn ang="0">
                  <a:pos x="85855" y="30250"/>
                </a:cxn>
                <a:cxn ang="0">
                  <a:pos x="102927" y="31733"/>
                </a:cxn>
                <a:cxn ang="0">
                  <a:pos x="100922" y="48594"/>
                </a:cxn>
                <a:cxn ang="0">
                  <a:pos x="91383" y="51072"/>
                </a:cxn>
                <a:cxn ang="0">
                  <a:pos x="85355" y="52561"/>
                </a:cxn>
                <a:cxn ang="0">
                  <a:pos x="84855" y="58016"/>
                </a:cxn>
                <a:cxn ang="0">
                  <a:pos x="120000" y="100661"/>
                </a:cxn>
                <a:cxn ang="0">
                  <a:pos x="66777" y="109088"/>
                </a:cxn>
                <a:cxn ang="0">
                  <a:pos x="67277" y="109088"/>
                </a:cxn>
              </a:cxnLst>
              <a:rect l="T0" t="T1" r="T2" b="T3"/>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w="9525">
              <a:noFill/>
              <a:round/>
              <a:headEnd/>
              <a:tailEnd/>
            </a:ln>
          </p:spPr>
          <p:txBody>
            <a:bodyPr lIns="45700" tIns="45700" rIns="45700" bIns="45700"/>
            <a:lstStyle/>
            <a:p>
              <a:pPr>
                <a:defRPr/>
              </a:pPr>
              <a:endParaRPr lang="en-US"/>
            </a:p>
          </p:txBody>
        </p:sp>
        <p:sp>
          <p:nvSpPr>
            <p:cNvPr id="6" name="Google Shape;196;p9">
              <a:extLst>
                <a:ext uri="{FF2B5EF4-FFF2-40B4-BE49-F238E27FC236}">
                  <a16:creationId xmlns:a16="http://schemas.microsoft.com/office/drawing/2014/main" id="{FC0C270E-466C-FFDE-84C1-A029A7A87D0F}"/>
                </a:ext>
              </a:extLst>
            </p:cNvPr>
            <p:cNvSpPr>
              <a:spLocks/>
            </p:cNvSpPr>
            <p:nvPr/>
          </p:nvSpPr>
          <p:spPr bwMode="auto">
            <a:xfrm>
              <a:off x="2011515" y="2806336"/>
              <a:ext cx="789063" cy="852635"/>
            </a:xfrm>
            <a:custGeom>
              <a:avLst/>
              <a:gdLst>
                <a:gd name="T0" fmla="*/ 0 w 120000"/>
                <a:gd name="T1" fmla="*/ 0 h 120000"/>
                <a:gd name="T2" fmla="*/ 120000 w 120000"/>
                <a:gd name="T3" fmla="*/ 120000 h 120000"/>
              </a:gdLst>
              <a:ahLst/>
              <a:cxnLst>
                <a:cxn ang="0">
                  <a:pos x="120000" y="17550"/>
                </a:cxn>
                <a:cxn ang="0">
                  <a:pos x="101641" y="62235"/>
                </a:cxn>
                <a:cxn ang="0">
                  <a:pos x="101158" y="62235"/>
                </a:cxn>
                <a:cxn ang="0">
                  <a:pos x="91496" y="52849"/>
                </a:cxn>
                <a:cxn ang="0">
                  <a:pos x="70234" y="62235"/>
                </a:cxn>
                <a:cxn ang="0">
                  <a:pos x="79897" y="81896"/>
                </a:cxn>
                <a:cxn ang="0">
                  <a:pos x="93427" y="81003"/>
                </a:cxn>
                <a:cxn ang="0">
                  <a:pos x="93910" y="81003"/>
                </a:cxn>
                <a:cxn ang="0">
                  <a:pos x="79897" y="115852"/>
                </a:cxn>
                <a:cxn ang="0">
                  <a:pos x="37868" y="119431"/>
                </a:cxn>
                <a:cxn ang="0">
                  <a:pos x="23372" y="101556"/>
                </a:cxn>
                <a:cxn ang="0">
                  <a:pos x="20958" y="88153"/>
                </a:cxn>
                <a:cxn ang="0">
                  <a:pos x="19021" y="80553"/>
                </a:cxn>
                <a:cxn ang="0">
                  <a:pos x="27717" y="76531"/>
                </a:cxn>
                <a:cxn ang="0">
                  <a:pos x="19986" y="72509"/>
                </a:cxn>
                <a:cxn ang="0">
                  <a:pos x="17089" y="64021"/>
                </a:cxn>
                <a:cxn ang="0">
                  <a:pos x="19021" y="54641"/>
                </a:cxn>
                <a:cxn ang="0">
                  <a:pos x="5013" y="47934"/>
                </a:cxn>
                <a:cxn ang="0">
                  <a:pos x="1145" y="35873"/>
                </a:cxn>
                <a:cxn ang="0">
                  <a:pos x="49461" y="28273"/>
                </a:cxn>
                <a:cxn ang="0">
                  <a:pos x="52841" y="24257"/>
                </a:cxn>
                <a:cxn ang="0">
                  <a:pos x="49461" y="19785"/>
                </a:cxn>
                <a:cxn ang="0">
                  <a:pos x="44145" y="12191"/>
                </a:cxn>
                <a:cxn ang="0">
                  <a:pos x="53324" y="125"/>
                </a:cxn>
                <a:cxn ang="0">
                  <a:pos x="66855" y="9062"/>
                </a:cxn>
                <a:cxn ang="0">
                  <a:pos x="64440" y="17550"/>
                </a:cxn>
                <a:cxn ang="0">
                  <a:pos x="62503" y="22914"/>
                </a:cxn>
                <a:cxn ang="0">
                  <a:pos x="67337" y="25594"/>
                </a:cxn>
                <a:cxn ang="0">
                  <a:pos x="120000" y="17550"/>
                </a:cxn>
              </a:cxnLst>
              <a:rect l="T0" t="T1" r="T2" b="T3"/>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2"/>
              </a:schemeClr>
            </a:solidFill>
            <a:ln w="9525">
              <a:noFill/>
              <a:round/>
              <a:headEnd/>
              <a:tailEnd/>
            </a:ln>
          </p:spPr>
          <p:txBody>
            <a:bodyPr lIns="45700" tIns="45700" rIns="45700" bIns="45700"/>
            <a:lstStyle/>
            <a:p>
              <a:pPr>
                <a:defRPr/>
              </a:pPr>
              <a:endParaRPr lang="en-US"/>
            </a:p>
          </p:txBody>
        </p:sp>
        <p:sp>
          <p:nvSpPr>
            <p:cNvPr id="7" name="Google Shape;197;p9">
              <a:extLst>
                <a:ext uri="{FF2B5EF4-FFF2-40B4-BE49-F238E27FC236}">
                  <a16:creationId xmlns:a16="http://schemas.microsoft.com/office/drawing/2014/main" id="{DCDEA7D1-9BC9-5E49-CBEA-C3463A2E0C1A}"/>
                </a:ext>
              </a:extLst>
            </p:cNvPr>
            <p:cNvSpPr>
              <a:spLocks/>
            </p:cNvSpPr>
            <p:nvPr/>
          </p:nvSpPr>
          <p:spPr bwMode="auto">
            <a:xfrm>
              <a:off x="2498924" y="2944473"/>
              <a:ext cx="889086" cy="1000298"/>
            </a:xfrm>
            <a:custGeom>
              <a:avLst/>
              <a:gdLst>
                <a:gd name="T0" fmla="*/ 0 w 120000"/>
                <a:gd name="T1" fmla="*/ 0 h 120000"/>
                <a:gd name="T2" fmla="*/ 120000 w 120000"/>
                <a:gd name="T3" fmla="*/ 120000 h 120000"/>
              </a:gdLst>
              <a:ahLst/>
              <a:cxnLst>
                <a:cxn ang="0">
                  <a:pos x="120000" y="81905"/>
                </a:cxn>
                <a:cxn ang="0">
                  <a:pos x="120000" y="109333"/>
                </a:cxn>
                <a:cxn ang="0">
                  <a:pos x="62950" y="120000"/>
                </a:cxn>
                <a:cxn ang="0">
                  <a:pos x="5901" y="109333"/>
                </a:cxn>
                <a:cxn ang="0">
                  <a:pos x="5901" y="91811"/>
                </a:cxn>
                <a:cxn ang="0">
                  <a:pos x="22199" y="52572"/>
                </a:cxn>
                <a:cxn ang="0">
                  <a:pos x="20485" y="48761"/>
                </a:cxn>
                <a:cxn ang="0">
                  <a:pos x="14904" y="49144"/>
                </a:cxn>
                <a:cxn ang="0">
                  <a:pos x="6755" y="49522"/>
                </a:cxn>
                <a:cxn ang="0">
                  <a:pos x="753" y="37716"/>
                </a:cxn>
                <a:cxn ang="0">
                  <a:pos x="14050" y="32383"/>
                </a:cxn>
                <a:cxn ang="0">
                  <a:pos x="20052" y="37716"/>
                </a:cxn>
                <a:cxn ang="0">
                  <a:pos x="23486" y="41144"/>
                </a:cxn>
                <a:cxn ang="0">
                  <a:pos x="28201" y="39616"/>
                </a:cxn>
                <a:cxn ang="0">
                  <a:pos x="44932" y="0"/>
                </a:cxn>
                <a:cxn ang="0">
                  <a:pos x="73673" y="31616"/>
                </a:cxn>
                <a:cxn ang="0">
                  <a:pos x="73246" y="31616"/>
                </a:cxn>
                <a:cxn ang="0">
                  <a:pos x="61663" y="34283"/>
                </a:cxn>
                <a:cxn ang="0">
                  <a:pos x="59516" y="52950"/>
                </a:cxn>
                <a:cxn ang="0">
                  <a:pos x="80535" y="54855"/>
                </a:cxn>
                <a:cxn ang="0">
                  <a:pos x="85683" y="44950"/>
                </a:cxn>
                <a:cxn ang="0">
                  <a:pos x="85683" y="44572"/>
                </a:cxn>
                <a:cxn ang="0">
                  <a:pos x="120000" y="81905"/>
                </a:cxn>
              </a:cxnLst>
              <a:rect l="T0" t="T1" r="T2" b="T3"/>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w="9525">
              <a:noFill/>
              <a:round/>
              <a:headEnd/>
              <a:tailEnd/>
            </a:ln>
          </p:spPr>
          <p:txBody>
            <a:bodyPr lIns="45700" tIns="45700" rIns="45700" bIns="45700"/>
            <a:lstStyle/>
            <a:p>
              <a:pPr>
                <a:defRPr/>
              </a:pPr>
              <a:endParaRPr lang="en-US"/>
            </a:p>
          </p:txBody>
        </p:sp>
        <p:sp>
          <p:nvSpPr>
            <p:cNvPr id="8" name="Google Shape;198;p9">
              <a:extLst>
                <a:ext uri="{FF2B5EF4-FFF2-40B4-BE49-F238E27FC236}">
                  <a16:creationId xmlns:a16="http://schemas.microsoft.com/office/drawing/2014/main" id="{3523C39C-1F91-5D62-5BD5-4408C917C90A}"/>
                </a:ext>
              </a:extLst>
            </p:cNvPr>
            <p:cNvSpPr>
              <a:spLocks/>
            </p:cNvSpPr>
            <p:nvPr/>
          </p:nvSpPr>
          <p:spPr bwMode="auto">
            <a:xfrm>
              <a:off x="2857734" y="2801574"/>
              <a:ext cx="752548" cy="771658"/>
            </a:xfrm>
            <a:custGeom>
              <a:avLst/>
              <a:gdLst>
                <a:gd name="T0" fmla="*/ 0 w 120000"/>
                <a:gd name="T1" fmla="*/ 0 h 120000"/>
                <a:gd name="T2" fmla="*/ 120000 w 120000"/>
                <a:gd name="T3" fmla="*/ 120000 h 120000"/>
              </a:gdLst>
              <a:ahLst/>
              <a:cxnLst>
                <a:cxn ang="0">
                  <a:pos x="120000" y="0"/>
                </a:cxn>
                <a:cxn ang="0">
                  <a:pos x="96200" y="49877"/>
                </a:cxn>
                <a:cxn ang="0">
                  <a:pos x="84555" y="110122"/>
                </a:cxn>
                <a:cxn ang="0">
                  <a:pos x="84555" y="120000"/>
                </a:cxn>
                <a:cxn ang="0">
                  <a:pos x="47088" y="75555"/>
                </a:cxn>
                <a:cxn ang="0">
                  <a:pos x="41516" y="75061"/>
                </a:cxn>
                <a:cxn ang="0">
                  <a:pos x="38988" y="80494"/>
                </a:cxn>
                <a:cxn ang="0">
                  <a:pos x="34427" y="89383"/>
                </a:cxn>
                <a:cxn ang="0">
                  <a:pos x="17216" y="87405"/>
                </a:cxn>
                <a:cxn ang="0">
                  <a:pos x="19238" y="70616"/>
                </a:cxn>
                <a:cxn ang="0">
                  <a:pos x="28861" y="68150"/>
                </a:cxn>
                <a:cxn ang="0">
                  <a:pos x="34938" y="66666"/>
                </a:cxn>
                <a:cxn ang="0">
                  <a:pos x="35444" y="61233"/>
                </a:cxn>
                <a:cxn ang="0">
                  <a:pos x="0" y="18766"/>
                </a:cxn>
                <a:cxn ang="0">
                  <a:pos x="53166" y="10372"/>
                </a:cxn>
                <a:cxn ang="0">
                  <a:pos x="53166" y="10866"/>
                </a:cxn>
                <a:cxn ang="0">
                  <a:pos x="49116" y="24200"/>
                </a:cxn>
                <a:cxn ang="0">
                  <a:pos x="69366" y="38516"/>
                </a:cxn>
                <a:cxn ang="0">
                  <a:pos x="84050" y="18766"/>
                </a:cxn>
                <a:cxn ang="0">
                  <a:pos x="75950" y="7405"/>
                </a:cxn>
                <a:cxn ang="0">
                  <a:pos x="75444" y="6911"/>
                </a:cxn>
                <a:cxn ang="0">
                  <a:pos x="120000" y="0"/>
                </a:cxn>
              </a:cxnLst>
              <a:rect l="T0" t="T1" r="T2" b="T3"/>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w="9525">
              <a:noFill/>
              <a:round/>
              <a:headEnd/>
              <a:tailEnd/>
            </a:ln>
          </p:spPr>
          <p:txBody>
            <a:bodyPr lIns="45700" tIns="45700" rIns="45700" bIns="45700"/>
            <a:lstStyle/>
            <a:p>
              <a:pPr>
                <a:defRPr/>
              </a:pPr>
              <a:endParaRPr lang="en-US"/>
            </a:p>
          </p:txBody>
        </p:sp>
        <p:sp>
          <p:nvSpPr>
            <p:cNvPr id="9" name="Google Shape;199;p9">
              <a:extLst>
                <a:ext uri="{FF2B5EF4-FFF2-40B4-BE49-F238E27FC236}">
                  <a16:creationId xmlns:a16="http://schemas.microsoft.com/office/drawing/2014/main" id="{EA898FE7-0E4D-11E5-5CB2-63D1F7397EC7}"/>
                </a:ext>
              </a:extLst>
            </p:cNvPr>
            <p:cNvSpPr>
              <a:spLocks/>
            </p:cNvSpPr>
            <p:nvPr/>
          </p:nvSpPr>
          <p:spPr bwMode="auto">
            <a:xfrm>
              <a:off x="2668804" y="4086083"/>
              <a:ext cx="595370" cy="182595"/>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3127"/>
                </a:cxn>
                <a:cxn ang="0">
                  <a:pos x="46989" y="109003"/>
                </a:cxn>
                <a:cxn ang="0">
                  <a:pos x="72601" y="109003"/>
                </a:cxn>
                <a:cxn ang="0">
                  <a:pos x="118056" y="23127"/>
                </a:cxn>
                <a:cxn ang="0">
                  <a:pos x="119333" y="6370"/>
                </a:cxn>
                <a:cxn ang="0">
                  <a:pos x="116134" y="87"/>
                </a:cxn>
              </a:cxnLst>
              <a:rect l="T0" t="T1" r="T2" b="T3"/>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sp>
          <p:nvSpPr>
            <p:cNvPr id="10" name="Google Shape;200;p9">
              <a:extLst>
                <a:ext uri="{FF2B5EF4-FFF2-40B4-BE49-F238E27FC236}">
                  <a16:creationId xmlns:a16="http://schemas.microsoft.com/office/drawing/2014/main" id="{74D90570-6E5C-A722-4BBA-29DF781952CC}"/>
                </a:ext>
              </a:extLst>
            </p:cNvPr>
            <p:cNvSpPr>
              <a:spLocks/>
            </p:cNvSpPr>
            <p:nvPr/>
          </p:nvSpPr>
          <p:spPr bwMode="auto">
            <a:xfrm>
              <a:off x="2668804" y="4228982"/>
              <a:ext cx="595370" cy="182595"/>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5221"/>
                </a:cxn>
                <a:cxn ang="0">
                  <a:pos x="46989" y="109003"/>
                </a:cxn>
                <a:cxn ang="0">
                  <a:pos x="72601" y="109003"/>
                </a:cxn>
                <a:cxn ang="0">
                  <a:pos x="118056" y="25221"/>
                </a:cxn>
                <a:cxn ang="0">
                  <a:pos x="119333" y="6370"/>
                </a:cxn>
                <a:cxn ang="0">
                  <a:pos x="116134" y="87"/>
                </a:cxn>
              </a:cxnLst>
              <a:rect l="T0" t="T1" r="T2" b="T3"/>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w="9525">
              <a:noFill/>
              <a:round/>
              <a:headEnd/>
              <a:tailEnd/>
            </a:ln>
          </p:spPr>
          <p:txBody>
            <a:bodyPr lIns="45700" tIns="45700" rIns="45700" bIns="45700"/>
            <a:lstStyle/>
            <a:p>
              <a:pPr>
                <a:defRPr/>
              </a:pPr>
              <a:endParaRPr lang="en-US"/>
            </a:p>
          </p:txBody>
        </p:sp>
        <p:sp>
          <p:nvSpPr>
            <p:cNvPr id="11" name="Google Shape;201;p9">
              <a:extLst>
                <a:ext uri="{FF2B5EF4-FFF2-40B4-BE49-F238E27FC236}">
                  <a16:creationId xmlns:a16="http://schemas.microsoft.com/office/drawing/2014/main" id="{FF1FEE92-6936-3F1D-F2B5-1AC1D5A5E5C3}"/>
                </a:ext>
              </a:extLst>
            </p:cNvPr>
            <p:cNvSpPr>
              <a:spLocks/>
            </p:cNvSpPr>
            <p:nvPr/>
          </p:nvSpPr>
          <p:spPr bwMode="auto">
            <a:xfrm>
              <a:off x="2668804" y="4375057"/>
              <a:ext cx="595370" cy="182595"/>
            </a:xfrm>
            <a:custGeom>
              <a:avLst/>
              <a:gdLst>
                <a:gd name="T0" fmla="*/ 0 w 120000"/>
                <a:gd name="T1" fmla="*/ 0 h 120000"/>
                <a:gd name="T2" fmla="*/ 120000 w 120000"/>
                <a:gd name="T3" fmla="*/ 120000 h 120000"/>
              </a:gdLst>
              <a:ahLst/>
              <a:cxnLst>
                <a:cxn ang="0">
                  <a:pos x="116134" y="780"/>
                </a:cxn>
                <a:cxn ang="0">
                  <a:pos x="114213" y="780"/>
                </a:cxn>
                <a:cxn ang="0">
                  <a:pos x="68758" y="86160"/>
                </a:cxn>
                <a:cxn ang="0">
                  <a:pos x="50832" y="86160"/>
                </a:cxn>
                <a:cxn ang="0">
                  <a:pos x="5377" y="780"/>
                </a:cxn>
                <a:cxn ang="0">
                  <a:pos x="252" y="7028"/>
                </a:cxn>
                <a:cxn ang="0">
                  <a:pos x="1534" y="23687"/>
                </a:cxn>
                <a:cxn ang="0">
                  <a:pos x="46989" y="109067"/>
                </a:cxn>
                <a:cxn ang="0">
                  <a:pos x="72601" y="109067"/>
                </a:cxn>
                <a:cxn ang="0">
                  <a:pos x="118056" y="23687"/>
                </a:cxn>
                <a:cxn ang="0">
                  <a:pos x="119333" y="7028"/>
                </a:cxn>
                <a:cxn ang="0">
                  <a:pos x="116134" y="780"/>
                </a:cxn>
              </a:cxnLst>
              <a:rect l="T0" t="T1" r="T2" b="T3"/>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grpSp>
      <p:grpSp>
        <p:nvGrpSpPr>
          <p:cNvPr id="12" name="Google Shape;202;p9">
            <a:extLst>
              <a:ext uri="{FF2B5EF4-FFF2-40B4-BE49-F238E27FC236}">
                <a16:creationId xmlns:a16="http://schemas.microsoft.com/office/drawing/2014/main" id="{F2414CB5-C226-BB51-ABBA-40BF648FE53B}"/>
              </a:ext>
            </a:extLst>
          </p:cNvPr>
          <p:cNvGrpSpPr>
            <a:grpSpLocks/>
          </p:cNvGrpSpPr>
          <p:nvPr/>
        </p:nvGrpSpPr>
        <p:grpSpPr bwMode="auto">
          <a:xfrm>
            <a:off x="4043363" y="1954213"/>
            <a:ext cx="1620837" cy="2603500"/>
            <a:chOff x="4044026" y="1953702"/>
            <a:chExt cx="1619441" cy="2603950"/>
          </a:xfrm>
        </p:grpSpPr>
        <p:sp>
          <p:nvSpPr>
            <p:cNvPr id="13" name="Google Shape;203;p9">
              <a:extLst>
                <a:ext uri="{FF2B5EF4-FFF2-40B4-BE49-F238E27FC236}">
                  <a16:creationId xmlns:a16="http://schemas.microsoft.com/office/drawing/2014/main" id="{C9393499-C215-F211-4CEF-794BE40EC4BD}"/>
                </a:ext>
              </a:extLst>
            </p:cNvPr>
            <p:cNvSpPr>
              <a:spLocks/>
            </p:cNvSpPr>
            <p:nvPr/>
          </p:nvSpPr>
          <p:spPr bwMode="auto">
            <a:xfrm>
              <a:off x="4320013" y="1953702"/>
              <a:ext cx="869201" cy="924085"/>
            </a:xfrm>
            <a:custGeom>
              <a:avLst/>
              <a:gdLst>
                <a:gd name="T0" fmla="*/ 0 w 120000"/>
                <a:gd name="T1" fmla="*/ 0 h 120000"/>
                <a:gd name="T2" fmla="*/ 120000 w 120000"/>
                <a:gd name="T3" fmla="*/ 120000 h 120000"/>
              </a:gdLst>
              <a:ahLst/>
              <a:cxnLst>
                <a:cxn ang="0">
                  <a:pos x="118689" y="79161"/>
                </a:cxn>
                <a:cxn ang="0">
                  <a:pos x="105112" y="84933"/>
                </a:cxn>
                <a:cxn ang="0">
                  <a:pos x="98978" y="79161"/>
                </a:cxn>
                <a:cxn ang="0">
                  <a:pos x="95036" y="75444"/>
                </a:cxn>
                <a:cxn ang="0">
                  <a:pos x="90659" y="77512"/>
                </a:cxn>
                <a:cxn ang="0">
                  <a:pos x="73580" y="120000"/>
                </a:cxn>
                <a:cxn ang="0">
                  <a:pos x="43799" y="86174"/>
                </a:cxn>
                <a:cxn ang="0">
                  <a:pos x="44234" y="86174"/>
                </a:cxn>
                <a:cxn ang="0">
                  <a:pos x="56495" y="82871"/>
                </a:cxn>
                <a:cxn ang="0">
                  <a:pos x="58251" y="63072"/>
                </a:cxn>
                <a:cxn ang="0">
                  <a:pos x="37225" y="61010"/>
                </a:cxn>
                <a:cxn ang="0">
                  <a:pos x="31531" y="71320"/>
                </a:cxn>
                <a:cxn ang="0">
                  <a:pos x="31531" y="71734"/>
                </a:cxn>
                <a:cxn ang="0">
                  <a:pos x="0" y="35433"/>
                </a:cxn>
                <a:cxn ang="0">
                  <a:pos x="21461" y="14807"/>
                </a:cxn>
                <a:cxn ang="0">
                  <a:pos x="120000" y="4083"/>
                </a:cxn>
                <a:cxn ang="0">
                  <a:pos x="96352" y="63072"/>
                </a:cxn>
                <a:cxn ang="0">
                  <a:pos x="96352" y="63072"/>
                </a:cxn>
                <a:cxn ang="0">
                  <a:pos x="98543" y="67196"/>
                </a:cxn>
                <a:cxn ang="0">
                  <a:pos x="103796" y="67196"/>
                </a:cxn>
                <a:cxn ang="0">
                  <a:pos x="112556" y="66369"/>
                </a:cxn>
                <a:cxn ang="0">
                  <a:pos x="118689" y="79161"/>
                </a:cxn>
              </a:cxnLst>
              <a:rect l="T0" t="T1" r="T2" b="T3"/>
              <a:pathLst>
                <a:path w="120000" h="120000" extrusionOk="0">
                  <a:moveTo>
                    <a:pt x="118689" y="79161"/>
                  </a:moveTo>
                  <a:cubicBezTo>
                    <a:pt x="116498" y="84525"/>
                    <a:pt x="110364" y="86995"/>
                    <a:pt x="105112" y="84933"/>
                  </a:cubicBezTo>
                  <a:cubicBezTo>
                    <a:pt x="102045" y="84112"/>
                    <a:pt x="99854" y="81636"/>
                    <a:pt x="98978" y="79161"/>
                  </a:cubicBezTo>
                  <a:cubicBezTo>
                    <a:pt x="98103" y="77512"/>
                    <a:pt x="96792" y="76272"/>
                    <a:pt x="95036" y="75444"/>
                  </a:cubicBezTo>
                  <a:cubicBezTo>
                    <a:pt x="93285" y="75037"/>
                    <a:pt x="91094" y="75858"/>
                    <a:pt x="90659" y="77512"/>
                  </a:cubicBezTo>
                  <a:cubicBezTo>
                    <a:pt x="73580" y="120000"/>
                    <a:pt x="73580" y="120000"/>
                    <a:pt x="73580" y="120000"/>
                  </a:cubicBezTo>
                  <a:cubicBezTo>
                    <a:pt x="43799" y="86174"/>
                    <a:pt x="43799" y="86174"/>
                    <a:pt x="43799" y="86174"/>
                  </a:cubicBezTo>
                  <a:cubicBezTo>
                    <a:pt x="43799" y="86174"/>
                    <a:pt x="44234" y="86174"/>
                    <a:pt x="44234" y="86174"/>
                  </a:cubicBezTo>
                  <a:cubicBezTo>
                    <a:pt x="48616" y="86588"/>
                    <a:pt x="52993" y="85760"/>
                    <a:pt x="56495" y="82871"/>
                  </a:cubicBezTo>
                  <a:cubicBezTo>
                    <a:pt x="62629" y="77920"/>
                    <a:pt x="63504" y="68845"/>
                    <a:pt x="58251" y="63072"/>
                  </a:cubicBezTo>
                  <a:cubicBezTo>
                    <a:pt x="52993" y="56886"/>
                    <a:pt x="43358" y="56059"/>
                    <a:pt x="37225" y="61010"/>
                  </a:cubicBezTo>
                  <a:cubicBezTo>
                    <a:pt x="33723" y="63486"/>
                    <a:pt x="31531" y="67196"/>
                    <a:pt x="31531" y="71320"/>
                  </a:cubicBezTo>
                  <a:cubicBezTo>
                    <a:pt x="31531" y="71734"/>
                    <a:pt x="31531" y="71734"/>
                    <a:pt x="31531" y="71734"/>
                  </a:cubicBezTo>
                  <a:cubicBezTo>
                    <a:pt x="0" y="35433"/>
                    <a:pt x="0" y="35433"/>
                    <a:pt x="0" y="35433"/>
                  </a:cubicBezTo>
                  <a:cubicBezTo>
                    <a:pt x="7008" y="26357"/>
                    <a:pt x="14893" y="19344"/>
                    <a:pt x="21461" y="14807"/>
                  </a:cubicBezTo>
                  <a:cubicBezTo>
                    <a:pt x="36349" y="4083"/>
                    <a:pt x="81459" y="-5819"/>
                    <a:pt x="120000" y="4083"/>
                  </a:cubicBezTo>
                  <a:cubicBezTo>
                    <a:pt x="96352" y="63072"/>
                    <a:pt x="96352" y="63072"/>
                    <a:pt x="96352" y="63072"/>
                  </a:cubicBezTo>
                  <a:cubicBezTo>
                    <a:pt x="96352" y="63072"/>
                    <a:pt x="96352" y="63072"/>
                    <a:pt x="96352" y="63072"/>
                  </a:cubicBezTo>
                  <a:cubicBezTo>
                    <a:pt x="95476" y="64721"/>
                    <a:pt x="96352" y="66783"/>
                    <a:pt x="98543" y="67196"/>
                  </a:cubicBezTo>
                  <a:cubicBezTo>
                    <a:pt x="100294" y="68023"/>
                    <a:pt x="102045" y="68023"/>
                    <a:pt x="103796" y="67196"/>
                  </a:cubicBezTo>
                  <a:cubicBezTo>
                    <a:pt x="106428" y="65548"/>
                    <a:pt x="109489" y="65548"/>
                    <a:pt x="112556" y="66369"/>
                  </a:cubicBezTo>
                  <a:cubicBezTo>
                    <a:pt x="117814" y="68437"/>
                    <a:pt x="120440" y="74209"/>
                    <a:pt x="118689" y="79161"/>
                  </a:cubicBezTo>
                  <a:close/>
                </a:path>
              </a:pathLst>
            </a:custGeom>
            <a:solidFill>
              <a:schemeClr val="accent2">
                <a:alpha val="54509"/>
              </a:schemeClr>
            </a:solidFill>
            <a:ln w="9525">
              <a:noFill/>
              <a:round/>
              <a:headEnd/>
              <a:tailEnd/>
            </a:ln>
          </p:spPr>
          <p:txBody>
            <a:bodyPr lIns="45700" tIns="45700" rIns="45700" bIns="45700"/>
            <a:lstStyle/>
            <a:p>
              <a:pPr>
                <a:defRPr/>
              </a:pPr>
              <a:endParaRPr lang="en-US"/>
            </a:p>
          </p:txBody>
        </p:sp>
        <p:sp>
          <p:nvSpPr>
            <p:cNvPr id="14" name="Google Shape;204;p9">
              <a:extLst>
                <a:ext uri="{FF2B5EF4-FFF2-40B4-BE49-F238E27FC236}">
                  <a16:creationId xmlns:a16="http://schemas.microsoft.com/office/drawing/2014/main" id="{C8F80FC3-E53A-2F6E-BE22-A83B2BB9C6B0}"/>
                </a:ext>
              </a:extLst>
            </p:cNvPr>
            <p:cNvSpPr>
              <a:spLocks/>
            </p:cNvSpPr>
            <p:nvPr/>
          </p:nvSpPr>
          <p:spPr bwMode="auto">
            <a:xfrm>
              <a:off x="4884676" y="1994984"/>
              <a:ext cx="778791" cy="1022527"/>
            </a:xfrm>
            <a:custGeom>
              <a:avLst/>
              <a:gdLst>
                <a:gd name="T0" fmla="*/ 0 w 120000"/>
                <a:gd name="T1" fmla="*/ 0 h 120000"/>
                <a:gd name="T2" fmla="*/ 120000 w 120000"/>
                <a:gd name="T3" fmla="*/ 120000 h 120000"/>
              </a:gdLst>
              <a:ahLst/>
              <a:cxnLst>
                <a:cxn ang="0">
                  <a:pos x="119831" y="76334"/>
                </a:cxn>
                <a:cxn ang="0">
                  <a:pos x="117871" y="90107"/>
                </a:cxn>
                <a:cxn ang="0">
                  <a:pos x="70919" y="96067"/>
                </a:cxn>
                <a:cxn ang="0">
                  <a:pos x="67982" y="99418"/>
                </a:cxn>
                <a:cxn ang="0">
                  <a:pos x="71408" y="103512"/>
                </a:cxn>
                <a:cxn ang="0">
                  <a:pos x="76787" y="109471"/>
                </a:cxn>
                <a:cxn ang="0">
                  <a:pos x="67005" y="119899"/>
                </a:cxn>
                <a:cxn ang="0">
                  <a:pos x="53803" y="112448"/>
                </a:cxn>
                <a:cxn ang="0">
                  <a:pos x="56245" y="105377"/>
                </a:cxn>
                <a:cxn ang="0">
                  <a:pos x="57711" y="100909"/>
                </a:cxn>
                <a:cxn ang="0">
                  <a:pos x="53314" y="98301"/>
                </a:cxn>
                <a:cxn ang="0">
                  <a:pos x="53314" y="98301"/>
                </a:cxn>
                <a:cxn ang="0">
                  <a:pos x="0" y="105003"/>
                </a:cxn>
                <a:cxn ang="0">
                  <a:pos x="18099" y="67766"/>
                </a:cxn>
                <a:cxn ang="0">
                  <a:pos x="18587" y="68140"/>
                </a:cxn>
                <a:cxn ang="0">
                  <a:pos x="28370" y="75585"/>
                </a:cxn>
                <a:cxn ang="0">
                  <a:pos x="50377" y="68140"/>
                </a:cxn>
                <a:cxn ang="0">
                  <a:pos x="40106" y="51384"/>
                </a:cxn>
                <a:cxn ang="0">
                  <a:pos x="26410" y="52127"/>
                </a:cxn>
                <a:cxn ang="0">
                  <a:pos x="25921" y="52501"/>
                </a:cxn>
                <a:cxn ang="0">
                  <a:pos x="51843" y="0"/>
                </a:cxn>
                <a:cxn ang="0">
                  <a:pos x="67982" y="5211"/>
                </a:cxn>
                <a:cxn ang="0">
                  <a:pos x="119831" y="76334"/>
                </a:cxn>
              </a:cxnLst>
              <a:rect l="T0" t="T1" r="T2" b="T3"/>
              <a:pathLst>
                <a:path w="120000" h="120000" extrusionOk="0">
                  <a:moveTo>
                    <a:pt x="119831" y="76334"/>
                  </a:moveTo>
                  <a:cubicBezTo>
                    <a:pt x="119831" y="81171"/>
                    <a:pt x="118854" y="86013"/>
                    <a:pt x="117871" y="90107"/>
                  </a:cubicBezTo>
                  <a:cubicBezTo>
                    <a:pt x="70919" y="96067"/>
                    <a:pt x="70919" y="96067"/>
                    <a:pt x="70919" y="96067"/>
                  </a:cubicBezTo>
                  <a:cubicBezTo>
                    <a:pt x="68965" y="96441"/>
                    <a:pt x="67494" y="97926"/>
                    <a:pt x="67982" y="99418"/>
                  </a:cubicBezTo>
                  <a:cubicBezTo>
                    <a:pt x="68476" y="101278"/>
                    <a:pt x="69453" y="102395"/>
                    <a:pt x="71408" y="103512"/>
                  </a:cubicBezTo>
                  <a:cubicBezTo>
                    <a:pt x="73856" y="104629"/>
                    <a:pt x="76299" y="106863"/>
                    <a:pt x="76787" y="109471"/>
                  </a:cubicBezTo>
                  <a:cubicBezTo>
                    <a:pt x="77764" y="114314"/>
                    <a:pt x="73367" y="118782"/>
                    <a:pt x="67005" y="119899"/>
                  </a:cubicBezTo>
                  <a:cubicBezTo>
                    <a:pt x="60648" y="120642"/>
                    <a:pt x="54780" y="117291"/>
                    <a:pt x="53803" y="112448"/>
                  </a:cubicBezTo>
                  <a:cubicBezTo>
                    <a:pt x="52820" y="109845"/>
                    <a:pt x="53803" y="107237"/>
                    <a:pt x="56245" y="105377"/>
                  </a:cubicBezTo>
                  <a:cubicBezTo>
                    <a:pt x="57223" y="103886"/>
                    <a:pt x="58205" y="102395"/>
                    <a:pt x="57711" y="100909"/>
                  </a:cubicBezTo>
                  <a:cubicBezTo>
                    <a:pt x="57223" y="99043"/>
                    <a:pt x="55268" y="98301"/>
                    <a:pt x="53314" y="98301"/>
                  </a:cubicBezTo>
                  <a:cubicBezTo>
                    <a:pt x="53314" y="98301"/>
                    <a:pt x="53314" y="98301"/>
                    <a:pt x="53314" y="98301"/>
                  </a:cubicBezTo>
                  <a:cubicBezTo>
                    <a:pt x="0" y="105003"/>
                    <a:pt x="0" y="105003"/>
                    <a:pt x="0" y="105003"/>
                  </a:cubicBezTo>
                  <a:cubicBezTo>
                    <a:pt x="18099" y="67766"/>
                    <a:pt x="18099" y="67766"/>
                    <a:pt x="18099" y="67766"/>
                  </a:cubicBezTo>
                  <a:cubicBezTo>
                    <a:pt x="18587" y="67766"/>
                    <a:pt x="18587" y="68140"/>
                    <a:pt x="18587" y="68140"/>
                  </a:cubicBezTo>
                  <a:cubicBezTo>
                    <a:pt x="20053" y="71491"/>
                    <a:pt x="23967" y="74100"/>
                    <a:pt x="28370" y="75585"/>
                  </a:cubicBezTo>
                  <a:cubicBezTo>
                    <a:pt x="37169" y="78194"/>
                    <a:pt x="46952" y="74842"/>
                    <a:pt x="50377" y="68140"/>
                  </a:cubicBezTo>
                  <a:cubicBezTo>
                    <a:pt x="53314" y="61438"/>
                    <a:pt x="48911" y="53993"/>
                    <a:pt x="40106" y="51384"/>
                  </a:cubicBezTo>
                  <a:cubicBezTo>
                    <a:pt x="35704" y="50267"/>
                    <a:pt x="30812" y="50641"/>
                    <a:pt x="26410" y="52127"/>
                  </a:cubicBezTo>
                  <a:cubicBezTo>
                    <a:pt x="26410" y="52127"/>
                    <a:pt x="25921" y="52127"/>
                    <a:pt x="25921" y="52501"/>
                  </a:cubicBezTo>
                  <a:cubicBezTo>
                    <a:pt x="51843" y="0"/>
                    <a:pt x="51843" y="0"/>
                    <a:pt x="51843" y="0"/>
                  </a:cubicBezTo>
                  <a:cubicBezTo>
                    <a:pt x="57223" y="1491"/>
                    <a:pt x="63091" y="2976"/>
                    <a:pt x="67982" y="5211"/>
                  </a:cubicBezTo>
                  <a:cubicBezTo>
                    <a:pt x="113963" y="23458"/>
                    <a:pt x="121297" y="48776"/>
                    <a:pt x="119831" y="76334"/>
                  </a:cubicBezTo>
                  <a:close/>
                </a:path>
              </a:pathLst>
            </a:custGeom>
            <a:solidFill>
              <a:schemeClr val="accent2">
                <a:alpha val="39999"/>
              </a:schemeClr>
            </a:solidFill>
            <a:ln w="9525">
              <a:noFill/>
              <a:round/>
              <a:headEnd/>
              <a:tailEnd/>
            </a:ln>
          </p:spPr>
          <p:txBody>
            <a:bodyPr lIns="45700" tIns="45700" rIns="45700" bIns="45700"/>
            <a:lstStyle/>
            <a:p>
              <a:pPr>
                <a:defRPr/>
              </a:pPr>
              <a:endParaRPr lang="en-US"/>
            </a:p>
          </p:txBody>
        </p:sp>
        <p:sp>
          <p:nvSpPr>
            <p:cNvPr id="15" name="Google Shape;205;p9">
              <a:extLst>
                <a:ext uri="{FF2B5EF4-FFF2-40B4-BE49-F238E27FC236}">
                  <a16:creationId xmlns:a16="http://schemas.microsoft.com/office/drawing/2014/main" id="{31818EBD-1231-FB12-8793-61E58A4CD7D1}"/>
                </a:ext>
              </a:extLst>
            </p:cNvPr>
            <p:cNvSpPr>
              <a:spLocks/>
            </p:cNvSpPr>
            <p:nvPr/>
          </p:nvSpPr>
          <p:spPr bwMode="auto">
            <a:xfrm>
              <a:off x="4064645" y="2255379"/>
              <a:ext cx="762930" cy="768483"/>
            </a:xfrm>
            <a:custGeom>
              <a:avLst/>
              <a:gdLst>
                <a:gd name="T0" fmla="*/ 0 w 120000"/>
                <a:gd name="T1" fmla="*/ 0 h 120000"/>
                <a:gd name="T2" fmla="*/ 120000 w 120000"/>
                <a:gd name="T3" fmla="*/ 120000 h 120000"/>
              </a:gdLst>
              <a:ahLst/>
              <a:cxnLst>
                <a:cxn ang="0">
                  <a:pos x="67500" y="109088"/>
                </a:cxn>
                <a:cxn ang="0">
                  <a:pos x="71000" y="95205"/>
                </a:cxn>
                <a:cxn ang="0">
                  <a:pos x="51000" y="81322"/>
                </a:cxn>
                <a:cxn ang="0">
                  <a:pos x="37000" y="100661"/>
                </a:cxn>
                <a:cxn ang="0">
                  <a:pos x="45000" y="112561"/>
                </a:cxn>
                <a:cxn ang="0">
                  <a:pos x="45000" y="112561"/>
                </a:cxn>
                <a:cxn ang="0">
                  <a:pos x="0" y="120000"/>
                </a:cxn>
                <a:cxn ang="0">
                  <a:pos x="5000" y="111572"/>
                </a:cxn>
                <a:cxn ang="0">
                  <a:pos x="24000" y="83305"/>
                </a:cxn>
                <a:cxn ang="0">
                  <a:pos x="25000" y="73883"/>
                </a:cxn>
                <a:cxn ang="0">
                  <a:pos x="36500" y="0"/>
                </a:cxn>
                <a:cxn ang="0">
                  <a:pos x="73000" y="44133"/>
                </a:cxn>
                <a:cxn ang="0">
                  <a:pos x="78500" y="44627"/>
                </a:cxn>
                <a:cxn ang="0">
                  <a:pos x="81500" y="39172"/>
                </a:cxn>
                <a:cxn ang="0">
                  <a:pos x="85500" y="30250"/>
                </a:cxn>
                <a:cxn ang="0">
                  <a:pos x="102500" y="31733"/>
                </a:cxn>
                <a:cxn ang="0">
                  <a:pos x="101000" y="48594"/>
                </a:cxn>
                <a:cxn ang="0">
                  <a:pos x="91500" y="51072"/>
                </a:cxn>
                <a:cxn ang="0">
                  <a:pos x="85500" y="52561"/>
                </a:cxn>
                <a:cxn ang="0">
                  <a:pos x="85000" y="58016"/>
                </a:cxn>
                <a:cxn ang="0">
                  <a:pos x="120000" y="100661"/>
                </a:cxn>
                <a:cxn ang="0">
                  <a:pos x="67000" y="109088"/>
                </a:cxn>
                <a:cxn ang="0">
                  <a:pos x="67500" y="109088"/>
                </a:cxn>
              </a:cxnLst>
              <a:rect l="T0" t="T1" r="T2" b="T3"/>
              <a:pathLst>
                <a:path w="120000" h="120000" extrusionOk="0">
                  <a:moveTo>
                    <a:pt x="67500" y="109088"/>
                  </a:moveTo>
                  <a:cubicBezTo>
                    <a:pt x="70500" y="105122"/>
                    <a:pt x="72000" y="100166"/>
                    <a:pt x="71000" y="95205"/>
                  </a:cubicBezTo>
                  <a:cubicBezTo>
                    <a:pt x="69500" y="85783"/>
                    <a:pt x="60500" y="79338"/>
                    <a:pt x="51000" y="81322"/>
                  </a:cubicBezTo>
                  <a:cubicBezTo>
                    <a:pt x="42000" y="82811"/>
                    <a:pt x="35500" y="91238"/>
                    <a:pt x="37000" y="100661"/>
                  </a:cubicBezTo>
                  <a:cubicBezTo>
                    <a:pt x="37500" y="105622"/>
                    <a:pt x="40500" y="110083"/>
                    <a:pt x="45000" y="112561"/>
                  </a:cubicBezTo>
                  <a:cubicBezTo>
                    <a:pt x="45000" y="112561"/>
                    <a:pt x="45000" y="112561"/>
                    <a:pt x="45000" y="112561"/>
                  </a:cubicBezTo>
                  <a:cubicBezTo>
                    <a:pt x="0" y="120000"/>
                    <a:pt x="0" y="120000"/>
                    <a:pt x="0" y="120000"/>
                  </a:cubicBezTo>
                  <a:cubicBezTo>
                    <a:pt x="1500" y="117522"/>
                    <a:pt x="3000" y="114544"/>
                    <a:pt x="5000" y="111572"/>
                  </a:cubicBezTo>
                  <a:cubicBezTo>
                    <a:pt x="7000" y="108594"/>
                    <a:pt x="18500" y="91733"/>
                    <a:pt x="24000" y="83305"/>
                  </a:cubicBezTo>
                  <a:cubicBezTo>
                    <a:pt x="25500" y="80333"/>
                    <a:pt x="26000" y="76861"/>
                    <a:pt x="25000" y="73883"/>
                  </a:cubicBezTo>
                  <a:cubicBezTo>
                    <a:pt x="16000" y="44133"/>
                    <a:pt x="24000" y="18844"/>
                    <a:pt x="36500" y="0"/>
                  </a:cubicBezTo>
                  <a:cubicBezTo>
                    <a:pt x="73000" y="44133"/>
                    <a:pt x="73000" y="44133"/>
                    <a:pt x="73000" y="44133"/>
                  </a:cubicBezTo>
                  <a:cubicBezTo>
                    <a:pt x="74500" y="45622"/>
                    <a:pt x="77000" y="46116"/>
                    <a:pt x="78500" y="44627"/>
                  </a:cubicBezTo>
                  <a:cubicBezTo>
                    <a:pt x="80500" y="43138"/>
                    <a:pt x="81500" y="41155"/>
                    <a:pt x="81500" y="39172"/>
                  </a:cubicBezTo>
                  <a:cubicBezTo>
                    <a:pt x="81500" y="35700"/>
                    <a:pt x="83000" y="32727"/>
                    <a:pt x="85500" y="30250"/>
                  </a:cubicBezTo>
                  <a:cubicBezTo>
                    <a:pt x="91000" y="26283"/>
                    <a:pt x="98500" y="26777"/>
                    <a:pt x="102500" y="31733"/>
                  </a:cubicBezTo>
                  <a:cubicBezTo>
                    <a:pt x="107000" y="37188"/>
                    <a:pt x="106000" y="44627"/>
                    <a:pt x="101000" y="48594"/>
                  </a:cubicBezTo>
                  <a:cubicBezTo>
                    <a:pt x="98000" y="51072"/>
                    <a:pt x="94500" y="51572"/>
                    <a:pt x="91500" y="51072"/>
                  </a:cubicBezTo>
                  <a:cubicBezTo>
                    <a:pt x="89000" y="50577"/>
                    <a:pt x="87000" y="51572"/>
                    <a:pt x="85500" y="52561"/>
                  </a:cubicBezTo>
                  <a:cubicBezTo>
                    <a:pt x="83500" y="54050"/>
                    <a:pt x="83500" y="56527"/>
                    <a:pt x="85000" y="58016"/>
                  </a:cubicBezTo>
                  <a:cubicBezTo>
                    <a:pt x="120000" y="100661"/>
                    <a:pt x="120000" y="100661"/>
                    <a:pt x="120000" y="100661"/>
                  </a:cubicBezTo>
                  <a:cubicBezTo>
                    <a:pt x="67000" y="109088"/>
                    <a:pt x="67000" y="109088"/>
                    <a:pt x="67000" y="109088"/>
                  </a:cubicBezTo>
                  <a:cubicBezTo>
                    <a:pt x="67000" y="109088"/>
                    <a:pt x="67000" y="109088"/>
                    <a:pt x="67500" y="109088"/>
                  </a:cubicBezTo>
                  <a:close/>
                </a:path>
              </a:pathLst>
            </a:custGeom>
            <a:solidFill>
              <a:schemeClr val="accent2">
                <a:alpha val="69411"/>
              </a:schemeClr>
            </a:solidFill>
            <a:ln w="9525">
              <a:noFill/>
              <a:round/>
              <a:headEnd/>
              <a:tailEnd/>
            </a:ln>
          </p:spPr>
          <p:txBody>
            <a:bodyPr lIns="45700" tIns="45700" rIns="45700" bIns="45700"/>
            <a:lstStyle/>
            <a:p>
              <a:pPr>
                <a:defRPr/>
              </a:pPr>
              <a:endParaRPr lang="en-US"/>
            </a:p>
          </p:txBody>
        </p:sp>
        <p:sp>
          <p:nvSpPr>
            <p:cNvPr id="16" name="Google Shape;206;p9">
              <a:extLst>
                <a:ext uri="{FF2B5EF4-FFF2-40B4-BE49-F238E27FC236}">
                  <a16:creationId xmlns:a16="http://schemas.microsoft.com/office/drawing/2014/main" id="{F6E528EE-54D6-1962-E6A5-06A1D91C7FB0}"/>
                </a:ext>
              </a:extLst>
            </p:cNvPr>
            <p:cNvSpPr>
              <a:spLocks/>
            </p:cNvSpPr>
            <p:nvPr/>
          </p:nvSpPr>
          <p:spPr bwMode="auto">
            <a:xfrm>
              <a:off x="4044026" y="2806336"/>
              <a:ext cx="786722" cy="852635"/>
            </a:xfrm>
            <a:custGeom>
              <a:avLst/>
              <a:gdLst>
                <a:gd name="T0" fmla="*/ 0 w 120000"/>
                <a:gd name="T1" fmla="*/ 0 h 120000"/>
                <a:gd name="T2" fmla="*/ 120000 w 120000"/>
                <a:gd name="T3" fmla="*/ 120000 h 120000"/>
              </a:gdLst>
              <a:ahLst/>
              <a:cxnLst>
                <a:cxn ang="0">
                  <a:pos x="120000" y="17550"/>
                </a:cxn>
                <a:cxn ang="0">
                  <a:pos x="102075" y="62235"/>
                </a:cxn>
                <a:cxn ang="0">
                  <a:pos x="101593" y="62235"/>
                </a:cxn>
                <a:cxn ang="0">
                  <a:pos x="91904" y="52849"/>
                </a:cxn>
                <a:cxn ang="0">
                  <a:pos x="70106" y="62235"/>
                </a:cxn>
                <a:cxn ang="0">
                  <a:pos x="80276" y="81896"/>
                </a:cxn>
                <a:cxn ang="0">
                  <a:pos x="93839" y="81003"/>
                </a:cxn>
                <a:cxn ang="0">
                  <a:pos x="94326" y="81003"/>
                </a:cxn>
                <a:cxn ang="0">
                  <a:pos x="80276" y="115852"/>
                </a:cxn>
                <a:cxn ang="0">
                  <a:pos x="38131" y="119431"/>
                </a:cxn>
                <a:cxn ang="0">
                  <a:pos x="23598" y="101556"/>
                </a:cxn>
                <a:cxn ang="0">
                  <a:pos x="21176" y="88153"/>
                </a:cxn>
                <a:cxn ang="0">
                  <a:pos x="19242" y="80553"/>
                </a:cxn>
                <a:cxn ang="0">
                  <a:pos x="27960" y="76531"/>
                </a:cxn>
                <a:cxn ang="0">
                  <a:pos x="19724" y="72509"/>
                </a:cxn>
                <a:cxn ang="0">
                  <a:pos x="16820" y="64021"/>
                </a:cxn>
                <a:cxn ang="0">
                  <a:pos x="19242" y="54641"/>
                </a:cxn>
                <a:cxn ang="0">
                  <a:pos x="5191" y="47934"/>
                </a:cxn>
                <a:cxn ang="0">
                  <a:pos x="835" y="35873"/>
                </a:cxn>
                <a:cxn ang="0">
                  <a:pos x="49759" y="28273"/>
                </a:cxn>
                <a:cxn ang="0">
                  <a:pos x="52663" y="24257"/>
                </a:cxn>
                <a:cxn ang="0">
                  <a:pos x="49277" y="19785"/>
                </a:cxn>
                <a:cxn ang="0">
                  <a:pos x="43945" y="12191"/>
                </a:cxn>
                <a:cxn ang="0">
                  <a:pos x="53633" y="125"/>
                </a:cxn>
                <a:cxn ang="0">
                  <a:pos x="67196" y="9062"/>
                </a:cxn>
                <a:cxn ang="0">
                  <a:pos x="64291" y="17550"/>
                </a:cxn>
                <a:cxn ang="0">
                  <a:pos x="62839" y="22914"/>
                </a:cxn>
                <a:cxn ang="0">
                  <a:pos x="67196" y="25594"/>
                </a:cxn>
                <a:cxn ang="0">
                  <a:pos x="120000" y="17550"/>
                </a:cxn>
              </a:cxnLst>
              <a:rect l="T0" t="T1" r="T2" b="T3"/>
              <a:pathLst>
                <a:path w="120000" h="120000" extrusionOk="0">
                  <a:moveTo>
                    <a:pt x="120000" y="17550"/>
                  </a:moveTo>
                  <a:cubicBezTo>
                    <a:pt x="102075" y="62235"/>
                    <a:pt x="102075" y="62235"/>
                    <a:pt x="102075" y="62235"/>
                  </a:cubicBezTo>
                  <a:cubicBezTo>
                    <a:pt x="101593" y="62235"/>
                    <a:pt x="101593" y="62235"/>
                    <a:pt x="101593" y="62235"/>
                  </a:cubicBezTo>
                  <a:cubicBezTo>
                    <a:pt x="100141" y="57764"/>
                    <a:pt x="96261" y="54641"/>
                    <a:pt x="91904" y="52849"/>
                  </a:cubicBezTo>
                  <a:cubicBezTo>
                    <a:pt x="83186" y="50169"/>
                    <a:pt x="73498" y="54191"/>
                    <a:pt x="70106" y="62235"/>
                  </a:cubicBezTo>
                  <a:cubicBezTo>
                    <a:pt x="67196" y="69830"/>
                    <a:pt x="71558" y="78767"/>
                    <a:pt x="80276" y="81896"/>
                  </a:cubicBezTo>
                  <a:cubicBezTo>
                    <a:pt x="84638" y="83682"/>
                    <a:pt x="89482" y="83238"/>
                    <a:pt x="93839" y="81003"/>
                  </a:cubicBezTo>
                  <a:cubicBezTo>
                    <a:pt x="93839" y="81003"/>
                    <a:pt x="94326" y="81003"/>
                    <a:pt x="94326" y="81003"/>
                  </a:cubicBezTo>
                  <a:cubicBezTo>
                    <a:pt x="80276" y="115852"/>
                    <a:pt x="80276" y="115852"/>
                    <a:pt x="80276" y="115852"/>
                  </a:cubicBezTo>
                  <a:cubicBezTo>
                    <a:pt x="53151" y="122110"/>
                    <a:pt x="38131" y="119431"/>
                    <a:pt x="38131" y="119431"/>
                  </a:cubicBezTo>
                  <a:cubicBezTo>
                    <a:pt x="28442" y="118537"/>
                    <a:pt x="22146" y="108258"/>
                    <a:pt x="23598" y="101556"/>
                  </a:cubicBezTo>
                  <a:cubicBezTo>
                    <a:pt x="24568" y="94405"/>
                    <a:pt x="25056" y="91277"/>
                    <a:pt x="21176" y="88153"/>
                  </a:cubicBezTo>
                  <a:cubicBezTo>
                    <a:pt x="16820" y="85468"/>
                    <a:pt x="16820" y="81896"/>
                    <a:pt x="19242" y="80553"/>
                  </a:cubicBezTo>
                  <a:cubicBezTo>
                    <a:pt x="21176" y="79216"/>
                    <a:pt x="27960" y="76531"/>
                    <a:pt x="27960" y="76531"/>
                  </a:cubicBezTo>
                  <a:cubicBezTo>
                    <a:pt x="27960" y="76531"/>
                    <a:pt x="22634" y="73408"/>
                    <a:pt x="19724" y="72509"/>
                  </a:cubicBezTo>
                  <a:cubicBezTo>
                    <a:pt x="16820" y="71172"/>
                    <a:pt x="15367" y="66701"/>
                    <a:pt x="16820" y="64021"/>
                  </a:cubicBezTo>
                  <a:cubicBezTo>
                    <a:pt x="18754" y="61342"/>
                    <a:pt x="19242" y="54641"/>
                    <a:pt x="19242" y="54641"/>
                  </a:cubicBezTo>
                  <a:cubicBezTo>
                    <a:pt x="19242" y="54641"/>
                    <a:pt x="12458" y="51512"/>
                    <a:pt x="5191" y="47934"/>
                  </a:cubicBezTo>
                  <a:cubicBezTo>
                    <a:pt x="347" y="45703"/>
                    <a:pt x="-1104" y="42125"/>
                    <a:pt x="835" y="35873"/>
                  </a:cubicBezTo>
                  <a:cubicBezTo>
                    <a:pt x="49759" y="28273"/>
                    <a:pt x="49759" y="28273"/>
                    <a:pt x="49759" y="28273"/>
                  </a:cubicBezTo>
                  <a:cubicBezTo>
                    <a:pt x="51699" y="28273"/>
                    <a:pt x="53151" y="26487"/>
                    <a:pt x="52663" y="24257"/>
                  </a:cubicBezTo>
                  <a:cubicBezTo>
                    <a:pt x="52181" y="22465"/>
                    <a:pt x="51211" y="20678"/>
                    <a:pt x="49277" y="19785"/>
                  </a:cubicBezTo>
                  <a:cubicBezTo>
                    <a:pt x="46855" y="17999"/>
                    <a:pt x="44433" y="15763"/>
                    <a:pt x="43945" y="12191"/>
                  </a:cubicBezTo>
                  <a:cubicBezTo>
                    <a:pt x="42975" y="6382"/>
                    <a:pt x="47337" y="1018"/>
                    <a:pt x="53633" y="125"/>
                  </a:cubicBezTo>
                  <a:cubicBezTo>
                    <a:pt x="59929" y="-767"/>
                    <a:pt x="65744" y="3254"/>
                    <a:pt x="67196" y="9062"/>
                  </a:cubicBezTo>
                  <a:cubicBezTo>
                    <a:pt x="67683" y="12191"/>
                    <a:pt x="66714" y="15319"/>
                    <a:pt x="64291" y="17550"/>
                  </a:cubicBezTo>
                  <a:cubicBezTo>
                    <a:pt x="63321" y="18892"/>
                    <a:pt x="62352" y="21128"/>
                    <a:pt x="62839" y="22914"/>
                  </a:cubicBezTo>
                  <a:cubicBezTo>
                    <a:pt x="63321" y="24700"/>
                    <a:pt x="65261" y="26043"/>
                    <a:pt x="67196" y="25594"/>
                  </a:cubicBezTo>
                  <a:lnTo>
                    <a:pt x="120000" y="17550"/>
                  </a:lnTo>
                  <a:close/>
                </a:path>
              </a:pathLst>
            </a:custGeom>
            <a:solidFill>
              <a:schemeClr val="accent2">
                <a:alpha val="84312"/>
              </a:schemeClr>
            </a:solidFill>
            <a:ln w="9525">
              <a:noFill/>
              <a:round/>
              <a:headEnd/>
              <a:tailEnd/>
            </a:ln>
          </p:spPr>
          <p:txBody>
            <a:bodyPr lIns="45700" tIns="45700" rIns="45700" bIns="45700"/>
            <a:lstStyle/>
            <a:p>
              <a:pPr>
                <a:defRPr/>
              </a:pPr>
              <a:endParaRPr lang="en-US"/>
            </a:p>
          </p:txBody>
        </p:sp>
        <p:sp>
          <p:nvSpPr>
            <p:cNvPr id="17" name="Google Shape;207;p9">
              <a:extLst>
                <a:ext uri="{FF2B5EF4-FFF2-40B4-BE49-F238E27FC236}">
                  <a16:creationId xmlns:a16="http://schemas.microsoft.com/office/drawing/2014/main" id="{DCC25A8B-6605-4AED-C69B-F663C4D81A46}"/>
                </a:ext>
              </a:extLst>
            </p:cNvPr>
            <p:cNvSpPr>
              <a:spLocks/>
            </p:cNvSpPr>
            <p:nvPr/>
          </p:nvSpPr>
          <p:spPr bwMode="auto">
            <a:xfrm>
              <a:off x="4530968" y="2944473"/>
              <a:ext cx="889821" cy="1000298"/>
            </a:xfrm>
            <a:custGeom>
              <a:avLst/>
              <a:gdLst>
                <a:gd name="T0" fmla="*/ 0 w 120000"/>
                <a:gd name="T1" fmla="*/ 0 h 120000"/>
                <a:gd name="T2" fmla="*/ 120000 w 120000"/>
                <a:gd name="T3" fmla="*/ 120000 h 120000"/>
              </a:gdLst>
              <a:ahLst/>
              <a:cxnLst>
                <a:cxn ang="0">
                  <a:pos x="120000" y="81905"/>
                </a:cxn>
                <a:cxn ang="0">
                  <a:pos x="120000" y="109333"/>
                </a:cxn>
                <a:cxn ang="0">
                  <a:pos x="63049" y="120000"/>
                </a:cxn>
                <a:cxn ang="0">
                  <a:pos x="5666" y="109333"/>
                </a:cxn>
                <a:cxn ang="0">
                  <a:pos x="5666" y="91811"/>
                </a:cxn>
                <a:cxn ang="0">
                  <a:pos x="22368" y="52572"/>
                </a:cxn>
                <a:cxn ang="0">
                  <a:pos x="20225" y="48761"/>
                </a:cxn>
                <a:cxn ang="0">
                  <a:pos x="15086" y="49144"/>
                </a:cxn>
                <a:cxn ang="0">
                  <a:pos x="6524" y="49522"/>
                </a:cxn>
                <a:cxn ang="0">
                  <a:pos x="527" y="37716"/>
                </a:cxn>
                <a:cxn ang="0">
                  <a:pos x="13801" y="32383"/>
                </a:cxn>
                <a:cxn ang="0">
                  <a:pos x="19798" y="37716"/>
                </a:cxn>
                <a:cxn ang="0">
                  <a:pos x="23653" y="41144"/>
                </a:cxn>
                <a:cxn ang="0">
                  <a:pos x="27933" y="39616"/>
                </a:cxn>
                <a:cxn ang="0">
                  <a:pos x="44636" y="0"/>
                </a:cxn>
                <a:cxn ang="0">
                  <a:pos x="73753" y="31616"/>
                </a:cxn>
                <a:cxn ang="0">
                  <a:pos x="73327" y="31616"/>
                </a:cxn>
                <a:cxn ang="0">
                  <a:pos x="61764" y="34283"/>
                </a:cxn>
                <a:cxn ang="0">
                  <a:pos x="59621" y="52950"/>
                </a:cxn>
                <a:cxn ang="0">
                  <a:pos x="80177" y="54855"/>
                </a:cxn>
                <a:cxn ang="0">
                  <a:pos x="85743" y="44950"/>
                </a:cxn>
                <a:cxn ang="0">
                  <a:pos x="85743" y="44572"/>
                </a:cxn>
                <a:cxn ang="0">
                  <a:pos x="120000" y="81905"/>
                </a:cxn>
              </a:cxnLst>
              <a:rect l="T0" t="T1" r="T2" b="T3"/>
              <a:pathLst>
                <a:path w="120000" h="120000" extrusionOk="0">
                  <a:moveTo>
                    <a:pt x="120000" y="81905"/>
                  </a:moveTo>
                  <a:cubicBezTo>
                    <a:pt x="120000" y="94477"/>
                    <a:pt x="120000" y="109333"/>
                    <a:pt x="120000" y="109333"/>
                  </a:cubicBezTo>
                  <a:cubicBezTo>
                    <a:pt x="120000" y="109333"/>
                    <a:pt x="103297" y="120000"/>
                    <a:pt x="63049" y="120000"/>
                  </a:cubicBezTo>
                  <a:cubicBezTo>
                    <a:pt x="22794" y="120000"/>
                    <a:pt x="5666" y="109333"/>
                    <a:pt x="5666" y="109333"/>
                  </a:cubicBezTo>
                  <a:cubicBezTo>
                    <a:pt x="5666" y="91811"/>
                    <a:pt x="5666" y="91811"/>
                    <a:pt x="5666" y="91811"/>
                  </a:cubicBezTo>
                  <a:cubicBezTo>
                    <a:pt x="22368" y="52572"/>
                    <a:pt x="22368" y="52572"/>
                    <a:pt x="22368" y="52572"/>
                  </a:cubicBezTo>
                  <a:cubicBezTo>
                    <a:pt x="23226" y="51050"/>
                    <a:pt x="22368" y="49522"/>
                    <a:pt x="20225" y="48761"/>
                  </a:cubicBezTo>
                  <a:cubicBezTo>
                    <a:pt x="18514" y="48383"/>
                    <a:pt x="16803" y="48383"/>
                    <a:pt x="15086" y="49144"/>
                  </a:cubicBezTo>
                  <a:cubicBezTo>
                    <a:pt x="12516" y="50283"/>
                    <a:pt x="9520" y="50666"/>
                    <a:pt x="6524" y="49522"/>
                  </a:cubicBezTo>
                  <a:cubicBezTo>
                    <a:pt x="1385" y="48000"/>
                    <a:pt x="-1183" y="42666"/>
                    <a:pt x="527" y="37716"/>
                  </a:cubicBezTo>
                  <a:cubicBezTo>
                    <a:pt x="2670" y="33144"/>
                    <a:pt x="8662" y="30855"/>
                    <a:pt x="13801" y="32383"/>
                  </a:cubicBezTo>
                  <a:cubicBezTo>
                    <a:pt x="16803" y="33522"/>
                    <a:pt x="18940" y="35427"/>
                    <a:pt x="19798" y="37716"/>
                  </a:cubicBezTo>
                  <a:cubicBezTo>
                    <a:pt x="20657" y="39238"/>
                    <a:pt x="21942" y="40761"/>
                    <a:pt x="23653" y="41144"/>
                  </a:cubicBezTo>
                  <a:cubicBezTo>
                    <a:pt x="25364" y="41905"/>
                    <a:pt x="27507" y="41144"/>
                    <a:pt x="27933" y="39616"/>
                  </a:cubicBezTo>
                  <a:cubicBezTo>
                    <a:pt x="44636" y="0"/>
                    <a:pt x="44636" y="0"/>
                    <a:pt x="44636" y="0"/>
                  </a:cubicBezTo>
                  <a:cubicBezTo>
                    <a:pt x="73753" y="31616"/>
                    <a:pt x="73753" y="31616"/>
                    <a:pt x="73753" y="31616"/>
                  </a:cubicBezTo>
                  <a:cubicBezTo>
                    <a:pt x="73753" y="31616"/>
                    <a:pt x="73327" y="31616"/>
                    <a:pt x="73327" y="31616"/>
                  </a:cubicBezTo>
                  <a:cubicBezTo>
                    <a:pt x="69041" y="30855"/>
                    <a:pt x="64760" y="32000"/>
                    <a:pt x="61764" y="34283"/>
                  </a:cubicBezTo>
                  <a:cubicBezTo>
                    <a:pt x="55340" y="38855"/>
                    <a:pt x="54482" y="47238"/>
                    <a:pt x="59621" y="52950"/>
                  </a:cubicBezTo>
                  <a:cubicBezTo>
                    <a:pt x="64760" y="58666"/>
                    <a:pt x="74180" y="59427"/>
                    <a:pt x="80177" y="54855"/>
                  </a:cubicBezTo>
                  <a:cubicBezTo>
                    <a:pt x="83599" y="52188"/>
                    <a:pt x="85743" y="48761"/>
                    <a:pt x="85743" y="44950"/>
                  </a:cubicBezTo>
                  <a:cubicBezTo>
                    <a:pt x="85743" y="44950"/>
                    <a:pt x="85743" y="44572"/>
                    <a:pt x="85743" y="44572"/>
                  </a:cubicBezTo>
                  <a:lnTo>
                    <a:pt x="120000" y="81905"/>
                  </a:lnTo>
                  <a:close/>
                </a:path>
              </a:pathLst>
            </a:custGeom>
            <a:solidFill>
              <a:schemeClr val="accent2"/>
            </a:solidFill>
            <a:ln w="9525">
              <a:noFill/>
              <a:round/>
              <a:headEnd/>
              <a:tailEnd/>
            </a:ln>
          </p:spPr>
          <p:txBody>
            <a:bodyPr lIns="45700" tIns="45700" rIns="45700" bIns="45700"/>
            <a:lstStyle/>
            <a:p>
              <a:pPr>
                <a:defRPr/>
              </a:pPr>
              <a:endParaRPr lang="en-US"/>
            </a:p>
          </p:txBody>
        </p:sp>
        <p:sp>
          <p:nvSpPr>
            <p:cNvPr id="18" name="Google Shape;208;p9">
              <a:extLst>
                <a:ext uri="{FF2B5EF4-FFF2-40B4-BE49-F238E27FC236}">
                  <a16:creationId xmlns:a16="http://schemas.microsoft.com/office/drawing/2014/main" id="{5A341362-5D7B-B17E-2100-06E5F2078EE5}"/>
                </a:ext>
              </a:extLst>
            </p:cNvPr>
            <p:cNvSpPr>
              <a:spLocks/>
            </p:cNvSpPr>
            <p:nvPr/>
          </p:nvSpPr>
          <p:spPr bwMode="auto">
            <a:xfrm>
              <a:off x="4887849" y="2801574"/>
              <a:ext cx="754999" cy="771658"/>
            </a:xfrm>
            <a:custGeom>
              <a:avLst/>
              <a:gdLst>
                <a:gd name="T0" fmla="*/ 0 w 120000"/>
                <a:gd name="T1" fmla="*/ 0 h 120000"/>
                <a:gd name="T2" fmla="*/ 120000 w 120000"/>
                <a:gd name="T3" fmla="*/ 120000 h 120000"/>
              </a:gdLst>
              <a:ahLst/>
              <a:cxnLst>
                <a:cxn ang="0">
                  <a:pos x="120000" y="0"/>
                </a:cxn>
                <a:cxn ang="0">
                  <a:pos x="96300" y="49877"/>
                </a:cxn>
                <a:cxn ang="0">
                  <a:pos x="84705" y="110122"/>
                </a:cxn>
                <a:cxn ang="0">
                  <a:pos x="84705" y="120000"/>
                </a:cxn>
                <a:cxn ang="0">
                  <a:pos x="47394" y="75555"/>
                </a:cxn>
                <a:cxn ang="0">
                  <a:pos x="41850" y="75061"/>
                </a:cxn>
                <a:cxn ang="0">
                  <a:pos x="38822" y="80494"/>
                </a:cxn>
                <a:cxn ang="0">
                  <a:pos x="34788" y="89383"/>
                </a:cxn>
                <a:cxn ang="0">
                  <a:pos x="17644" y="87405"/>
                </a:cxn>
                <a:cxn ang="0">
                  <a:pos x="19161" y="70616"/>
                </a:cxn>
                <a:cxn ang="0">
                  <a:pos x="28738" y="68150"/>
                </a:cxn>
                <a:cxn ang="0">
                  <a:pos x="34788" y="66666"/>
                </a:cxn>
                <a:cxn ang="0">
                  <a:pos x="35294" y="61233"/>
                </a:cxn>
                <a:cxn ang="0">
                  <a:pos x="0" y="18766"/>
                </a:cxn>
                <a:cxn ang="0">
                  <a:pos x="53444" y="10372"/>
                </a:cxn>
                <a:cxn ang="0">
                  <a:pos x="52938" y="10866"/>
                </a:cxn>
                <a:cxn ang="0">
                  <a:pos x="49411" y="24200"/>
                </a:cxn>
                <a:cxn ang="0">
                  <a:pos x="69577" y="38516"/>
                </a:cxn>
                <a:cxn ang="0">
                  <a:pos x="83700" y="18766"/>
                </a:cxn>
                <a:cxn ang="0">
                  <a:pos x="75627" y="7405"/>
                </a:cxn>
                <a:cxn ang="0">
                  <a:pos x="75627" y="6911"/>
                </a:cxn>
                <a:cxn ang="0">
                  <a:pos x="120000" y="0"/>
                </a:cxn>
              </a:cxnLst>
              <a:rect l="T0" t="T1" r="T2" b="T3"/>
              <a:pathLst>
                <a:path w="120000" h="120000" extrusionOk="0">
                  <a:moveTo>
                    <a:pt x="120000" y="0"/>
                  </a:moveTo>
                  <a:cubicBezTo>
                    <a:pt x="113950" y="22716"/>
                    <a:pt x="102355" y="38022"/>
                    <a:pt x="96300" y="49877"/>
                  </a:cubicBezTo>
                  <a:cubicBezTo>
                    <a:pt x="87733" y="65677"/>
                    <a:pt x="84705" y="96294"/>
                    <a:pt x="84705" y="110122"/>
                  </a:cubicBezTo>
                  <a:cubicBezTo>
                    <a:pt x="84705" y="120000"/>
                    <a:pt x="84705" y="120000"/>
                    <a:pt x="84705" y="120000"/>
                  </a:cubicBezTo>
                  <a:cubicBezTo>
                    <a:pt x="47394" y="75555"/>
                    <a:pt x="47394" y="75555"/>
                    <a:pt x="47394" y="75555"/>
                  </a:cubicBezTo>
                  <a:cubicBezTo>
                    <a:pt x="45883" y="73577"/>
                    <a:pt x="43361" y="73577"/>
                    <a:pt x="41850" y="75061"/>
                  </a:cubicBezTo>
                  <a:cubicBezTo>
                    <a:pt x="39833" y="76050"/>
                    <a:pt x="38822" y="78022"/>
                    <a:pt x="38822" y="80494"/>
                  </a:cubicBezTo>
                  <a:cubicBezTo>
                    <a:pt x="38822" y="83455"/>
                    <a:pt x="37311" y="86911"/>
                    <a:pt x="34788" y="89383"/>
                  </a:cubicBezTo>
                  <a:cubicBezTo>
                    <a:pt x="29244" y="93333"/>
                    <a:pt x="21683" y="92344"/>
                    <a:pt x="17644" y="87405"/>
                  </a:cubicBezTo>
                  <a:cubicBezTo>
                    <a:pt x="13111" y="82466"/>
                    <a:pt x="14116" y="75061"/>
                    <a:pt x="19161" y="70616"/>
                  </a:cubicBezTo>
                  <a:cubicBezTo>
                    <a:pt x="22183" y="68644"/>
                    <a:pt x="25716" y="67655"/>
                    <a:pt x="28738" y="68150"/>
                  </a:cubicBezTo>
                  <a:cubicBezTo>
                    <a:pt x="31261" y="68644"/>
                    <a:pt x="33277" y="68150"/>
                    <a:pt x="34788" y="66666"/>
                  </a:cubicBezTo>
                  <a:cubicBezTo>
                    <a:pt x="36805" y="65183"/>
                    <a:pt x="36805" y="62716"/>
                    <a:pt x="35294" y="61233"/>
                  </a:cubicBezTo>
                  <a:cubicBezTo>
                    <a:pt x="0" y="18766"/>
                    <a:pt x="0" y="18766"/>
                    <a:pt x="0" y="18766"/>
                  </a:cubicBezTo>
                  <a:cubicBezTo>
                    <a:pt x="53444" y="10372"/>
                    <a:pt x="53444" y="10372"/>
                    <a:pt x="53444" y="10372"/>
                  </a:cubicBezTo>
                  <a:cubicBezTo>
                    <a:pt x="53444" y="10372"/>
                    <a:pt x="53444" y="10866"/>
                    <a:pt x="52938" y="10866"/>
                  </a:cubicBezTo>
                  <a:cubicBezTo>
                    <a:pt x="49916" y="14816"/>
                    <a:pt x="48405" y="19755"/>
                    <a:pt x="49411" y="24200"/>
                  </a:cubicBezTo>
                  <a:cubicBezTo>
                    <a:pt x="50922" y="33577"/>
                    <a:pt x="60000" y="40000"/>
                    <a:pt x="69577" y="38516"/>
                  </a:cubicBezTo>
                  <a:cubicBezTo>
                    <a:pt x="79161" y="37038"/>
                    <a:pt x="85211" y="28150"/>
                    <a:pt x="83700" y="18766"/>
                  </a:cubicBezTo>
                  <a:cubicBezTo>
                    <a:pt x="83194" y="13827"/>
                    <a:pt x="80166" y="9877"/>
                    <a:pt x="75627" y="7405"/>
                  </a:cubicBezTo>
                  <a:cubicBezTo>
                    <a:pt x="75627" y="6911"/>
                    <a:pt x="75627" y="6911"/>
                    <a:pt x="75627" y="6911"/>
                  </a:cubicBezTo>
                  <a:lnTo>
                    <a:pt x="120000" y="0"/>
                  </a:lnTo>
                  <a:close/>
                </a:path>
              </a:pathLst>
            </a:custGeom>
            <a:solidFill>
              <a:schemeClr val="accent2">
                <a:alpha val="24313"/>
              </a:schemeClr>
            </a:solidFill>
            <a:ln w="9525">
              <a:noFill/>
              <a:round/>
              <a:headEnd/>
              <a:tailEnd/>
            </a:ln>
          </p:spPr>
          <p:txBody>
            <a:bodyPr lIns="45700" tIns="45700" rIns="45700" bIns="45700"/>
            <a:lstStyle/>
            <a:p>
              <a:pPr>
                <a:defRPr/>
              </a:pPr>
              <a:endParaRPr lang="en-US"/>
            </a:p>
          </p:txBody>
        </p:sp>
        <p:sp>
          <p:nvSpPr>
            <p:cNvPr id="19" name="Google Shape;209;p9">
              <a:extLst>
                <a:ext uri="{FF2B5EF4-FFF2-40B4-BE49-F238E27FC236}">
                  <a16:creationId xmlns:a16="http://schemas.microsoft.com/office/drawing/2014/main" id="{AE2F81C6-673A-DABD-91B5-08C5C44319D0}"/>
                </a:ext>
              </a:extLst>
            </p:cNvPr>
            <p:cNvSpPr>
              <a:spLocks/>
            </p:cNvSpPr>
            <p:nvPr/>
          </p:nvSpPr>
          <p:spPr bwMode="auto">
            <a:xfrm>
              <a:off x="4700685" y="4086083"/>
              <a:ext cx="594799" cy="182595"/>
            </a:xfrm>
            <a:custGeom>
              <a:avLst/>
              <a:gdLst>
                <a:gd name="T0" fmla="*/ 0 w 120000"/>
                <a:gd name="T1" fmla="*/ 0 h 120000"/>
                <a:gd name="T2" fmla="*/ 120000 w 120000"/>
                <a:gd name="T3" fmla="*/ 120000 h 120000"/>
              </a:gdLst>
              <a:ahLst/>
              <a:cxnLst>
                <a:cxn ang="0">
                  <a:pos x="115915" y="87"/>
                </a:cxn>
                <a:cxn ang="0">
                  <a:pos x="113994" y="2181"/>
                </a:cxn>
                <a:cxn ang="0">
                  <a:pos x="69174" y="88058"/>
                </a:cxn>
                <a:cxn ang="0">
                  <a:pos x="51246" y="88058"/>
                </a:cxn>
                <a:cxn ang="0">
                  <a:pos x="5787" y="2181"/>
                </a:cxn>
                <a:cxn ang="0">
                  <a:pos x="666" y="6370"/>
                </a:cxn>
                <a:cxn ang="0">
                  <a:pos x="1944" y="23127"/>
                </a:cxn>
                <a:cxn ang="0">
                  <a:pos x="47402" y="109003"/>
                </a:cxn>
                <a:cxn ang="0">
                  <a:pos x="73017" y="109003"/>
                </a:cxn>
                <a:cxn ang="0">
                  <a:pos x="117837" y="23127"/>
                </a:cxn>
                <a:cxn ang="0">
                  <a:pos x="119759" y="6370"/>
                </a:cxn>
                <a:cxn ang="0">
                  <a:pos x="115915" y="87"/>
                </a:cxn>
              </a:cxnLst>
              <a:rect l="T0" t="T1" r="T2" b="T3"/>
              <a:pathLst>
                <a:path w="120000" h="120000" extrusionOk="0">
                  <a:moveTo>
                    <a:pt x="115915" y="87"/>
                  </a:moveTo>
                  <a:cubicBezTo>
                    <a:pt x="115277" y="87"/>
                    <a:pt x="114632" y="87"/>
                    <a:pt x="113994" y="2181"/>
                  </a:cubicBezTo>
                  <a:cubicBezTo>
                    <a:pt x="69174" y="88058"/>
                    <a:pt x="69174" y="88058"/>
                    <a:pt x="69174" y="88058"/>
                  </a:cubicBezTo>
                  <a:cubicBezTo>
                    <a:pt x="63414" y="98530"/>
                    <a:pt x="56366" y="98530"/>
                    <a:pt x="51246" y="88058"/>
                  </a:cubicBezTo>
                  <a:cubicBezTo>
                    <a:pt x="5787" y="2181"/>
                    <a:pt x="5787" y="2181"/>
                    <a:pt x="5787" y="2181"/>
                  </a:cubicBezTo>
                  <a:cubicBezTo>
                    <a:pt x="3865" y="-2007"/>
                    <a:pt x="1305" y="87"/>
                    <a:pt x="666" y="6370"/>
                  </a:cubicBezTo>
                  <a:cubicBezTo>
                    <a:pt x="-616" y="12654"/>
                    <a:pt x="22" y="18938"/>
                    <a:pt x="1944" y="23127"/>
                  </a:cubicBezTo>
                  <a:cubicBezTo>
                    <a:pt x="47402" y="109003"/>
                    <a:pt x="47402" y="109003"/>
                    <a:pt x="47402" y="109003"/>
                  </a:cubicBezTo>
                  <a:cubicBezTo>
                    <a:pt x="55089" y="123665"/>
                    <a:pt x="64692" y="123665"/>
                    <a:pt x="73017" y="109003"/>
                  </a:cubicBezTo>
                  <a:cubicBezTo>
                    <a:pt x="117837" y="23127"/>
                    <a:pt x="117837" y="23127"/>
                    <a:pt x="117837" y="23127"/>
                  </a:cubicBezTo>
                  <a:cubicBezTo>
                    <a:pt x="119759" y="18938"/>
                    <a:pt x="120397" y="12654"/>
                    <a:pt x="119759" y="6370"/>
                  </a:cubicBezTo>
                  <a:cubicBezTo>
                    <a:pt x="118476" y="2181"/>
                    <a:pt x="117198" y="87"/>
                    <a:pt x="115915" y="87"/>
                  </a:cubicBezTo>
                  <a:close/>
                </a:path>
              </a:pathLst>
            </a:custGeom>
            <a:solidFill>
              <a:schemeClr val="accent2">
                <a:alpha val="9412"/>
              </a:schemeClr>
            </a:solidFill>
            <a:ln w="9525">
              <a:noFill/>
              <a:round/>
              <a:headEnd/>
              <a:tailEnd/>
            </a:ln>
          </p:spPr>
          <p:txBody>
            <a:bodyPr lIns="45700" tIns="45700" rIns="45700" bIns="45700"/>
            <a:lstStyle/>
            <a:p>
              <a:pPr>
                <a:defRPr/>
              </a:pPr>
              <a:endParaRPr lang="en-US"/>
            </a:p>
          </p:txBody>
        </p:sp>
        <p:sp>
          <p:nvSpPr>
            <p:cNvPr id="20" name="Google Shape;210;p9">
              <a:extLst>
                <a:ext uri="{FF2B5EF4-FFF2-40B4-BE49-F238E27FC236}">
                  <a16:creationId xmlns:a16="http://schemas.microsoft.com/office/drawing/2014/main" id="{CF634FA2-6A03-6043-78C1-7E9F32E7D543}"/>
                </a:ext>
              </a:extLst>
            </p:cNvPr>
            <p:cNvSpPr>
              <a:spLocks/>
            </p:cNvSpPr>
            <p:nvPr/>
          </p:nvSpPr>
          <p:spPr bwMode="auto">
            <a:xfrm>
              <a:off x="4700685" y="4228982"/>
              <a:ext cx="594799" cy="182595"/>
            </a:xfrm>
            <a:custGeom>
              <a:avLst/>
              <a:gdLst>
                <a:gd name="T0" fmla="*/ 0 w 120000"/>
                <a:gd name="T1" fmla="*/ 0 h 120000"/>
                <a:gd name="T2" fmla="*/ 120000 w 120000"/>
                <a:gd name="T3" fmla="*/ 120000 h 120000"/>
              </a:gdLst>
              <a:ahLst/>
              <a:cxnLst>
                <a:cxn ang="0">
                  <a:pos x="115915" y="87"/>
                </a:cxn>
                <a:cxn ang="0">
                  <a:pos x="113994" y="2181"/>
                </a:cxn>
                <a:cxn ang="0">
                  <a:pos x="69174" y="88058"/>
                </a:cxn>
                <a:cxn ang="0">
                  <a:pos x="51246" y="88058"/>
                </a:cxn>
                <a:cxn ang="0">
                  <a:pos x="5787" y="2181"/>
                </a:cxn>
                <a:cxn ang="0">
                  <a:pos x="666" y="6370"/>
                </a:cxn>
                <a:cxn ang="0">
                  <a:pos x="1944" y="25221"/>
                </a:cxn>
                <a:cxn ang="0">
                  <a:pos x="47402" y="109003"/>
                </a:cxn>
                <a:cxn ang="0">
                  <a:pos x="73017" y="109003"/>
                </a:cxn>
                <a:cxn ang="0">
                  <a:pos x="117837" y="25221"/>
                </a:cxn>
                <a:cxn ang="0">
                  <a:pos x="119759" y="6370"/>
                </a:cxn>
                <a:cxn ang="0">
                  <a:pos x="115915" y="87"/>
                </a:cxn>
              </a:cxnLst>
              <a:rect l="T0" t="T1" r="T2" b="T3"/>
              <a:pathLst>
                <a:path w="120000" h="120000" extrusionOk="0">
                  <a:moveTo>
                    <a:pt x="115915" y="87"/>
                  </a:moveTo>
                  <a:cubicBezTo>
                    <a:pt x="115277" y="87"/>
                    <a:pt x="114632" y="2181"/>
                    <a:pt x="113994" y="2181"/>
                  </a:cubicBezTo>
                  <a:cubicBezTo>
                    <a:pt x="69174" y="88058"/>
                    <a:pt x="69174" y="88058"/>
                    <a:pt x="69174" y="88058"/>
                  </a:cubicBezTo>
                  <a:cubicBezTo>
                    <a:pt x="63414" y="98530"/>
                    <a:pt x="56366" y="98530"/>
                    <a:pt x="51246" y="88058"/>
                  </a:cubicBezTo>
                  <a:cubicBezTo>
                    <a:pt x="5787" y="2181"/>
                    <a:pt x="5787" y="2181"/>
                    <a:pt x="5787" y="2181"/>
                  </a:cubicBezTo>
                  <a:cubicBezTo>
                    <a:pt x="3865" y="-2007"/>
                    <a:pt x="1305" y="87"/>
                    <a:pt x="666" y="6370"/>
                  </a:cubicBezTo>
                  <a:cubicBezTo>
                    <a:pt x="-616" y="12654"/>
                    <a:pt x="22" y="21032"/>
                    <a:pt x="1944" y="25221"/>
                  </a:cubicBezTo>
                  <a:cubicBezTo>
                    <a:pt x="47402" y="109003"/>
                    <a:pt x="47402" y="109003"/>
                    <a:pt x="47402" y="109003"/>
                  </a:cubicBezTo>
                  <a:cubicBezTo>
                    <a:pt x="55089" y="123665"/>
                    <a:pt x="64692" y="123665"/>
                    <a:pt x="73017" y="109003"/>
                  </a:cubicBezTo>
                  <a:cubicBezTo>
                    <a:pt x="117837" y="25221"/>
                    <a:pt x="117837" y="25221"/>
                    <a:pt x="117837" y="25221"/>
                  </a:cubicBezTo>
                  <a:cubicBezTo>
                    <a:pt x="119759" y="21032"/>
                    <a:pt x="120397" y="12654"/>
                    <a:pt x="119759" y="6370"/>
                  </a:cubicBezTo>
                  <a:cubicBezTo>
                    <a:pt x="118476" y="2181"/>
                    <a:pt x="117198" y="87"/>
                    <a:pt x="115915" y="87"/>
                  </a:cubicBezTo>
                  <a:close/>
                </a:path>
              </a:pathLst>
            </a:custGeom>
            <a:solidFill>
              <a:schemeClr val="accent2">
                <a:alpha val="49411"/>
              </a:schemeClr>
            </a:solidFill>
            <a:ln w="9525">
              <a:noFill/>
              <a:round/>
              <a:headEnd/>
              <a:tailEnd/>
            </a:ln>
          </p:spPr>
          <p:txBody>
            <a:bodyPr lIns="45700" tIns="45700" rIns="45700" bIns="45700"/>
            <a:lstStyle/>
            <a:p>
              <a:pPr>
                <a:defRPr/>
              </a:pPr>
              <a:endParaRPr lang="en-US"/>
            </a:p>
          </p:txBody>
        </p:sp>
        <p:sp>
          <p:nvSpPr>
            <p:cNvPr id="21" name="Google Shape;211;p9">
              <a:extLst>
                <a:ext uri="{FF2B5EF4-FFF2-40B4-BE49-F238E27FC236}">
                  <a16:creationId xmlns:a16="http://schemas.microsoft.com/office/drawing/2014/main" id="{79089E72-6217-8105-5559-6BB1D537FDDF}"/>
                </a:ext>
              </a:extLst>
            </p:cNvPr>
            <p:cNvSpPr>
              <a:spLocks/>
            </p:cNvSpPr>
            <p:nvPr/>
          </p:nvSpPr>
          <p:spPr bwMode="auto">
            <a:xfrm>
              <a:off x="4700685" y="4375057"/>
              <a:ext cx="594799" cy="182595"/>
            </a:xfrm>
            <a:custGeom>
              <a:avLst/>
              <a:gdLst>
                <a:gd name="T0" fmla="*/ 0 w 120000"/>
                <a:gd name="T1" fmla="*/ 0 h 120000"/>
                <a:gd name="T2" fmla="*/ 120000 w 120000"/>
                <a:gd name="T3" fmla="*/ 120000 h 120000"/>
              </a:gdLst>
              <a:ahLst/>
              <a:cxnLst>
                <a:cxn ang="0">
                  <a:pos x="115915" y="780"/>
                </a:cxn>
                <a:cxn ang="0">
                  <a:pos x="113994" y="780"/>
                </a:cxn>
                <a:cxn ang="0">
                  <a:pos x="69174" y="86160"/>
                </a:cxn>
                <a:cxn ang="0">
                  <a:pos x="51246" y="86160"/>
                </a:cxn>
                <a:cxn ang="0">
                  <a:pos x="5787" y="780"/>
                </a:cxn>
                <a:cxn ang="0">
                  <a:pos x="666" y="7028"/>
                </a:cxn>
                <a:cxn ang="0">
                  <a:pos x="1944" y="23687"/>
                </a:cxn>
                <a:cxn ang="0">
                  <a:pos x="47402" y="109067"/>
                </a:cxn>
                <a:cxn ang="0">
                  <a:pos x="73017" y="109067"/>
                </a:cxn>
                <a:cxn ang="0">
                  <a:pos x="117837" y="23687"/>
                </a:cxn>
                <a:cxn ang="0">
                  <a:pos x="119759" y="7028"/>
                </a:cxn>
                <a:cxn ang="0">
                  <a:pos x="115915" y="780"/>
                </a:cxn>
              </a:cxnLst>
              <a:rect l="T0" t="T1" r="T2" b="T3"/>
              <a:pathLst>
                <a:path w="120000" h="120000" extrusionOk="0">
                  <a:moveTo>
                    <a:pt x="115915" y="780"/>
                  </a:moveTo>
                  <a:cubicBezTo>
                    <a:pt x="115277" y="780"/>
                    <a:pt x="114632" y="780"/>
                    <a:pt x="113994" y="780"/>
                  </a:cubicBezTo>
                  <a:cubicBezTo>
                    <a:pt x="69174" y="86160"/>
                    <a:pt x="69174" y="86160"/>
                    <a:pt x="69174" y="86160"/>
                  </a:cubicBezTo>
                  <a:cubicBezTo>
                    <a:pt x="63414" y="96572"/>
                    <a:pt x="56366" y="96572"/>
                    <a:pt x="51246" y="86160"/>
                  </a:cubicBezTo>
                  <a:cubicBezTo>
                    <a:pt x="5787" y="780"/>
                    <a:pt x="5787" y="780"/>
                    <a:pt x="5787" y="780"/>
                  </a:cubicBezTo>
                  <a:cubicBezTo>
                    <a:pt x="3865" y="-1301"/>
                    <a:pt x="1305" y="780"/>
                    <a:pt x="666" y="7028"/>
                  </a:cubicBezTo>
                  <a:cubicBezTo>
                    <a:pt x="-616" y="13275"/>
                    <a:pt x="22" y="19522"/>
                    <a:pt x="1944" y="23687"/>
                  </a:cubicBezTo>
                  <a:cubicBezTo>
                    <a:pt x="47402" y="109067"/>
                    <a:pt x="47402" y="109067"/>
                    <a:pt x="47402" y="109067"/>
                  </a:cubicBezTo>
                  <a:cubicBezTo>
                    <a:pt x="55089" y="123644"/>
                    <a:pt x="64692" y="123644"/>
                    <a:pt x="73017" y="109067"/>
                  </a:cubicBezTo>
                  <a:cubicBezTo>
                    <a:pt x="117837" y="23687"/>
                    <a:pt x="117837" y="23687"/>
                    <a:pt x="117837" y="23687"/>
                  </a:cubicBezTo>
                  <a:cubicBezTo>
                    <a:pt x="119759" y="19522"/>
                    <a:pt x="120397" y="13275"/>
                    <a:pt x="119759" y="7028"/>
                  </a:cubicBezTo>
                  <a:cubicBezTo>
                    <a:pt x="118476" y="2863"/>
                    <a:pt x="117198" y="780"/>
                    <a:pt x="115915" y="780"/>
                  </a:cubicBezTo>
                  <a:close/>
                </a:path>
              </a:pathLst>
            </a:custGeom>
            <a:solidFill>
              <a:schemeClr val="accent2">
                <a:alpha val="9412"/>
              </a:schemeClr>
            </a:solidFill>
            <a:ln w="9525">
              <a:noFill/>
              <a:round/>
              <a:headEnd/>
              <a:tailEnd/>
            </a:ln>
          </p:spPr>
          <p:txBody>
            <a:bodyPr lIns="45700" tIns="45700" rIns="45700" bIns="45700"/>
            <a:lstStyle/>
            <a:p>
              <a:pPr>
                <a:defRPr/>
              </a:pPr>
              <a:endParaRPr lang="en-US"/>
            </a:p>
          </p:txBody>
        </p:sp>
      </p:grpSp>
      <p:grpSp>
        <p:nvGrpSpPr>
          <p:cNvPr id="22" name="Google Shape;212;p9">
            <a:extLst>
              <a:ext uri="{FF2B5EF4-FFF2-40B4-BE49-F238E27FC236}">
                <a16:creationId xmlns:a16="http://schemas.microsoft.com/office/drawing/2014/main" id="{27F4EF7D-3442-7914-162D-558C8DF1F674}"/>
              </a:ext>
            </a:extLst>
          </p:cNvPr>
          <p:cNvGrpSpPr>
            <a:grpSpLocks/>
          </p:cNvGrpSpPr>
          <p:nvPr/>
        </p:nvGrpSpPr>
        <p:grpSpPr bwMode="auto">
          <a:xfrm>
            <a:off x="6076950" y="1954213"/>
            <a:ext cx="1620838" cy="2603500"/>
            <a:chOff x="6077203" y="1953702"/>
            <a:chExt cx="1620896" cy="2603950"/>
          </a:xfrm>
        </p:grpSpPr>
        <p:sp>
          <p:nvSpPr>
            <p:cNvPr id="23" name="Google Shape;213;p9">
              <a:extLst>
                <a:ext uri="{FF2B5EF4-FFF2-40B4-BE49-F238E27FC236}">
                  <a16:creationId xmlns:a16="http://schemas.microsoft.com/office/drawing/2014/main" id="{BA9BA8A8-1509-0D16-2225-D3D4D14D5B3A}"/>
                </a:ext>
              </a:extLst>
            </p:cNvPr>
            <p:cNvSpPr/>
            <p:nvPr/>
          </p:nvSpPr>
          <p:spPr>
            <a:xfrm>
              <a:off x="6351851" y="1953702"/>
              <a:ext cx="873156" cy="924085"/>
            </a:xfrm>
            <a:custGeom>
              <a:avLst/>
              <a:gdLst/>
              <a:ahLst/>
              <a:cxnLst/>
              <a:rect l="0" t="0" r="0" b="0"/>
              <a:pathLst>
                <a:path w="120000" h="120000" extrusionOk="0">
                  <a:moveTo>
                    <a:pt x="118254" y="79161"/>
                  </a:moveTo>
                  <a:cubicBezTo>
                    <a:pt x="116509" y="84525"/>
                    <a:pt x="110398" y="86995"/>
                    <a:pt x="104728" y="84933"/>
                  </a:cubicBezTo>
                  <a:cubicBezTo>
                    <a:pt x="102107" y="84112"/>
                    <a:pt x="99927" y="81636"/>
                    <a:pt x="98617" y="79161"/>
                  </a:cubicBezTo>
                  <a:cubicBezTo>
                    <a:pt x="98182" y="77512"/>
                    <a:pt x="96872" y="76272"/>
                    <a:pt x="95126" y="75444"/>
                  </a:cubicBezTo>
                  <a:cubicBezTo>
                    <a:pt x="93381" y="75037"/>
                    <a:pt x="91201" y="75858"/>
                    <a:pt x="90761" y="77512"/>
                  </a:cubicBezTo>
                  <a:cubicBezTo>
                    <a:pt x="73309" y="120000"/>
                    <a:pt x="73309" y="120000"/>
                    <a:pt x="73309" y="120000"/>
                  </a:cubicBezTo>
                  <a:cubicBezTo>
                    <a:pt x="44070" y="86174"/>
                    <a:pt x="44070" y="86174"/>
                    <a:pt x="44070" y="86174"/>
                  </a:cubicBezTo>
                  <a:cubicBezTo>
                    <a:pt x="44070" y="86174"/>
                    <a:pt x="44070" y="86174"/>
                    <a:pt x="44510" y="86174"/>
                  </a:cubicBezTo>
                  <a:cubicBezTo>
                    <a:pt x="48436" y="86588"/>
                    <a:pt x="52801" y="85760"/>
                    <a:pt x="56292" y="82871"/>
                  </a:cubicBezTo>
                  <a:cubicBezTo>
                    <a:pt x="62838" y="77920"/>
                    <a:pt x="63707" y="68845"/>
                    <a:pt x="58472" y="63072"/>
                  </a:cubicBezTo>
                  <a:cubicBezTo>
                    <a:pt x="53236" y="56886"/>
                    <a:pt x="43635" y="56059"/>
                    <a:pt x="37089" y="61010"/>
                  </a:cubicBezTo>
                  <a:cubicBezTo>
                    <a:pt x="34034" y="63486"/>
                    <a:pt x="31853" y="67196"/>
                    <a:pt x="31853" y="71320"/>
                  </a:cubicBezTo>
                  <a:cubicBezTo>
                    <a:pt x="31853" y="71734"/>
                    <a:pt x="31853" y="71734"/>
                    <a:pt x="31853" y="71734"/>
                  </a:cubicBezTo>
                  <a:cubicBezTo>
                    <a:pt x="0" y="35433"/>
                    <a:pt x="0" y="35433"/>
                    <a:pt x="0" y="35433"/>
                  </a:cubicBezTo>
                  <a:cubicBezTo>
                    <a:pt x="6980" y="26357"/>
                    <a:pt x="15271" y="19344"/>
                    <a:pt x="21382" y="14807"/>
                  </a:cubicBezTo>
                  <a:cubicBezTo>
                    <a:pt x="36654" y="4083"/>
                    <a:pt x="81600" y="-5819"/>
                    <a:pt x="120000" y="4083"/>
                  </a:cubicBezTo>
                  <a:cubicBezTo>
                    <a:pt x="96437" y="63072"/>
                    <a:pt x="96437" y="63072"/>
                    <a:pt x="96437" y="63072"/>
                  </a:cubicBezTo>
                  <a:cubicBezTo>
                    <a:pt x="96437" y="63072"/>
                    <a:pt x="96437" y="63072"/>
                    <a:pt x="96437" y="63072"/>
                  </a:cubicBezTo>
                  <a:cubicBezTo>
                    <a:pt x="95561" y="64721"/>
                    <a:pt x="96437" y="66783"/>
                    <a:pt x="98182" y="67196"/>
                  </a:cubicBezTo>
                  <a:cubicBezTo>
                    <a:pt x="99927" y="68023"/>
                    <a:pt x="102107" y="68023"/>
                    <a:pt x="103852" y="67196"/>
                  </a:cubicBezTo>
                  <a:cubicBezTo>
                    <a:pt x="106032" y="65548"/>
                    <a:pt x="109523" y="65548"/>
                    <a:pt x="112143" y="66369"/>
                  </a:cubicBezTo>
                  <a:cubicBezTo>
                    <a:pt x="117814" y="68437"/>
                    <a:pt x="120434" y="74209"/>
                    <a:pt x="118254" y="79161"/>
                  </a:cubicBezTo>
                  <a:close/>
                </a:path>
              </a:pathLst>
            </a:custGeom>
            <a:solidFill>
              <a:schemeClr val="accent3">
                <a:alpha val="54509"/>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4" name="Google Shape;214;p9">
              <a:extLst>
                <a:ext uri="{FF2B5EF4-FFF2-40B4-BE49-F238E27FC236}">
                  <a16:creationId xmlns:a16="http://schemas.microsoft.com/office/drawing/2014/main" id="{A5DA8A72-7180-E7AE-3E5B-DB9EB7B8B193}"/>
                </a:ext>
              </a:extLst>
            </p:cNvPr>
            <p:cNvSpPr/>
            <p:nvPr/>
          </p:nvSpPr>
          <p:spPr>
            <a:xfrm>
              <a:off x="6917021" y="1994984"/>
              <a:ext cx="781078" cy="1022527"/>
            </a:xfrm>
            <a:custGeom>
              <a:avLst/>
              <a:gdLst/>
              <a:ahLst/>
              <a:cxnLst/>
              <a:rect l="0" t="0" r="0" b="0"/>
              <a:pathLst>
                <a:path w="120000" h="120000" extrusionOk="0">
                  <a:moveTo>
                    <a:pt x="119916" y="76334"/>
                  </a:moveTo>
                  <a:cubicBezTo>
                    <a:pt x="119429" y="81171"/>
                    <a:pt x="118942" y="86013"/>
                    <a:pt x="117962" y="90107"/>
                  </a:cubicBezTo>
                  <a:cubicBezTo>
                    <a:pt x="71168" y="96067"/>
                    <a:pt x="71168" y="96067"/>
                    <a:pt x="71168" y="96067"/>
                  </a:cubicBezTo>
                  <a:cubicBezTo>
                    <a:pt x="69220" y="96441"/>
                    <a:pt x="67754" y="97926"/>
                    <a:pt x="68246" y="99418"/>
                  </a:cubicBezTo>
                  <a:cubicBezTo>
                    <a:pt x="68246" y="101278"/>
                    <a:pt x="69707" y="102395"/>
                    <a:pt x="71168" y="103512"/>
                  </a:cubicBezTo>
                  <a:cubicBezTo>
                    <a:pt x="74095" y="104629"/>
                    <a:pt x="76043" y="106863"/>
                    <a:pt x="76530" y="109471"/>
                  </a:cubicBezTo>
                  <a:cubicBezTo>
                    <a:pt x="77990" y="114314"/>
                    <a:pt x="73608" y="118782"/>
                    <a:pt x="67267" y="119899"/>
                  </a:cubicBezTo>
                  <a:cubicBezTo>
                    <a:pt x="60931" y="120642"/>
                    <a:pt x="54596" y="117291"/>
                    <a:pt x="53622" y="112448"/>
                  </a:cubicBezTo>
                  <a:cubicBezTo>
                    <a:pt x="53135" y="109845"/>
                    <a:pt x="54109" y="107237"/>
                    <a:pt x="56057" y="105377"/>
                  </a:cubicBezTo>
                  <a:cubicBezTo>
                    <a:pt x="57517" y="103886"/>
                    <a:pt x="58010" y="102395"/>
                    <a:pt x="58010" y="100909"/>
                  </a:cubicBezTo>
                  <a:cubicBezTo>
                    <a:pt x="57517" y="99043"/>
                    <a:pt x="55570" y="98301"/>
                    <a:pt x="53622" y="98301"/>
                  </a:cubicBezTo>
                  <a:cubicBezTo>
                    <a:pt x="53622" y="98301"/>
                    <a:pt x="53622" y="98301"/>
                    <a:pt x="53135" y="98301"/>
                  </a:cubicBezTo>
                  <a:cubicBezTo>
                    <a:pt x="0" y="105003"/>
                    <a:pt x="0" y="105003"/>
                    <a:pt x="0" y="105003"/>
                  </a:cubicBezTo>
                  <a:cubicBezTo>
                    <a:pt x="18525" y="67766"/>
                    <a:pt x="18525" y="67766"/>
                    <a:pt x="18525" y="67766"/>
                  </a:cubicBezTo>
                  <a:cubicBezTo>
                    <a:pt x="18525" y="67766"/>
                    <a:pt x="18525" y="68140"/>
                    <a:pt x="19012" y="68140"/>
                  </a:cubicBezTo>
                  <a:cubicBezTo>
                    <a:pt x="20472" y="71491"/>
                    <a:pt x="23886" y="74100"/>
                    <a:pt x="28761" y="75585"/>
                  </a:cubicBezTo>
                  <a:cubicBezTo>
                    <a:pt x="37531" y="78194"/>
                    <a:pt x="46794" y="74842"/>
                    <a:pt x="50208" y="68140"/>
                  </a:cubicBezTo>
                  <a:cubicBezTo>
                    <a:pt x="53622" y="61438"/>
                    <a:pt x="49234" y="53993"/>
                    <a:pt x="40458" y="51384"/>
                  </a:cubicBezTo>
                  <a:cubicBezTo>
                    <a:pt x="36071" y="50267"/>
                    <a:pt x="30709" y="50641"/>
                    <a:pt x="26808" y="52127"/>
                  </a:cubicBezTo>
                  <a:cubicBezTo>
                    <a:pt x="26321" y="52127"/>
                    <a:pt x="26321" y="52127"/>
                    <a:pt x="26321" y="52501"/>
                  </a:cubicBezTo>
                  <a:cubicBezTo>
                    <a:pt x="52156" y="0"/>
                    <a:pt x="52156" y="0"/>
                    <a:pt x="52156" y="0"/>
                  </a:cubicBezTo>
                  <a:cubicBezTo>
                    <a:pt x="57517" y="1491"/>
                    <a:pt x="62879" y="2976"/>
                    <a:pt x="68246" y="5211"/>
                  </a:cubicBezTo>
                  <a:cubicBezTo>
                    <a:pt x="114067" y="23458"/>
                    <a:pt x="120889" y="48776"/>
                    <a:pt x="119916" y="76334"/>
                  </a:cubicBezTo>
                  <a:close/>
                </a:path>
              </a:pathLst>
            </a:custGeom>
            <a:solidFill>
              <a:schemeClr val="accent3">
                <a:alpha val="40000"/>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5" name="Google Shape;215;p9">
              <a:extLst>
                <a:ext uri="{FF2B5EF4-FFF2-40B4-BE49-F238E27FC236}">
                  <a16:creationId xmlns:a16="http://schemas.microsoft.com/office/drawing/2014/main" id="{A1B0659C-ACC2-8BEA-09C3-96F260C5E800}"/>
                </a:ext>
              </a:extLst>
            </p:cNvPr>
            <p:cNvSpPr/>
            <p:nvPr/>
          </p:nvSpPr>
          <p:spPr>
            <a:xfrm>
              <a:off x="6101017" y="2255379"/>
              <a:ext cx="758852" cy="768483"/>
            </a:xfrm>
            <a:custGeom>
              <a:avLst/>
              <a:gdLst/>
              <a:ahLst/>
              <a:cxnLst/>
              <a:rect l="0" t="0" r="0" b="0"/>
              <a:pathLst>
                <a:path w="120000" h="120000" extrusionOk="0">
                  <a:moveTo>
                    <a:pt x="67277" y="109088"/>
                  </a:moveTo>
                  <a:cubicBezTo>
                    <a:pt x="70794" y="105122"/>
                    <a:pt x="71800" y="100166"/>
                    <a:pt x="71294" y="95205"/>
                  </a:cubicBezTo>
                  <a:cubicBezTo>
                    <a:pt x="69788" y="85783"/>
                    <a:pt x="60755" y="79338"/>
                    <a:pt x="51211" y="81322"/>
                  </a:cubicBezTo>
                  <a:cubicBezTo>
                    <a:pt x="41672" y="82811"/>
                    <a:pt x="35144" y="91238"/>
                    <a:pt x="36650" y="100661"/>
                  </a:cubicBezTo>
                  <a:cubicBezTo>
                    <a:pt x="37655" y="105622"/>
                    <a:pt x="40672" y="110083"/>
                    <a:pt x="44688" y="112561"/>
                  </a:cubicBezTo>
                  <a:cubicBezTo>
                    <a:pt x="45188" y="112561"/>
                    <a:pt x="45188" y="112561"/>
                    <a:pt x="45188" y="112561"/>
                  </a:cubicBezTo>
                  <a:cubicBezTo>
                    <a:pt x="0" y="120000"/>
                    <a:pt x="0" y="120000"/>
                    <a:pt x="0" y="120000"/>
                  </a:cubicBezTo>
                  <a:cubicBezTo>
                    <a:pt x="1505" y="117522"/>
                    <a:pt x="3011" y="114544"/>
                    <a:pt x="5022" y="111572"/>
                  </a:cubicBezTo>
                  <a:cubicBezTo>
                    <a:pt x="7027" y="108594"/>
                    <a:pt x="18077" y="91733"/>
                    <a:pt x="23600" y="83305"/>
                  </a:cubicBezTo>
                  <a:cubicBezTo>
                    <a:pt x="25605" y="80333"/>
                    <a:pt x="26111" y="76861"/>
                    <a:pt x="25105" y="73883"/>
                  </a:cubicBezTo>
                  <a:cubicBezTo>
                    <a:pt x="15566" y="44133"/>
                    <a:pt x="24100" y="18844"/>
                    <a:pt x="36650" y="0"/>
                  </a:cubicBezTo>
                  <a:cubicBezTo>
                    <a:pt x="73305" y="44133"/>
                    <a:pt x="73305" y="44133"/>
                    <a:pt x="73305" y="44133"/>
                  </a:cubicBezTo>
                  <a:cubicBezTo>
                    <a:pt x="74311" y="45622"/>
                    <a:pt x="76822" y="46116"/>
                    <a:pt x="78827" y="44627"/>
                  </a:cubicBezTo>
                  <a:cubicBezTo>
                    <a:pt x="80333" y="43138"/>
                    <a:pt x="81338" y="41155"/>
                    <a:pt x="81338" y="39172"/>
                  </a:cubicBezTo>
                  <a:cubicBezTo>
                    <a:pt x="81838" y="35700"/>
                    <a:pt x="83350" y="32727"/>
                    <a:pt x="85855" y="30250"/>
                  </a:cubicBezTo>
                  <a:cubicBezTo>
                    <a:pt x="90877" y="26283"/>
                    <a:pt x="98411" y="26777"/>
                    <a:pt x="102927" y="31733"/>
                  </a:cubicBezTo>
                  <a:cubicBezTo>
                    <a:pt x="106944" y="37188"/>
                    <a:pt x="106444" y="44627"/>
                    <a:pt x="100922" y="48594"/>
                  </a:cubicBezTo>
                  <a:cubicBezTo>
                    <a:pt x="98411" y="51072"/>
                    <a:pt x="94894" y="51572"/>
                    <a:pt x="91383" y="51072"/>
                  </a:cubicBezTo>
                  <a:cubicBezTo>
                    <a:pt x="89372" y="50577"/>
                    <a:pt x="87366" y="51572"/>
                    <a:pt x="85355" y="52561"/>
                  </a:cubicBezTo>
                  <a:cubicBezTo>
                    <a:pt x="83850" y="54050"/>
                    <a:pt x="83350" y="56527"/>
                    <a:pt x="84855" y="58016"/>
                  </a:cubicBezTo>
                  <a:cubicBezTo>
                    <a:pt x="120000" y="100661"/>
                    <a:pt x="120000" y="100661"/>
                    <a:pt x="120000" y="100661"/>
                  </a:cubicBezTo>
                  <a:cubicBezTo>
                    <a:pt x="67277" y="109088"/>
                    <a:pt x="67277" y="109088"/>
                    <a:pt x="67277" y="109088"/>
                  </a:cubicBezTo>
                  <a:cubicBezTo>
                    <a:pt x="67277" y="109088"/>
                    <a:pt x="67277" y="109088"/>
                    <a:pt x="67277" y="109088"/>
                  </a:cubicBezTo>
                  <a:close/>
                </a:path>
              </a:pathLst>
            </a:custGeom>
            <a:solidFill>
              <a:schemeClr val="accent3">
                <a:alpha val="6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6" name="Google Shape;216;p9">
              <a:extLst>
                <a:ext uri="{FF2B5EF4-FFF2-40B4-BE49-F238E27FC236}">
                  <a16:creationId xmlns:a16="http://schemas.microsoft.com/office/drawing/2014/main" id="{1DE306A7-1E3B-E098-6C98-C4841EDA15CF}"/>
                </a:ext>
              </a:extLst>
            </p:cNvPr>
            <p:cNvSpPr/>
            <p:nvPr/>
          </p:nvSpPr>
          <p:spPr>
            <a:xfrm>
              <a:off x="6077203" y="2806336"/>
              <a:ext cx="789016" cy="852635"/>
            </a:xfrm>
            <a:custGeom>
              <a:avLst/>
              <a:gdLst/>
              <a:ahLst/>
              <a:cxnLst/>
              <a:rect l="0" t="0" r="0" b="0"/>
              <a:pathLst>
                <a:path w="120000" h="120000" extrusionOk="0">
                  <a:moveTo>
                    <a:pt x="120000" y="17550"/>
                  </a:moveTo>
                  <a:cubicBezTo>
                    <a:pt x="101638" y="62235"/>
                    <a:pt x="101638" y="62235"/>
                    <a:pt x="101638" y="62235"/>
                  </a:cubicBezTo>
                  <a:cubicBezTo>
                    <a:pt x="101638" y="62235"/>
                    <a:pt x="101638" y="62235"/>
                    <a:pt x="101638" y="62235"/>
                  </a:cubicBezTo>
                  <a:cubicBezTo>
                    <a:pt x="99707" y="57764"/>
                    <a:pt x="96321" y="54641"/>
                    <a:pt x="91975" y="52849"/>
                  </a:cubicBezTo>
                  <a:cubicBezTo>
                    <a:pt x="83277" y="50169"/>
                    <a:pt x="73613" y="54191"/>
                    <a:pt x="70227" y="62235"/>
                  </a:cubicBezTo>
                  <a:cubicBezTo>
                    <a:pt x="66847" y="69830"/>
                    <a:pt x="71193" y="78767"/>
                    <a:pt x="79891" y="81896"/>
                  </a:cubicBezTo>
                  <a:cubicBezTo>
                    <a:pt x="84726" y="83682"/>
                    <a:pt x="89555" y="83238"/>
                    <a:pt x="93906" y="81003"/>
                  </a:cubicBezTo>
                  <a:cubicBezTo>
                    <a:pt x="93906" y="81003"/>
                    <a:pt x="93906" y="81003"/>
                    <a:pt x="94389" y="81003"/>
                  </a:cubicBezTo>
                  <a:cubicBezTo>
                    <a:pt x="79891" y="115852"/>
                    <a:pt x="79891" y="115852"/>
                    <a:pt x="79891" y="115852"/>
                  </a:cubicBezTo>
                  <a:cubicBezTo>
                    <a:pt x="53315" y="122110"/>
                    <a:pt x="37856" y="119431"/>
                    <a:pt x="37856" y="119431"/>
                  </a:cubicBezTo>
                  <a:cubicBezTo>
                    <a:pt x="28187" y="118537"/>
                    <a:pt x="22392" y="108258"/>
                    <a:pt x="23358" y="101556"/>
                  </a:cubicBezTo>
                  <a:cubicBezTo>
                    <a:pt x="24807" y="94405"/>
                    <a:pt x="25290" y="91277"/>
                    <a:pt x="20944" y="88153"/>
                  </a:cubicBezTo>
                  <a:cubicBezTo>
                    <a:pt x="17075" y="85468"/>
                    <a:pt x="17075" y="81896"/>
                    <a:pt x="19007" y="80553"/>
                  </a:cubicBezTo>
                  <a:cubicBezTo>
                    <a:pt x="20944" y="79216"/>
                    <a:pt x="27704" y="76531"/>
                    <a:pt x="27704" y="76531"/>
                  </a:cubicBezTo>
                  <a:cubicBezTo>
                    <a:pt x="27704" y="76531"/>
                    <a:pt x="22875" y="73408"/>
                    <a:pt x="19972" y="72509"/>
                  </a:cubicBezTo>
                  <a:cubicBezTo>
                    <a:pt x="17075" y="71172"/>
                    <a:pt x="15626" y="66701"/>
                    <a:pt x="17075" y="64021"/>
                  </a:cubicBezTo>
                  <a:cubicBezTo>
                    <a:pt x="18524" y="61342"/>
                    <a:pt x="19007" y="54641"/>
                    <a:pt x="19007" y="54641"/>
                  </a:cubicBezTo>
                  <a:cubicBezTo>
                    <a:pt x="19007" y="54641"/>
                    <a:pt x="12729" y="51512"/>
                    <a:pt x="5480" y="47934"/>
                  </a:cubicBezTo>
                  <a:cubicBezTo>
                    <a:pt x="162" y="45703"/>
                    <a:pt x="-1285" y="42125"/>
                    <a:pt x="1128" y="35873"/>
                  </a:cubicBezTo>
                  <a:cubicBezTo>
                    <a:pt x="49452" y="28273"/>
                    <a:pt x="49452" y="28273"/>
                    <a:pt x="49452" y="28273"/>
                  </a:cubicBezTo>
                  <a:cubicBezTo>
                    <a:pt x="51866" y="28273"/>
                    <a:pt x="52832" y="26487"/>
                    <a:pt x="52832" y="24257"/>
                  </a:cubicBezTo>
                  <a:cubicBezTo>
                    <a:pt x="52349" y="22465"/>
                    <a:pt x="51383" y="20678"/>
                    <a:pt x="49452" y="19785"/>
                  </a:cubicBezTo>
                  <a:cubicBezTo>
                    <a:pt x="46554" y="17999"/>
                    <a:pt x="44617" y="15763"/>
                    <a:pt x="44134" y="12191"/>
                  </a:cubicBezTo>
                  <a:cubicBezTo>
                    <a:pt x="43168" y="6382"/>
                    <a:pt x="47520" y="1018"/>
                    <a:pt x="53798" y="125"/>
                  </a:cubicBezTo>
                  <a:cubicBezTo>
                    <a:pt x="60081" y="-767"/>
                    <a:pt x="65881" y="3254"/>
                    <a:pt x="66847" y="9062"/>
                  </a:cubicBezTo>
                  <a:cubicBezTo>
                    <a:pt x="67330" y="12191"/>
                    <a:pt x="66364" y="15319"/>
                    <a:pt x="64433" y="17550"/>
                  </a:cubicBezTo>
                  <a:cubicBezTo>
                    <a:pt x="62978" y="18892"/>
                    <a:pt x="62495" y="21128"/>
                    <a:pt x="62978" y="22914"/>
                  </a:cubicBezTo>
                  <a:cubicBezTo>
                    <a:pt x="62978" y="24700"/>
                    <a:pt x="65398" y="26043"/>
                    <a:pt x="67330" y="25594"/>
                  </a:cubicBezTo>
                  <a:lnTo>
                    <a:pt x="120000" y="17550"/>
                  </a:lnTo>
                  <a:close/>
                </a:path>
              </a:pathLst>
            </a:custGeom>
            <a:solidFill>
              <a:schemeClr val="accent3">
                <a:alpha val="84313"/>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7" name="Google Shape;217;p9">
              <a:extLst>
                <a:ext uri="{FF2B5EF4-FFF2-40B4-BE49-F238E27FC236}">
                  <a16:creationId xmlns:a16="http://schemas.microsoft.com/office/drawing/2014/main" id="{ABE0FB90-4D36-092D-4C22-55262938B694}"/>
                </a:ext>
              </a:extLst>
            </p:cNvPr>
            <p:cNvSpPr/>
            <p:nvPr/>
          </p:nvSpPr>
          <p:spPr>
            <a:xfrm>
              <a:off x="6564583" y="2944473"/>
              <a:ext cx="892207" cy="1000298"/>
            </a:xfrm>
            <a:custGeom>
              <a:avLst/>
              <a:gdLst/>
              <a:ahLst/>
              <a:cxnLst/>
              <a:rect l="0" t="0" r="0" b="0"/>
              <a:pathLst>
                <a:path w="120000" h="120000" extrusionOk="0">
                  <a:moveTo>
                    <a:pt x="120000" y="81905"/>
                  </a:moveTo>
                  <a:cubicBezTo>
                    <a:pt x="120000" y="94477"/>
                    <a:pt x="120000" y="109333"/>
                    <a:pt x="120000" y="109333"/>
                  </a:cubicBezTo>
                  <a:cubicBezTo>
                    <a:pt x="120000" y="109333"/>
                    <a:pt x="102897" y="120000"/>
                    <a:pt x="62698" y="120000"/>
                  </a:cubicBezTo>
                  <a:cubicBezTo>
                    <a:pt x="22505" y="120000"/>
                    <a:pt x="5830" y="109333"/>
                    <a:pt x="5830" y="109333"/>
                  </a:cubicBezTo>
                  <a:cubicBezTo>
                    <a:pt x="5830" y="91811"/>
                    <a:pt x="5830" y="91811"/>
                    <a:pt x="5830" y="91811"/>
                  </a:cubicBezTo>
                  <a:cubicBezTo>
                    <a:pt x="22505" y="52572"/>
                    <a:pt x="22505" y="52572"/>
                    <a:pt x="22505" y="52572"/>
                  </a:cubicBezTo>
                  <a:cubicBezTo>
                    <a:pt x="22932" y="51050"/>
                    <a:pt x="22078" y="49522"/>
                    <a:pt x="20369" y="48761"/>
                  </a:cubicBezTo>
                  <a:cubicBezTo>
                    <a:pt x="18660" y="48383"/>
                    <a:pt x="16945" y="48383"/>
                    <a:pt x="15236" y="49144"/>
                  </a:cubicBezTo>
                  <a:cubicBezTo>
                    <a:pt x="12672" y="50283"/>
                    <a:pt x="9675" y="50666"/>
                    <a:pt x="6684" y="49522"/>
                  </a:cubicBezTo>
                  <a:cubicBezTo>
                    <a:pt x="1551" y="48000"/>
                    <a:pt x="-1439" y="42666"/>
                    <a:pt x="697" y="37716"/>
                  </a:cubicBezTo>
                  <a:cubicBezTo>
                    <a:pt x="2839" y="33144"/>
                    <a:pt x="8393" y="30855"/>
                    <a:pt x="13954" y="32383"/>
                  </a:cubicBezTo>
                  <a:cubicBezTo>
                    <a:pt x="16945" y="33522"/>
                    <a:pt x="19087" y="35427"/>
                    <a:pt x="19941" y="37716"/>
                  </a:cubicBezTo>
                  <a:cubicBezTo>
                    <a:pt x="20369" y="39238"/>
                    <a:pt x="22078" y="40761"/>
                    <a:pt x="23787" y="41144"/>
                  </a:cubicBezTo>
                  <a:cubicBezTo>
                    <a:pt x="25502" y="41905"/>
                    <a:pt x="27211" y="41144"/>
                    <a:pt x="28065" y="39616"/>
                  </a:cubicBezTo>
                  <a:cubicBezTo>
                    <a:pt x="44741" y="0"/>
                    <a:pt x="44741" y="0"/>
                    <a:pt x="44741" y="0"/>
                  </a:cubicBezTo>
                  <a:cubicBezTo>
                    <a:pt x="73819" y="31616"/>
                    <a:pt x="73819" y="31616"/>
                    <a:pt x="73819" y="31616"/>
                  </a:cubicBezTo>
                  <a:cubicBezTo>
                    <a:pt x="73392" y="31616"/>
                    <a:pt x="73392" y="31616"/>
                    <a:pt x="73392" y="31616"/>
                  </a:cubicBezTo>
                  <a:cubicBezTo>
                    <a:pt x="69113" y="30855"/>
                    <a:pt x="64840" y="32000"/>
                    <a:pt x="61416" y="34283"/>
                  </a:cubicBezTo>
                  <a:cubicBezTo>
                    <a:pt x="55001" y="38855"/>
                    <a:pt x="54147" y="47238"/>
                    <a:pt x="59280" y="52950"/>
                  </a:cubicBezTo>
                  <a:cubicBezTo>
                    <a:pt x="64413" y="58666"/>
                    <a:pt x="73819" y="59427"/>
                    <a:pt x="80234" y="54855"/>
                  </a:cubicBezTo>
                  <a:cubicBezTo>
                    <a:pt x="83652" y="52188"/>
                    <a:pt x="85361" y="48761"/>
                    <a:pt x="85788" y="44950"/>
                  </a:cubicBezTo>
                  <a:cubicBezTo>
                    <a:pt x="85788" y="44950"/>
                    <a:pt x="85788" y="44572"/>
                    <a:pt x="85788" y="44572"/>
                  </a:cubicBezTo>
                  <a:lnTo>
                    <a:pt x="120000" y="81905"/>
                  </a:lnTo>
                  <a:close/>
                </a:path>
              </a:pathLst>
            </a:custGeom>
            <a:solidFill>
              <a:schemeClr val="accent3"/>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8" name="Google Shape;218;p9">
              <a:extLst>
                <a:ext uri="{FF2B5EF4-FFF2-40B4-BE49-F238E27FC236}">
                  <a16:creationId xmlns:a16="http://schemas.microsoft.com/office/drawing/2014/main" id="{820EF576-672D-BDC4-4C76-D287F3EFB625}"/>
                </a:ext>
              </a:extLst>
            </p:cNvPr>
            <p:cNvSpPr/>
            <p:nvPr/>
          </p:nvSpPr>
          <p:spPr>
            <a:xfrm>
              <a:off x="6923371" y="2801574"/>
              <a:ext cx="752502" cy="771658"/>
            </a:xfrm>
            <a:custGeom>
              <a:avLst/>
              <a:gdLst/>
              <a:ahLst/>
              <a:cxnLst/>
              <a:rect l="0" t="0" r="0" b="0"/>
              <a:pathLst>
                <a:path w="120000" h="120000" extrusionOk="0">
                  <a:moveTo>
                    <a:pt x="120000" y="0"/>
                  </a:moveTo>
                  <a:cubicBezTo>
                    <a:pt x="114427" y="22716"/>
                    <a:pt x="102783" y="38022"/>
                    <a:pt x="96200" y="49877"/>
                  </a:cubicBezTo>
                  <a:cubicBezTo>
                    <a:pt x="88100" y="65677"/>
                    <a:pt x="85061" y="96294"/>
                    <a:pt x="85061" y="110122"/>
                  </a:cubicBezTo>
                  <a:cubicBezTo>
                    <a:pt x="85061" y="120000"/>
                    <a:pt x="85061" y="120000"/>
                    <a:pt x="85061" y="120000"/>
                  </a:cubicBezTo>
                  <a:cubicBezTo>
                    <a:pt x="47594" y="75555"/>
                    <a:pt x="47594" y="75555"/>
                    <a:pt x="47594" y="75555"/>
                  </a:cubicBezTo>
                  <a:cubicBezTo>
                    <a:pt x="46077" y="73577"/>
                    <a:pt x="43544" y="73577"/>
                    <a:pt x="41516" y="75061"/>
                  </a:cubicBezTo>
                  <a:cubicBezTo>
                    <a:pt x="40000" y="76050"/>
                    <a:pt x="38988" y="78022"/>
                    <a:pt x="38988" y="80494"/>
                  </a:cubicBezTo>
                  <a:cubicBezTo>
                    <a:pt x="38988" y="83455"/>
                    <a:pt x="37466" y="86911"/>
                    <a:pt x="34427" y="89383"/>
                  </a:cubicBezTo>
                  <a:cubicBezTo>
                    <a:pt x="29366" y="93333"/>
                    <a:pt x="21772" y="92344"/>
                    <a:pt x="17216" y="87405"/>
                  </a:cubicBezTo>
                  <a:cubicBezTo>
                    <a:pt x="13166" y="82466"/>
                    <a:pt x="14177" y="75061"/>
                    <a:pt x="19238" y="70616"/>
                  </a:cubicBezTo>
                  <a:cubicBezTo>
                    <a:pt x="21772" y="68644"/>
                    <a:pt x="25316" y="67655"/>
                    <a:pt x="28861" y="68150"/>
                  </a:cubicBezTo>
                  <a:cubicBezTo>
                    <a:pt x="30883" y="68644"/>
                    <a:pt x="33416" y="68150"/>
                    <a:pt x="34938" y="66666"/>
                  </a:cubicBezTo>
                  <a:cubicBezTo>
                    <a:pt x="36455" y="65183"/>
                    <a:pt x="36961" y="62716"/>
                    <a:pt x="35444" y="61233"/>
                  </a:cubicBezTo>
                  <a:cubicBezTo>
                    <a:pt x="0" y="18766"/>
                    <a:pt x="0" y="18766"/>
                    <a:pt x="0" y="18766"/>
                  </a:cubicBezTo>
                  <a:cubicBezTo>
                    <a:pt x="53672" y="10372"/>
                    <a:pt x="53672" y="10372"/>
                    <a:pt x="53672" y="10372"/>
                  </a:cubicBezTo>
                  <a:cubicBezTo>
                    <a:pt x="53166" y="10372"/>
                    <a:pt x="53166" y="10866"/>
                    <a:pt x="53166" y="10866"/>
                  </a:cubicBezTo>
                  <a:cubicBezTo>
                    <a:pt x="50127" y="14816"/>
                    <a:pt x="48605" y="19755"/>
                    <a:pt x="49622" y="24200"/>
                  </a:cubicBezTo>
                  <a:cubicBezTo>
                    <a:pt x="51138" y="33577"/>
                    <a:pt x="60255" y="40000"/>
                    <a:pt x="69366" y="38516"/>
                  </a:cubicBezTo>
                  <a:cubicBezTo>
                    <a:pt x="78988" y="37038"/>
                    <a:pt x="85572" y="28150"/>
                    <a:pt x="84050" y="18766"/>
                  </a:cubicBezTo>
                  <a:cubicBezTo>
                    <a:pt x="83038" y="13827"/>
                    <a:pt x="80000" y="9877"/>
                    <a:pt x="75950" y="7405"/>
                  </a:cubicBezTo>
                  <a:cubicBezTo>
                    <a:pt x="75950" y="6911"/>
                    <a:pt x="75444" y="6911"/>
                    <a:pt x="75444" y="6911"/>
                  </a:cubicBezTo>
                  <a:lnTo>
                    <a:pt x="120000" y="0"/>
                  </a:lnTo>
                  <a:close/>
                </a:path>
              </a:pathLst>
            </a:custGeom>
            <a:solidFill>
              <a:schemeClr val="accent3">
                <a:alpha val="24313"/>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9" name="Google Shape;219;p9">
              <a:extLst>
                <a:ext uri="{FF2B5EF4-FFF2-40B4-BE49-F238E27FC236}">
                  <a16:creationId xmlns:a16="http://schemas.microsoft.com/office/drawing/2014/main" id="{9C2A062B-0FDF-45E8-7719-78EC52D9D086}"/>
                </a:ext>
              </a:extLst>
            </p:cNvPr>
            <p:cNvSpPr/>
            <p:nvPr/>
          </p:nvSpPr>
          <p:spPr>
            <a:xfrm>
              <a:off x="6734452" y="4086083"/>
              <a:ext cx="595334" cy="182595"/>
            </a:xfrm>
            <a:custGeom>
              <a:avLst/>
              <a:gdLst/>
              <a:ahLst/>
              <a:cxnLst/>
              <a:rect l="0" t="0" r="0" b="0"/>
              <a:pathLst>
                <a:path w="120000" h="120000" extrusionOk="0">
                  <a:moveTo>
                    <a:pt x="116134" y="87"/>
                  </a:moveTo>
                  <a:cubicBezTo>
                    <a:pt x="115495" y="87"/>
                    <a:pt x="114851" y="87"/>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18938"/>
                    <a:pt x="2162" y="23127"/>
                  </a:cubicBezTo>
                  <a:cubicBezTo>
                    <a:pt x="46982" y="109003"/>
                    <a:pt x="46982" y="109003"/>
                    <a:pt x="46982" y="109003"/>
                  </a:cubicBezTo>
                  <a:cubicBezTo>
                    <a:pt x="55307" y="123665"/>
                    <a:pt x="64910" y="123665"/>
                    <a:pt x="72597" y="109003"/>
                  </a:cubicBezTo>
                  <a:cubicBezTo>
                    <a:pt x="118055" y="23127"/>
                    <a:pt x="118055" y="23127"/>
                    <a:pt x="118055" y="23127"/>
                  </a:cubicBezTo>
                  <a:cubicBezTo>
                    <a:pt x="119977" y="18938"/>
                    <a:pt x="120616" y="12654"/>
                    <a:pt x="119333" y="6370"/>
                  </a:cubicBezTo>
                  <a:cubicBezTo>
                    <a:pt x="118694" y="2181"/>
                    <a:pt x="117417" y="87"/>
                    <a:pt x="116134" y="87"/>
                  </a:cubicBezTo>
                  <a:close/>
                </a:path>
              </a:pathLst>
            </a:custGeom>
            <a:solidFill>
              <a:schemeClr val="accent3">
                <a:alpha val="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0" name="Google Shape;220;p9">
              <a:extLst>
                <a:ext uri="{FF2B5EF4-FFF2-40B4-BE49-F238E27FC236}">
                  <a16:creationId xmlns:a16="http://schemas.microsoft.com/office/drawing/2014/main" id="{B6A2749B-A6A6-DBB9-7F8B-4C842FA92335}"/>
                </a:ext>
              </a:extLst>
            </p:cNvPr>
            <p:cNvSpPr/>
            <p:nvPr/>
          </p:nvSpPr>
          <p:spPr>
            <a:xfrm>
              <a:off x="6734452" y="4228982"/>
              <a:ext cx="595334" cy="182595"/>
            </a:xfrm>
            <a:custGeom>
              <a:avLst/>
              <a:gdLst/>
              <a:ahLst/>
              <a:cxnLst/>
              <a:rect l="0" t="0" r="0" b="0"/>
              <a:pathLst>
                <a:path w="120000" h="120000" extrusionOk="0">
                  <a:moveTo>
                    <a:pt x="116134" y="87"/>
                  </a:moveTo>
                  <a:cubicBezTo>
                    <a:pt x="115495" y="87"/>
                    <a:pt x="114851" y="2181"/>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21032"/>
                    <a:pt x="2162" y="25221"/>
                  </a:cubicBezTo>
                  <a:cubicBezTo>
                    <a:pt x="46982" y="109003"/>
                    <a:pt x="46982" y="109003"/>
                    <a:pt x="46982" y="109003"/>
                  </a:cubicBezTo>
                  <a:cubicBezTo>
                    <a:pt x="55307" y="123665"/>
                    <a:pt x="64910" y="123665"/>
                    <a:pt x="72597" y="109003"/>
                  </a:cubicBezTo>
                  <a:cubicBezTo>
                    <a:pt x="118055" y="25221"/>
                    <a:pt x="118055" y="25221"/>
                    <a:pt x="118055" y="25221"/>
                  </a:cubicBezTo>
                  <a:cubicBezTo>
                    <a:pt x="119977" y="21032"/>
                    <a:pt x="120616" y="12654"/>
                    <a:pt x="119333" y="6370"/>
                  </a:cubicBezTo>
                  <a:cubicBezTo>
                    <a:pt x="118694" y="2181"/>
                    <a:pt x="117417" y="87"/>
                    <a:pt x="116134" y="87"/>
                  </a:cubicBezTo>
                  <a:close/>
                </a:path>
              </a:pathLst>
            </a:custGeom>
            <a:solidFill>
              <a:schemeClr val="accent3">
                <a:alpha val="4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1" name="Google Shape;221;p9">
              <a:extLst>
                <a:ext uri="{FF2B5EF4-FFF2-40B4-BE49-F238E27FC236}">
                  <a16:creationId xmlns:a16="http://schemas.microsoft.com/office/drawing/2014/main" id="{4BA83D98-3BD9-6701-F01D-3C671B0E1F88}"/>
                </a:ext>
              </a:extLst>
            </p:cNvPr>
            <p:cNvSpPr/>
            <p:nvPr/>
          </p:nvSpPr>
          <p:spPr>
            <a:xfrm>
              <a:off x="6734452" y="4375057"/>
              <a:ext cx="595334" cy="182595"/>
            </a:xfrm>
            <a:custGeom>
              <a:avLst/>
              <a:gdLst/>
              <a:ahLst/>
              <a:cxnLst/>
              <a:rect l="0" t="0" r="0" b="0"/>
              <a:pathLst>
                <a:path w="120000" h="120000" extrusionOk="0">
                  <a:moveTo>
                    <a:pt x="116134" y="780"/>
                  </a:moveTo>
                  <a:cubicBezTo>
                    <a:pt x="115495" y="780"/>
                    <a:pt x="114851" y="780"/>
                    <a:pt x="114212" y="780"/>
                  </a:cubicBezTo>
                  <a:cubicBezTo>
                    <a:pt x="68753" y="86160"/>
                    <a:pt x="68753" y="86160"/>
                    <a:pt x="68753" y="86160"/>
                  </a:cubicBezTo>
                  <a:cubicBezTo>
                    <a:pt x="63633" y="96572"/>
                    <a:pt x="56585" y="96572"/>
                    <a:pt x="50825" y="86160"/>
                  </a:cubicBezTo>
                  <a:cubicBezTo>
                    <a:pt x="6005" y="780"/>
                    <a:pt x="6005" y="780"/>
                    <a:pt x="6005" y="780"/>
                  </a:cubicBezTo>
                  <a:cubicBezTo>
                    <a:pt x="4084" y="-1301"/>
                    <a:pt x="1523" y="780"/>
                    <a:pt x="240" y="7028"/>
                  </a:cubicBezTo>
                  <a:cubicBezTo>
                    <a:pt x="-397" y="13275"/>
                    <a:pt x="240" y="19522"/>
                    <a:pt x="2162" y="23687"/>
                  </a:cubicBezTo>
                  <a:cubicBezTo>
                    <a:pt x="46982" y="109067"/>
                    <a:pt x="46982" y="109067"/>
                    <a:pt x="46982" y="109067"/>
                  </a:cubicBezTo>
                  <a:cubicBezTo>
                    <a:pt x="55307" y="123644"/>
                    <a:pt x="64910" y="123644"/>
                    <a:pt x="72597" y="109067"/>
                  </a:cubicBezTo>
                  <a:cubicBezTo>
                    <a:pt x="118055" y="23687"/>
                    <a:pt x="118055" y="23687"/>
                    <a:pt x="118055" y="23687"/>
                  </a:cubicBezTo>
                  <a:cubicBezTo>
                    <a:pt x="119977" y="19522"/>
                    <a:pt x="120616" y="13275"/>
                    <a:pt x="119333" y="7028"/>
                  </a:cubicBezTo>
                  <a:cubicBezTo>
                    <a:pt x="118694" y="2863"/>
                    <a:pt x="117417" y="780"/>
                    <a:pt x="116134" y="780"/>
                  </a:cubicBezTo>
                  <a:close/>
                </a:path>
              </a:pathLst>
            </a:custGeom>
            <a:solidFill>
              <a:schemeClr val="accent3">
                <a:alpha val="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grpSp>
        <p:nvGrpSpPr>
          <p:cNvPr id="32" name="Google Shape;222;p9">
            <a:extLst>
              <a:ext uri="{FF2B5EF4-FFF2-40B4-BE49-F238E27FC236}">
                <a16:creationId xmlns:a16="http://schemas.microsoft.com/office/drawing/2014/main" id="{3DF5AA16-32EA-8C50-F0F1-0E9B1D316225}"/>
              </a:ext>
            </a:extLst>
          </p:cNvPr>
          <p:cNvGrpSpPr>
            <a:grpSpLocks/>
          </p:cNvGrpSpPr>
          <p:nvPr/>
        </p:nvGrpSpPr>
        <p:grpSpPr bwMode="auto">
          <a:xfrm>
            <a:off x="8112125" y="1954213"/>
            <a:ext cx="1617663" cy="2603500"/>
            <a:chOff x="8112261" y="1953702"/>
            <a:chExt cx="1616845" cy="2603950"/>
          </a:xfrm>
        </p:grpSpPr>
        <p:sp>
          <p:nvSpPr>
            <p:cNvPr id="33" name="Google Shape;223;p9">
              <a:extLst>
                <a:ext uri="{FF2B5EF4-FFF2-40B4-BE49-F238E27FC236}">
                  <a16:creationId xmlns:a16="http://schemas.microsoft.com/office/drawing/2014/main" id="{9C206A80-E0B2-47C7-D2B6-ED295BDF89D4}"/>
                </a:ext>
              </a:extLst>
            </p:cNvPr>
            <p:cNvSpPr/>
            <p:nvPr/>
          </p:nvSpPr>
          <p:spPr>
            <a:xfrm>
              <a:off x="8385173" y="1953702"/>
              <a:ext cx="869510" cy="924085"/>
            </a:xfrm>
            <a:custGeom>
              <a:avLst/>
              <a:gdLst/>
              <a:ahLst/>
              <a:cxnLst/>
              <a:rect l="0" t="0" r="0" b="0"/>
              <a:pathLst>
                <a:path w="120000" h="120000" extrusionOk="0">
                  <a:moveTo>
                    <a:pt x="118690" y="79161"/>
                  </a:moveTo>
                  <a:cubicBezTo>
                    <a:pt x="116496" y="84525"/>
                    <a:pt x="110368" y="86995"/>
                    <a:pt x="105114" y="84933"/>
                  </a:cubicBezTo>
                  <a:cubicBezTo>
                    <a:pt x="102047" y="84112"/>
                    <a:pt x="99853"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534" y="71320"/>
                  </a:cubicBezTo>
                  <a:cubicBezTo>
                    <a:pt x="31534" y="71734"/>
                    <a:pt x="31534" y="71734"/>
                    <a:pt x="31534" y="71734"/>
                  </a:cubicBezTo>
                  <a:cubicBezTo>
                    <a:pt x="0" y="35433"/>
                    <a:pt x="0" y="35433"/>
                    <a:pt x="0" y="35433"/>
                  </a:cubicBezTo>
                  <a:cubicBezTo>
                    <a:pt x="7006" y="26357"/>
                    <a:pt x="14891"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047" y="68023"/>
                    <a:pt x="103798" y="67196"/>
                  </a:cubicBezTo>
                  <a:cubicBezTo>
                    <a:pt x="106423" y="65548"/>
                    <a:pt x="109490" y="65548"/>
                    <a:pt x="112557" y="66369"/>
                  </a:cubicBezTo>
                  <a:cubicBezTo>
                    <a:pt x="117811" y="68437"/>
                    <a:pt x="120878" y="74209"/>
                    <a:pt x="118690" y="79161"/>
                  </a:cubicBezTo>
                  <a:close/>
                </a:path>
              </a:pathLst>
            </a:custGeom>
            <a:solidFill>
              <a:schemeClr val="accent3">
                <a:alpha val="54509"/>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4" name="Google Shape;224;p9">
              <a:extLst>
                <a:ext uri="{FF2B5EF4-FFF2-40B4-BE49-F238E27FC236}">
                  <a16:creationId xmlns:a16="http://schemas.microsoft.com/office/drawing/2014/main" id="{6C2F7DD9-AC6E-B345-642A-C5949E8435C3}"/>
                </a:ext>
              </a:extLst>
            </p:cNvPr>
            <p:cNvSpPr/>
            <p:nvPr/>
          </p:nvSpPr>
          <p:spPr>
            <a:xfrm>
              <a:off x="8950037" y="1994984"/>
              <a:ext cx="779069" cy="1022527"/>
            </a:xfrm>
            <a:custGeom>
              <a:avLst/>
              <a:gdLst/>
              <a:ahLst/>
              <a:cxnLst/>
              <a:rect l="0" t="0" r="0" b="0"/>
              <a:pathLst>
                <a:path w="120000" h="120000" extrusionOk="0">
                  <a:moveTo>
                    <a:pt x="119825" y="76334"/>
                  </a:moveTo>
                  <a:cubicBezTo>
                    <a:pt x="119825" y="81171"/>
                    <a:pt x="119337" y="86013"/>
                    <a:pt x="117866" y="90107"/>
                  </a:cubicBezTo>
                  <a:cubicBezTo>
                    <a:pt x="71404" y="96067"/>
                    <a:pt x="71404" y="96067"/>
                    <a:pt x="71404" y="96067"/>
                  </a:cubicBezTo>
                  <a:cubicBezTo>
                    <a:pt x="68962" y="96441"/>
                    <a:pt x="67490" y="97926"/>
                    <a:pt x="67979" y="99418"/>
                  </a:cubicBezTo>
                  <a:cubicBezTo>
                    <a:pt x="68473" y="101278"/>
                    <a:pt x="69450" y="102395"/>
                    <a:pt x="71404" y="103512"/>
                  </a:cubicBezTo>
                  <a:cubicBezTo>
                    <a:pt x="74341" y="104629"/>
                    <a:pt x="76295" y="106863"/>
                    <a:pt x="76784" y="109471"/>
                  </a:cubicBezTo>
                  <a:cubicBezTo>
                    <a:pt x="77761" y="114314"/>
                    <a:pt x="73364" y="118782"/>
                    <a:pt x="67002" y="119899"/>
                  </a:cubicBezTo>
                  <a:cubicBezTo>
                    <a:pt x="60645" y="120642"/>
                    <a:pt x="54777" y="117291"/>
                    <a:pt x="53800" y="112448"/>
                  </a:cubicBezTo>
                  <a:cubicBezTo>
                    <a:pt x="53312" y="109845"/>
                    <a:pt x="54289" y="107237"/>
                    <a:pt x="56243" y="105377"/>
                  </a:cubicBezTo>
                  <a:cubicBezTo>
                    <a:pt x="57708" y="103886"/>
                    <a:pt x="58203" y="102395"/>
                    <a:pt x="57708" y="100909"/>
                  </a:cubicBezTo>
                  <a:cubicBezTo>
                    <a:pt x="57220" y="99043"/>
                    <a:pt x="55266" y="98301"/>
                    <a:pt x="53312" y="98301"/>
                  </a:cubicBezTo>
                  <a:cubicBezTo>
                    <a:pt x="53312" y="98301"/>
                    <a:pt x="53312" y="98301"/>
                    <a:pt x="53312" y="98301"/>
                  </a:cubicBezTo>
                  <a:cubicBezTo>
                    <a:pt x="0" y="105003"/>
                    <a:pt x="0" y="105003"/>
                    <a:pt x="0" y="105003"/>
                  </a:cubicBezTo>
                  <a:cubicBezTo>
                    <a:pt x="18586" y="67766"/>
                    <a:pt x="18586" y="67766"/>
                    <a:pt x="18586" y="67766"/>
                  </a:cubicBezTo>
                  <a:cubicBezTo>
                    <a:pt x="18586" y="67766"/>
                    <a:pt x="18586" y="68140"/>
                    <a:pt x="18586" y="68140"/>
                  </a:cubicBezTo>
                  <a:cubicBezTo>
                    <a:pt x="20540" y="71491"/>
                    <a:pt x="23966" y="74100"/>
                    <a:pt x="28368" y="75585"/>
                  </a:cubicBezTo>
                  <a:cubicBezTo>
                    <a:pt x="37167" y="78194"/>
                    <a:pt x="46949" y="74842"/>
                    <a:pt x="50375" y="68140"/>
                  </a:cubicBezTo>
                  <a:cubicBezTo>
                    <a:pt x="53800" y="61438"/>
                    <a:pt x="49398" y="53993"/>
                    <a:pt x="40593" y="51384"/>
                  </a:cubicBezTo>
                  <a:cubicBezTo>
                    <a:pt x="35702" y="50267"/>
                    <a:pt x="30811" y="50641"/>
                    <a:pt x="26408" y="52127"/>
                  </a:cubicBezTo>
                  <a:cubicBezTo>
                    <a:pt x="26408" y="52127"/>
                    <a:pt x="26408" y="52127"/>
                    <a:pt x="25920" y="52501"/>
                  </a:cubicBezTo>
                  <a:cubicBezTo>
                    <a:pt x="51840" y="0"/>
                    <a:pt x="51840" y="0"/>
                    <a:pt x="51840" y="0"/>
                  </a:cubicBezTo>
                  <a:cubicBezTo>
                    <a:pt x="57708" y="1491"/>
                    <a:pt x="63088" y="2976"/>
                    <a:pt x="67979" y="5211"/>
                  </a:cubicBezTo>
                  <a:cubicBezTo>
                    <a:pt x="114446" y="23458"/>
                    <a:pt x="121291" y="48776"/>
                    <a:pt x="119825" y="76334"/>
                  </a:cubicBezTo>
                  <a:close/>
                </a:path>
              </a:pathLst>
            </a:custGeom>
            <a:solidFill>
              <a:schemeClr val="accent3">
                <a:alpha val="40000"/>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5" name="Google Shape;225;p9">
              <a:extLst>
                <a:ext uri="{FF2B5EF4-FFF2-40B4-BE49-F238E27FC236}">
                  <a16:creationId xmlns:a16="http://schemas.microsoft.com/office/drawing/2014/main" id="{823AFA29-3B6E-5E79-FE37-CAA52965F036}"/>
                </a:ext>
              </a:extLst>
            </p:cNvPr>
            <p:cNvSpPr/>
            <p:nvPr/>
          </p:nvSpPr>
          <p:spPr>
            <a:xfrm>
              <a:off x="8136062" y="2255379"/>
              <a:ext cx="756854" cy="768483"/>
            </a:xfrm>
            <a:custGeom>
              <a:avLst/>
              <a:gdLst/>
              <a:ahLst/>
              <a:cxnLst/>
              <a:rect l="0" t="0" r="0" b="0"/>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166" y="110083"/>
                    <a:pt x="44688" y="112561"/>
                  </a:cubicBezTo>
                  <a:cubicBezTo>
                    <a:pt x="44688" y="112561"/>
                    <a:pt x="446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105" y="80333"/>
                    <a:pt x="25605" y="76861"/>
                    <a:pt x="24600" y="73883"/>
                  </a:cubicBezTo>
                  <a:cubicBezTo>
                    <a:pt x="15566" y="44133"/>
                    <a:pt x="24100" y="18844"/>
                    <a:pt x="36650" y="0"/>
                  </a:cubicBezTo>
                  <a:cubicBezTo>
                    <a:pt x="72805" y="44133"/>
                    <a:pt x="72805" y="44133"/>
                    <a:pt x="72805" y="44133"/>
                  </a:cubicBezTo>
                  <a:cubicBezTo>
                    <a:pt x="74311" y="45622"/>
                    <a:pt x="76822" y="46116"/>
                    <a:pt x="78327" y="44627"/>
                  </a:cubicBezTo>
                  <a:cubicBezTo>
                    <a:pt x="80333" y="43138"/>
                    <a:pt x="81338" y="41155"/>
                    <a:pt x="81338" y="39172"/>
                  </a:cubicBezTo>
                  <a:cubicBezTo>
                    <a:pt x="81338" y="35700"/>
                    <a:pt x="82844" y="32727"/>
                    <a:pt x="85855" y="30250"/>
                  </a:cubicBezTo>
                  <a:cubicBezTo>
                    <a:pt x="90877" y="26283"/>
                    <a:pt x="98411" y="26777"/>
                    <a:pt x="1024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6777" y="109088"/>
                    <a:pt x="67277" y="109088"/>
                    <a:pt x="67277" y="109088"/>
                  </a:cubicBezTo>
                  <a:close/>
                </a:path>
              </a:pathLst>
            </a:custGeom>
            <a:solidFill>
              <a:schemeClr val="accent3">
                <a:alpha val="6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6" name="Google Shape;226;p9">
              <a:extLst>
                <a:ext uri="{FF2B5EF4-FFF2-40B4-BE49-F238E27FC236}">
                  <a16:creationId xmlns:a16="http://schemas.microsoft.com/office/drawing/2014/main" id="{B403F891-5640-4D25-7F6F-A90876B5BA54}"/>
                </a:ext>
              </a:extLst>
            </p:cNvPr>
            <p:cNvSpPr/>
            <p:nvPr/>
          </p:nvSpPr>
          <p:spPr>
            <a:xfrm>
              <a:off x="8112261" y="2806336"/>
              <a:ext cx="787002" cy="852635"/>
            </a:xfrm>
            <a:custGeom>
              <a:avLst/>
              <a:gdLst/>
              <a:ahLst/>
              <a:cxnLst/>
              <a:rect l="0" t="0" r="0" b="0"/>
              <a:pathLst>
                <a:path w="120000" h="120000" extrusionOk="0">
                  <a:moveTo>
                    <a:pt x="120000" y="17550"/>
                  </a:moveTo>
                  <a:cubicBezTo>
                    <a:pt x="101641" y="62235"/>
                    <a:pt x="101641" y="62235"/>
                    <a:pt x="101641" y="62235"/>
                  </a:cubicBezTo>
                  <a:cubicBezTo>
                    <a:pt x="101641" y="62235"/>
                    <a:pt x="101158" y="62235"/>
                    <a:pt x="101158" y="62235"/>
                  </a:cubicBezTo>
                  <a:cubicBezTo>
                    <a:pt x="99709" y="57764"/>
                    <a:pt x="96324" y="54641"/>
                    <a:pt x="91496" y="52849"/>
                  </a:cubicBezTo>
                  <a:cubicBezTo>
                    <a:pt x="82799" y="50169"/>
                    <a:pt x="73137"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4820" y="91277"/>
                    <a:pt x="20958" y="88153"/>
                  </a:cubicBezTo>
                  <a:cubicBezTo>
                    <a:pt x="17089" y="85468"/>
                    <a:pt x="17089" y="81896"/>
                    <a:pt x="19021" y="80553"/>
                  </a:cubicBezTo>
                  <a:cubicBezTo>
                    <a:pt x="20958" y="79216"/>
                    <a:pt x="27717" y="76531"/>
                    <a:pt x="27717" y="76531"/>
                  </a:cubicBezTo>
                  <a:cubicBezTo>
                    <a:pt x="27717" y="76531"/>
                    <a:pt x="22406" y="73408"/>
                    <a:pt x="19986" y="72509"/>
                  </a:cubicBezTo>
                  <a:cubicBezTo>
                    <a:pt x="17089" y="71172"/>
                    <a:pt x="15158"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358"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6855" y="25594"/>
                  </a:cubicBezTo>
                  <a:lnTo>
                    <a:pt x="120000" y="17550"/>
                  </a:lnTo>
                  <a:close/>
                </a:path>
              </a:pathLst>
            </a:custGeom>
            <a:solidFill>
              <a:schemeClr val="accent3">
                <a:alpha val="84313"/>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7" name="Google Shape;227;p9">
              <a:extLst>
                <a:ext uri="{FF2B5EF4-FFF2-40B4-BE49-F238E27FC236}">
                  <a16:creationId xmlns:a16="http://schemas.microsoft.com/office/drawing/2014/main" id="{5626B8B1-AC35-739A-5506-9C7BFD13ED9D}"/>
                </a:ext>
              </a:extLst>
            </p:cNvPr>
            <p:cNvSpPr/>
            <p:nvPr/>
          </p:nvSpPr>
          <p:spPr>
            <a:xfrm>
              <a:off x="8597790" y="2944473"/>
              <a:ext cx="888550" cy="1000298"/>
            </a:xfrm>
            <a:custGeom>
              <a:avLst/>
              <a:gdLst/>
              <a:ahLst/>
              <a:cxnLst/>
              <a:rect l="0" t="0" r="0" b="0"/>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468" y="109333"/>
                    <a:pt x="5468" y="109333"/>
                  </a:cubicBezTo>
                  <a:cubicBezTo>
                    <a:pt x="5468" y="91811"/>
                    <a:pt x="5468" y="91811"/>
                    <a:pt x="5468" y="91811"/>
                  </a:cubicBezTo>
                  <a:cubicBezTo>
                    <a:pt x="22199" y="52572"/>
                    <a:pt x="22199" y="52572"/>
                    <a:pt x="22199" y="52572"/>
                  </a:cubicBezTo>
                  <a:cubicBezTo>
                    <a:pt x="23059" y="51050"/>
                    <a:pt x="22199" y="49522"/>
                    <a:pt x="20485" y="48761"/>
                  </a:cubicBezTo>
                  <a:cubicBezTo>
                    <a:pt x="18765" y="48383"/>
                    <a:pt x="16624" y="48383"/>
                    <a:pt x="14904" y="49144"/>
                  </a:cubicBezTo>
                  <a:cubicBezTo>
                    <a:pt x="12330" y="50283"/>
                    <a:pt x="9329" y="50666"/>
                    <a:pt x="6755" y="49522"/>
                  </a:cubicBezTo>
                  <a:cubicBezTo>
                    <a:pt x="1180" y="48000"/>
                    <a:pt x="-1393" y="42666"/>
                    <a:pt x="753" y="37716"/>
                  </a:cubicBezTo>
                  <a:cubicBezTo>
                    <a:pt x="2467" y="33144"/>
                    <a:pt x="8469" y="30855"/>
                    <a:pt x="13617" y="32383"/>
                  </a:cubicBezTo>
                  <a:cubicBezTo>
                    <a:pt x="16624" y="33522"/>
                    <a:pt x="18765" y="35427"/>
                    <a:pt x="19625" y="37716"/>
                  </a:cubicBezTo>
                  <a:cubicBezTo>
                    <a:pt x="20485" y="39238"/>
                    <a:pt x="21772" y="40761"/>
                    <a:pt x="23486" y="41144"/>
                  </a:cubicBezTo>
                  <a:cubicBezTo>
                    <a:pt x="25200" y="41905"/>
                    <a:pt x="27347" y="41144"/>
                    <a:pt x="27774" y="39616"/>
                  </a:cubicBezTo>
                  <a:cubicBezTo>
                    <a:pt x="44505" y="0"/>
                    <a:pt x="44505" y="0"/>
                    <a:pt x="44505" y="0"/>
                  </a:cubicBezTo>
                  <a:cubicBezTo>
                    <a:pt x="73673" y="31616"/>
                    <a:pt x="73673" y="31616"/>
                    <a:pt x="73673" y="31616"/>
                  </a:cubicBezTo>
                  <a:cubicBezTo>
                    <a:pt x="73673" y="31616"/>
                    <a:pt x="73673" y="31616"/>
                    <a:pt x="73246" y="31616"/>
                  </a:cubicBezTo>
                  <a:cubicBezTo>
                    <a:pt x="69385" y="30855"/>
                    <a:pt x="64664"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3"/>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8" name="Google Shape;228;p9">
              <a:extLst>
                <a:ext uri="{FF2B5EF4-FFF2-40B4-BE49-F238E27FC236}">
                  <a16:creationId xmlns:a16="http://schemas.microsoft.com/office/drawing/2014/main" id="{41C55BC8-28B2-BFD4-7577-1EC35B2C31B5}"/>
                </a:ext>
              </a:extLst>
            </p:cNvPr>
            <p:cNvSpPr/>
            <p:nvPr/>
          </p:nvSpPr>
          <p:spPr>
            <a:xfrm>
              <a:off x="8956384" y="2801574"/>
              <a:ext cx="752094" cy="771658"/>
            </a:xfrm>
            <a:custGeom>
              <a:avLst/>
              <a:gdLst/>
              <a:ahLst/>
              <a:cxnLst/>
              <a:rect l="0" t="0" r="0" b="0"/>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5572" y="73577"/>
                    <a:pt x="43544" y="73577"/>
                    <a:pt x="41516" y="75061"/>
                  </a:cubicBezTo>
                  <a:cubicBezTo>
                    <a:pt x="40000" y="76050"/>
                    <a:pt x="38988" y="78022"/>
                    <a:pt x="38988" y="80494"/>
                  </a:cubicBezTo>
                  <a:cubicBezTo>
                    <a:pt x="38483" y="83455"/>
                    <a:pt x="36961" y="86911"/>
                    <a:pt x="34427" y="89383"/>
                  </a:cubicBezTo>
                  <a:cubicBezTo>
                    <a:pt x="29366" y="93333"/>
                    <a:pt x="21772" y="92344"/>
                    <a:pt x="17216" y="87405"/>
                  </a:cubicBezTo>
                  <a:cubicBezTo>
                    <a:pt x="13166" y="82466"/>
                    <a:pt x="13672" y="75061"/>
                    <a:pt x="18733" y="70616"/>
                  </a:cubicBezTo>
                  <a:cubicBezTo>
                    <a:pt x="21772" y="68644"/>
                    <a:pt x="25316" y="67655"/>
                    <a:pt x="28861" y="68150"/>
                  </a:cubicBezTo>
                  <a:cubicBezTo>
                    <a:pt x="30883" y="68644"/>
                    <a:pt x="32911" y="68150"/>
                    <a:pt x="34938" y="66666"/>
                  </a:cubicBezTo>
                  <a:cubicBezTo>
                    <a:pt x="36455" y="65183"/>
                    <a:pt x="36455" y="62716"/>
                    <a:pt x="35444" y="61233"/>
                  </a:cubicBezTo>
                  <a:cubicBezTo>
                    <a:pt x="0" y="18766"/>
                    <a:pt x="0" y="18766"/>
                    <a:pt x="0" y="18766"/>
                  </a:cubicBezTo>
                  <a:cubicBezTo>
                    <a:pt x="53166" y="10372"/>
                    <a:pt x="53166" y="10372"/>
                    <a:pt x="53166" y="10372"/>
                  </a:cubicBezTo>
                  <a:cubicBezTo>
                    <a:pt x="53166" y="10372"/>
                    <a:pt x="53166" y="10866"/>
                    <a:pt x="53166" y="10866"/>
                  </a:cubicBezTo>
                  <a:cubicBezTo>
                    <a:pt x="49622" y="14816"/>
                    <a:pt x="48605" y="19755"/>
                    <a:pt x="49116" y="24200"/>
                  </a:cubicBezTo>
                  <a:cubicBezTo>
                    <a:pt x="50633"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3">
                <a:alpha val="24313"/>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9" name="Google Shape;229;p9">
              <a:extLst>
                <a:ext uri="{FF2B5EF4-FFF2-40B4-BE49-F238E27FC236}">
                  <a16:creationId xmlns:a16="http://schemas.microsoft.com/office/drawing/2014/main" id="{C8DDA4CA-0500-C6D6-8320-15554B7ED163}"/>
                </a:ext>
              </a:extLst>
            </p:cNvPr>
            <p:cNvSpPr/>
            <p:nvPr/>
          </p:nvSpPr>
          <p:spPr>
            <a:xfrm>
              <a:off x="8765980" y="4086083"/>
              <a:ext cx="595012" cy="182595"/>
            </a:xfrm>
            <a:custGeom>
              <a:avLst/>
              <a:gdLst/>
              <a:ahLst/>
              <a:cxnLst/>
              <a:rect l="0" t="0" r="0" b="0"/>
              <a:pathLst>
                <a:path w="120000" h="120000" extrusionOk="0">
                  <a:moveTo>
                    <a:pt x="116543" y="87"/>
                  </a:moveTo>
                  <a:cubicBezTo>
                    <a:pt x="115904" y="87"/>
                    <a:pt x="115266" y="87"/>
                    <a:pt x="114622" y="2181"/>
                  </a:cubicBezTo>
                  <a:cubicBezTo>
                    <a:pt x="69167" y="88058"/>
                    <a:pt x="69167" y="88058"/>
                    <a:pt x="69167" y="88058"/>
                  </a:cubicBezTo>
                  <a:cubicBezTo>
                    <a:pt x="63408" y="98530"/>
                    <a:pt x="57005" y="98530"/>
                    <a:pt x="51241" y="88058"/>
                  </a:cubicBezTo>
                  <a:cubicBezTo>
                    <a:pt x="5786" y="2181"/>
                    <a:pt x="5786" y="2181"/>
                    <a:pt x="5786" y="2181"/>
                  </a:cubicBezTo>
                  <a:cubicBezTo>
                    <a:pt x="3865" y="-2007"/>
                    <a:pt x="1943" y="87"/>
                    <a:pt x="666" y="6370"/>
                  </a:cubicBezTo>
                  <a:cubicBezTo>
                    <a:pt x="-616" y="12654"/>
                    <a:pt x="22" y="18938"/>
                    <a:pt x="1943" y="23127"/>
                  </a:cubicBezTo>
                  <a:cubicBezTo>
                    <a:pt x="47398" y="109003"/>
                    <a:pt x="47398" y="109003"/>
                    <a:pt x="47398" y="109003"/>
                  </a:cubicBezTo>
                  <a:cubicBezTo>
                    <a:pt x="55084" y="123665"/>
                    <a:pt x="65324" y="123665"/>
                    <a:pt x="73010" y="109003"/>
                  </a:cubicBezTo>
                  <a:cubicBezTo>
                    <a:pt x="118465" y="23127"/>
                    <a:pt x="118465" y="23127"/>
                    <a:pt x="118465" y="23127"/>
                  </a:cubicBezTo>
                  <a:cubicBezTo>
                    <a:pt x="119747" y="18938"/>
                    <a:pt x="120386" y="12654"/>
                    <a:pt x="119747" y="6370"/>
                  </a:cubicBezTo>
                  <a:cubicBezTo>
                    <a:pt x="119103" y="2181"/>
                    <a:pt x="117826" y="87"/>
                    <a:pt x="116543" y="87"/>
                  </a:cubicBezTo>
                  <a:close/>
                </a:path>
              </a:pathLst>
            </a:custGeom>
            <a:solidFill>
              <a:schemeClr val="accent3">
                <a:alpha val="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40" name="Google Shape;230;p9">
              <a:extLst>
                <a:ext uri="{FF2B5EF4-FFF2-40B4-BE49-F238E27FC236}">
                  <a16:creationId xmlns:a16="http://schemas.microsoft.com/office/drawing/2014/main" id="{BC88729D-18D6-8188-A1AF-DCF9543D8E4D}"/>
                </a:ext>
              </a:extLst>
            </p:cNvPr>
            <p:cNvSpPr/>
            <p:nvPr/>
          </p:nvSpPr>
          <p:spPr>
            <a:xfrm>
              <a:off x="8765980" y="4228982"/>
              <a:ext cx="595012" cy="182595"/>
            </a:xfrm>
            <a:custGeom>
              <a:avLst/>
              <a:gdLst/>
              <a:ahLst/>
              <a:cxnLst/>
              <a:rect l="0" t="0" r="0" b="0"/>
              <a:pathLst>
                <a:path w="120000" h="120000" extrusionOk="0">
                  <a:moveTo>
                    <a:pt x="116543" y="87"/>
                  </a:moveTo>
                  <a:cubicBezTo>
                    <a:pt x="115904" y="87"/>
                    <a:pt x="115266" y="2181"/>
                    <a:pt x="114622" y="2181"/>
                  </a:cubicBezTo>
                  <a:cubicBezTo>
                    <a:pt x="69167" y="88058"/>
                    <a:pt x="69167" y="88058"/>
                    <a:pt x="69167" y="88058"/>
                  </a:cubicBezTo>
                  <a:cubicBezTo>
                    <a:pt x="63408" y="98530"/>
                    <a:pt x="57005" y="98530"/>
                    <a:pt x="51241" y="88058"/>
                  </a:cubicBezTo>
                  <a:cubicBezTo>
                    <a:pt x="5786" y="2181"/>
                    <a:pt x="5786" y="2181"/>
                    <a:pt x="5786" y="2181"/>
                  </a:cubicBezTo>
                  <a:cubicBezTo>
                    <a:pt x="3865" y="-2007"/>
                    <a:pt x="1943" y="87"/>
                    <a:pt x="666" y="6370"/>
                  </a:cubicBezTo>
                  <a:cubicBezTo>
                    <a:pt x="-616" y="12654"/>
                    <a:pt x="22" y="21032"/>
                    <a:pt x="1943" y="25221"/>
                  </a:cubicBezTo>
                  <a:cubicBezTo>
                    <a:pt x="47398" y="109003"/>
                    <a:pt x="47398" y="109003"/>
                    <a:pt x="47398" y="109003"/>
                  </a:cubicBezTo>
                  <a:cubicBezTo>
                    <a:pt x="55084" y="123665"/>
                    <a:pt x="65324" y="123665"/>
                    <a:pt x="73010" y="109003"/>
                  </a:cubicBezTo>
                  <a:cubicBezTo>
                    <a:pt x="118465" y="25221"/>
                    <a:pt x="118465" y="25221"/>
                    <a:pt x="118465" y="25221"/>
                  </a:cubicBezTo>
                  <a:cubicBezTo>
                    <a:pt x="119747" y="21032"/>
                    <a:pt x="120386" y="12654"/>
                    <a:pt x="119747" y="6370"/>
                  </a:cubicBezTo>
                  <a:cubicBezTo>
                    <a:pt x="119103" y="2181"/>
                    <a:pt x="117826" y="87"/>
                    <a:pt x="116543" y="87"/>
                  </a:cubicBezTo>
                  <a:close/>
                </a:path>
              </a:pathLst>
            </a:custGeom>
            <a:solidFill>
              <a:schemeClr val="accent3">
                <a:alpha val="4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41" name="Google Shape;231;p9">
              <a:extLst>
                <a:ext uri="{FF2B5EF4-FFF2-40B4-BE49-F238E27FC236}">
                  <a16:creationId xmlns:a16="http://schemas.microsoft.com/office/drawing/2014/main" id="{6B1AB451-A3FD-2D1E-17B5-4CE9E774CD2E}"/>
                </a:ext>
              </a:extLst>
            </p:cNvPr>
            <p:cNvSpPr/>
            <p:nvPr/>
          </p:nvSpPr>
          <p:spPr>
            <a:xfrm>
              <a:off x="8765980" y="4375057"/>
              <a:ext cx="595012" cy="182595"/>
            </a:xfrm>
            <a:custGeom>
              <a:avLst/>
              <a:gdLst/>
              <a:ahLst/>
              <a:cxnLst/>
              <a:rect l="0" t="0" r="0" b="0"/>
              <a:pathLst>
                <a:path w="120000" h="120000" extrusionOk="0">
                  <a:moveTo>
                    <a:pt x="116543" y="780"/>
                  </a:moveTo>
                  <a:cubicBezTo>
                    <a:pt x="115904" y="780"/>
                    <a:pt x="115266" y="780"/>
                    <a:pt x="114622" y="780"/>
                  </a:cubicBezTo>
                  <a:cubicBezTo>
                    <a:pt x="69167" y="86160"/>
                    <a:pt x="69167" y="86160"/>
                    <a:pt x="69167" y="86160"/>
                  </a:cubicBezTo>
                  <a:cubicBezTo>
                    <a:pt x="63408" y="96572"/>
                    <a:pt x="57005" y="96572"/>
                    <a:pt x="51241" y="86160"/>
                  </a:cubicBezTo>
                  <a:cubicBezTo>
                    <a:pt x="5786" y="780"/>
                    <a:pt x="5786" y="780"/>
                    <a:pt x="5786" y="780"/>
                  </a:cubicBezTo>
                  <a:cubicBezTo>
                    <a:pt x="3865" y="-1301"/>
                    <a:pt x="1943" y="780"/>
                    <a:pt x="666" y="7028"/>
                  </a:cubicBezTo>
                  <a:cubicBezTo>
                    <a:pt x="-616" y="13275"/>
                    <a:pt x="22" y="19522"/>
                    <a:pt x="1943" y="23687"/>
                  </a:cubicBezTo>
                  <a:cubicBezTo>
                    <a:pt x="47398" y="109067"/>
                    <a:pt x="47398" y="109067"/>
                    <a:pt x="47398" y="109067"/>
                  </a:cubicBezTo>
                  <a:cubicBezTo>
                    <a:pt x="55084" y="123644"/>
                    <a:pt x="65324" y="123644"/>
                    <a:pt x="73010" y="109067"/>
                  </a:cubicBezTo>
                  <a:cubicBezTo>
                    <a:pt x="118465" y="23687"/>
                    <a:pt x="118465" y="23687"/>
                    <a:pt x="118465" y="23687"/>
                  </a:cubicBezTo>
                  <a:cubicBezTo>
                    <a:pt x="119747" y="19522"/>
                    <a:pt x="120386" y="13275"/>
                    <a:pt x="119747" y="7028"/>
                  </a:cubicBezTo>
                  <a:cubicBezTo>
                    <a:pt x="119103" y="2863"/>
                    <a:pt x="117826" y="780"/>
                    <a:pt x="116543" y="780"/>
                  </a:cubicBezTo>
                  <a:close/>
                </a:path>
              </a:pathLst>
            </a:custGeom>
            <a:solidFill>
              <a:schemeClr val="accent3">
                <a:alpha val="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sp>
        <p:nvSpPr>
          <p:cNvPr id="42" name="Google Shape;232;p9">
            <a:extLst>
              <a:ext uri="{FF2B5EF4-FFF2-40B4-BE49-F238E27FC236}">
                <a16:creationId xmlns:a16="http://schemas.microsoft.com/office/drawing/2014/main" id="{8F255530-6875-F960-A628-8A3BE9239F63}"/>
              </a:ext>
            </a:extLst>
          </p:cNvPr>
          <p:cNvSpPr>
            <a:spLocks/>
          </p:cNvSpPr>
          <p:nvPr/>
        </p:nvSpPr>
        <p:spPr bwMode="auto">
          <a:xfrm>
            <a:off x="2794000" y="1481138"/>
            <a:ext cx="279400" cy="279400"/>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43" name="Google Shape;233;p9">
            <a:extLst>
              <a:ext uri="{FF2B5EF4-FFF2-40B4-BE49-F238E27FC236}">
                <a16:creationId xmlns:a16="http://schemas.microsoft.com/office/drawing/2014/main" id="{DE470312-DAAE-4254-5477-C3238A3B584B}"/>
              </a:ext>
            </a:extLst>
          </p:cNvPr>
          <p:cNvSpPr>
            <a:spLocks/>
          </p:cNvSpPr>
          <p:nvPr/>
        </p:nvSpPr>
        <p:spPr bwMode="auto">
          <a:xfrm>
            <a:off x="8839200" y="1479550"/>
            <a:ext cx="279400" cy="279400"/>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44" name="Google Shape;234;p9">
            <a:extLst>
              <a:ext uri="{FF2B5EF4-FFF2-40B4-BE49-F238E27FC236}">
                <a16:creationId xmlns:a16="http://schemas.microsoft.com/office/drawing/2014/main" id="{6C6CE548-7B1E-7BB1-9BB7-FFD5F27BA835}"/>
              </a:ext>
            </a:extLst>
          </p:cNvPr>
          <p:cNvSpPr>
            <a:spLocks/>
          </p:cNvSpPr>
          <p:nvPr/>
        </p:nvSpPr>
        <p:spPr bwMode="auto">
          <a:xfrm>
            <a:off x="4827588" y="1463675"/>
            <a:ext cx="279400" cy="279400"/>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2"/>
          </a:solidFill>
          <a:ln w="9525">
            <a:noFill/>
            <a:round/>
            <a:headEnd/>
            <a:tailEnd/>
          </a:ln>
        </p:spPr>
        <p:txBody>
          <a:bodyPr lIns="19025" tIns="19025" rIns="19025" bIns="19025" anchor="ctr"/>
          <a:lstStyle/>
          <a:p>
            <a:pPr>
              <a:defRPr/>
            </a:pPr>
            <a:endParaRPr lang="en-US"/>
          </a:p>
        </p:txBody>
      </p:sp>
      <p:sp>
        <p:nvSpPr>
          <p:cNvPr id="45" name="Google Shape;235;p9">
            <a:extLst>
              <a:ext uri="{FF2B5EF4-FFF2-40B4-BE49-F238E27FC236}">
                <a16:creationId xmlns:a16="http://schemas.microsoft.com/office/drawing/2014/main" id="{695C20BC-30BE-4961-0F31-2DB450A5A6BC}"/>
              </a:ext>
            </a:extLst>
          </p:cNvPr>
          <p:cNvSpPr>
            <a:spLocks/>
          </p:cNvSpPr>
          <p:nvPr/>
        </p:nvSpPr>
        <p:spPr bwMode="auto">
          <a:xfrm>
            <a:off x="6734175" y="1506538"/>
            <a:ext cx="279400" cy="254000"/>
          </a:xfrm>
          <a:custGeom>
            <a:avLst/>
            <a:gdLst>
              <a:gd name="T0" fmla="*/ 0 w 120000"/>
              <a:gd name="T1" fmla="*/ 0 h 120000"/>
              <a:gd name="T2" fmla="*/ 120000 w 120000"/>
              <a:gd name="T3" fmla="*/ 120000 h 120000"/>
            </a:gdLst>
            <a:ahLst/>
            <a:cxnLst>
              <a:cxn ang="0">
                <a:pos x="95455" y="69000"/>
              </a:cxn>
              <a:cxn ang="0">
                <a:pos x="87272" y="60000"/>
              </a:cxn>
              <a:cxn ang="0">
                <a:pos x="95455" y="51000"/>
              </a:cxn>
              <a:cxn ang="0">
                <a:pos x="103638" y="60000"/>
              </a:cxn>
              <a:cxn ang="0">
                <a:pos x="95455" y="69000"/>
              </a:cxn>
              <a:cxn ang="0">
                <a:pos x="117272" y="57000"/>
              </a:cxn>
              <a:cxn ang="0">
                <a:pos x="108816" y="57000"/>
              </a:cxn>
              <a:cxn ang="0">
                <a:pos x="95455" y="45000"/>
              </a:cxn>
              <a:cxn ang="0">
                <a:pos x="82094" y="57000"/>
              </a:cxn>
              <a:cxn ang="0">
                <a:pos x="2727" y="57000"/>
              </a:cxn>
              <a:cxn ang="0">
                <a:pos x="0" y="60000"/>
              </a:cxn>
              <a:cxn ang="0">
                <a:pos x="2727" y="63000"/>
              </a:cxn>
              <a:cxn ang="0">
                <a:pos x="82094" y="63000"/>
              </a:cxn>
              <a:cxn ang="0">
                <a:pos x="95455" y="75000"/>
              </a:cxn>
              <a:cxn ang="0">
                <a:pos x="108816" y="63000"/>
              </a:cxn>
              <a:cxn ang="0">
                <a:pos x="117272" y="63000"/>
              </a:cxn>
              <a:cxn ang="0">
                <a:pos x="120000" y="60000"/>
              </a:cxn>
              <a:cxn ang="0">
                <a:pos x="117272" y="57000"/>
              </a:cxn>
              <a:cxn ang="0">
                <a:pos x="30000" y="6000"/>
              </a:cxn>
              <a:cxn ang="0">
                <a:pos x="38183" y="15000"/>
              </a:cxn>
              <a:cxn ang="0">
                <a:pos x="30000" y="24000"/>
              </a:cxn>
              <a:cxn ang="0">
                <a:pos x="21816" y="15000"/>
              </a:cxn>
              <a:cxn ang="0">
                <a:pos x="30000" y="6000"/>
              </a:cxn>
              <a:cxn ang="0">
                <a:pos x="2727" y="18000"/>
              </a:cxn>
              <a:cxn ang="0">
                <a:pos x="16638" y="18000"/>
              </a:cxn>
              <a:cxn ang="0">
                <a:pos x="30000" y="30000"/>
              </a:cxn>
              <a:cxn ang="0">
                <a:pos x="43361" y="18000"/>
              </a:cxn>
              <a:cxn ang="0">
                <a:pos x="117272" y="18000"/>
              </a:cxn>
              <a:cxn ang="0">
                <a:pos x="120000" y="15000"/>
              </a:cxn>
              <a:cxn ang="0">
                <a:pos x="117272" y="12000"/>
              </a:cxn>
              <a:cxn ang="0">
                <a:pos x="43361" y="12000"/>
              </a:cxn>
              <a:cxn ang="0">
                <a:pos x="30000" y="0"/>
              </a:cxn>
              <a:cxn ang="0">
                <a:pos x="16638" y="12000"/>
              </a:cxn>
              <a:cxn ang="0">
                <a:pos x="2727" y="12000"/>
              </a:cxn>
              <a:cxn ang="0">
                <a:pos x="0" y="15000"/>
              </a:cxn>
              <a:cxn ang="0">
                <a:pos x="2727" y="18000"/>
              </a:cxn>
              <a:cxn ang="0">
                <a:pos x="51816" y="113994"/>
              </a:cxn>
              <a:cxn ang="0">
                <a:pos x="43638" y="104994"/>
              </a:cxn>
              <a:cxn ang="0">
                <a:pos x="51816" y="95994"/>
              </a:cxn>
              <a:cxn ang="0">
                <a:pos x="60000" y="104994"/>
              </a:cxn>
              <a:cxn ang="0">
                <a:pos x="51816" y="113994"/>
              </a:cxn>
              <a:cxn ang="0">
                <a:pos x="117272" y="101994"/>
              </a:cxn>
              <a:cxn ang="0">
                <a:pos x="65177" y="101994"/>
              </a:cxn>
              <a:cxn ang="0">
                <a:pos x="51816" y="89994"/>
              </a:cxn>
              <a:cxn ang="0">
                <a:pos x="38455" y="101994"/>
              </a:cxn>
              <a:cxn ang="0">
                <a:pos x="2727" y="101994"/>
              </a:cxn>
              <a:cxn ang="0">
                <a:pos x="0" y="104994"/>
              </a:cxn>
              <a:cxn ang="0">
                <a:pos x="2727" y="107994"/>
              </a:cxn>
              <a:cxn ang="0">
                <a:pos x="38455" y="107994"/>
              </a:cxn>
              <a:cxn ang="0">
                <a:pos x="51816" y="120000"/>
              </a:cxn>
              <a:cxn ang="0">
                <a:pos x="65177" y="107994"/>
              </a:cxn>
              <a:cxn ang="0">
                <a:pos x="117272" y="107994"/>
              </a:cxn>
              <a:cxn ang="0">
                <a:pos x="120000" y="104994"/>
              </a:cxn>
              <a:cxn ang="0">
                <a:pos x="117272" y="101994"/>
              </a:cxn>
            </a:cxnLst>
            <a:rect l="T0" t="T1" r="T2" b="T3"/>
            <a:pathLst>
              <a:path w="120000" h="120000" extrusionOk="0">
                <a:moveTo>
                  <a:pt x="95455" y="69000"/>
                </a:moveTo>
                <a:cubicBezTo>
                  <a:pt x="90933" y="69000"/>
                  <a:pt x="87272" y="64966"/>
                  <a:pt x="87272" y="60000"/>
                </a:cubicBezTo>
                <a:cubicBezTo>
                  <a:pt x="87272" y="55033"/>
                  <a:pt x="90933" y="51000"/>
                  <a:pt x="95455" y="51000"/>
                </a:cubicBezTo>
                <a:cubicBezTo>
                  <a:pt x="99972" y="51000"/>
                  <a:pt x="103638" y="55033"/>
                  <a:pt x="103638" y="60000"/>
                </a:cubicBezTo>
                <a:cubicBezTo>
                  <a:pt x="103638" y="64966"/>
                  <a:pt x="99972" y="69000"/>
                  <a:pt x="95455" y="69000"/>
                </a:cubicBezTo>
                <a:moveTo>
                  <a:pt x="117272" y="57000"/>
                </a:moveTo>
                <a:lnTo>
                  <a:pt x="108816" y="57000"/>
                </a:lnTo>
                <a:cubicBezTo>
                  <a:pt x="107555" y="50155"/>
                  <a:pt x="102050" y="45000"/>
                  <a:pt x="95455" y="45000"/>
                </a:cubicBezTo>
                <a:cubicBezTo>
                  <a:pt x="88855" y="45000"/>
                  <a:pt x="83355" y="50155"/>
                  <a:pt x="82094" y="57000"/>
                </a:cubicBezTo>
                <a:lnTo>
                  <a:pt x="2727" y="57000"/>
                </a:lnTo>
                <a:cubicBezTo>
                  <a:pt x="1222" y="57000"/>
                  <a:pt x="0" y="58344"/>
                  <a:pt x="0" y="60000"/>
                </a:cubicBezTo>
                <a:cubicBezTo>
                  <a:pt x="0" y="61655"/>
                  <a:pt x="1222" y="63000"/>
                  <a:pt x="2727" y="63000"/>
                </a:cubicBezTo>
                <a:lnTo>
                  <a:pt x="82094" y="63000"/>
                </a:lnTo>
                <a:cubicBezTo>
                  <a:pt x="83355" y="69844"/>
                  <a:pt x="88855" y="75000"/>
                  <a:pt x="95455" y="75000"/>
                </a:cubicBezTo>
                <a:cubicBezTo>
                  <a:pt x="102050" y="75000"/>
                  <a:pt x="107555" y="69844"/>
                  <a:pt x="108816" y="63000"/>
                </a:cubicBezTo>
                <a:lnTo>
                  <a:pt x="117272" y="63000"/>
                </a:lnTo>
                <a:cubicBezTo>
                  <a:pt x="118777" y="63000"/>
                  <a:pt x="120000" y="61655"/>
                  <a:pt x="120000" y="60000"/>
                </a:cubicBezTo>
                <a:cubicBezTo>
                  <a:pt x="120000" y="58344"/>
                  <a:pt x="118777" y="57000"/>
                  <a:pt x="117272" y="57000"/>
                </a:cubicBezTo>
                <a:moveTo>
                  <a:pt x="30000" y="6000"/>
                </a:moveTo>
                <a:cubicBezTo>
                  <a:pt x="34522" y="6000"/>
                  <a:pt x="38183" y="10033"/>
                  <a:pt x="38183" y="15000"/>
                </a:cubicBezTo>
                <a:cubicBezTo>
                  <a:pt x="38183" y="19972"/>
                  <a:pt x="34522" y="24000"/>
                  <a:pt x="30000" y="24000"/>
                </a:cubicBezTo>
                <a:cubicBezTo>
                  <a:pt x="25477" y="24000"/>
                  <a:pt x="21816" y="19972"/>
                  <a:pt x="21816" y="15000"/>
                </a:cubicBezTo>
                <a:cubicBezTo>
                  <a:pt x="21816" y="10033"/>
                  <a:pt x="25477" y="6000"/>
                  <a:pt x="30000" y="6000"/>
                </a:cubicBezTo>
                <a:moveTo>
                  <a:pt x="2727" y="18000"/>
                </a:moveTo>
                <a:lnTo>
                  <a:pt x="16638" y="18000"/>
                </a:lnTo>
                <a:cubicBezTo>
                  <a:pt x="17900" y="24844"/>
                  <a:pt x="23405" y="30000"/>
                  <a:pt x="30000" y="30000"/>
                </a:cubicBezTo>
                <a:cubicBezTo>
                  <a:pt x="36594" y="30000"/>
                  <a:pt x="42100" y="24844"/>
                  <a:pt x="43361" y="18000"/>
                </a:cubicBezTo>
                <a:lnTo>
                  <a:pt x="117272" y="18000"/>
                </a:lnTo>
                <a:cubicBezTo>
                  <a:pt x="118777" y="18000"/>
                  <a:pt x="120000" y="16661"/>
                  <a:pt x="120000" y="15000"/>
                </a:cubicBezTo>
                <a:cubicBezTo>
                  <a:pt x="120000" y="13344"/>
                  <a:pt x="118777" y="12000"/>
                  <a:pt x="117272" y="12000"/>
                </a:cubicBezTo>
                <a:lnTo>
                  <a:pt x="43361" y="12000"/>
                </a:lnTo>
                <a:cubicBezTo>
                  <a:pt x="42100" y="5155"/>
                  <a:pt x="36594" y="0"/>
                  <a:pt x="30000" y="0"/>
                </a:cubicBezTo>
                <a:cubicBezTo>
                  <a:pt x="23405" y="0"/>
                  <a:pt x="17900" y="5155"/>
                  <a:pt x="16638" y="12000"/>
                </a:cubicBezTo>
                <a:lnTo>
                  <a:pt x="2727" y="12000"/>
                </a:lnTo>
                <a:cubicBezTo>
                  <a:pt x="1222" y="12000"/>
                  <a:pt x="0" y="13344"/>
                  <a:pt x="0" y="15000"/>
                </a:cubicBezTo>
                <a:cubicBezTo>
                  <a:pt x="0" y="16661"/>
                  <a:pt x="1222" y="18000"/>
                  <a:pt x="2727" y="18000"/>
                </a:cubicBezTo>
                <a:moveTo>
                  <a:pt x="51816" y="113994"/>
                </a:moveTo>
                <a:cubicBezTo>
                  <a:pt x="47300" y="113994"/>
                  <a:pt x="43638" y="109966"/>
                  <a:pt x="43638" y="104994"/>
                </a:cubicBezTo>
                <a:cubicBezTo>
                  <a:pt x="43638" y="100027"/>
                  <a:pt x="47300" y="95994"/>
                  <a:pt x="51816" y="95994"/>
                </a:cubicBezTo>
                <a:cubicBezTo>
                  <a:pt x="56338" y="95994"/>
                  <a:pt x="60000" y="100027"/>
                  <a:pt x="60000" y="104994"/>
                </a:cubicBezTo>
                <a:cubicBezTo>
                  <a:pt x="60000" y="109966"/>
                  <a:pt x="56338" y="113994"/>
                  <a:pt x="51816" y="113994"/>
                </a:cubicBezTo>
                <a:moveTo>
                  <a:pt x="117272" y="101994"/>
                </a:moveTo>
                <a:lnTo>
                  <a:pt x="65177" y="101994"/>
                </a:lnTo>
                <a:cubicBezTo>
                  <a:pt x="63916" y="95150"/>
                  <a:pt x="58416" y="89994"/>
                  <a:pt x="51816" y="89994"/>
                </a:cubicBezTo>
                <a:cubicBezTo>
                  <a:pt x="45222" y="89994"/>
                  <a:pt x="39722" y="95150"/>
                  <a:pt x="38455" y="101994"/>
                </a:cubicBezTo>
                <a:lnTo>
                  <a:pt x="2727" y="101994"/>
                </a:lnTo>
                <a:cubicBezTo>
                  <a:pt x="1222" y="101994"/>
                  <a:pt x="0" y="103338"/>
                  <a:pt x="0" y="104994"/>
                </a:cubicBezTo>
                <a:cubicBezTo>
                  <a:pt x="0" y="106655"/>
                  <a:pt x="1222" y="107994"/>
                  <a:pt x="2727" y="107994"/>
                </a:cubicBezTo>
                <a:lnTo>
                  <a:pt x="38455" y="107994"/>
                </a:lnTo>
                <a:cubicBezTo>
                  <a:pt x="39722" y="114844"/>
                  <a:pt x="45222" y="120000"/>
                  <a:pt x="51816" y="120000"/>
                </a:cubicBezTo>
                <a:cubicBezTo>
                  <a:pt x="58416" y="120000"/>
                  <a:pt x="63916" y="114844"/>
                  <a:pt x="65177" y="107994"/>
                </a:cubicBezTo>
                <a:lnTo>
                  <a:pt x="117272" y="107994"/>
                </a:lnTo>
                <a:cubicBezTo>
                  <a:pt x="118777" y="107994"/>
                  <a:pt x="120000" y="106655"/>
                  <a:pt x="120000" y="104994"/>
                </a:cubicBezTo>
                <a:cubicBezTo>
                  <a:pt x="120000" y="103338"/>
                  <a:pt x="118777" y="101994"/>
                  <a:pt x="117272" y="101994"/>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190" name="Google Shape;190;p9"/>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236" name="Google Shape;236;p9"/>
          <p:cNvSpPr txBox="1">
            <a:spLocks noGrp="1"/>
          </p:cNvSpPr>
          <p:nvPr>
            <p:ph type="body" idx="2"/>
          </p:nvPr>
        </p:nvSpPr>
        <p:spPr>
          <a:xfrm>
            <a:off x="2120685" y="5139323"/>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37" name="Google Shape;237;p9"/>
          <p:cNvSpPr txBox="1">
            <a:spLocks noGrp="1"/>
          </p:cNvSpPr>
          <p:nvPr>
            <p:ph type="body" idx="3"/>
          </p:nvPr>
        </p:nvSpPr>
        <p:spPr>
          <a:xfrm>
            <a:off x="2130741" y="4679987"/>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38" name="Google Shape;238;p9"/>
          <p:cNvSpPr txBox="1">
            <a:spLocks noGrp="1"/>
          </p:cNvSpPr>
          <p:nvPr>
            <p:ph type="body" idx="4"/>
          </p:nvPr>
        </p:nvSpPr>
        <p:spPr>
          <a:xfrm>
            <a:off x="4230092" y="5139323"/>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39" name="Google Shape;239;p9"/>
          <p:cNvSpPr txBox="1">
            <a:spLocks noGrp="1"/>
          </p:cNvSpPr>
          <p:nvPr>
            <p:ph type="body" idx="5"/>
          </p:nvPr>
        </p:nvSpPr>
        <p:spPr>
          <a:xfrm>
            <a:off x="4240148" y="4679987"/>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40" name="Google Shape;240;p9"/>
          <p:cNvSpPr txBox="1">
            <a:spLocks noGrp="1"/>
          </p:cNvSpPr>
          <p:nvPr>
            <p:ph type="body" idx="6"/>
          </p:nvPr>
        </p:nvSpPr>
        <p:spPr>
          <a:xfrm>
            <a:off x="6329442" y="5139323"/>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41" name="Google Shape;241;p9"/>
          <p:cNvSpPr txBox="1">
            <a:spLocks noGrp="1"/>
          </p:cNvSpPr>
          <p:nvPr>
            <p:ph type="body" idx="7"/>
          </p:nvPr>
        </p:nvSpPr>
        <p:spPr>
          <a:xfrm>
            <a:off x="6339498" y="4679987"/>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42" name="Google Shape;242;p9"/>
          <p:cNvSpPr txBox="1">
            <a:spLocks noGrp="1"/>
          </p:cNvSpPr>
          <p:nvPr>
            <p:ph type="body" idx="8"/>
          </p:nvPr>
        </p:nvSpPr>
        <p:spPr>
          <a:xfrm>
            <a:off x="8374876" y="5139323"/>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43" name="Google Shape;243;p9"/>
          <p:cNvSpPr txBox="1">
            <a:spLocks noGrp="1"/>
          </p:cNvSpPr>
          <p:nvPr>
            <p:ph type="body" idx="9"/>
          </p:nvPr>
        </p:nvSpPr>
        <p:spPr>
          <a:xfrm>
            <a:off x="8384932" y="4679987"/>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175050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500"/>
                                        <p:tgtEl>
                                          <p:spTgt spid="44"/>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fade">
                                      <p:cBhvr>
                                        <p:cTn id="23" dur="500"/>
                                        <p:tgtEl>
                                          <p:spTgt spid="45"/>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fade">
                                      <p:cBhvr>
                                        <p:cTn id="31" dur="500"/>
                                        <p:tgtEl>
                                          <p:spTgt spid="43"/>
                                        </p:tgtEl>
                                      </p:cBhvr>
                                    </p:animEffect>
                                  </p:childTnLst>
                                </p:cTn>
                              </p:par>
                              <p:par>
                                <p:cTn id="32" presetID="10" presetClass="entr" presetSubtype="0" fill="hold"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5"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1_Brained-Infographic">
  <p:cSld name="1_Brained-Infographic">
    <p:spTree>
      <p:nvGrpSpPr>
        <p:cNvPr id="1" name="Shape 244"/>
        <p:cNvGrpSpPr/>
        <p:nvPr/>
      </p:nvGrpSpPr>
      <p:grpSpPr>
        <a:xfrm>
          <a:off x="0" y="0"/>
          <a:ext cx="0" cy="0"/>
          <a:chOff x="0" y="0"/>
          <a:chExt cx="0" cy="0"/>
        </a:xfrm>
      </p:grpSpPr>
      <p:grpSp>
        <p:nvGrpSpPr>
          <p:cNvPr id="2" name="Google Shape;247;p10">
            <a:extLst>
              <a:ext uri="{FF2B5EF4-FFF2-40B4-BE49-F238E27FC236}">
                <a16:creationId xmlns:a16="http://schemas.microsoft.com/office/drawing/2014/main" id="{9F210EBB-09A1-6DA5-CDEF-4422A43A0669}"/>
              </a:ext>
            </a:extLst>
          </p:cNvPr>
          <p:cNvGrpSpPr>
            <a:grpSpLocks/>
          </p:cNvGrpSpPr>
          <p:nvPr/>
        </p:nvGrpSpPr>
        <p:grpSpPr bwMode="auto">
          <a:xfrm>
            <a:off x="1398588" y="1954213"/>
            <a:ext cx="1620837" cy="2603500"/>
            <a:chOff x="2011515" y="1953702"/>
            <a:chExt cx="1620994" cy="2603950"/>
          </a:xfrm>
        </p:grpSpPr>
        <p:sp>
          <p:nvSpPr>
            <p:cNvPr id="3" name="Google Shape;248;p10">
              <a:extLst>
                <a:ext uri="{FF2B5EF4-FFF2-40B4-BE49-F238E27FC236}">
                  <a16:creationId xmlns:a16="http://schemas.microsoft.com/office/drawing/2014/main" id="{E7A6FDA9-0B36-3E7F-20FF-261D87B36492}"/>
                </a:ext>
              </a:extLst>
            </p:cNvPr>
            <p:cNvSpPr>
              <a:spLocks/>
            </p:cNvSpPr>
            <p:nvPr/>
          </p:nvSpPr>
          <p:spPr bwMode="auto">
            <a:xfrm>
              <a:off x="2286179" y="1953702"/>
              <a:ext cx="870034" cy="924085"/>
            </a:xfrm>
            <a:custGeom>
              <a:avLst/>
              <a:gdLst>
                <a:gd name="T0" fmla="*/ 0 w 120000"/>
                <a:gd name="T1" fmla="*/ 0 h 120000"/>
                <a:gd name="T2" fmla="*/ 120000 w 120000"/>
                <a:gd name="T3" fmla="*/ 120000 h 120000"/>
              </a:gdLst>
              <a:ahLst/>
              <a:cxnLst>
                <a:cxn ang="0">
                  <a:pos x="118690" y="79161"/>
                </a:cxn>
                <a:cxn ang="0">
                  <a:pos x="105114" y="84933"/>
                </a:cxn>
                <a:cxn ang="0">
                  <a:pos x="98980" y="79161"/>
                </a:cxn>
                <a:cxn ang="0">
                  <a:pos x="95040" y="75444"/>
                </a:cxn>
                <a:cxn ang="0">
                  <a:pos x="90658" y="77512"/>
                </a:cxn>
                <a:cxn ang="0">
                  <a:pos x="73579" y="120000"/>
                </a:cxn>
                <a:cxn ang="0">
                  <a:pos x="43796" y="86174"/>
                </a:cxn>
                <a:cxn ang="0">
                  <a:pos x="44232" y="86174"/>
                </a:cxn>
                <a:cxn ang="0">
                  <a:pos x="56499" y="82871"/>
                </a:cxn>
                <a:cxn ang="0">
                  <a:pos x="58687" y="63072"/>
                </a:cxn>
                <a:cxn ang="0">
                  <a:pos x="37226" y="61010"/>
                </a:cxn>
                <a:cxn ang="0">
                  <a:pos x="31971" y="71320"/>
                </a:cxn>
                <a:cxn ang="0">
                  <a:pos x="31534" y="71734"/>
                </a:cxn>
                <a:cxn ang="0">
                  <a:pos x="0" y="35433"/>
                </a:cxn>
                <a:cxn ang="0">
                  <a:pos x="21461" y="14807"/>
                </a:cxn>
                <a:cxn ang="0">
                  <a:pos x="119999" y="4083"/>
                </a:cxn>
                <a:cxn ang="0">
                  <a:pos x="96350" y="63072"/>
                </a:cxn>
                <a:cxn ang="0">
                  <a:pos x="96350" y="63072"/>
                </a:cxn>
                <a:cxn ang="0">
                  <a:pos x="98544" y="67196"/>
                </a:cxn>
                <a:cxn ang="0">
                  <a:pos x="103798" y="67196"/>
                </a:cxn>
                <a:cxn ang="0">
                  <a:pos x="112557" y="66369"/>
                </a:cxn>
                <a:cxn ang="0">
                  <a:pos x="118690" y="79161"/>
                </a:cxn>
              </a:cxnLst>
              <a:rect l="T0" t="T1" r="T2" b="T3"/>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w="9525">
              <a:noFill/>
              <a:round/>
              <a:headEnd/>
              <a:tailEnd/>
            </a:ln>
          </p:spPr>
          <p:txBody>
            <a:bodyPr lIns="45700" tIns="45700" rIns="45700" bIns="45700"/>
            <a:lstStyle/>
            <a:p>
              <a:pPr>
                <a:defRPr/>
              </a:pPr>
              <a:endParaRPr lang="en-US"/>
            </a:p>
          </p:txBody>
        </p:sp>
        <p:sp>
          <p:nvSpPr>
            <p:cNvPr id="4" name="Google Shape;249;p10">
              <a:extLst>
                <a:ext uri="{FF2B5EF4-FFF2-40B4-BE49-F238E27FC236}">
                  <a16:creationId xmlns:a16="http://schemas.microsoft.com/office/drawing/2014/main" id="{45490111-2CD5-0E41-81EE-0B3583499753}"/>
                </a:ext>
              </a:extLst>
            </p:cNvPr>
            <p:cNvSpPr>
              <a:spLocks/>
            </p:cNvSpPr>
            <p:nvPr/>
          </p:nvSpPr>
          <p:spPr bwMode="auto">
            <a:xfrm>
              <a:off x="2851383" y="1994984"/>
              <a:ext cx="781126" cy="1022527"/>
            </a:xfrm>
            <a:custGeom>
              <a:avLst/>
              <a:gdLst>
                <a:gd name="T0" fmla="*/ 0 w 120000"/>
                <a:gd name="T1" fmla="*/ 0 h 120000"/>
                <a:gd name="T2" fmla="*/ 120000 w 120000"/>
                <a:gd name="T3" fmla="*/ 120000 h 120000"/>
              </a:gdLst>
              <a:ahLst/>
              <a:cxnLst>
                <a:cxn ang="0">
                  <a:pos x="119916" y="76334"/>
                </a:cxn>
                <a:cxn ang="0">
                  <a:pos x="117475" y="90107"/>
                </a:cxn>
                <a:cxn ang="0">
                  <a:pos x="71168" y="96067"/>
                </a:cxn>
                <a:cxn ang="0">
                  <a:pos x="67754" y="99418"/>
                </a:cxn>
                <a:cxn ang="0">
                  <a:pos x="71168" y="103512"/>
                </a:cxn>
                <a:cxn ang="0">
                  <a:pos x="76530" y="109471"/>
                </a:cxn>
                <a:cxn ang="0">
                  <a:pos x="66780" y="119899"/>
                </a:cxn>
                <a:cxn ang="0">
                  <a:pos x="53622" y="112448"/>
                </a:cxn>
                <a:cxn ang="0">
                  <a:pos x="56057" y="105377"/>
                </a:cxn>
                <a:cxn ang="0">
                  <a:pos x="57517" y="100909"/>
                </a:cxn>
                <a:cxn ang="0">
                  <a:pos x="53135" y="98301"/>
                </a:cxn>
                <a:cxn ang="0">
                  <a:pos x="53135" y="98301"/>
                </a:cxn>
                <a:cxn ang="0">
                  <a:pos x="0" y="105003"/>
                </a:cxn>
                <a:cxn ang="0">
                  <a:pos x="18525" y="67766"/>
                </a:cxn>
                <a:cxn ang="0">
                  <a:pos x="18525" y="68140"/>
                </a:cxn>
                <a:cxn ang="0">
                  <a:pos x="28274" y="75585"/>
                </a:cxn>
                <a:cxn ang="0">
                  <a:pos x="50208" y="68140"/>
                </a:cxn>
                <a:cxn ang="0">
                  <a:pos x="40458" y="51384"/>
                </a:cxn>
                <a:cxn ang="0">
                  <a:pos x="26321" y="52127"/>
                </a:cxn>
                <a:cxn ang="0">
                  <a:pos x="26321" y="52501"/>
                </a:cxn>
                <a:cxn ang="0">
                  <a:pos x="52156" y="0"/>
                </a:cxn>
                <a:cxn ang="0">
                  <a:pos x="67754" y="5211"/>
                </a:cxn>
                <a:cxn ang="0">
                  <a:pos x="119916" y="76334"/>
                </a:cxn>
              </a:cxnLst>
              <a:rect l="T0" t="T1" r="T2" b="T3"/>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39999"/>
              </a:schemeClr>
            </a:solidFill>
            <a:ln w="9525">
              <a:noFill/>
              <a:round/>
              <a:headEnd/>
              <a:tailEnd/>
            </a:ln>
          </p:spPr>
          <p:txBody>
            <a:bodyPr lIns="45700" tIns="45700" rIns="45700" bIns="45700"/>
            <a:lstStyle/>
            <a:p>
              <a:pPr>
                <a:defRPr/>
              </a:pPr>
              <a:endParaRPr lang="en-US"/>
            </a:p>
          </p:txBody>
        </p:sp>
        <p:sp>
          <p:nvSpPr>
            <p:cNvPr id="5" name="Google Shape;250;p10">
              <a:extLst>
                <a:ext uri="{FF2B5EF4-FFF2-40B4-BE49-F238E27FC236}">
                  <a16:creationId xmlns:a16="http://schemas.microsoft.com/office/drawing/2014/main" id="{3F0C90F3-D018-79D9-EEEC-F087031A2968}"/>
                </a:ext>
              </a:extLst>
            </p:cNvPr>
            <p:cNvSpPr>
              <a:spLocks/>
            </p:cNvSpPr>
            <p:nvPr/>
          </p:nvSpPr>
          <p:spPr bwMode="auto">
            <a:xfrm>
              <a:off x="2035329" y="2255379"/>
              <a:ext cx="758899" cy="768483"/>
            </a:xfrm>
            <a:custGeom>
              <a:avLst/>
              <a:gdLst>
                <a:gd name="T0" fmla="*/ 0 w 120000"/>
                <a:gd name="T1" fmla="*/ 0 h 120000"/>
                <a:gd name="T2" fmla="*/ 120000 w 120000"/>
                <a:gd name="T3" fmla="*/ 120000 h 120000"/>
              </a:gdLst>
              <a:ahLst/>
              <a:cxnLst>
                <a:cxn ang="0">
                  <a:pos x="67277" y="109088"/>
                </a:cxn>
                <a:cxn ang="0">
                  <a:pos x="70794" y="95205"/>
                </a:cxn>
                <a:cxn ang="0">
                  <a:pos x="51211" y="81322"/>
                </a:cxn>
                <a:cxn ang="0">
                  <a:pos x="36650" y="100661"/>
                </a:cxn>
                <a:cxn ang="0">
                  <a:pos x="44688" y="112561"/>
                </a:cxn>
                <a:cxn ang="0">
                  <a:pos x="45188" y="112561"/>
                </a:cxn>
                <a:cxn ang="0">
                  <a:pos x="0" y="120000"/>
                </a:cxn>
                <a:cxn ang="0">
                  <a:pos x="5022" y="111572"/>
                </a:cxn>
                <a:cxn ang="0">
                  <a:pos x="23600" y="83305"/>
                </a:cxn>
                <a:cxn ang="0">
                  <a:pos x="25105" y="73883"/>
                </a:cxn>
                <a:cxn ang="0">
                  <a:pos x="36650" y="0"/>
                </a:cxn>
                <a:cxn ang="0">
                  <a:pos x="72805" y="44133"/>
                </a:cxn>
                <a:cxn ang="0">
                  <a:pos x="78827" y="44627"/>
                </a:cxn>
                <a:cxn ang="0">
                  <a:pos x="81338" y="39172"/>
                </a:cxn>
                <a:cxn ang="0">
                  <a:pos x="85855" y="30250"/>
                </a:cxn>
                <a:cxn ang="0">
                  <a:pos x="102927" y="31733"/>
                </a:cxn>
                <a:cxn ang="0">
                  <a:pos x="100922" y="48594"/>
                </a:cxn>
                <a:cxn ang="0">
                  <a:pos x="91383" y="51072"/>
                </a:cxn>
                <a:cxn ang="0">
                  <a:pos x="85355" y="52561"/>
                </a:cxn>
                <a:cxn ang="0">
                  <a:pos x="84855" y="58016"/>
                </a:cxn>
                <a:cxn ang="0">
                  <a:pos x="120000" y="100661"/>
                </a:cxn>
                <a:cxn ang="0">
                  <a:pos x="66777" y="109088"/>
                </a:cxn>
                <a:cxn ang="0">
                  <a:pos x="67277" y="109088"/>
                </a:cxn>
              </a:cxnLst>
              <a:rect l="T0" t="T1" r="T2" b="T3"/>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w="9525">
              <a:noFill/>
              <a:round/>
              <a:headEnd/>
              <a:tailEnd/>
            </a:ln>
          </p:spPr>
          <p:txBody>
            <a:bodyPr lIns="45700" tIns="45700" rIns="45700" bIns="45700"/>
            <a:lstStyle/>
            <a:p>
              <a:pPr>
                <a:defRPr/>
              </a:pPr>
              <a:endParaRPr lang="en-US"/>
            </a:p>
          </p:txBody>
        </p:sp>
        <p:sp>
          <p:nvSpPr>
            <p:cNvPr id="6" name="Google Shape;251;p10">
              <a:extLst>
                <a:ext uri="{FF2B5EF4-FFF2-40B4-BE49-F238E27FC236}">
                  <a16:creationId xmlns:a16="http://schemas.microsoft.com/office/drawing/2014/main" id="{56ADB6C9-0BBE-6459-0412-70315BD3D3CA}"/>
                </a:ext>
              </a:extLst>
            </p:cNvPr>
            <p:cNvSpPr>
              <a:spLocks/>
            </p:cNvSpPr>
            <p:nvPr/>
          </p:nvSpPr>
          <p:spPr bwMode="auto">
            <a:xfrm>
              <a:off x="2011515" y="2806336"/>
              <a:ext cx="789063" cy="852635"/>
            </a:xfrm>
            <a:custGeom>
              <a:avLst/>
              <a:gdLst>
                <a:gd name="T0" fmla="*/ 0 w 120000"/>
                <a:gd name="T1" fmla="*/ 0 h 120000"/>
                <a:gd name="T2" fmla="*/ 120000 w 120000"/>
                <a:gd name="T3" fmla="*/ 120000 h 120000"/>
              </a:gdLst>
              <a:ahLst/>
              <a:cxnLst>
                <a:cxn ang="0">
                  <a:pos x="120000" y="17550"/>
                </a:cxn>
                <a:cxn ang="0">
                  <a:pos x="101641" y="62235"/>
                </a:cxn>
                <a:cxn ang="0">
                  <a:pos x="101158" y="62235"/>
                </a:cxn>
                <a:cxn ang="0">
                  <a:pos x="91496" y="52849"/>
                </a:cxn>
                <a:cxn ang="0">
                  <a:pos x="70234" y="62235"/>
                </a:cxn>
                <a:cxn ang="0">
                  <a:pos x="79897" y="81896"/>
                </a:cxn>
                <a:cxn ang="0">
                  <a:pos x="93427" y="81003"/>
                </a:cxn>
                <a:cxn ang="0">
                  <a:pos x="93910" y="81003"/>
                </a:cxn>
                <a:cxn ang="0">
                  <a:pos x="79897" y="115852"/>
                </a:cxn>
                <a:cxn ang="0">
                  <a:pos x="37868" y="119431"/>
                </a:cxn>
                <a:cxn ang="0">
                  <a:pos x="23372" y="101556"/>
                </a:cxn>
                <a:cxn ang="0">
                  <a:pos x="20958" y="88153"/>
                </a:cxn>
                <a:cxn ang="0">
                  <a:pos x="19021" y="80553"/>
                </a:cxn>
                <a:cxn ang="0">
                  <a:pos x="27717" y="76531"/>
                </a:cxn>
                <a:cxn ang="0">
                  <a:pos x="19986" y="72509"/>
                </a:cxn>
                <a:cxn ang="0">
                  <a:pos x="17089" y="64021"/>
                </a:cxn>
                <a:cxn ang="0">
                  <a:pos x="19021" y="54641"/>
                </a:cxn>
                <a:cxn ang="0">
                  <a:pos x="5013" y="47934"/>
                </a:cxn>
                <a:cxn ang="0">
                  <a:pos x="1145" y="35873"/>
                </a:cxn>
                <a:cxn ang="0">
                  <a:pos x="49461" y="28273"/>
                </a:cxn>
                <a:cxn ang="0">
                  <a:pos x="52841" y="24257"/>
                </a:cxn>
                <a:cxn ang="0">
                  <a:pos x="49461" y="19785"/>
                </a:cxn>
                <a:cxn ang="0">
                  <a:pos x="44145" y="12191"/>
                </a:cxn>
                <a:cxn ang="0">
                  <a:pos x="53324" y="125"/>
                </a:cxn>
                <a:cxn ang="0">
                  <a:pos x="66855" y="9062"/>
                </a:cxn>
                <a:cxn ang="0">
                  <a:pos x="64440" y="17550"/>
                </a:cxn>
                <a:cxn ang="0">
                  <a:pos x="62503" y="22914"/>
                </a:cxn>
                <a:cxn ang="0">
                  <a:pos x="67337" y="25594"/>
                </a:cxn>
                <a:cxn ang="0">
                  <a:pos x="120000" y="17550"/>
                </a:cxn>
              </a:cxnLst>
              <a:rect l="T0" t="T1" r="T2" b="T3"/>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2"/>
              </a:schemeClr>
            </a:solidFill>
            <a:ln w="9525">
              <a:noFill/>
              <a:round/>
              <a:headEnd/>
              <a:tailEnd/>
            </a:ln>
          </p:spPr>
          <p:txBody>
            <a:bodyPr lIns="45700" tIns="45700" rIns="45700" bIns="45700"/>
            <a:lstStyle/>
            <a:p>
              <a:pPr>
                <a:defRPr/>
              </a:pPr>
              <a:endParaRPr lang="en-US"/>
            </a:p>
          </p:txBody>
        </p:sp>
        <p:sp>
          <p:nvSpPr>
            <p:cNvPr id="7" name="Google Shape;252;p10">
              <a:extLst>
                <a:ext uri="{FF2B5EF4-FFF2-40B4-BE49-F238E27FC236}">
                  <a16:creationId xmlns:a16="http://schemas.microsoft.com/office/drawing/2014/main" id="{360EFB87-8513-4158-C344-A395556D6509}"/>
                </a:ext>
              </a:extLst>
            </p:cNvPr>
            <p:cNvSpPr>
              <a:spLocks/>
            </p:cNvSpPr>
            <p:nvPr/>
          </p:nvSpPr>
          <p:spPr bwMode="auto">
            <a:xfrm>
              <a:off x="2498924" y="2944473"/>
              <a:ext cx="889086" cy="1000298"/>
            </a:xfrm>
            <a:custGeom>
              <a:avLst/>
              <a:gdLst>
                <a:gd name="T0" fmla="*/ 0 w 120000"/>
                <a:gd name="T1" fmla="*/ 0 h 120000"/>
                <a:gd name="T2" fmla="*/ 120000 w 120000"/>
                <a:gd name="T3" fmla="*/ 120000 h 120000"/>
              </a:gdLst>
              <a:ahLst/>
              <a:cxnLst>
                <a:cxn ang="0">
                  <a:pos x="120000" y="81905"/>
                </a:cxn>
                <a:cxn ang="0">
                  <a:pos x="120000" y="109333"/>
                </a:cxn>
                <a:cxn ang="0">
                  <a:pos x="62950" y="120000"/>
                </a:cxn>
                <a:cxn ang="0">
                  <a:pos x="5901" y="109333"/>
                </a:cxn>
                <a:cxn ang="0">
                  <a:pos x="5901" y="91811"/>
                </a:cxn>
                <a:cxn ang="0">
                  <a:pos x="22199" y="52572"/>
                </a:cxn>
                <a:cxn ang="0">
                  <a:pos x="20485" y="48761"/>
                </a:cxn>
                <a:cxn ang="0">
                  <a:pos x="14904" y="49144"/>
                </a:cxn>
                <a:cxn ang="0">
                  <a:pos x="6755" y="49522"/>
                </a:cxn>
                <a:cxn ang="0">
                  <a:pos x="753" y="37716"/>
                </a:cxn>
                <a:cxn ang="0">
                  <a:pos x="14050" y="32383"/>
                </a:cxn>
                <a:cxn ang="0">
                  <a:pos x="20052" y="37716"/>
                </a:cxn>
                <a:cxn ang="0">
                  <a:pos x="23486" y="41144"/>
                </a:cxn>
                <a:cxn ang="0">
                  <a:pos x="28201" y="39616"/>
                </a:cxn>
                <a:cxn ang="0">
                  <a:pos x="44932" y="0"/>
                </a:cxn>
                <a:cxn ang="0">
                  <a:pos x="73673" y="31616"/>
                </a:cxn>
                <a:cxn ang="0">
                  <a:pos x="73246" y="31616"/>
                </a:cxn>
                <a:cxn ang="0">
                  <a:pos x="61663" y="34283"/>
                </a:cxn>
                <a:cxn ang="0">
                  <a:pos x="59516" y="52950"/>
                </a:cxn>
                <a:cxn ang="0">
                  <a:pos x="80535" y="54855"/>
                </a:cxn>
                <a:cxn ang="0">
                  <a:pos x="85683" y="44950"/>
                </a:cxn>
                <a:cxn ang="0">
                  <a:pos x="85683" y="44572"/>
                </a:cxn>
                <a:cxn ang="0">
                  <a:pos x="120000" y="81905"/>
                </a:cxn>
              </a:cxnLst>
              <a:rect l="T0" t="T1" r="T2" b="T3"/>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w="9525">
              <a:noFill/>
              <a:round/>
              <a:headEnd/>
              <a:tailEnd/>
            </a:ln>
          </p:spPr>
          <p:txBody>
            <a:bodyPr lIns="45700" tIns="45700" rIns="45700" bIns="45700"/>
            <a:lstStyle/>
            <a:p>
              <a:pPr>
                <a:defRPr/>
              </a:pPr>
              <a:endParaRPr lang="en-US"/>
            </a:p>
          </p:txBody>
        </p:sp>
        <p:sp>
          <p:nvSpPr>
            <p:cNvPr id="8" name="Google Shape;253;p10">
              <a:extLst>
                <a:ext uri="{FF2B5EF4-FFF2-40B4-BE49-F238E27FC236}">
                  <a16:creationId xmlns:a16="http://schemas.microsoft.com/office/drawing/2014/main" id="{40F1DCE4-1303-467B-40D7-04DB932460F7}"/>
                </a:ext>
              </a:extLst>
            </p:cNvPr>
            <p:cNvSpPr>
              <a:spLocks/>
            </p:cNvSpPr>
            <p:nvPr/>
          </p:nvSpPr>
          <p:spPr bwMode="auto">
            <a:xfrm>
              <a:off x="2857734" y="2801574"/>
              <a:ext cx="752548" cy="771658"/>
            </a:xfrm>
            <a:custGeom>
              <a:avLst/>
              <a:gdLst>
                <a:gd name="T0" fmla="*/ 0 w 120000"/>
                <a:gd name="T1" fmla="*/ 0 h 120000"/>
                <a:gd name="T2" fmla="*/ 120000 w 120000"/>
                <a:gd name="T3" fmla="*/ 120000 h 120000"/>
              </a:gdLst>
              <a:ahLst/>
              <a:cxnLst>
                <a:cxn ang="0">
                  <a:pos x="120000" y="0"/>
                </a:cxn>
                <a:cxn ang="0">
                  <a:pos x="96200" y="49877"/>
                </a:cxn>
                <a:cxn ang="0">
                  <a:pos x="84555" y="110122"/>
                </a:cxn>
                <a:cxn ang="0">
                  <a:pos x="84555" y="120000"/>
                </a:cxn>
                <a:cxn ang="0">
                  <a:pos x="47088" y="75555"/>
                </a:cxn>
                <a:cxn ang="0">
                  <a:pos x="41516" y="75061"/>
                </a:cxn>
                <a:cxn ang="0">
                  <a:pos x="38988" y="80494"/>
                </a:cxn>
                <a:cxn ang="0">
                  <a:pos x="34427" y="89383"/>
                </a:cxn>
                <a:cxn ang="0">
                  <a:pos x="17216" y="87405"/>
                </a:cxn>
                <a:cxn ang="0">
                  <a:pos x="19238" y="70616"/>
                </a:cxn>
                <a:cxn ang="0">
                  <a:pos x="28861" y="68150"/>
                </a:cxn>
                <a:cxn ang="0">
                  <a:pos x="34938" y="66666"/>
                </a:cxn>
                <a:cxn ang="0">
                  <a:pos x="35444" y="61233"/>
                </a:cxn>
                <a:cxn ang="0">
                  <a:pos x="0" y="18766"/>
                </a:cxn>
                <a:cxn ang="0">
                  <a:pos x="53166" y="10372"/>
                </a:cxn>
                <a:cxn ang="0">
                  <a:pos x="53166" y="10866"/>
                </a:cxn>
                <a:cxn ang="0">
                  <a:pos x="49116" y="24200"/>
                </a:cxn>
                <a:cxn ang="0">
                  <a:pos x="69366" y="38516"/>
                </a:cxn>
                <a:cxn ang="0">
                  <a:pos x="84050" y="18766"/>
                </a:cxn>
                <a:cxn ang="0">
                  <a:pos x="75950" y="7405"/>
                </a:cxn>
                <a:cxn ang="0">
                  <a:pos x="75444" y="6911"/>
                </a:cxn>
                <a:cxn ang="0">
                  <a:pos x="120000" y="0"/>
                </a:cxn>
              </a:cxnLst>
              <a:rect l="T0" t="T1" r="T2" b="T3"/>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w="9525">
              <a:noFill/>
              <a:round/>
              <a:headEnd/>
              <a:tailEnd/>
            </a:ln>
          </p:spPr>
          <p:txBody>
            <a:bodyPr lIns="45700" tIns="45700" rIns="45700" bIns="45700"/>
            <a:lstStyle/>
            <a:p>
              <a:pPr>
                <a:defRPr/>
              </a:pPr>
              <a:endParaRPr lang="en-US"/>
            </a:p>
          </p:txBody>
        </p:sp>
        <p:sp>
          <p:nvSpPr>
            <p:cNvPr id="9" name="Google Shape;254;p10">
              <a:extLst>
                <a:ext uri="{FF2B5EF4-FFF2-40B4-BE49-F238E27FC236}">
                  <a16:creationId xmlns:a16="http://schemas.microsoft.com/office/drawing/2014/main" id="{FDDF1BC3-3797-74E7-C848-2D98F7B2F07E}"/>
                </a:ext>
              </a:extLst>
            </p:cNvPr>
            <p:cNvSpPr>
              <a:spLocks/>
            </p:cNvSpPr>
            <p:nvPr/>
          </p:nvSpPr>
          <p:spPr bwMode="auto">
            <a:xfrm>
              <a:off x="2668804" y="4086083"/>
              <a:ext cx="595370" cy="182595"/>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3127"/>
                </a:cxn>
                <a:cxn ang="0">
                  <a:pos x="46989" y="109003"/>
                </a:cxn>
                <a:cxn ang="0">
                  <a:pos x="72601" y="109003"/>
                </a:cxn>
                <a:cxn ang="0">
                  <a:pos x="118056" y="23127"/>
                </a:cxn>
                <a:cxn ang="0">
                  <a:pos x="119333" y="6370"/>
                </a:cxn>
                <a:cxn ang="0">
                  <a:pos x="116134" y="87"/>
                </a:cxn>
              </a:cxnLst>
              <a:rect l="T0" t="T1" r="T2" b="T3"/>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sp>
          <p:nvSpPr>
            <p:cNvPr id="10" name="Google Shape;255;p10">
              <a:extLst>
                <a:ext uri="{FF2B5EF4-FFF2-40B4-BE49-F238E27FC236}">
                  <a16:creationId xmlns:a16="http://schemas.microsoft.com/office/drawing/2014/main" id="{8AE1F6CB-7EE0-106D-1E49-B5ADC5525AD8}"/>
                </a:ext>
              </a:extLst>
            </p:cNvPr>
            <p:cNvSpPr>
              <a:spLocks/>
            </p:cNvSpPr>
            <p:nvPr/>
          </p:nvSpPr>
          <p:spPr bwMode="auto">
            <a:xfrm>
              <a:off x="2668804" y="4228982"/>
              <a:ext cx="595370" cy="182595"/>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5221"/>
                </a:cxn>
                <a:cxn ang="0">
                  <a:pos x="46989" y="109003"/>
                </a:cxn>
                <a:cxn ang="0">
                  <a:pos x="72601" y="109003"/>
                </a:cxn>
                <a:cxn ang="0">
                  <a:pos x="118056" y="25221"/>
                </a:cxn>
                <a:cxn ang="0">
                  <a:pos x="119333" y="6370"/>
                </a:cxn>
                <a:cxn ang="0">
                  <a:pos x="116134" y="87"/>
                </a:cxn>
              </a:cxnLst>
              <a:rect l="T0" t="T1" r="T2" b="T3"/>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w="9525">
              <a:noFill/>
              <a:round/>
              <a:headEnd/>
              <a:tailEnd/>
            </a:ln>
          </p:spPr>
          <p:txBody>
            <a:bodyPr lIns="45700" tIns="45700" rIns="45700" bIns="45700"/>
            <a:lstStyle/>
            <a:p>
              <a:pPr>
                <a:defRPr/>
              </a:pPr>
              <a:endParaRPr lang="en-US"/>
            </a:p>
          </p:txBody>
        </p:sp>
        <p:sp>
          <p:nvSpPr>
            <p:cNvPr id="11" name="Google Shape;256;p10">
              <a:extLst>
                <a:ext uri="{FF2B5EF4-FFF2-40B4-BE49-F238E27FC236}">
                  <a16:creationId xmlns:a16="http://schemas.microsoft.com/office/drawing/2014/main" id="{A37B1253-64DA-8CD7-CF55-C4B8F584D4CA}"/>
                </a:ext>
              </a:extLst>
            </p:cNvPr>
            <p:cNvSpPr>
              <a:spLocks/>
            </p:cNvSpPr>
            <p:nvPr/>
          </p:nvSpPr>
          <p:spPr bwMode="auto">
            <a:xfrm>
              <a:off x="2668804" y="4375057"/>
              <a:ext cx="595370" cy="182595"/>
            </a:xfrm>
            <a:custGeom>
              <a:avLst/>
              <a:gdLst>
                <a:gd name="T0" fmla="*/ 0 w 120000"/>
                <a:gd name="T1" fmla="*/ 0 h 120000"/>
                <a:gd name="T2" fmla="*/ 120000 w 120000"/>
                <a:gd name="T3" fmla="*/ 120000 h 120000"/>
              </a:gdLst>
              <a:ahLst/>
              <a:cxnLst>
                <a:cxn ang="0">
                  <a:pos x="116134" y="780"/>
                </a:cxn>
                <a:cxn ang="0">
                  <a:pos x="114213" y="780"/>
                </a:cxn>
                <a:cxn ang="0">
                  <a:pos x="68758" y="86160"/>
                </a:cxn>
                <a:cxn ang="0">
                  <a:pos x="50832" y="86160"/>
                </a:cxn>
                <a:cxn ang="0">
                  <a:pos x="5377" y="780"/>
                </a:cxn>
                <a:cxn ang="0">
                  <a:pos x="252" y="7028"/>
                </a:cxn>
                <a:cxn ang="0">
                  <a:pos x="1534" y="23687"/>
                </a:cxn>
                <a:cxn ang="0">
                  <a:pos x="46989" y="109067"/>
                </a:cxn>
                <a:cxn ang="0">
                  <a:pos x="72601" y="109067"/>
                </a:cxn>
                <a:cxn ang="0">
                  <a:pos x="118056" y="23687"/>
                </a:cxn>
                <a:cxn ang="0">
                  <a:pos x="119333" y="7028"/>
                </a:cxn>
                <a:cxn ang="0">
                  <a:pos x="116134" y="780"/>
                </a:cxn>
              </a:cxnLst>
              <a:rect l="T0" t="T1" r="T2" b="T3"/>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grpSp>
      <p:grpSp>
        <p:nvGrpSpPr>
          <p:cNvPr id="12" name="Google Shape;257;p10">
            <a:extLst>
              <a:ext uri="{FF2B5EF4-FFF2-40B4-BE49-F238E27FC236}">
                <a16:creationId xmlns:a16="http://schemas.microsoft.com/office/drawing/2014/main" id="{A0FE0738-1ED6-221C-B51C-9F2C00CDF1D5}"/>
              </a:ext>
            </a:extLst>
          </p:cNvPr>
          <p:cNvGrpSpPr>
            <a:grpSpLocks/>
          </p:cNvGrpSpPr>
          <p:nvPr/>
        </p:nvGrpSpPr>
        <p:grpSpPr bwMode="auto">
          <a:xfrm>
            <a:off x="5202238" y="1954213"/>
            <a:ext cx="1620837" cy="2603500"/>
            <a:chOff x="6077203" y="1953702"/>
            <a:chExt cx="1620896" cy="2603950"/>
          </a:xfrm>
        </p:grpSpPr>
        <p:sp>
          <p:nvSpPr>
            <p:cNvPr id="13" name="Google Shape;258;p10">
              <a:extLst>
                <a:ext uri="{FF2B5EF4-FFF2-40B4-BE49-F238E27FC236}">
                  <a16:creationId xmlns:a16="http://schemas.microsoft.com/office/drawing/2014/main" id="{0B7BD0FA-4C72-DBE5-91A5-5AAF12E73DE2}"/>
                </a:ext>
              </a:extLst>
            </p:cNvPr>
            <p:cNvSpPr/>
            <p:nvPr/>
          </p:nvSpPr>
          <p:spPr>
            <a:xfrm>
              <a:off x="6351850" y="1953702"/>
              <a:ext cx="873157" cy="924085"/>
            </a:xfrm>
            <a:custGeom>
              <a:avLst/>
              <a:gdLst/>
              <a:ahLst/>
              <a:cxnLst/>
              <a:rect l="0" t="0" r="0" b="0"/>
              <a:pathLst>
                <a:path w="120000" h="120000" extrusionOk="0">
                  <a:moveTo>
                    <a:pt x="118254" y="79161"/>
                  </a:moveTo>
                  <a:cubicBezTo>
                    <a:pt x="116509" y="84525"/>
                    <a:pt x="110398" y="86995"/>
                    <a:pt x="104728" y="84933"/>
                  </a:cubicBezTo>
                  <a:cubicBezTo>
                    <a:pt x="102107" y="84112"/>
                    <a:pt x="99927" y="81636"/>
                    <a:pt x="98617" y="79161"/>
                  </a:cubicBezTo>
                  <a:cubicBezTo>
                    <a:pt x="98182" y="77512"/>
                    <a:pt x="96872" y="76272"/>
                    <a:pt x="95126" y="75444"/>
                  </a:cubicBezTo>
                  <a:cubicBezTo>
                    <a:pt x="93381" y="75037"/>
                    <a:pt x="91201" y="75858"/>
                    <a:pt x="90761" y="77512"/>
                  </a:cubicBezTo>
                  <a:cubicBezTo>
                    <a:pt x="73309" y="120000"/>
                    <a:pt x="73309" y="120000"/>
                    <a:pt x="73309" y="120000"/>
                  </a:cubicBezTo>
                  <a:cubicBezTo>
                    <a:pt x="44070" y="86174"/>
                    <a:pt x="44070" y="86174"/>
                    <a:pt x="44070" y="86174"/>
                  </a:cubicBezTo>
                  <a:cubicBezTo>
                    <a:pt x="44070" y="86174"/>
                    <a:pt x="44070" y="86174"/>
                    <a:pt x="44510" y="86174"/>
                  </a:cubicBezTo>
                  <a:cubicBezTo>
                    <a:pt x="48436" y="86588"/>
                    <a:pt x="52801" y="85760"/>
                    <a:pt x="56292" y="82871"/>
                  </a:cubicBezTo>
                  <a:cubicBezTo>
                    <a:pt x="62838" y="77920"/>
                    <a:pt x="63707" y="68845"/>
                    <a:pt x="58472" y="63072"/>
                  </a:cubicBezTo>
                  <a:cubicBezTo>
                    <a:pt x="53236" y="56886"/>
                    <a:pt x="43635" y="56059"/>
                    <a:pt x="37089" y="61010"/>
                  </a:cubicBezTo>
                  <a:cubicBezTo>
                    <a:pt x="34034" y="63486"/>
                    <a:pt x="31853" y="67196"/>
                    <a:pt x="31853" y="71320"/>
                  </a:cubicBezTo>
                  <a:cubicBezTo>
                    <a:pt x="31853" y="71734"/>
                    <a:pt x="31853" y="71734"/>
                    <a:pt x="31853" y="71734"/>
                  </a:cubicBezTo>
                  <a:cubicBezTo>
                    <a:pt x="0" y="35433"/>
                    <a:pt x="0" y="35433"/>
                    <a:pt x="0" y="35433"/>
                  </a:cubicBezTo>
                  <a:cubicBezTo>
                    <a:pt x="6980" y="26357"/>
                    <a:pt x="15271" y="19344"/>
                    <a:pt x="21382" y="14807"/>
                  </a:cubicBezTo>
                  <a:cubicBezTo>
                    <a:pt x="36654" y="4083"/>
                    <a:pt x="81600" y="-5819"/>
                    <a:pt x="120000" y="4083"/>
                  </a:cubicBezTo>
                  <a:cubicBezTo>
                    <a:pt x="96437" y="63072"/>
                    <a:pt x="96437" y="63072"/>
                    <a:pt x="96437" y="63072"/>
                  </a:cubicBezTo>
                  <a:cubicBezTo>
                    <a:pt x="96437" y="63072"/>
                    <a:pt x="96437" y="63072"/>
                    <a:pt x="96437" y="63072"/>
                  </a:cubicBezTo>
                  <a:cubicBezTo>
                    <a:pt x="95561" y="64721"/>
                    <a:pt x="96437" y="66783"/>
                    <a:pt x="98182" y="67196"/>
                  </a:cubicBezTo>
                  <a:cubicBezTo>
                    <a:pt x="99927" y="68023"/>
                    <a:pt x="102107" y="68023"/>
                    <a:pt x="103852" y="67196"/>
                  </a:cubicBezTo>
                  <a:cubicBezTo>
                    <a:pt x="106032" y="65548"/>
                    <a:pt x="109523" y="65548"/>
                    <a:pt x="112143" y="66369"/>
                  </a:cubicBezTo>
                  <a:cubicBezTo>
                    <a:pt x="117814" y="68437"/>
                    <a:pt x="120434" y="74209"/>
                    <a:pt x="118254" y="79161"/>
                  </a:cubicBezTo>
                  <a:close/>
                </a:path>
              </a:pathLst>
            </a:custGeom>
            <a:solidFill>
              <a:schemeClr val="accent3">
                <a:alpha val="54509"/>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4" name="Google Shape;259;p10">
              <a:extLst>
                <a:ext uri="{FF2B5EF4-FFF2-40B4-BE49-F238E27FC236}">
                  <a16:creationId xmlns:a16="http://schemas.microsoft.com/office/drawing/2014/main" id="{4B715B88-93FC-BAA9-5529-021F546484FE}"/>
                </a:ext>
              </a:extLst>
            </p:cNvPr>
            <p:cNvSpPr/>
            <p:nvPr/>
          </p:nvSpPr>
          <p:spPr>
            <a:xfrm>
              <a:off x="6917021" y="1994984"/>
              <a:ext cx="781078" cy="1022527"/>
            </a:xfrm>
            <a:custGeom>
              <a:avLst/>
              <a:gdLst/>
              <a:ahLst/>
              <a:cxnLst/>
              <a:rect l="0" t="0" r="0" b="0"/>
              <a:pathLst>
                <a:path w="120000" h="120000" extrusionOk="0">
                  <a:moveTo>
                    <a:pt x="119916" y="76334"/>
                  </a:moveTo>
                  <a:cubicBezTo>
                    <a:pt x="119429" y="81171"/>
                    <a:pt x="118942" y="86013"/>
                    <a:pt x="117962" y="90107"/>
                  </a:cubicBezTo>
                  <a:cubicBezTo>
                    <a:pt x="71168" y="96067"/>
                    <a:pt x="71168" y="96067"/>
                    <a:pt x="71168" y="96067"/>
                  </a:cubicBezTo>
                  <a:cubicBezTo>
                    <a:pt x="69220" y="96441"/>
                    <a:pt x="67754" y="97926"/>
                    <a:pt x="68246" y="99418"/>
                  </a:cubicBezTo>
                  <a:cubicBezTo>
                    <a:pt x="68246" y="101278"/>
                    <a:pt x="69707" y="102395"/>
                    <a:pt x="71168" y="103512"/>
                  </a:cubicBezTo>
                  <a:cubicBezTo>
                    <a:pt x="74095" y="104629"/>
                    <a:pt x="76043" y="106863"/>
                    <a:pt x="76530" y="109471"/>
                  </a:cubicBezTo>
                  <a:cubicBezTo>
                    <a:pt x="77990" y="114314"/>
                    <a:pt x="73608" y="118782"/>
                    <a:pt x="67267" y="119899"/>
                  </a:cubicBezTo>
                  <a:cubicBezTo>
                    <a:pt x="60931" y="120642"/>
                    <a:pt x="54596" y="117291"/>
                    <a:pt x="53622" y="112448"/>
                  </a:cubicBezTo>
                  <a:cubicBezTo>
                    <a:pt x="53135" y="109845"/>
                    <a:pt x="54109" y="107237"/>
                    <a:pt x="56057" y="105377"/>
                  </a:cubicBezTo>
                  <a:cubicBezTo>
                    <a:pt x="57517" y="103886"/>
                    <a:pt x="58010" y="102395"/>
                    <a:pt x="58010" y="100909"/>
                  </a:cubicBezTo>
                  <a:cubicBezTo>
                    <a:pt x="57517" y="99043"/>
                    <a:pt x="55570" y="98301"/>
                    <a:pt x="53622" y="98301"/>
                  </a:cubicBezTo>
                  <a:cubicBezTo>
                    <a:pt x="53622" y="98301"/>
                    <a:pt x="53622" y="98301"/>
                    <a:pt x="53135" y="98301"/>
                  </a:cubicBezTo>
                  <a:cubicBezTo>
                    <a:pt x="0" y="105003"/>
                    <a:pt x="0" y="105003"/>
                    <a:pt x="0" y="105003"/>
                  </a:cubicBezTo>
                  <a:cubicBezTo>
                    <a:pt x="18525" y="67766"/>
                    <a:pt x="18525" y="67766"/>
                    <a:pt x="18525" y="67766"/>
                  </a:cubicBezTo>
                  <a:cubicBezTo>
                    <a:pt x="18525" y="67766"/>
                    <a:pt x="18525" y="68140"/>
                    <a:pt x="19012" y="68140"/>
                  </a:cubicBezTo>
                  <a:cubicBezTo>
                    <a:pt x="20472" y="71491"/>
                    <a:pt x="23886" y="74100"/>
                    <a:pt x="28761" y="75585"/>
                  </a:cubicBezTo>
                  <a:cubicBezTo>
                    <a:pt x="37531" y="78194"/>
                    <a:pt x="46794" y="74842"/>
                    <a:pt x="50208" y="68140"/>
                  </a:cubicBezTo>
                  <a:cubicBezTo>
                    <a:pt x="53622" y="61438"/>
                    <a:pt x="49234" y="53993"/>
                    <a:pt x="40458" y="51384"/>
                  </a:cubicBezTo>
                  <a:cubicBezTo>
                    <a:pt x="36071" y="50267"/>
                    <a:pt x="30709" y="50641"/>
                    <a:pt x="26808" y="52127"/>
                  </a:cubicBezTo>
                  <a:cubicBezTo>
                    <a:pt x="26321" y="52127"/>
                    <a:pt x="26321" y="52127"/>
                    <a:pt x="26321" y="52501"/>
                  </a:cubicBezTo>
                  <a:cubicBezTo>
                    <a:pt x="52156" y="0"/>
                    <a:pt x="52156" y="0"/>
                    <a:pt x="52156" y="0"/>
                  </a:cubicBezTo>
                  <a:cubicBezTo>
                    <a:pt x="57517" y="1491"/>
                    <a:pt x="62879" y="2976"/>
                    <a:pt x="68246" y="5211"/>
                  </a:cubicBezTo>
                  <a:cubicBezTo>
                    <a:pt x="114067" y="23458"/>
                    <a:pt x="120889" y="48776"/>
                    <a:pt x="119916" y="76334"/>
                  </a:cubicBezTo>
                  <a:close/>
                </a:path>
              </a:pathLst>
            </a:custGeom>
            <a:solidFill>
              <a:schemeClr val="accent3">
                <a:alpha val="40000"/>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5" name="Google Shape;260;p10">
              <a:extLst>
                <a:ext uri="{FF2B5EF4-FFF2-40B4-BE49-F238E27FC236}">
                  <a16:creationId xmlns:a16="http://schemas.microsoft.com/office/drawing/2014/main" id="{44EB389E-2EFC-7D4E-EFDF-AD0D7EE3CC2C}"/>
                </a:ext>
              </a:extLst>
            </p:cNvPr>
            <p:cNvSpPr/>
            <p:nvPr/>
          </p:nvSpPr>
          <p:spPr>
            <a:xfrm>
              <a:off x="6101016" y="2255379"/>
              <a:ext cx="758853" cy="768483"/>
            </a:xfrm>
            <a:custGeom>
              <a:avLst/>
              <a:gdLst/>
              <a:ahLst/>
              <a:cxnLst/>
              <a:rect l="0" t="0" r="0" b="0"/>
              <a:pathLst>
                <a:path w="120000" h="120000" extrusionOk="0">
                  <a:moveTo>
                    <a:pt x="67277" y="109088"/>
                  </a:moveTo>
                  <a:cubicBezTo>
                    <a:pt x="70794" y="105122"/>
                    <a:pt x="71800" y="100166"/>
                    <a:pt x="71294" y="95205"/>
                  </a:cubicBezTo>
                  <a:cubicBezTo>
                    <a:pt x="69788" y="85783"/>
                    <a:pt x="60755" y="79338"/>
                    <a:pt x="51211" y="81322"/>
                  </a:cubicBezTo>
                  <a:cubicBezTo>
                    <a:pt x="41672" y="82811"/>
                    <a:pt x="35144" y="91238"/>
                    <a:pt x="36650" y="100661"/>
                  </a:cubicBezTo>
                  <a:cubicBezTo>
                    <a:pt x="37655" y="105622"/>
                    <a:pt x="40672" y="110083"/>
                    <a:pt x="44688" y="112561"/>
                  </a:cubicBezTo>
                  <a:cubicBezTo>
                    <a:pt x="45188" y="112561"/>
                    <a:pt x="45188" y="112561"/>
                    <a:pt x="45188" y="112561"/>
                  </a:cubicBezTo>
                  <a:cubicBezTo>
                    <a:pt x="0" y="120000"/>
                    <a:pt x="0" y="120000"/>
                    <a:pt x="0" y="120000"/>
                  </a:cubicBezTo>
                  <a:cubicBezTo>
                    <a:pt x="1505" y="117522"/>
                    <a:pt x="3011" y="114544"/>
                    <a:pt x="5022" y="111572"/>
                  </a:cubicBezTo>
                  <a:cubicBezTo>
                    <a:pt x="7027" y="108594"/>
                    <a:pt x="18077" y="91733"/>
                    <a:pt x="23600" y="83305"/>
                  </a:cubicBezTo>
                  <a:cubicBezTo>
                    <a:pt x="25605" y="80333"/>
                    <a:pt x="26111" y="76861"/>
                    <a:pt x="25105" y="73883"/>
                  </a:cubicBezTo>
                  <a:cubicBezTo>
                    <a:pt x="15566" y="44133"/>
                    <a:pt x="24100" y="18844"/>
                    <a:pt x="36650" y="0"/>
                  </a:cubicBezTo>
                  <a:cubicBezTo>
                    <a:pt x="73305" y="44133"/>
                    <a:pt x="73305" y="44133"/>
                    <a:pt x="73305" y="44133"/>
                  </a:cubicBezTo>
                  <a:cubicBezTo>
                    <a:pt x="74311" y="45622"/>
                    <a:pt x="76822" y="46116"/>
                    <a:pt x="78827" y="44627"/>
                  </a:cubicBezTo>
                  <a:cubicBezTo>
                    <a:pt x="80333" y="43138"/>
                    <a:pt x="81338" y="41155"/>
                    <a:pt x="81338" y="39172"/>
                  </a:cubicBezTo>
                  <a:cubicBezTo>
                    <a:pt x="81838" y="35700"/>
                    <a:pt x="83350" y="32727"/>
                    <a:pt x="85855" y="30250"/>
                  </a:cubicBezTo>
                  <a:cubicBezTo>
                    <a:pt x="90877" y="26283"/>
                    <a:pt x="98411" y="26777"/>
                    <a:pt x="102927" y="31733"/>
                  </a:cubicBezTo>
                  <a:cubicBezTo>
                    <a:pt x="106944" y="37188"/>
                    <a:pt x="106444" y="44627"/>
                    <a:pt x="100922" y="48594"/>
                  </a:cubicBezTo>
                  <a:cubicBezTo>
                    <a:pt x="98411" y="51072"/>
                    <a:pt x="94894" y="51572"/>
                    <a:pt x="91383" y="51072"/>
                  </a:cubicBezTo>
                  <a:cubicBezTo>
                    <a:pt x="89372" y="50577"/>
                    <a:pt x="87366" y="51572"/>
                    <a:pt x="85355" y="52561"/>
                  </a:cubicBezTo>
                  <a:cubicBezTo>
                    <a:pt x="83850" y="54050"/>
                    <a:pt x="83350" y="56527"/>
                    <a:pt x="84855" y="58016"/>
                  </a:cubicBezTo>
                  <a:cubicBezTo>
                    <a:pt x="120000" y="100661"/>
                    <a:pt x="120000" y="100661"/>
                    <a:pt x="120000" y="100661"/>
                  </a:cubicBezTo>
                  <a:cubicBezTo>
                    <a:pt x="67277" y="109088"/>
                    <a:pt x="67277" y="109088"/>
                    <a:pt x="67277" y="109088"/>
                  </a:cubicBezTo>
                  <a:cubicBezTo>
                    <a:pt x="67277" y="109088"/>
                    <a:pt x="67277" y="109088"/>
                    <a:pt x="67277" y="109088"/>
                  </a:cubicBezTo>
                  <a:close/>
                </a:path>
              </a:pathLst>
            </a:custGeom>
            <a:solidFill>
              <a:schemeClr val="accent3">
                <a:alpha val="6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6" name="Google Shape;261;p10">
              <a:extLst>
                <a:ext uri="{FF2B5EF4-FFF2-40B4-BE49-F238E27FC236}">
                  <a16:creationId xmlns:a16="http://schemas.microsoft.com/office/drawing/2014/main" id="{A5C45D21-B86C-603B-6354-0D4DFF38CA2B}"/>
                </a:ext>
              </a:extLst>
            </p:cNvPr>
            <p:cNvSpPr/>
            <p:nvPr/>
          </p:nvSpPr>
          <p:spPr>
            <a:xfrm>
              <a:off x="6077203" y="2806336"/>
              <a:ext cx="789016" cy="852635"/>
            </a:xfrm>
            <a:custGeom>
              <a:avLst/>
              <a:gdLst/>
              <a:ahLst/>
              <a:cxnLst/>
              <a:rect l="0" t="0" r="0" b="0"/>
              <a:pathLst>
                <a:path w="120000" h="120000" extrusionOk="0">
                  <a:moveTo>
                    <a:pt x="120000" y="17550"/>
                  </a:moveTo>
                  <a:cubicBezTo>
                    <a:pt x="101638" y="62235"/>
                    <a:pt x="101638" y="62235"/>
                    <a:pt x="101638" y="62235"/>
                  </a:cubicBezTo>
                  <a:cubicBezTo>
                    <a:pt x="101638" y="62235"/>
                    <a:pt x="101638" y="62235"/>
                    <a:pt x="101638" y="62235"/>
                  </a:cubicBezTo>
                  <a:cubicBezTo>
                    <a:pt x="99707" y="57764"/>
                    <a:pt x="96321" y="54641"/>
                    <a:pt x="91975" y="52849"/>
                  </a:cubicBezTo>
                  <a:cubicBezTo>
                    <a:pt x="83277" y="50169"/>
                    <a:pt x="73613" y="54191"/>
                    <a:pt x="70227" y="62235"/>
                  </a:cubicBezTo>
                  <a:cubicBezTo>
                    <a:pt x="66847" y="69830"/>
                    <a:pt x="71193" y="78767"/>
                    <a:pt x="79891" y="81896"/>
                  </a:cubicBezTo>
                  <a:cubicBezTo>
                    <a:pt x="84726" y="83682"/>
                    <a:pt x="89555" y="83238"/>
                    <a:pt x="93906" y="81003"/>
                  </a:cubicBezTo>
                  <a:cubicBezTo>
                    <a:pt x="93906" y="81003"/>
                    <a:pt x="93906" y="81003"/>
                    <a:pt x="94389" y="81003"/>
                  </a:cubicBezTo>
                  <a:cubicBezTo>
                    <a:pt x="79891" y="115852"/>
                    <a:pt x="79891" y="115852"/>
                    <a:pt x="79891" y="115852"/>
                  </a:cubicBezTo>
                  <a:cubicBezTo>
                    <a:pt x="53315" y="122110"/>
                    <a:pt x="37856" y="119431"/>
                    <a:pt x="37856" y="119431"/>
                  </a:cubicBezTo>
                  <a:cubicBezTo>
                    <a:pt x="28187" y="118537"/>
                    <a:pt x="22392" y="108258"/>
                    <a:pt x="23358" y="101556"/>
                  </a:cubicBezTo>
                  <a:cubicBezTo>
                    <a:pt x="24807" y="94405"/>
                    <a:pt x="25290" y="91277"/>
                    <a:pt x="20944" y="88153"/>
                  </a:cubicBezTo>
                  <a:cubicBezTo>
                    <a:pt x="17075" y="85468"/>
                    <a:pt x="17075" y="81896"/>
                    <a:pt x="19007" y="80553"/>
                  </a:cubicBezTo>
                  <a:cubicBezTo>
                    <a:pt x="20944" y="79216"/>
                    <a:pt x="27704" y="76531"/>
                    <a:pt x="27704" y="76531"/>
                  </a:cubicBezTo>
                  <a:cubicBezTo>
                    <a:pt x="27704" y="76531"/>
                    <a:pt x="22875" y="73408"/>
                    <a:pt x="19972" y="72509"/>
                  </a:cubicBezTo>
                  <a:cubicBezTo>
                    <a:pt x="17075" y="71172"/>
                    <a:pt x="15626" y="66701"/>
                    <a:pt x="17075" y="64021"/>
                  </a:cubicBezTo>
                  <a:cubicBezTo>
                    <a:pt x="18524" y="61342"/>
                    <a:pt x="19007" y="54641"/>
                    <a:pt x="19007" y="54641"/>
                  </a:cubicBezTo>
                  <a:cubicBezTo>
                    <a:pt x="19007" y="54641"/>
                    <a:pt x="12729" y="51512"/>
                    <a:pt x="5480" y="47934"/>
                  </a:cubicBezTo>
                  <a:cubicBezTo>
                    <a:pt x="162" y="45703"/>
                    <a:pt x="-1285" y="42125"/>
                    <a:pt x="1128" y="35873"/>
                  </a:cubicBezTo>
                  <a:cubicBezTo>
                    <a:pt x="49452" y="28273"/>
                    <a:pt x="49452" y="28273"/>
                    <a:pt x="49452" y="28273"/>
                  </a:cubicBezTo>
                  <a:cubicBezTo>
                    <a:pt x="51866" y="28273"/>
                    <a:pt x="52832" y="26487"/>
                    <a:pt x="52832" y="24257"/>
                  </a:cubicBezTo>
                  <a:cubicBezTo>
                    <a:pt x="52349" y="22465"/>
                    <a:pt x="51383" y="20678"/>
                    <a:pt x="49452" y="19785"/>
                  </a:cubicBezTo>
                  <a:cubicBezTo>
                    <a:pt x="46554" y="17999"/>
                    <a:pt x="44617" y="15763"/>
                    <a:pt x="44134" y="12191"/>
                  </a:cubicBezTo>
                  <a:cubicBezTo>
                    <a:pt x="43168" y="6382"/>
                    <a:pt x="47520" y="1018"/>
                    <a:pt x="53798" y="125"/>
                  </a:cubicBezTo>
                  <a:cubicBezTo>
                    <a:pt x="60081" y="-767"/>
                    <a:pt x="65881" y="3254"/>
                    <a:pt x="66847" y="9062"/>
                  </a:cubicBezTo>
                  <a:cubicBezTo>
                    <a:pt x="67330" y="12191"/>
                    <a:pt x="66364" y="15319"/>
                    <a:pt x="64433" y="17550"/>
                  </a:cubicBezTo>
                  <a:cubicBezTo>
                    <a:pt x="62978" y="18892"/>
                    <a:pt x="62495" y="21128"/>
                    <a:pt x="62978" y="22914"/>
                  </a:cubicBezTo>
                  <a:cubicBezTo>
                    <a:pt x="62978" y="24700"/>
                    <a:pt x="65398" y="26043"/>
                    <a:pt x="67330" y="25594"/>
                  </a:cubicBezTo>
                  <a:lnTo>
                    <a:pt x="120000" y="17550"/>
                  </a:lnTo>
                  <a:close/>
                </a:path>
              </a:pathLst>
            </a:custGeom>
            <a:solidFill>
              <a:schemeClr val="accent3">
                <a:alpha val="84313"/>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7" name="Google Shape;262;p10">
              <a:extLst>
                <a:ext uri="{FF2B5EF4-FFF2-40B4-BE49-F238E27FC236}">
                  <a16:creationId xmlns:a16="http://schemas.microsoft.com/office/drawing/2014/main" id="{B636A146-4A59-21D9-BA9A-B8D5A774EC32}"/>
                </a:ext>
              </a:extLst>
            </p:cNvPr>
            <p:cNvSpPr/>
            <p:nvPr/>
          </p:nvSpPr>
          <p:spPr>
            <a:xfrm>
              <a:off x="6564583" y="2944473"/>
              <a:ext cx="892207" cy="1000298"/>
            </a:xfrm>
            <a:custGeom>
              <a:avLst/>
              <a:gdLst/>
              <a:ahLst/>
              <a:cxnLst/>
              <a:rect l="0" t="0" r="0" b="0"/>
              <a:pathLst>
                <a:path w="120000" h="120000" extrusionOk="0">
                  <a:moveTo>
                    <a:pt x="120000" y="81905"/>
                  </a:moveTo>
                  <a:cubicBezTo>
                    <a:pt x="120000" y="94477"/>
                    <a:pt x="120000" y="109333"/>
                    <a:pt x="120000" y="109333"/>
                  </a:cubicBezTo>
                  <a:cubicBezTo>
                    <a:pt x="120000" y="109333"/>
                    <a:pt x="102897" y="120000"/>
                    <a:pt x="62698" y="120000"/>
                  </a:cubicBezTo>
                  <a:cubicBezTo>
                    <a:pt x="22505" y="120000"/>
                    <a:pt x="5830" y="109333"/>
                    <a:pt x="5830" y="109333"/>
                  </a:cubicBezTo>
                  <a:cubicBezTo>
                    <a:pt x="5830" y="91811"/>
                    <a:pt x="5830" y="91811"/>
                    <a:pt x="5830" y="91811"/>
                  </a:cubicBezTo>
                  <a:cubicBezTo>
                    <a:pt x="22505" y="52572"/>
                    <a:pt x="22505" y="52572"/>
                    <a:pt x="22505" y="52572"/>
                  </a:cubicBezTo>
                  <a:cubicBezTo>
                    <a:pt x="22932" y="51050"/>
                    <a:pt x="22078" y="49522"/>
                    <a:pt x="20369" y="48761"/>
                  </a:cubicBezTo>
                  <a:cubicBezTo>
                    <a:pt x="18660" y="48383"/>
                    <a:pt x="16945" y="48383"/>
                    <a:pt x="15236" y="49144"/>
                  </a:cubicBezTo>
                  <a:cubicBezTo>
                    <a:pt x="12672" y="50283"/>
                    <a:pt x="9675" y="50666"/>
                    <a:pt x="6684" y="49522"/>
                  </a:cubicBezTo>
                  <a:cubicBezTo>
                    <a:pt x="1551" y="48000"/>
                    <a:pt x="-1439" y="42666"/>
                    <a:pt x="697" y="37716"/>
                  </a:cubicBezTo>
                  <a:cubicBezTo>
                    <a:pt x="2839" y="33144"/>
                    <a:pt x="8393" y="30855"/>
                    <a:pt x="13954" y="32383"/>
                  </a:cubicBezTo>
                  <a:cubicBezTo>
                    <a:pt x="16945" y="33522"/>
                    <a:pt x="19087" y="35427"/>
                    <a:pt x="19941" y="37716"/>
                  </a:cubicBezTo>
                  <a:cubicBezTo>
                    <a:pt x="20369" y="39238"/>
                    <a:pt x="22078" y="40761"/>
                    <a:pt x="23787" y="41144"/>
                  </a:cubicBezTo>
                  <a:cubicBezTo>
                    <a:pt x="25502" y="41905"/>
                    <a:pt x="27211" y="41144"/>
                    <a:pt x="28065" y="39616"/>
                  </a:cubicBezTo>
                  <a:cubicBezTo>
                    <a:pt x="44741" y="0"/>
                    <a:pt x="44741" y="0"/>
                    <a:pt x="44741" y="0"/>
                  </a:cubicBezTo>
                  <a:cubicBezTo>
                    <a:pt x="73819" y="31616"/>
                    <a:pt x="73819" y="31616"/>
                    <a:pt x="73819" y="31616"/>
                  </a:cubicBezTo>
                  <a:cubicBezTo>
                    <a:pt x="73392" y="31616"/>
                    <a:pt x="73392" y="31616"/>
                    <a:pt x="73392" y="31616"/>
                  </a:cubicBezTo>
                  <a:cubicBezTo>
                    <a:pt x="69113" y="30855"/>
                    <a:pt x="64840" y="32000"/>
                    <a:pt x="61416" y="34283"/>
                  </a:cubicBezTo>
                  <a:cubicBezTo>
                    <a:pt x="55001" y="38855"/>
                    <a:pt x="54147" y="47238"/>
                    <a:pt x="59280" y="52950"/>
                  </a:cubicBezTo>
                  <a:cubicBezTo>
                    <a:pt x="64413" y="58666"/>
                    <a:pt x="73819" y="59427"/>
                    <a:pt x="80234" y="54855"/>
                  </a:cubicBezTo>
                  <a:cubicBezTo>
                    <a:pt x="83652" y="52188"/>
                    <a:pt x="85361" y="48761"/>
                    <a:pt x="85788" y="44950"/>
                  </a:cubicBezTo>
                  <a:cubicBezTo>
                    <a:pt x="85788" y="44950"/>
                    <a:pt x="85788" y="44572"/>
                    <a:pt x="85788" y="44572"/>
                  </a:cubicBezTo>
                  <a:lnTo>
                    <a:pt x="120000" y="81905"/>
                  </a:lnTo>
                  <a:close/>
                </a:path>
              </a:pathLst>
            </a:custGeom>
            <a:solidFill>
              <a:schemeClr val="accent3"/>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8" name="Google Shape;263;p10">
              <a:extLst>
                <a:ext uri="{FF2B5EF4-FFF2-40B4-BE49-F238E27FC236}">
                  <a16:creationId xmlns:a16="http://schemas.microsoft.com/office/drawing/2014/main" id="{0B9E6140-E92F-F7D0-4FB6-E56FBD62756E}"/>
                </a:ext>
              </a:extLst>
            </p:cNvPr>
            <p:cNvSpPr/>
            <p:nvPr/>
          </p:nvSpPr>
          <p:spPr>
            <a:xfrm>
              <a:off x="6923371" y="2801574"/>
              <a:ext cx="752502" cy="771658"/>
            </a:xfrm>
            <a:custGeom>
              <a:avLst/>
              <a:gdLst/>
              <a:ahLst/>
              <a:cxnLst/>
              <a:rect l="0" t="0" r="0" b="0"/>
              <a:pathLst>
                <a:path w="120000" h="120000" extrusionOk="0">
                  <a:moveTo>
                    <a:pt x="120000" y="0"/>
                  </a:moveTo>
                  <a:cubicBezTo>
                    <a:pt x="114427" y="22716"/>
                    <a:pt x="102783" y="38022"/>
                    <a:pt x="96200" y="49877"/>
                  </a:cubicBezTo>
                  <a:cubicBezTo>
                    <a:pt x="88100" y="65677"/>
                    <a:pt x="85061" y="96294"/>
                    <a:pt x="85061" y="110122"/>
                  </a:cubicBezTo>
                  <a:cubicBezTo>
                    <a:pt x="85061" y="120000"/>
                    <a:pt x="85061" y="120000"/>
                    <a:pt x="85061" y="120000"/>
                  </a:cubicBezTo>
                  <a:cubicBezTo>
                    <a:pt x="47594" y="75555"/>
                    <a:pt x="47594" y="75555"/>
                    <a:pt x="47594" y="75555"/>
                  </a:cubicBezTo>
                  <a:cubicBezTo>
                    <a:pt x="46077" y="73577"/>
                    <a:pt x="43544" y="73577"/>
                    <a:pt x="41516" y="75061"/>
                  </a:cubicBezTo>
                  <a:cubicBezTo>
                    <a:pt x="40000" y="76050"/>
                    <a:pt x="38988" y="78022"/>
                    <a:pt x="38988" y="80494"/>
                  </a:cubicBezTo>
                  <a:cubicBezTo>
                    <a:pt x="38988" y="83455"/>
                    <a:pt x="37466" y="86911"/>
                    <a:pt x="34427" y="89383"/>
                  </a:cubicBezTo>
                  <a:cubicBezTo>
                    <a:pt x="29366" y="93333"/>
                    <a:pt x="21772" y="92344"/>
                    <a:pt x="17216" y="87405"/>
                  </a:cubicBezTo>
                  <a:cubicBezTo>
                    <a:pt x="13166" y="82466"/>
                    <a:pt x="14177" y="75061"/>
                    <a:pt x="19238" y="70616"/>
                  </a:cubicBezTo>
                  <a:cubicBezTo>
                    <a:pt x="21772" y="68644"/>
                    <a:pt x="25316" y="67655"/>
                    <a:pt x="28861" y="68150"/>
                  </a:cubicBezTo>
                  <a:cubicBezTo>
                    <a:pt x="30883" y="68644"/>
                    <a:pt x="33416" y="68150"/>
                    <a:pt x="34938" y="66666"/>
                  </a:cubicBezTo>
                  <a:cubicBezTo>
                    <a:pt x="36455" y="65183"/>
                    <a:pt x="36961" y="62716"/>
                    <a:pt x="35444" y="61233"/>
                  </a:cubicBezTo>
                  <a:cubicBezTo>
                    <a:pt x="0" y="18766"/>
                    <a:pt x="0" y="18766"/>
                    <a:pt x="0" y="18766"/>
                  </a:cubicBezTo>
                  <a:cubicBezTo>
                    <a:pt x="53672" y="10372"/>
                    <a:pt x="53672" y="10372"/>
                    <a:pt x="53672" y="10372"/>
                  </a:cubicBezTo>
                  <a:cubicBezTo>
                    <a:pt x="53166" y="10372"/>
                    <a:pt x="53166" y="10866"/>
                    <a:pt x="53166" y="10866"/>
                  </a:cubicBezTo>
                  <a:cubicBezTo>
                    <a:pt x="50127" y="14816"/>
                    <a:pt x="48605" y="19755"/>
                    <a:pt x="49622" y="24200"/>
                  </a:cubicBezTo>
                  <a:cubicBezTo>
                    <a:pt x="51138" y="33577"/>
                    <a:pt x="60255" y="40000"/>
                    <a:pt x="69366" y="38516"/>
                  </a:cubicBezTo>
                  <a:cubicBezTo>
                    <a:pt x="78988" y="37038"/>
                    <a:pt x="85572" y="28150"/>
                    <a:pt x="84050" y="18766"/>
                  </a:cubicBezTo>
                  <a:cubicBezTo>
                    <a:pt x="83038" y="13827"/>
                    <a:pt x="80000" y="9877"/>
                    <a:pt x="75950" y="7405"/>
                  </a:cubicBezTo>
                  <a:cubicBezTo>
                    <a:pt x="75950" y="6911"/>
                    <a:pt x="75444" y="6911"/>
                    <a:pt x="75444" y="6911"/>
                  </a:cubicBezTo>
                  <a:lnTo>
                    <a:pt x="120000" y="0"/>
                  </a:lnTo>
                  <a:close/>
                </a:path>
              </a:pathLst>
            </a:custGeom>
            <a:solidFill>
              <a:schemeClr val="accent3">
                <a:alpha val="24313"/>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9" name="Google Shape;264;p10">
              <a:extLst>
                <a:ext uri="{FF2B5EF4-FFF2-40B4-BE49-F238E27FC236}">
                  <a16:creationId xmlns:a16="http://schemas.microsoft.com/office/drawing/2014/main" id="{CAC55699-59A3-67E9-428C-5B4A03E8C540}"/>
                </a:ext>
              </a:extLst>
            </p:cNvPr>
            <p:cNvSpPr/>
            <p:nvPr/>
          </p:nvSpPr>
          <p:spPr>
            <a:xfrm>
              <a:off x="6734452" y="4086083"/>
              <a:ext cx="595334" cy="182595"/>
            </a:xfrm>
            <a:custGeom>
              <a:avLst/>
              <a:gdLst/>
              <a:ahLst/>
              <a:cxnLst/>
              <a:rect l="0" t="0" r="0" b="0"/>
              <a:pathLst>
                <a:path w="120000" h="120000" extrusionOk="0">
                  <a:moveTo>
                    <a:pt x="116134" y="87"/>
                  </a:moveTo>
                  <a:cubicBezTo>
                    <a:pt x="115495" y="87"/>
                    <a:pt x="114851" y="87"/>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18938"/>
                    <a:pt x="2162" y="23127"/>
                  </a:cubicBezTo>
                  <a:cubicBezTo>
                    <a:pt x="46982" y="109003"/>
                    <a:pt x="46982" y="109003"/>
                    <a:pt x="46982" y="109003"/>
                  </a:cubicBezTo>
                  <a:cubicBezTo>
                    <a:pt x="55307" y="123665"/>
                    <a:pt x="64910" y="123665"/>
                    <a:pt x="72597" y="109003"/>
                  </a:cubicBezTo>
                  <a:cubicBezTo>
                    <a:pt x="118055" y="23127"/>
                    <a:pt x="118055" y="23127"/>
                    <a:pt x="118055" y="23127"/>
                  </a:cubicBezTo>
                  <a:cubicBezTo>
                    <a:pt x="119977" y="18938"/>
                    <a:pt x="120616" y="12654"/>
                    <a:pt x="119333" y="6370"/>
                  </a:cubicBezTo>
                  <a:cubicBezTo>
                    <a:pt x="118694" y="2181"/>
                    <a:pt x="117417" y="87"/>
                    <a:pt x="116134" y="87"/>
                  </a:cubicBezTo>
                  <a:close/>
                </a:path>
              </a:pathLst>
            </a:custGeom>
            <a:solidFill>
              <a:schemeClr val="accent3">
                <a:alpha val="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0" name="Google Shape;265;p10">
              <a:extLst>
                <a:ext uri="{FF2B5EF4-FFF2-40B4-BE49-F238E27FC236}">
                  <a16:creationId xmlns:a16="http://schemas.microsoft.com/office/drawing/2014/main" id="{4BE0B4F0-15AD-886E-34F5-E4A78A192A6E}"/>
                </a:ext>
              </a:extLst>
            </p:cNvPr>
            <p:cNvSpPr/>
            <p:nvPr/>
          </p:nvSpPr>
          <p:spPr>
            <a:xfrm>
              <a:off x="6734452" y="4228982"/>
              <a:ext cx="595334" cy="182595"/>
            </a:xfrm>
            <a:custGeom>
              <a:avLst/>
              <a:gdLst/>
              <a:ahLst/>
              <a:cxnLst/>
              <a:rect l="0" t="0" r="0" b="0"/>
              <a:pathLst>
                <a:path w="120000" h="120000" extrusionOk="0">
                  <a:moveTo>
                    <a:pt x="116134" y="87"/>
                  </a:moveTo>
                  <a:cubicBezTo>
                    <a:pt x="115495" y="87"/>
                    <a:pt x="114851" y="2181"/>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21032"/>
                    <a:pt x="2162" y="25221"/>
                  </a:cubicBezTo>
                  <a:cubicBezTo>
                    <a:pt x="46982" y="109003"/>
                    <a:pt x="46982" y="109003"/>
                    <a:pt x="46982" y="109003"/>
                  </a:cubicBezTo>
                  <a:cubicBezTo>
                    <a:pt x="55307" y="123665"/>
                    <a:pt x="64910" y="123665"/>
                    <a:pt x="72597" y="109003"/>
                  </a:cubicBezTo>
                  <a:cubicBezTo>
                    <a:pt x="118055" y="25221"/>
                    <a:pt x="118055" y="25221"/>
                    <a:pt x="118055" y="25221"/>
                  </a:cubicBezTo>
                  <a:cubicBezTo>
                    <a:pt x="119977" y="21032"/>
                    <a:pt x="120616" y="12654"/>
                    <a:pt x="119333" y="6370"/>
                  </a:cubicBezTo>
                  <a:cubicBezTo>
                    <a:pt x="118694" y="2181"/>
                    <a:pt x="117417" y="87"/>
                    <a:pt x="116134" y="87"/>
                  </a:cubicBezTo>
                  <a:close/>
                </a:path>
              </a:pathLst>
            </a:custGeom>
            <a:solidFill>
              <a:schemeClr val="accent3">
                <a:alpha val="4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1" name="Google Shape;266;p10">
              <a:extLst>
                <a:ext uri="{FF2B5EF4-FFF2-40B4-BE49-F238E27FC236}">
                  <a16:creationId xmlns:a16="http://schemas.microsoft.com/office/drawing/2014/main" id="{C15ACACC-48EC-3A7E-EFDC-F1239963F98A}"/>
                </a:ext>
              </a:extLst>
            </p:cNvPr>
            <p:cNvSpPr/>
            <p:nvPr/>
          </p:nvSpPr>
          <p:spPr>
            <a:xfrm>
              <a:off x="6734452" y="4375057"/>
              <a:ext cx="595334" cy="182595"/>
            </a:xfrm>
            <a:custGeom>
              <a:avLst/>
              <a:gdLst/>
              <a:ahLst/>
              <a:cxnLst/>
              <a:rect l="0" t="0" r="0" b="0"/>
              <a:pathLst>
                <a:path w="120000" h="120000" extrusionOk="0">
                  <a:moveTo>
                    <a:pt x="116134" y="780"/>
                  </a:moveTo>
                  <a:cubicBezTo>
                    <a:pt x="115495" y="780"/>
                    <a:pt x="114851" y="780"/>
                    <a:pt x="114212" y="780"/>
                  </a:cubicBezTo>
                  <a:cubicBezTo>
                    <a:pt x="68753" y="86160"/>
                    <a:pt x="68753" y="86160"/>
                    <a:pt x="68753" y="86160"/>
                  </a:cubicBezTo>
                  <a:cubicBezTo>
                    <a:pt x="63633" y="96572"/>
                    <a:pt x="56585" y="96572"/>
                    <a:pt x="50825" y="86160"/>
                  </a:cubicBezTo>
                  <a:cubicBezTo>
                    <a:pt x="6005" y="780"/>
                    <a:pt x="6005" y="780"/>
                    <a:pt x="6005" y="780"/>
                  </a:cubicBezTo>
                  <a:cubicBezTo>
                    <a:pt x="4084" y="-1301"/>
                    <a:pt x="1523" y="780"/>
                    <a:pt x="240" y="7028"/>
                  </a:cubicBezTo>
                  <a:cubicBezTo>
                    <a:pt x="-397" y="13275"/>
                    <a:pt x="240" y="19522"/>
                    <a:pt x="2162" y="23687"/>
                  </a:cubicBezTo>
                  <a:cubicBezTo>
                    <a:pt x="46982" y="109067"/>
                    <a:pt x="46982" y="109067"/>
                    <a:pt x="46982" y="109067"/>
                  </a:cubicBezTo>
                  <a:cubicBezTo>
                    <a:pt x="55307" y="123644"/>
                    <a:pt x="64910" y="123644"/>
                    <a:pt x="72597" y="109067"/>
                  </a:cubicBezTo>
                  <a:cubicBezTo>
                    <a:pt x="118055" y="23687"/>
                    <a:pt x="118055" y="23687"/>
                    <a:pt x="118055" y="23687"/>
                  </a:cubicBezTo>
                  <a:cubicBezTo>
                    <a:pt x="119977" y="19522"/>
                    <a:pt x="120616" y="13275"/>
                    <a:pt x="119333" y="7028"/>
                  </a:cubicBezTo>
                  <a:cubicBezTo>
                    <a:pt x="118694" y="2863"/>
                    <a:pt x="117417" y="780"/>
                    <a:pt x="116134" y="780"/>
                  </a:cubicBezTo>
                  <a:close/>
                </a:path>
              </a:pathLst>
            </a:custGeom>
            <a:solidFill>
              <a:schemeClr val="accent3">
                <a:alpha val="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sp>
        <p:nvSpPr>
          <p:cNvPr id="22" name="Google Shape;267;p10">
            <a:extLst>
              <a:ext uri="{FF2B5EF4-FFF2-40B4-BE49-F238E27FC236}">
                <a16:creationId xmlns:a16="http://schemas.microsoft.com/office/drawing/2014/main" id="{FFC39EE5-112E-DFD9-EA8C-E8E01FD25E8E}"/>
              </a:ext>
            </a:extLst>
          </p:cNvPr>
          <p:cNvSpPr>
            <a:spLocks/>
          </p:cNvSpPr>
          <p:nvPr/>
        </p:nvSpPr>
        <p:spPr bwMode="auto">
          <a:xfrm>
            <a:off x="2181225" y="1481138"/>
            <a:ext cx="279400" cy="279400"/>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3" name="Google Shape;268;p10">
            <a:extLst>
              <a:ext uri="{FF2B5EF4-FFF2-40B4-BE49-F238E27FC236}">
                <a16:creationId xmlns:a16="http://schemas.microsoft.com/office/drawing/2014/main" id="{2A73599B-DA1A-4911-B733-18FA147FF055}"/>
              </a:ext>
            </a:extLst>
          </p:cNvPr>
          <p:cNvSpPr>
            <a:spLocks/>
          </p:cNvSpPr>
          <p:nvPr/>
        </p:nvSpPr>
        <p:spPr bwMode="auto">
          <a:xfrm>
            <a:off x="5951538" y="1471613"/>
            <a:ext cx="279400" cy="279400"/>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2"/>
          </a:solidFill>
          <a:ln w="9525">
            <a:noFill/>
            <a:round/>
            <a:headEnd/>
            <a:tailEnd/>
          </a:ln>
        </p:spPr>
        <p:txBody>
          <a:bodyPr lIns="19025" tIns="19025" rIns="19025" bIns="19025" anchor="ctr"/>
          <a:lstStyle/>
          <a:p>
            <a:pPr>
              <a:defRPr/>
            </a:pPr>
            <a:endParaRPr lang="en-US"/>
          </a:p>
        </p:txBody>
      </p:sp>
      <p:sp>
        <p:nvSpPr>
          <p:cNvPr id="24" name="Google Shape;269;p10">
            <a:extLst>
              <a:ext uri="{FF2B5EF4-FFF2-40B4-BE49-F238E27FC236}">
                <a16:creationId xmlns:a16="http://schemas.microsoft.com/office/drawing/2014/main" id="{4A3B1A79-A1AB-AD9D-AB9C-4C14E6AB9A41}"/>
              </a:ext>
            </a:extLst>
          </p:cNvPr>
          <p:cNvSpPr>
            <a:spLocks/>
          </p:cNvSpPr>
          <p:nvPr/>
        </p:nvSpPr>
        <p:spPr bwMode="auto">
          <a:xfrm>
            <a:off x="9969500" y="1497013"/>
            <a:ext cx="279400" cy="254000"/>
          </a:xfrm>
          <a:custGeom>
            <a:avLst/>
            <a:gdLst>
              <a:gd name="T0" fmla="*/ 0 w 120000"/>
              <a:gd name="T1" fmla="*/ 0 h 120000"/>
              <a:gd name="T2" fmla="*/ 120000 w 120000"/>
              <a:gd name="T3" fmla="*/ 120000 h 120000"/>
            </a:gdLst>
            <a:ahLst/>
            <a:cxnLst>
              <a:cxn ang="0">
                <a:pos x="95455" y="69000"/>
              </a:cxn>
              <a:cxn ang="0">
                <a:pos x="87272" y="60000"/>
              </a:cxn>
              <a:cxn ang="0">
                <a:pos x="95455" y="51000"/>
              </a:cxn>
              <a:cxn ang="0">
                <a:pos x="103638" y="60000"/>
              </a:cxn>
              <a:cxn ang="0">
                <a:pos x="95455" y="69000"/>
              </a:cxn>
              <a:cxn ang="0">
                <a:pos x="117272" y="57000"/>
              </a:cxn>
              <a:cxn ang="0">
                <a:pos x="108816" y="57000"/>
              </a:cxn>
              <a:cxn ang="0">
                <a:pos x="95455" y="45000"/>
              </a:cxn>
              <a:cxn ang="0">
                <a:pos x="82094" y="57000"/>
              </a:cxn>
              <a:cxn ang="0">
                <a:pos x="2727" y="57000"/>
              </a:cxn>
              <a:cxn ang="0">
                <a:pos x="0" y="60000"/>
              </a:cxn>
              <a:cxn ang="0">
                <a:pos x="2727" y="63000"/>
              </a:cxn>
              <a:cxn ang="0">
                <a:pos x="82094" y="63000"/>
              </a:cxn>
              <a:cxn ang="0">
                <a:pos x="95455" y="75000"/>
              </a:cxn>
              <a:cxn ang="0">
                <a:pos x="108816" y="63000"/>
              </a:cxn>
              <a:cxn ang="0">
                <a:pos x="117272" y="63000"/>
              </a:cxn>
              <a:cxn ang="0">
                <a:pos x="120000" y="60000"/>
              </a:cxn>
              <a:cxn ang="0">
                <a:pos x="117272" y="57000"/>
              </a:cxn>
              <a:cxn ang="0">
                <a:pos x="30000" y="6000"/>
              </a:cxn>
              <a:cxn ang="0">
                <a:pos x="38183" y="15000"/>
              </a:cxn>
              <a:cxn ang="0">
                <a:pos x="30000" y="24000"/>
              </a:cxn>
              <a:cxn ang="0">
                <a:pos x="21816" y="15000"/>
              </a:cxn>
              <a:cxn ang="0">
                <a:pos x="30000" y="6000"/>
              </a:cxn>
              <a:cxn ang="0">
                <a:pos x="2727" y="18000"/>
              </a:cxn>
              <a:cxn ang="0">
                <a:pos x="16638" y="18000"/>
              </a:cxn>
              <a:cxn ang="0">
                <a:pos x="30000" y="30000"/>
              </a:cxn>
              <a:cxn ang="0">
                <a:pos x="43361" y="18000"/>
              </a:cxn>
              <a:cxn ang="0">
                <a:pos x="117272" y="18000"/>
              </a:cxn>
              <a:cxn ang="0">
                <a:pos x="120000" y="15000"/>
              </a:cxn>
              <a:cxn ang="0">
                <a:pos x="117272" y="12000"/>
              </a:cxn>
              <a:cxn ang="0">
                <a:pos x="43361" y="12000"/>
              </a:cxn>
              <a:cxn ang="0">
                <a:pos x="30000" y="0"/>
              </a:cxn>
              <a:cxn ang="0">
                <a:pos x="16638" y="12000"/>
              </a:cxn>
              <a:cxn ang="0">
                <a:pos x="2727" y="12000"/>
              </a:cxn>
              <a:cxn ang="0">
                <a:pos x="0" y="15000"/>
              </a:cxn>
              <a:cxn ang="0">
                <a:pos x="2727" y="18000"/>
              </a:cxn>
              <a:cxn ang="0">
                <a:pos x="51816" y="113994"/>
              </a:cxn>
              <a:cxn ang="0">
                <a:pos x="43638" y="104994"/>
              </a:cxn>
              <a:cxn ang="0">
                <a:pos x="51816" y="95994"/>
              </a:cxn>
              <a:cxn ang="0">
                <a:pos x="60000" y="104994"/>
              </a:cxn>
              <a:cxn ang="0">
                <a:pos x="51816" y="113994"/>
              </a:cxn>
              <a:cxn ang="0">
                <a:pos x="117272" y="101994"/>
              </a:cxn>
              <a:cxn ang="0">
                <a:pos x="65177" y="101994"/>
              </a:cxn>
              <a:cxn ang="0">
                <a:pos x="51816" y="89994"/>
              </a:cxn>
              <a:cxn ang="0">
                <a:pos x="38455" y="101994"/>
              </a:cxn>
              <a:cxn ang="0">
                <a:pos x="2727" y="101994"/>
              </a:cxn>
              <a:cxn ang="0">
                <a:pos x="0" y="104994"/>
              </a:cxn>
              <a:cxn ang="0">
                <a:pos x="2727" y="107994"/>
              </a:cxn>
              <a:cxn ang="0">
                <a:pos x="38455" y="107994"/>
              </a:cxn>
              <a:cxn ang="0">
                <a:pos x="51816" y="120000"/>
              </a:cxn>
              <a:cxn ang="0">
                <a:pos x="65177" y="107994"/>
              </a:cxn>
              <a:cxn ang="0">
                <a:pos x="117272" y="107994"/>
              </a:cxn>
              <a:cxn ang="0">
                <a:pos x="120000" y="104994"/>
              </a:cxn>
              <a:cxn ang="0">
                <a:pos x="117272" y="101994"/>
              </a:cxn>
            </a:cxnLst>
            <a:rect l="T0" t="T1" r="T2" b="T3"/>
            <a:pathLst>
              <a:path w="120000" h="120000" extrusionOk="0">
                <a:moveTo>
                  <a:pt x="95455" y="69000"/>
                </a:moveTo>
                <a:cubicBezTo>
                  <a:pt x="90933" y="69000"/>
                  <a:pt x="87272" y="64966"/>
                  <a:pt x="87272" y="60000"/>
                </a:cubicBezTo>
                <a:cubicBezTo>
                  <a:pt x="87272" y="55033"/>
                  <a:pt x="90933" y="51000"/>
                  <a:pt x="95455" y="51000"/>
                </a:cubicBezTo>
                <a:cubicBezTo>
                  <a:pt x="99972" y="51000"/>
                  <a:pt x="103638" y="55033"/>
                  <a:pt x="103638" y="60000"/>
                </a:cubicBezTo>
                <a:cubicBezTo>
                  <a:pt x="103638" y="64966"/>
                  <a:pt x="99972" y="69000"/>
                  <a:pt x="95455" y="69000"/>
                </a:cubicBezTo>
                <a:moveTo>
                  <a:pt x="117272" y="57000"/>
                </a:moveTo>
                <a:lnTo>
                  <a:pt x="108816" y="57000"/>
                </a:lnTo>
                <a:cubicBezTo>
                  <a:pt x="107555" y="50155"/>
                  <a:pt x="102050" y="45000"/>
                  <a:pt x="95455" y="45000"/>
                </a:cubicBezTo>
                <a:cubicBezTo>
                  <a:pt x="88855" y="45000"/>
                  <a:pt x="83355" y="50155"/>
                  <a:pt x="82094" y="57000"/>
                </a:cubicBezTo>
                <a:lnTo>
                  <a:pt x="2727" y="57000"/>
                </a:lnTo>
                <a:cubicBezTo>
                  <a:pt x="1222" y="57000"/>
                  <a:pt x="0" y="58344"/>
                  <a:pt x="0" y="60000"/>
                </a:cubicBezTo>
                <a:cubicBezTo>
                  <a:pt x="0" y="61655"/>
                  <a:pt x="1222" y="63000"/>
                  <a:pt x="2727" y="63000"/>
                </a:cubicBezTo>
                <a:lnTo>
                  <a:pt x="82094" y="63000"/>
                </a:lnTo>
                <a:cubicBezTo>
                  <a:pt x="83355" y="69844"/>
                  <a:pt x="88855" y="75000"/>
                  <a:pt x="95455" y="75000"/>
                </a:cubicBezTo>
                <a:cubicBezTo>
                  <a:pt x="102050" y="75000"/>
                  <a:pt x="107555" y="69844"/>
                  <a:pt x="108816" y="63000"/>
                </a:cubicBezTo>
                <a:lnTo>
                  <a:pt x="117272" y="63000"/>
                </a:lnTo>
                <a:cubicBezTo>
                  <a:pt x="118777" y="63000"/>
                  <a:pt x="120000" y="61655"/>
                  <a:pt x="120000" y="60000"/>
                </a:cubicBezTo>
                <a:cubicBezTo>
                  <a:pt x="120000" y="58344"/>
                  <a:pt x="118777" y="57000"/>
                  <a:pt x="117272" y="57000"/>
                </a:cubicBezTo>
                <a:moveTo>
                  <a:pt x="30000" y="6000"/>
                </a:moveTo>
                <a:cubicBezTo>
                  <a:pt x="34522" y="6000"/>
                  <a:pt x="38183" y="10033"/>
                  <a:pt x="38183" y="15000"/>
                </a:cubicBezTo>
                <a:cubicBezTo>
                  <a:pt x="38183" y="19972"/>
                  <a:pt x="34522" y="24000"/>
                  <a:pt x="30000" y="24000"/>
                </a:cubicBezTo>
                <a:cubicBezTo>
                  <a:pt x="25477" y="24000"/>
                  <a:pt x="21816" y="19972"/>
                  <a:pt x="21816" y="15000"/>
                </a:cubicBezTo>
                <a:cubicBezTo>
                  <a:pt x="21816" y="10033"/>
                  <a:pt x="25477" y="6000"/>
                  <a:pt x="30000" y="6000"/>
                </a:cubicBezTo>
                <a:moveTo>
                  <a:pt x="2727" y="18000"/>
                </a:moveTo>
                <a:lnTo>
                  <a:pt x="16638" y="18000"/>
                </a:lnTo>
                <a:cubicBezTo>
                  <a:pt x="17900" y="24844"/>
                  <a:pt x="23405" y="30000"/>
                  <a:pt x="30000" y="30000"/>
                </a:cubicBezTo>
                <a:cubicBezTo>
                  <a:pt x="36594" y="30000"/>
                  <a:pt x="42100" y="24844"/>
                  <a:pt x="43361" y="18000"/>
                </a:cubicBezTo>
                <a:lnTo>
                  <a:pt x="117272" y="18000"/>
                </a:lnTo>
                <a:cubicBezTo>
                  <a:pt x="118777" y="18000"/>
                  <a:pt x="120000" y="16661"/>
                  <a:pt x="120000" y="15000"/>
                </a:cubicBezTo>
                <a:cubicBezTo>
                  <a:pt x="120000" y="13344"/>
                  <a:pt x="118777" y="12000"/>
                  <a:pt x="117272" y="12000"/>
                </a:cubicBezTo>
                <a:lnTo>
                  <a:pt x="43361" y="12000"/>
                </a:lnTo>
                <a:cubicBezTo>
                  <a:pt x="42100" y="5155"/>
                  <a:pt x="36594" y="0"/>
                  <a:pt x="30000" y="0"/>
                </a:cubicBezTo>
                <a:cubicBezTo>
                  <a:pt x="23405" y="0"/>
                  <a:pt x="17900" y="5155"/>
                  <a:pt x="16638" y="12000"/>
                </a:cubicBezTo>
                <a:lnTo>
                  <a:pt x="2727" y="12000"/>
                </a:lnTo>
                <a:cubicBezTo>
                  <a:pt x="1222" y="12000"/>
                  <a:pt x="0" y="13344"/>
                  <a:pt x="0" y="15000"/>
                </a:cubicBezTo>
                <a:cubicBezTo>
                  <a:pt x="0" y="16661"/>
                  <a:pt x="1222" y="18000"/>
                  <a:pt x="2727" y="18000"/>
                </a:cubicBezTo>
                <a:moveTo>
                  <a:pt x="51816" y="113994"/>
                </a:moveTo>
                <a:cubicBezTo>
                  <a:pt x="47300" y="113994"/>
                  <a:pt x="43638" y="109966"/>
                  <a:pt x="43638" y="104994"/>
                </a:cubicBezTo>
                <a:cubicBezTo>
                  <a:pt x="43638" y="100027"/>
                  <a:pt x="47300" y="95994"/>
                  <a:pt x="51816" y="95994"/>
                </a:cubicBezTo>
                <a:cubicBezTo>
                  <a:pt x="56338" y="95994"/>
                  <a:pt x="60000" y="100027"/>
                  <a:pt x="60000" y="104994"/>
                </a:cubicBezTo>
                <a:cubicBezTo>
                  <a:pt x="60000" y="109966"/>
                  <a:pt x="56338" y="113994"/>
                  <a:pt x="51816" y="113994"/>
                </a:cubicBezTo>
                <a:moveTo>
                  <a:pt x="117272" y="101994"/>
                </a:moveTo>
                <a:lnTo>
                  <a:pt x="65177" y="101994"/>
                </a:lnTo>
                <a:cubicBezTo>
                  <a:pt x="63916" y="95150"/>
                  <a:pt x="58416" y="89994"/>
                  <a:pt x="51816" y="89994"/>
                </a:cubicBezTo>
                <a:cubicBezTo>
                  <a:pt x="45222" y="89994"/>
                  <a:pt x="39722" y="95150"/>
                  <a:pt x="38455" y="101994"/>
                </a:cubicBezTo>
                <a:lnTo>
                  <a:pt x="2727" y="101994"/>
                </a:lnTo>
                <a:cubicBezTo>
                  <a:pt x="1222" y="101994"/>
                  <a:pt x="0" y="103338"/>
                  <a:pt x="0" y="104994"/>
                </a:cubicBezTo>
                <a:cubicBezTo>
                  <a:pt x="0" y="106655"/>
                  <a:pt x="1222" y="107994"/>
                  <a:pt x="2727" y="107994"/>
                </a:cubicBezTo>
                <a:lnTo>
                  <a:pt x="38455" y="107994"/>
                </a:lnTo>
                <a:cubicBezTo>
                  <a:pt x="39722" y="114844"/>
                  <a:pt x="45222" y="120000"/>
                  <a:pt x="51816" y="120000"/>
                </a:cubicBezTo>
                <a:cubicBezTo>
                  <a:pt x="58416" y="120000"/>
                  <a:pt x="63916" y="114844"/>
                  <a:pt x="65177" y="107994"/>
                </a:cubicBezTo>
                <a:lnTo>
                  <a:pt x="117272" y="107994"/>
                </a:lnTo>
                <a:cubicBezTo>
                  <a:pt x="118777" y="107994"/>
                  <a:pt x="120000" y="106655"/>
                  <a:pt x="120000" y="104994"/>
                </a:cubicBezTo>
                <a:cubicBezTo>
                  <a:pt x="120000" y="103338"/>
                  <a:pt x="118777" y="101994"/>
                  <a:pt x="117272" y="101994"/>
                </a:cubicBezTo>
              </a:path>
            </a:pathLst>
          </a:custGeom>
          <a:solidFill>
            <a:schemeClr val="bg2"/>
          </a:solidFill>
          <a:ln w="9525">
            <a:noFill/>
            <a:round/>
            <a:headEnd/>
            <a:tailEnd/>
          </a:ln>
        </p:spPr>
        <p:txBody>
          <a:bodyPr lIns="19025" tIns="19025" rIns="19025" bIns="19025" anchor="ctr"/>
          <a:lstStyle/>
          <a:p>
            <a:pPr>
              <a:defRPr/>
            </a:pPr>
            <a:endParaRPr lang="en-US"/>
          </a:p>
        </p:txBody>
      </p:sp>
      <p:grpSp>
        <p:nvGrpSpPr>
          <p:cNvPr id="25" name="Google Shape;272;p10">
            <a:extLst>
              <a:ext uri="{FF2B5EF4-FFF2-40B4-BE49-F238E27FC236}">
                <a16:creationId xmlns:a16="http://schemas.microsoft.com/office/drawing/2014/main" id="{FB1EA6D7-9C7B-80E0-D5B3-DED86021D5F4}"/>
              </a:ext>
            </a:extLst>
          </p:cNvPr>
          <p:cNvGrpSpPr>
            <a:grpSpLocks/>
          </p:cNvGrpSpPr>
          <p:nvPr/>
        </p:nvGrpSpPr>
        <p:grpSpPr bwMode="auto">
          <a:xfrm>
            <a:off x="9228138" y="1954213"/>
            <a:ext cx="1620837" cy="2603500"/>
            <a:chOff x="2011515" y="1953702"/>
            <a:chExt cx="1620994" cy="2603950"/>
          </a:xfrm>
        </p:grpSpPr>
        <p:sp>
          <p:nvSpPr>
            <p:cNvPr id="26" name="Google Shape;273;p10">
              <a:extLst>
                <a:ext uri="{FF2B5EF4-FFF2-40B4-BE49-F238E27FC236}">
                  <a16:creationId xmlns:a16="http://schemas.microsoft.com/office/drawing/2014/main" id="{4992DC66-5FA1-3BFD-7652-34C3AC7AC63A}"/>
                </a:ext>
              </a:extLst>
            </p:cNvPr>
            <p:cNvSpPr>
              <a:spLocks/>
            </p:cNvSpPr>
            <p:nvPr/>
          </p:nvSpPr>
          <p:spPr bwMode="auto">
            <a:xfrm>
              <a:off x="2286179" y="1953702"/>
              <a:ext cx="870034" cy="924085"/>
            </a:xfrm>
            <a:custGeom>
              <a:avLst/>
              <a:gdLst>
                <a:gd name="T0" fmla="*/ 0 w 120000"/>
                <a:gd name="T1" fmla="*/ 0 h 120000"/>
                <a:gd name="T2" fmla="*/ 120000 w 120000"/>
                <a:gd name="T3" fmla="*/ 120000 h 120000"/>
              </a:gdLst>
              <a:ahLst/>
              <a:cxnLst>
                <a:cxn ang="0">
                  <a:pos x="118690" y="79161"/>
                </a:cxn>
                <a:cxn ang="0">
                  <a:pos x="105114" y="84933"/>
                </a:cxn>
                <a:cxn ang="0">
                  <a:pos x="98980" y="79161"/>
                </a:cxn>
                <a:cxn ang="0">
                  <a:pos x="95040" y="75444"/>
                </a:cxn>
                <a:cxn ang="0">
                  <a:pos x="90658" y="77512"/>
                </a:cxn>
                <a:cxn ang="0">
                  <a:pos x="73579" y="120000"/>
                </a:cxn>
                <a:cxn ang="0">
                  <a:pos x="43796" y="86174"/>
                </a:cxn>
                <a:cxn ang="0">
                  <a:pos x="44232" y="86174"/>
                </a:cxn>
                <a:cxn ang="0">
                  <a:pos x="56499" y="82871"/>
                </a:cxn>
                <a:cxn ang="0">
                  <a:pos x="58687" y="63072"/>
                </a:cxn>
                <a:cxn ang="0">
                  <a:pos x="37226" y="61010"/>
                </a:cxn>
                <a:cxn ang="0">
                  <a:pos x="31971" y="71320"/>
                </a:cxn>
                <a:cxn ang="0">
                  <a:pos x="31534" y="71734"/>
                </a:cxn>
                <a:cxn ang="0">
                  <a:pos x="0" y="35433"/>
                </a:cxn>
                <a:cxn ang="0">
                  <a:pos x="21461" y="14807"/>
                </a:cxn>
                <a:cxn ang="0">
                  <a:pos x="119999" y="4083"/>
                </a:cxn>
                <a:cxn ang="0">
                  <a:pos x="96350" y="63072"/>
                </a:cxn>
                <a:cxn ang="0">
                  <a:pos x="96350" y="63072"/>
                </a:cxn>
                <a:cxn ang="0">
                  <a:pos x="98544" y="67196"/>
                </a:cxn>
                <a:cxn ang="0">
                  <a:pos x="103798" y="67196"/>
                </a:cxn>
                <a:cxn ang="0">
                  <a:pos x="112557" y="66369"/>
                </a:cxn>
                <a:cxn ang="0">
                  <a:pos x="118690" y="79161"/>
                </a:cxn>
              </a:cxnLst>
              <a:rect l="T0" t="T1" r="T2" b="T3"/>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w="9525">
              <a:noFill/>
              <a:round/>
              <a:headEnd/>
              <a:tailEnd/>
            </a:ln>
          </p:spPr>
          <p:txBody>
            <a:bodyPr lIns="45700" tIns="45700" rIns="45700" bIns="45700"/>
            <a:lstStyle/>
            <a:p>
              <a:pPr>
                <a:defRPr/>
              </a:pPr>
              <a:endParaRPr lang="en-US"/>
            </a:p>
          </p:txBody>
        </p:sp>
        <p:sp>
          <p:nvSpPr>
            <p:cNvPr id="27" name="Google Shape;274;p10">
              <a:extLst>
                <a:ext uri="{FF2B5EF4-FFF2-40B4-BE49-F238E27FC236}">
                  <a16:creationId xmlns:a16="http://schemas.microsoft.com/office/drawing/2014/main" id="{678B4E45-99F7-9239-B419-951C804BB8CF}"/>
                </a:ext>
              </a:extLst>
            </p:cNvPr>
            <p:cNvSpPr>
              <a:spLocks/>
            </p:cNvSpPr>
            <p:nvPr/>
          </p:nvSpPr>
          <p:spPr bwMode="auto">
            <a:xfrm>
              <a:off x="2851383" y="1994984"/>
              <a:ext cx="781126" cy="1022527"/>
            </a:xfrm>
            <a:custGeom>
              <a:avLst/>
              <a:gdLst>
                <a:gd name="T0" fmla="*/ 0 w 120000"/>
                <a:gd name="T1" fmla="*/ 0 h 120000"/>
                <a:gd name="T2" fmla="*/ 120000 w 120000"/>
                <a:gd name="T3" fmla="*/ 120000 h 120000"/>
              </a:gdLst>
              <a:ahLst/>
              <a:cxnLst>
                <a:cxn ang="0">
                  <a:pos x="119916" y="76334"/>
                </a:cxn>
                <a:cxn ang="0">
                  <a:pos x="117475" y="90107"/>
                </a:cxn>
                <a:cxn ang="0">
                  <a:pos x="71168" y="96067"/>
                </a:cxn>
                <a:cxn ang="0">
                  <a:pos x="67754" y="99418"/>
                </a:cxn>
                <a:cxn ang="0">
                  <a:pos x="71168" y="103512"/>
                </a:cxn>
                <a:cxn ang="0">
                  <a:pos x="76530" y="109471"/>
                </a:cxn>
                <a:cxn ang="0">
                  <a:pos x="66780" y="119899"/>
                </a:cxn>
                <a:cxn ang="0">
                  <a:pos x="53622" y="112448"/>
                </a:cxn>
                <a:cxn ang="0">
                  <a:pos x="56057" y="105377"/>
                </a:cxn>
                <a:cxn ang="0">
                  <a:pos x="57517" y="100909"/>
                </a:cxn>
                <a:cxn ang="0">
                  <a:pos x="53135" y="98301"/>
                </a:cxn>
                <a:cxn ang="0">
                  <a:pos x="53135" y="98301"/>
                </a:cxn>
                <a:cxn ang="0">
                  <a:pos x="0" y="105003"/>
                </a:cxn>
                <a:cxn ang="0">
                  <a:pos x="18525" y="67766"/>
                </a:cxn>
                <a:cxn ang="0">
                  <a:pos x="18525" y="68140"/>
                </a:cxn>
                <a:cxn ang="0">
                  <a:pos x="28274" y="75585"/>
                </a:cxn>
                <a:cxn ang="0">
                  <a:pos x="50208" y="68140"/>
                </a:cxn>
                <a:cxn ang="0">
                  <a:pos x="40458" y="51384"/>
                </a:cxn>
                <a:cxn ang="0">
                  <a:pos x="26321" y="52127"/>
                </a:cxn>
                <a:cxn ang="0">
                  <a:pos x="26321" y="52501"/>
                </a:cxn>
                <a:cxn ang="0">
                  <a:pos x="52156" y="0"/>
                </a:cxn>
                <a:cxn ang="0">
                  <a:pos x="67754" y="5211"/>
                </a:cxn>
                <a:cxn ang="0">
                  <a:pos x="119916" y="76334"/>
                </a:cxn>
              </a:cxnLst>
              <a:rect l="T0" t="T1" r="T2" b="T3"/>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39999"/>
              </a:schemeClr>
            </a:solidFill>
            <a:ln w="9525">
              <a:noFill/>
              <a:round/>
              <a:headEnd/>
              <a:tailEnd/>
            </a:ln>
          </p:spPr>
          <p:txBody>
            <a:bodyPr lIns="45700" tIns="45700" rIns="45700" bIns="45700"/>
            <a:lstStyle/>
            <a:p>
              <a:pPr>
                <a:defRPr/>
              </a:pPr>
              <a:endParaRPr lang="en-US"/>
            </a:p>
          </p:txBody>
        </p:sp>
        <p:sp>
          <p:nvSpPr>
            <p:cNvPr id="28" name="Google Shape;275;p10">
              <a:extLst>
                <a:ext uri="{FF2B5EF4-FFF2-40B4-BE49-F238E27FC236}">
                  <a16:creationId xmlns:a16="http://schemas.microsoft.com/office/drawing/2014/main" id="{D67FA8ED-61AC-6D48-0757-D37819608585}"/>
                </a:ext>
              </a:extLst>
            </p:cNvPr>
            <p:cNvSpPr>
              <a:spLocks/>
            </p:cNvSpPr>
            <p:nvPr/>
          </p:nvSpPr>
          <p:spPr bwMode="auto">
            <a:xfrm>
              <a:off x="2035329" y="2255379"/>
              <a:ext cx="758899" cy="768483"/>
            </a:xfrm>
            <a:custGeom>
              <a:avLst/>
              <a:gdLst>
                <a:gd name="T0" fmla="*/ 0 w 120000"/>
                <a:gd name="T1" fmla="*/ 0 h 120000"/>
                <a:gd name="T2" fmla="*/ 120000 w 120000"/>
                <a:gd name="T3" fmla="*/ 120000 h 120000"/>
              </a:gdLst>
              <a:ahLst/>
              <a:cxnLst>
                <a:cxn ang="0">
                  <a:pos x="67277" y="109088"/>
                </a:cxn>
                <a:cxn ang="0">
                  <a:pos x="70794" y="95205"/>
                </a:cxn>
                <a:cxn ang="0">
                  <a:pos x="51211" y="81322"/>
                </a:cxn>
                <a:cxn ang="0">
                  <a:pos x="36650" y="100661"/>
                </a:cxn>
                <a:cxn ang="0">
                  <a:pos x="44688" y="112561"/>
                </a:cxn>
                <a:cxn ang="0">
                  <a:pos x="45188" y="112561"/>
                </a:cxn>
                <a:cxn ang="0">
                  <a:pos x="0" y="120000"/>
                </a:cxn>
                <a:cxn ang="0">
                  <a:pos x="5022" y="111572"/>
                </a:cxn>
                <a:cxn ang="0">
                  <a:pos x="23600" y="83305"/>
                </a:cxn>
                <a:cxn ang="0">
                  <a:pos x="25105" y="73883"/>
                </a:cxn>
                <a:cxn ang="0">
                  <a:pos x="36650" y="0"/>
                </a:cxn>
                <a:cxn ang="0">
                  <a:pos x="72805" y="44133"/>
                </a:cxn>
                <a:cxn ang="0">
                  <a:pos x="78827" y="44627"/>
                </a:cxn>
                <a:cxn ang="0">
                  <a:pos x="81338" y="39172"/>
                </a:cxn>
                <a:cxn ang="0">
                  <a:pos x="85855" y="30250"/>
                </a:cxn>
                <a:cxn ang="0">
                  <a:pos x="102927" y="31733"/>
                </a:cxn>
                <a:cxn ang="0">
                  <a:pos x="100922" y="48594"/>
                </a:cxn>
                <a:cxn ang="0">
                  <a:pos x="91383" y="51072"/>
                </a:cxn>
                <a:cxn ang="0">
                  <a:pos x="85355" y="52561"/>
                </a:cxn>
                <a:cxn ang="0">
                  <a:pos x="84855" y="58016"/>
                </a:cxn>
                <a:cxn ang="0">
                  <a:pos x="120000" y="100661"/>
                </a:cxn>
                <a:cxn ang="0">
                  <a:pos x="66777" y="109088"/>
                </a:cxn>
                <a:cxn ang="0">
                  <a:pos x="67277" y="109088"/>
                </a:cxn>
              </a:cxnLst>
              <a:rect l="T0" t="T1" r="T2" b="T3"/>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w="9525">
              <a:noFill/>
              <a:round/>
              <a:headEnd/>
              <a:tailEnd/>
            </a:ln>
          </p:spPr>
          <p:txBody>
            <a:bodyPr lIns="45700" tIns="45700" rIns="45700" bIns="45700"/>
            <a:lstStyle/>
            <a:p>
              <a:pPr>
                <a:defRPr/>
              </a:pPr>
              <a:endParaRPr lang="en-US"/>
            </a:p>
          </p:txBody>
        </p:sp>
        <p:sp>
          <p:nvSpPr>
            <p:cNvPr id="29" name="Google Shape;276;p10">
              <a:extLst>
                <a:ext uri="{FF2B5EF4-FFF2-40B4-BE49-F238E27FC236}">
                  <a16:creationId xmlns:a16="http://schemas.microsoft.com/office/drawing/2014/main" id="{07A8AEF3-B27B-0E22-8753-ADF5B6E69000}"/>
                </a:ext>
              </a:extLst>
            </p:cNvPr>
            <p:cNvSpPr>
              <a:spLocks/>
            </p:cNvSpPr>
            <p:nvPr/>
          </p:nvSpPr>
          <p:spPr bwMode="auto">
            <a:xfrm>
              <a:off x="2011515" y="2806336"/>
              <a:ext cx="789063" cy="852635"/>
            </a:xfrm>
            <a:custGeom>
              <a:avLst/>
              <a:gdLst>
                <a:gd name="T0" fmla="*/ 0 w 120000"/>
                <a:gd name="T1" fmla="*/ 0 h 120000"/>
                <a:gd name="T2" fmla="*/ 120000 w 120000"/>
                <a:gd name="T3" fmla="*/ 120000 h 120000"/>
              </a:gdLst>
              <a:ahLst/>
              <a:cxnLst>
                <a:cxn ang="0">
                  <a:pos x="120000" y="17550"/>
                </a:cxn>
                <a:cxn ang="0">
                  <a:pos x="101641" y="62235"/>
                </a:cxn>
                <a:cxn ang="0">
                  <a:pos x="101158" y="62235"/>
                </a:cxn>
                <a:cxn ang="0">
                  <a:pos x="91496" y="52849"/>
                </a:cxn>
                <a:cxn ang="0">
                  <a:pos x="70234" y="62235"/>
                </a:cxn>
                <a:cxn ang="0">
                  <a:pos x="79897" y="81896"/>
                </a:cxn>
                <a:cxn ang="0">
                  <a:pos x="93427" y="81003"/>
                </a:cxn>
                <a:cxn ang="0">
                  <a:pos x="93910" y="81003"/>
                </a:cxn>
                <a:cxn ang="0">
                  <a:pos x="79897" y="115852"/>
                </a:cxn>
                <a:cxn ang="0">
                  <a:pos x="37868" y="119431"/>
                </a:cxn>
                <a:cxn ang="0">
                  <a:pos x="23372" y="101556"/>
                </a:cxn>
                <a:cxn ang="0">
                  <a:pos x="20958" y="88153"/>
                </a:cxn>
                <a:cxn ang="0">
                  <a:pos x="19021" y="80553"/>
                </a:cxn>
                <a:cxn ang="0">
                  <a:pos x="27717" y="76531"/>
                </a:cxn>
                <a:cxn ang="0">
                  <a:pos x="19986" y="72509"/>
                </a:cxn>
                <a:cxn ang="0">
                  <a:pos x="17089" y="64021"/>
                </a:cxn>
                <a:cxn ang="0">
                  <a:pos x="19021" y="54641"/>
                </a:cxn>
                <a:cxn ang="0">
                  <a:pos x="5013" y="47934"/>
                </a:cxn>
                <a:cxn ang="0">
                  <a:pos x="1145" y="35873"/>
                </a:cxn>
                <a:cxn ang="0">
                  <a:pos x="49461" y="28273"/>
                </a:cxn>
                <a:cxn ang="0">
                  <a:pos x="52841" y="24257"/>
                </a:cxn>
                <a:cxn ang="0">
                  <a:pos x="49461" y="19785"/>
                </a:cxn>
                <a:cxn ang="0">
                  <a:pos x="44145" y="12191"/>
                </a:cxn>
                <a:cxn ang="0">
                  <a:pos x="53324" y="125"/>
                </a:cxn>
                <a:cxn ang="0">
                  <a:pos x="66855" y="9062"/>
                </a:cxn>
                <a:cxn ang="0">
                  <a:pos x="64440" y="17550"/>
                </a:cxn>
                <a:cxn ang="0">
                  <a:pos x="62503" y="22914"/>
                </a:cxn>
                <a:cxn ang="0">
                  <a:pos x="67337" y="25594"/>
                </a:cxn>
                <a:cxn ang="0">
                  <a:pos x="120000" y="17550"/>
                </a:cxn>
              </a:cxnLst>
              <a:rect l="T0" t="T1" r="T2" b="T3"/>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2"/>
              </a:schemeClr>
            </a:solidFill>
            <a:ln w="9525">
              <a:noFill/>
              <a:round/>
              <a:headEnd/>
              <a:tailEnd/>
            </a:ln>
          </p:spPr>
          <p:txBody>
            <a:bodyPr lIns="45700" tIns="45700" rIns="45700" bIns="45700"/>
            <a:lstStyle/>
            <a:p>
              <a:pPr>
                <a:defRPr/>
              </a:pPr>
              <a:endParaRPr lang="en-US"/>
            </a:p>
          </p:txBody>
        </p:sp>
        <p:sp>
          <p:nvSpPr>
            <p:cNvPr id="30" name="Google Shape;277;p10">
              <a:extLst>
                <a:ext uri="{FF2B5EF4-FFF2-40B4-BE49-F238E27FC236}">
                  <a16:creationId xmlns:a16="http://schemas.microsoft.com/office/drawing/2014/main" id="{5206C781-20EF-323B-5897-62315A0823BD}"/>
                </a:ext>
              </a:extLst>
            </p:cNvPr>
            <p:cNvSpPr>
              <a:spLocks/>
            </p:cNvSpPr>
            <p:nvPr/>
          </p:nvSpPr>
          <p:spPr bwMode="auto">
            <a:xfrm>
              <a:off x="2498924" y="2944473"/>
              <a:ext cx="889086" cy="1000298"/>
            </a:xfrm>
            <a:custGeom>
              <a:avLst/>
              <a:gdLst>
                <a:gd name="T0" fmla="*/ 0 w 120000"/>
                <a:gd name="T1" fmla="*/ 0 h 120000"/>
                <a:gd name="T2" fmla="*/ 120000 w 120000"/>
                <a:gd name="T3" fmla="*/ 120000 h 120000"/>
              </a:gdLst>
              <a:ahLst/>
              <a:cxnLst>
                <a:cxn ang="0">
                  <a:pos x="120000" y="81905"/>
                </a:cxn>
                <a:cxn ang="0">
                  <a:pos x="120000" y="109333"/>
                </a:cxn>
                <a:cxn ang="0">
                  <a:pos x="62950" y="120000"/>
                </a:cxn>
                <a:cxn ang="0">
                  <a:pos x="5901" y="109333"/>
                </a:cxn>
                <a:cxn ang="0">
                  <a:pos x="5901" y="91811"/>
                </a:cxn>
                <a:cxn ang="0">
                  <a:pos x="22199" y="52572"/>
                </a:cxn>
                <a:cxn ang="0">
                  <a:pos x="20485" y="48761"/>
                </a:cxn>
                <a:cxn ang="0">
                  <a:pos x="14904" y="49144"/>
                </a:cxn>
                <a:cxn ang="0">
                  <a:pos x="6755" y="49522"/>
                </a:cxn>
                <a:cxn ang="0">
                  <a:pos x="753" y="37716"/>
                </a:cxn>
                <a:cxn ang="0">
                  <a:pos x="14050" y="32383"/>
                </a:cxn>
                <a:cxn ang="0">
                  <a:pos x="20052" y="37716"/>
                </a:cxn>
                <a:cxn ang="0">
                  <a:pos x="23486" y="41144"/>
                </a:cxn>
                <a:cxn ang="0">
                  <a:pos x="28201" y="39616"/>
                </a:cxn>
                <a:cxn ang="0">
                  <a:pos x="44932" y="0"/>
                </a:cxn>
                <a:cxn ang="0">
                  <a:pos x="73673" y="31616"/>
                </a:cxn>
                <a:cxn ang="0">
                  <a:pos x="73246" y="31616"/>
                </a:cxn>
                <a:cxn ang="0">
                  <a:pos x="61663" y="34283"/>
                </a:cxn>
                <a:cxn ang="0">
                  <a:pos x="59516" y="52950"/>
                </a:cxn>
                <a:cxn ang="0">
                  <a:pos x="80535" y="54855"/>
                </a:cxn>
                <a:cxn ang="0">
                  <a:pos x="85683" y="44950"/>
                </a:cxn>
                <a:cxn ang="0">
                  <a:pos x="85683" y="44572"/>
                </a:cxn>
                <a:cxn ang="0">
                  <a:pos x="120000" y="81905"/>
                </a:cxn>
              </a:cxnLst>
              <a:rect l="T0" t="T1" r="T2" b="T3"/>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w="9525">
              <a:noFill/>
              <a:round/>
              <a:headEnd/>
              <a:tailEnd/>
            </a:ln>
          </p:spPr>
          <p:txBody>
            <a:bodyPr lIns="45700" tIns="45700" rIns="45700" bIns="45700"/>
            <a:lstStyle/>
            <a:p>
              <a:pPr>
                <a:defRPr/>
              </a:pPr>
              <a:endParaRPr lang="en-US"/>
            </a:p>
          </p:txBody>
        </p:sp>
        <p:sp>
          <p:nvSpPr>
            <p:cNvPr id="31" name="Google Shape;278;p10">
              <a:extLst>
                <a:ext uri="{FF2B5EF4-FFF2-40B4-BE49-F238E27FC236}">
                  <a16:creationId xmlns:a16="http://schemas.microsoft.com/office/drawing/2014/main" id="{32F5651F-7A99-DE09-8AE2-5042FF6B4610}"/>
                </a:ext>
              </a:extLst>
            </p:cNvPr>
            <p:cNvSpPr>
              <a:spLocks/>
            </p:cNvSpPr>
            <p:nvPr/>
          </p:nvSpPr>
          <p:spPr bwMode="auto">
            <a:xfrm>
              <a:off x="2857734" y="2801574"/>
              <a:ext cx="752548" cy="771658"/>
            </a:xfrm>
            <a:custGeom>
              <a:avLst/>
              <a:gdLst>
                <a:gd name="T0" fmla="*/ 0 w 120000"/>
                <a:gd name="T1" fmla="*/ 0 h 120000"/>
                <a:gd name="T2" fmla="*/ 120000 w 120000"/>
                <a:gd name="T3" fmla="*/ 120000 h 120000"/>
              </a:gdLst>
              <a:ahLst/>
              <a:cxnLst>
                <a:cxn ang="0">
                  <a:pos x="120000" y="0"/>
                </a:cxn>
                <a:cxn ang="0">
                  <a:pos x="96200" y="49877"/>
                </a:cxn>
                <a:cxn ang="0">
                  <a:pos x="84555" y="110122"/>
                </a:cxn>
                <a:cxn ang="0">
                  <a:pos x="84555" y="120000"/>
                </a:cxn>
                <a:cxn ang="0">
                  <a:pos x="47088" y="75555"/>
                </a:cxn>
                <a:cxn ang="0">
                  <a:pos x="41516" y="75061"/>
                </a:cxn>
                <a:cxn ang="0">
                  <a:pos x="38988" y="80494"/>
                </a:cxn>
                <a:cxn ang="0">
                  <a:pos x="34427" y="89383"/>
                </a:cxn>
                <a:cxn ang="0">
                  <a:pos x="17216" y="87405"/>
                </a:cxn>
                <a:cxn ang="0">
                  <a:pos x="19238" y="70616"/>
                </a:cxn>
                <a:cxn ang="0">
                  <a:pos x="28861" y="68150"/>
                </a:cxn>
                <a:cxn ang="0">
                  <a:pos x="34938" y="66666"/>
                </a:cxn>
                <a:cxn ang="0">
                  <a:pos x="35444" y="61233"/>
                </a:cxn>
                <a:cxn ang="0">
                  <a:pos x="0" y="18766"/>
                </a:cxn>
                <a:cxn ang="0">
                  <a:pos x="53166" y="10372"/>
                </a:cxn>
                <a:cxn ang="0">
                  <a:pos x="53166" y="10866"/>
                </a:cxn>
                <a:cxn ang="0">
                  <a:pos x="49116" y="24200"/>
                </a:cxn>
                <a:cxn ang="0">
                  <a:pos x="69366" y="38516"/>
                </a:cxn>
                <a:cxn ang="0">
                  <a:pos x="84050" y="18766"/>
                </a:cxn>
                <a:cxn ang="0">
                  <a:pos x="75950" y="7405"/>
                </a:cxn>
                <a:cxn ang="0">
                  <a:pos x="75444" y="6911"/>
                </a:cxn>
                <a:cxn ang="0">
                  <a:pos x="120000" y="0"/>
                </a:cxn>
              </a:cxnLst>
              <a:rect l="T0" t="T1" r="T2" b="T3"/>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w="9525">
              <a:noFill/>
              <a:round/>
              <a:headEnd/>
              <a:tailEnd/>
            </a:ln>
          </p:spPr>
          <p:txBody>
            <a:bodyPr lIns="45700" tIns="45700" rIns="45700" bIns="45700"/>
            <a:lstStyle/>
            <a:p>
              <a:pPr>
                <a:defRPr/>
              </a:pPr>
              <a:endParaRPr lang="en-US"/>
            </a:p>
          </p:txBody>
        </p:sp>
        <p:sp>
          <p:nvSpPr>
            <p:cNvPr id="32" name="Google Shape;279;p10">
              <a:extLst>
                <a:ext uri="{FF2B5EF4-FFF2-40B4-BE49-F238E27FC236}">
                  <a16:creationId xmlns:a16="http://schemas.microsoft.com/office/drawing/2014/main" id="{5490A81F-75FF-D1F9-AA17-3FB6ABFB472B}"/>
                </a:ext>
              </a:extLst>
            </p:cNvPr>
            <p:cNvSpPr>
              <a:spLocks/>
            </p:cNvSpPr>
            <p:nvPr/>
          </p:nvSpPr>
          <p:spPr bwMode="auto">
            <a:xfrm>
              <a:off x="2668804" y="4086083"/>
              <a:ext cx="595370" cy="182595"/>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3127"/>
                </a:cxn>
                <a:cxn ang="0">
                  <a:pos x="46989" y="109003"/>
                </a:cxn>
                <a:cxn ang="0">
                  <a:pos x="72601" y="109003"/>
                </a:cxn>
                <a:cxn ang="0">
                  <a:pos x="118056" y="23127"/>
                </a:cxn>
                <a:cxn ang="0">
                  <a:pos x="119333" y="6370"/>
                </a:cxn>
                <a:cxn ang="0">
                  <a:pos x="116134" y="87"/>
                </a:cxn>
              </a:cxnLst>
              <a:rect l="T0" t="T1" r="T2" b="T3"/>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sp>
          <p:nvSpPr>
            <p:cNvPr id="33" name="Google Shape;280;p10">
              <a:extLst>
                <a:ext uri="{FF2B5EF4-FFF2-40B4-BE49-F238E27FC236}">
                  <a16:creationId xmlns:a16="http://schemas.microsoft.com/office/drawing/2014/main" id="{EE6D7D12-8EDF-3295-8F86-069B312E1B8D}"/>
                </a:ext>
              </a:extLst>
            </p:cNvPr>
            <p:cNvSpPr>
              <a:spLocks/>
            </p:cNvSpPr>
            <p:nvPr/>
          </p:nvSpPr>
          <p:spPr bwMode="auto">
            <a:xfrm>
              <a:off x="2668804" y="4228982"/>
              <a:ext cx="595370" cy="182595"/>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5221"/>
                </a:cxn>
                <a:cxn ang="0">
                  <a:pos x="46989" y="109003"/>
                </a:cxn>
                <a:cxn ang="0">
                  <a:pos x="72601" y="109003"/>
                </a:cxn>
                <a:cxn ang="0">
                  <a:pos x="118056" y="25221"/>
                </a:cxn>
                <a:cxn ang="0">
                  <a:pos x="119333" y="6370"/>
                </a:cxn>
                <a:cxn ang="0">
                  <a:pos x="116134" y="87"/>
                </a:cxn>
              </a:cxnLst>
              <a:rect l="T0" t="T1" r="T2" b="T3"/>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w="9525">
              <a:noFill/>
              <a:round/>
              <a:headEnd/>
              <a:tailEnd/>
            </a:ln>
          </p:spPr>
          <p:txBody>
            <a:bodyPr lIns="45700" tIns="45700" rIns="45700" bIns="45700"/>
            <a:lstStyle/>
            <a:p>
              <a:pPr>
                <a:defRPr/>
              </a:pPr>
              <a:endParaRPr lang="en-US"/>
            </a:p>
          </p:txBody>
        </p:sp>
        <p:sp>
          <p:nvSpPr>
            <p:cNvPr id="34" name="Google Shape;281;p10">
              <a:extLst>
                <a:ext uri="{FF2B5EF4-FFF2-40B4-BE49-F238E27FC236}">
                  <a16:creationId xmlns:a16="http://schemas.microsoft.com/office/drawing/2014/main" id="{10E60260-FAE8-FB03-DF7F-1B4FD48F13E1}"/>
                </a:ext>
              </a:extLst>
            </p:cNvPr>
            <p:cNvSpPr>
              <a:spLocks/>
            </p:cNvSpPr>
            <p:nvPr/>
          </p:nvSpPr>
          <p:spPr bwMode="auto">
            <a:xfrm>
              <a:off x="2668804" y="4375057"/>
              <a:ext cx="595370" cy="182595"/>
            </a:xfrm>
            <a:custGeom>
              <a:avLst/>
              <a:gdLst>
                <a:gd name="T0" fmla="*/ 0 w 120000"/>
                <a:gd name="T1" fmla="*/ 0 h 120000"/>
                <a:gd name="T2" fmla="*/ 120000 w 120000"/>
                <a:gd name="T3" fmla="*/ 120000 h 120000"/>
              </a:gdLst>
              <a:ahLst/>
              <a:cxnLst>
                <a:cxn ang="0">
                  <a:pos x="116134" y="780"/>
                </a:cxn>
                <a:cxn ang="0">
                  <a:pos x="114213" y="780"/>
                </a:cxn>
                <a:cxn ang="0">
                  <a:pos x="68758" y="86160"/>
                </a:cxn>
                <a:cxn ang="0">
                  <a:pos x="50832" y="86160"/>
                </a:cxn>
                <a:cxn ang="0">
                  <a:pos x="5377" y="780"/>
                </a:cxn>
                <a:cxn ang="0">
                  <a:pos x="252" y="7028"/>
                </a:cxn>
                <a:cxn ang="0">
                  <a:pos x="1534" y="23687"/>
                </a:cxn>
                <a:cxn ang="0">
                  <a:pos x="46989" y="109067"/>
                </a:cxn>
                <a:cxn ang="0">
                  <a:pos x="72601" y="109067"/>
                </a:cxn>
                <a:cxn ang="0">
                  <a:pos x="118056" y="23687"/>
                </a:cxn>
                <a:cxn ang="0">
                  <a:pos x="119333" y="7028"/>
                </a:cxn>
                <a:cxn ang="0">
                  <a:pos x="116134" y="780"/>
                </a:cxn>
              </a:cxnLst>
              <a:rect l="T0" t="T1" r="T2" b="T3"/>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grpSp>
      <p:sp>
        <p:nvSpPr>
          <p:cNvPr id="245" name="Google Shape;245;p10"/>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270" name="Google Shape;270;p10"/>
          <p:cNvSpPr txBox="1">
            <a:spLocks noGrp="1"/>
          </p:cNvSpPr>
          <p:nvPr>
            <p:ph type="body" idx="2"/>
          </p:nvPr>
        </p:nvSpPr>
        <p:spPr>
          <a:xfrm>
            <a:off x="442709" y="5129363"/>
            <a:ext cx="3658029"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71" name="Google Shape;271;p10"/>
          <p:cNvSpPr txBox="1">
            <a:spLocks noGrp="1"/>
          </p:cNvSpPr>
          <p:nvPr>
            <p:ph type="body" idx="3"/>
          </p:nvPr>
        </p:nvSpPr>
        <p:spPr>
          <a:xfrm>
            <a:off x="443342" y="4670026"/>
            <a:ext cx="3644936" cy="372727"/>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82" name="Google Shape;282;p10"/>
          <p:cNvSpPr txBox="1">
            <a:spLocks noGrp="1"/>
          </p:cNvSpPr>
          <p:nvPr>
            <p:ph type="body" idx="4"/>
          </p:nvPr>
        </p:nvSpPr>
        <p:spPr>
          <a:xfrm>
            <a:off x="4364610" y="5129363"/>
            <a:ext cx="3726654"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83" name="Google Shape;283;p10"/>
          <p:cNvSpPr txBox="1">
            <a:spLocks noGrp="1"/>
          </p:cNvSpPr>
          <p:nvPr>
            <p:ph type="body" idx="5"/>
          </p:nvPr>
        </p:nvSpPr>
        <p:spPr>
          <a:xfrm>
            <a:off x="4376387" y="4670026"/>
            <a:ext cx="3713315" cy="372727"/>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84" name="Google Shape;284;p10"/>
          <p:cNvSpPr txBox="1">
            <a:spLocks noGrp="1"/>
          </p:cNvSpPr>
          <p:nvPr>
            <p:ph type="body" idx="6"/>
          </p:nvPr>
        </p:nvSpPr>
        <p:spPr>
          <a:xfrm>
            <a:off x="8267578" y="5129363"/>
            <a:ext cx="3610195"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85" name="Google Shape;285;p10"/>
          <p:cNvSpPr txBox="1">
            <a:spLocks noGrp="1"/>
          </p:cNvSpPr>
          <p:nvPr>
            <p:ph type="body" idx="7"/>
          </p:nvPr>
        </p:nvSpPr>
        <p:spPr>
          <a:xfrm>
            <a:off x="8277634" y="4670026"/>
            <a:ext cx="3597273" cy="372727"/>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344304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Squared-Infographic">
  <p:cSld name="Squared-Infographic">
    <p:spTree>
      <p:nvGrpSpPr>
        <p:cNvPr id="1" name="Shape 286"/>
        <p:cNvGrpSpPr/>
        <p:nvPr/>
      </p:nvGrpSpPr>
      <p:grpSpPr>
        <a:xfrm>
          <a:off x="0" y="0"/>
          <a:ext cx="0" cy="0"/>
          <a:chOff x="0" y="0"/>
          <a:chExt cx="0" cy="0"/>
        </a:xfrm>
      </p:grpSpPr>
      <p:grpSp>
        <p:nvGrpSpPr>
          <p:cNvPr id="2" name="Google Shape;289;p11">
            <a:extLst>
              <a:ext uri="{FF2B5EF4-FFF2-40B4-BE49-F238E27FC236}">
                <a16:creationId xmlns:a16="http://schemas.microsoft.com/office/drawing/2014/main" id="{BDDD8D50-ACDA-2F0B-3903-38BFC88B363D}"/>
              </a:ext>
            </a:extLst>
          </p:cNvPr>
          <p:cNvGrpSpPr>
            <a:grpSpLocks/>
          </p:cNvGrpSpPr>
          <p:nvPr/>
        </p:nvGrpSpPr>
        <p:grpSpPr bwMode="auto">
          <a:xfrm>
            <a:off x="38100" y="5026025"/>
            <a:ext cx="12192000" cy="144463"/>
            <a:chOff x="1751419" y="4036682"/>
            <a:chExt cx="9944457" cy="58272"/>
          </a:xfrm>
        </p:grpSpPr>
        <p:sp>
          <p:nvSpPr>
            <p:cNvPr id="3" name="Google Shape;290;p11">
              <a:extLst>
                <a:ext uri="{FF2B5EF4-FFF2-40B4-BE49-F238E27FC236}">
                  <a16:creationId xmlns:a16="http://schemas.microsoft.com/office/drawing/2014/main" id="{3990BFCD-8135-B592-A1DA-3CCB6DE84F77}"/>
                </a:ext>
              </a:extLst>
            </p:cNvPr>
            <p:cNvSpPr>
              <a:spLocks noChangeArrowheads="1"/>
            </p:cNvSpPr>
            <p:nvPr/>
          </p:nvSpPr>
          <p:spPr bwMode="auto">
            <a:xfrm>
              <a:off x="3041091" y="4036682"/>
              <a:ext cx="1683307" cy="51228"/>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sp>
          <p:nvSpPr>
            <p:cNvPr id="4" name="Google Shape;291;p11">
              <a:extLst>
                <a:ext uri="{FF2B5EF4-FFF2-40B4-BE49-F238E27FC236}">
                  <a16:creationId xmlns:a16="http://schemas.microsoft.com/office/drawing/2014/main" id="{F0CEE76A-64BA-08D3-6DC1-6D0F151A5D57}"/>
                </a:ext>
              </a:extLst>
            </p:cNvPr>
            <p:cNvSpPr/>
            <p:nvPr/>
          </p:nvSpPr>
          <p:spPr>
            <a:xfrm>
              <a:off x="4724397" y="4036682"/>
              <a:ext cx="1715678" cy="51228"/>
            </a:xfrm>
            <a:prstGeom prst="rect">
              <a:avLst/>
            </a:prstGeom>
            <a:solidFill>
              <a:schemeClr val="accent3"/>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5" name="Google Shape;292;p11">
              <a:extLst>
                <a:ext uri="{FF2B5EF4-FFF2-40B4-BE49-F238E27FC236}">
                  <a16:creationId xmlns:a16="http://schemas.microsoft.com/office/drawing/2014/main" id="{9B8D5CEF-6675-E706-8ABC-6C5F63D32E73}"/>
                </a:ext>
              </a:extLst>
            </p:cNvPr>
            <p:cNvSpPr/>
            <p:nvPr/>
          </p:nvSpPr>
          <p:spPr>
            <a:xfrm>
              <a:off x="6183695" y="4036682"/>
              <a:ext cx="2211606" cy="51228"/>
            </a:xfrm>
            <a:prstGeom prst="rect">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6" name="Google Shape;293;p11">
              <a:extLst>
                <a:ext uri="{FF2B5EF4-FFF2-40B4-BE49-F238E27FC236}">
                  <a16:creationId xmlns:a16="http://schemas.microsoft.com/office/drawing/2014/main" id="{245BB93E-9CA9-8428-5C3B-D26678325C9F}"/>
                </a:ext>
              </a:extLst>
            </p:cNvPr>
            <p:cNvSpPr/>
            <p:nvPr/>
          </p:nvSpPr>
          <p:spPr>
            <a:xfrm>
              <a:off x="8326673" y="4036682"/>
              <a:ext cx="1968174" cy="58272"/>
            </a:xfrm>
            <a:prstGeom prst="rect">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7" name="Google Shape;294;p11">
              <a:extLst>
                <a:ext uri="{FF2B5EF4-FFF2-40B4-BE49-F238E27FC236}">
                  <a16:creationId xmlns:a16="http://schemas.microsoft.com/office/drawing/2014/main" id="{5FEA523C-DE13-8B2B-E51B-2555D61C0B0E}"/>
                </a:ext>
              </a:extLst>
            </p:cNvPr>
            <p:cNvSpPr>
              <a:spLocks noChangeArrowheads="1"/>
            </p:cNvSpPr>
            <p:nvPr/>
          </p:nvSpPr>
          <p:spPr bwMode="auto">
            <a:xfrm>
              <a:off x="1751419" y="4036682"/>
              <a:ext cx="1289672" cy="51228"/>
            </a:xfrm>
            <a:prstGeom prst="rect">
              <a:avLst/>
            </a:prstGeom>
            <a:solidFill>
              <a:schemeClr val="accent1"/>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sp>
          <p:nvSpPr>
            <p:cNvPr id="8" name="Google Shape;295;p11">
              <a:extLst>
                <a:ext uri="{FF2B5EF4-FFF2-40B4-BE49-F238E27FC236}">
                  <a16:creationId xmlns:a16="http://schemas.microsoft.com/office/drawing/2014/main" id="{6B3149D3-2CFF-3017-0774-076A2BD1AF92}"/>
                </a:ext>
              </a:extLst>
            </p:cNvPr>
            <p:cNvSpPr>
              <a:spLocks noChangeArrowheads="1"/>
            </p:cNvSpPr>
            <p:nvPr/>
          </p:nvSpPr>
          <p:spPr bwMode="auto">
            <a:xfrm>
              <a:off x="10294847" y="4036682"/>
              <a:ext cx="1401029" cy="58272"/>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grpSp>
      <p:grpSp>
        <p:nvGrpSpPr>
          <p:cNvPr id="9" name="Google Shape;296;p11">
            <a:extLst>
              <a:ext uri="{FF2B5EF4-FFF2-40B4-BE49-F238E27FC236}">
                <a16:creationId xmlns:a16="http://schemas.microsoft.com/office/drawing/2014/main" id="{C5BD07C2-1A47-A69E-3D67-55660804DD8E}"/>
              </a:ext>
            </a:extLst>
          </p:cNvPr>
          <p:cNvGrpSpPr>
            <a:grpSpLocks/>
          </p:cNvGrpSpPr>
          <p:nvPr/>
        </p:nvGrpSpPr>
        <p:grpSpPr bwMode="auto">
          <a:xfrm>
            <a:off x="1255713" y="2921000"/>
            <a:ext cx="1304925" cy="2430463"/>
            <a:chOff x="1217471" y="1893408"/>
            <a:chExt cx="1304470" cy="2431269"/>
          </a:xfrm>
        </p:grpSpPr>
        <p:grpSp>
          <p:nvGrpSpPr>
            <p:cNvPr id="10" name="Google Shape;297;p11">
              <a:extLst>
                <a:ext uri="{FF2B5EF4-FFF2-40B4-BE49-F238E27FC236}">
                  <a16:creationId xmlns:a16="http://schemas.microsoft.com/office/drawing/2014/main" id="{90905FEF-0B16-C1F6-F7AB-7569F1FC67D8}"/>
                </a:ext>
              </a:extLst>
            </p:cNvPr>
            <p:cNvGrpSpPr>
              <a:grpSpLocks/>
            </p:cNvGrpSpPr>
            <p:nvPr/>
          </p:nvGrpSpPr>
          <p:grpSpPr bwMode="auto">
            <a:xfrm>
              <a:off x="1217471" y="2766893"/>
              <a:ext cx="1304470" cy="1557784"/>
              <a:chOff x="1217471" y="2766893"/>
              <a:chExt cx="1304470" cy="1557784"/>
            </a:xfrm>
          </p:grpSpPr>
          <p:grpSp>
            <p:nvGrpSpPr>
              <p:cNvPr id="15" name="Google Shape;298;p11">
                <a:extLst>
                  <a:ext uri="{FF2B5EF4-FFF2-40B4-BE49-F238E27FC236}">
                    <a16:creationId xmlns:a16="http://schemas.microsoft.com/office/drawing/2014/main" id="{8A4C8097-6A20-F461-7FED-A76047F416D2}"/>
                  </a:ext>
                </a:extLst>
              </p:cNvPr>
              <p:cNvGrpSpPr>
                <a:grpSpLocks/>
              </p:cNvGrpSpPr>
              <p:nvPr/>
            </p:nvGrpSpPr>
            <p:grpSpPr bwMode="auto">
              <a:xfrm>
                <a:off x="1217471" y="2766893"/>
                <a:ext cx="1304470" cy="1557784"/>
                <a:chOff x="1199541" y="3267114"/>
                <a:chExt cx="1304470" cy="1557784"/>
              </a:xfrm>
            </p:grpSpPr>
            <p:sp>
              <p:nvSpPr>
                <p:cNvPr id="17" name="Google Shape;299;p11">
                  <a:extLst>
                    <a:ext uri="{FF2B5EF4-FFF2-40B4-BE49-F238E27FC236}">
                      <a16:creationId xmlns:a16="http://schemas.microsoft.com/office/drawing/2014/main" id="{9A9BE707-5AFE-9AAC-54C5-90C9B5A18F23}"/>
                    </a:ext>
                  </a:extLst>
                </p:cNvPr>
                <p:cNvSpPr>
                  <a:spLocks noChangeArrowheads="1"/>
                </p:cNvSpPr>
                <p:nvPr/>
              </p:nvSpPr>
              <p:spPr bwMode="auto">
                <a:xfrm rot="10800000" flipH="1">
                  <a:off x="1199541" y="3267044"/>
                  <a:ext cx="1304470" cy="1019513"/>
                </a:xfrm>
                <a:prstGeom prst="triangle">
                  <a:avLst>
                    <a:gd name="adj" fmla="val 50000"/>
                  </a:avLst>
                </a:prstGeom>
                <a:gradFill rotWithShape="0">
                  <a:gsLst>
                    <a:gs pos="0">
                      <a:schemeClr val="accent1"/>
                    </a:gs>
                    <a:gs pos="100000">
                      <a:srgbClr val="DDD9C3">
                        <a:alpha val="0"/>
                      </a:srgbClr>
                    </a:gs>
                  </a:gsLst>
                  <a:lin ang="5400000"/>
                </a:gra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18" name="Google Shape;300;p11">
                  <a:extLst>
                    <a:ext uri="{FF2B5EF4-FFF2-40B4-BE49-F238E27FC236}">
                      <a16:creationId xmlns:a16="http://schemas.microsoft.com/office/drawing/2014/main" id="{32EADB0A-AA40-F944-5FB7-AC74698111B1}"/>
                    </a:ext>
                  </a:extLst>
                </p:cNvPr>
                <p:cNvSpPr>
                  <a:spLocks noChangeArrowheads="1"/>
                </p:cNvSpPr>
                <p:nvPr/>
              </p:nvSpPr>
              <p:spPr bwMode="auto">
                <a:xfrm>
                  <a:off x="1540734" y="4238916"/>
                  <a:ext cx="585584" cy="585982"/>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16" name="Google Shape;301;p11">
                <a:extLst>
                  <a:ext uri="{FF2B5EF4-FFF2-40B4-BE49-F238E27FC236}">
                    <a16:creationId xmlns:a16="http://schemas.microsoft.com/office/drawing/2014/main" id="{488191AB-8A00-3935-1333-B09D83C2B855}"/>
                  </a:ext>
                </a:extLst>
              </p:cNvPr>
              <p:cNvSpPr>
                <a:spLocks/>
              </p:cNvSpPr>
              <p:nvPr/>
            </p:nvSpPr>
            <p:spPr bwMode="auto">
              <a:xfrm>
                <a:off x="1718946" y="3883206"/>
                <a:ext cx="279303" cy="279493"/>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11" name="Google Shape;302;p11">
              <a:extLst>
                <a:ext uri="{FF2B5EF4-FFF2-40B4-BE49-F238E27FC236}">
                  <a16:creationId xmlns:a16="http://schemas.microsoft.com/office/drawing/2014/main" id="{620D375A-9740-158F-EC9B-242A5AC874B1}"/>
                </a:ext>
              </a:extLst>
            </p:cNvPr>
            <p:cNvGrpSpPr>
              <a:grpSpLocks/>
            </p:cNvGrpSpPr>
            <p:nvPr/>
          </p:nvGrpSpPr>
          <p:grpSpPr bwMode="auto">
            <a:xfrm>
              <a:off x="1289951" y="1893408"/>
              <a:ext cx="1136271" cy="1246506"/>
              <a:chOff x="627304" y="1987183"/>
              <a:chExt cx="1594615" cy="1749317"/>
            </a:xfrm>
          </p:grpSpPr>
          <p:sp>
            <p:nvSpPr>
              <p:cNvPr id="12" name="Google Shape;303;p11">
                <a:extLst>
                  <a:ext uri="{FF2B5EF4-FFF2-40B4-BE49-F238E27FC236}">
                    <a16:creationId xmlns:a16="http://schemas.microsoft.com/office/drawing/2014/main" id="{35419203-CCCD-4D9C-4A55-0A47C8F5C652}"/>
                  </a:ext>
                </a:extLst>
              </p:cNvPr>
              <p:cNvSpPr>
                <a:spLocks/>
              </p:cNvSpPr>
              <p:nvPr/>
            </p:nvSpPr>
            <p:spPr bwMode="auto">
              <a:xfrm>
                <a:off x="1425329" y="2477475"/>
                <a:ext cx="797296" cy="1259159"/>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13" name="Google Shape;304;p11">
                <a:extLst>
                  <a:ext uri="{FF2B5EF4-FFF2-40B4-BE49-F238E27FC236}">
                    <a16:creationId xmlns:a16="http://schemas.microsoft.com/office/drawing/2014/main" id="{342264D4-42FD-CA5B-D6BA-F3CC9C58722B}"/>
                  </a:ext>
                </a:extLst>
              </p:cNvPr>
              <p:cNvSpPr>
                <a:spLocks/>
              </p:cNvSpPr>
              <p:nvPr/>
            </p:nvSpPr>
            <p:spPr bwMode="auto">
              <a:xfrm>
                <a:off x="628034" y="2477475"/>
                <a:ext cx="799522" cy="1259159"/>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14" name="Google Shape;305;p11">
                <a:extLst>
                  <a:ext uri="{FF2B5EF4-FFF2-40B4-BE49-F238E27FC236}">
                    <a16:creationId xmlns:a16="http://schemas.microsoft.com/office/drawing/2014/main" id="{1E25BF51-2B9B-CBC1-C879-C7F48F7BFF90}"/>
                  </a:ext>
                </a:extLst>
              </p:cNvPr>
              <p:cNvSpPr>
                <a:spLocks/>
              </p:cNvSpPr>
              <p:nvPr/>
            </p:nvSpPr>
            <p:spPr bwMode="auto">
              <a:xfrm>
                <a:off x="628034" y="1987183"/>
                <a:ext cx="1594591" cy="982813"/>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grpSp>
        <p:nvGrpSpPr>
          <p:cNvPr id="19" name="Google Shape;306;p11">
            <a:extLst>
              <a:ext uri="{FF2B5EF4-FFF2-40B4-BE49-F238E27FC236}">
                <a16:creationId xmlns:a16="http://schemas.microsoft.com/office/drawing/2014/main" id="{B264FB30-5E2D-B5DE-6DB9-04969A3A162C}"/>
              </a:ext>
            </a:extLst>
          </p:cNvPr>
          <p:cNvGrpSpPr>
            <a:grpSpLocks/>
          </p:cNvGrpSpPr>
          <p:nvPr/>
        </p:nvGrpSpPr>
        <p:grpSpPr bwMode="auto">
          <a:xfrm>
            <a:off x="3286125" y="2921000"/>
            <a:ext cx="1304925" cy="2484438"/>
            <a:chOff x="3326504" y="1893408"/>
            <a:chExt cx="1304470" cy="2483739"/>
          </a:xfrm>
        </p:grpSpPr>
        <p:grpSp>
          <p:nvGrpSpPr>
            <p:cNvPr id="20" name="Google Shape;307;p11">
              <a:extLst>
                <a:ext uri="{FF2B5EF4-FFF2-40B4-BE49-F238E27FC236}">
                  <a16:creationId xmlns:a16="http://schemas.microsoft.com/office/drawing/2014/main" id="{5C1276F2-2E3E-106B-E586-55D63D24DF47}"/>
                </a:ext>
              </a:extLst>
            </p:cNvPr>
            <p:cNvGrpSpPr>
              <a:grpSpLocks/>
            </p:cNvGrpSpPr>
            <p:nvPr/>
          </p:nvGrpSpPr>
          <p:grpSpPr bwMode="auto">
            <a:xfrm>
              <a:off x="3326504" y="2772528"/>
              <a:ext cx="1304470" cy="1604619"/>
              <a:chOff x="3326504" y="2772528"/>
              <a:chExt cx="1304470" cy="1604619"/>
            </a:xfrm>
          </p:grpSpPr>
          <p:grpSp>
            <p:nvGrpSpPr>
              <p:cNvPr id="25" name="Google Shape;308;p11">
                <a:extLst>
                  <a:ext uri="{FF2B5EF4-FFF2-40B4-BE49-F238E27FC236}">
                    <a16:creationId xmlns:a16="http://schemas.microsoft.com/office/drawing/2014/main" id="{D55BE459-4E45-31A7-B079-51241D2F42ED}"/>
                  </a:ext>
                </a:extLst>
              </p:cNvPr>
              <p:cNvGrpSpPr>
                <a:grpSpLocks/>
              </p:cNvGrpSpPr>
              <p:nvPr/>
            </p:nvGrpSpPr>
            <p:grpSpPr bwMode="auto">
              <a:xfrm>
                <a:off x="3326504" y="2772528"/>
                <a:ext cx="1304470" cy="1604619"/>
                <a:chOff x="3269602" y="3277053"/>
                <a:chExt cx="1304470" cy="1593145"/>
              </a:xfrm>
            </p:grpSpPr>
            <p:sp>
              <p:nvSpPr>
                <p:cNvPr id="27" name="Google Shape;309;p11">
                  <a:extLst>
                    <a:ext uri="{FF2B5EF4-FFF2-40B4-BE49-F238E27FC236}">
                      <a16:creationId xmlns:a16="http://schemas.microsoft.com/office/drawing/2014/main" id="{EA8DE0DE-9F36-3AD3-2073-18BF164BDC74}"/>
                    </a:ext>
                  </a:extLst>
                </p:cNvPr>
                <p:cNvSpPr>
                  <a:spLocks noChangeArrowheads="1"/>
                </p:cNvSpPr>
                <p:nvPr/>
              </p:nvSpPr>
              <p:spPr bwMode="auto">
                <a:xfrm rot="10800000" flipH="1">
                  <a:off x="3269602" y="3277160"/>
                  <a:ext cx="1304470" cy="1019481"/>
                </a:xfrm>
                <a:prstGeom prst="triangle">
                  <a:avLst>
                    <a:gd name="adj" fmla="val 50000"/>
                  </a:avLst>
                </a:prstGeom>
                <a:gradFill rotWithShape="0">
                  <a:gsLst>
                    <a:gs pos="0">
                      <a:schemeClr val="accent2"/>
                    </a:gs>
                    <a:gs pos="100000">
                      <a:srgbClr val="DDD9C3">
                        <a:alpha val="0"/>
                      </a:srgbClr>
                    </a:gs>
                  </a:gsLst>
                  <a:lin ang="5400000"/>
                </a:gra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28" name="Google Shape;310;p11">
                  <a:extLst>
                    <a:ext uri="{FF2B5EF4-FFF2-40B4-BE49-F238E27FC236}">
                      <a16:creationId xmlns:a16="http://schemas.microsoft.com/office/drawing/2014/main" id="{D4B2D2B6-8BE5-BBB7-BABA-761C3F9BEDF1}"/>
                    </a:ext>
                  </a:extLst>
                </p:cNvPr>
                <p:cNvSpPr>
                  <a:spLocks noChangeArrowheads="1"/>
                </p:cNvSpPr>
                <p:nvPr/>
              </p:nvSpPr>
              <p:spPr bwMode="auto">
                <a:xfrm>
                  <a:off x="3621904" y="4284036"/>
                  <a:ext cx="585584" cy="586162"/>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26" name="Google Shape;311;p11">
                <a:extLst>
                  <a:ext uri="{FF2B5EF4-FFF2-40B4-BE49-F238E27FC236}">
                    <a16:creationId xmlns:a16="http://schemas.microsoft.com/office/drawing/2014/main" id="{9D7324FC-B4E2-5362-EDFE-70273D162CB4}"/>
                  </a:ext>
                </a:extLst>
              </p:cNvPr>
              <p:cNvSpPr>
                <a:spLocks/>
              </p:cNvSpPr>
              <p:nvPr/>
            </p:nvSpPr>
            <p:spPr bwMode="auto">
              <a:xfrm>
                <a:off x="3839088" y="3923250"/>
                <a:ext cx="279303" cy="279321"/>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21" name="Google Shape;312;p11">
              <a:extLst>
                <a:ext uri="{FF2B5EF4-FFF2-40B4-BE49-F238E27FC236}">
                  <a16:creationId xmlns:a16="http://schemas.microsoft.com/office/drawing/2014/main" id="{0383609B-383D-A705-0A64-2A11ECE00C49}"/>
                </a:ext>
              </a:extLst>
            </p:cNvPr>
            <p:cNvGrpSpPr>
              <a:grpSpLocks/>
            </p:cNvGrpSpPr>
            <p:nvPr/>
          </p:nvGrpSpPr>
          <p:grpSpPr bwMode="auto">
            <a:xfrm>
              <a:off x="3410604" y="1893408"/>
              <a:ext cx="1136271" cy="1246506"/>
              <a:chOff x="627304" y="1987183"/>
              <a:chExt cx="1594615" cy="1749317"/>
            </a:xfrm>
          </p:grpSpPr>
          <p:sp>
            <p:nvSpPr>
              <p:cNvPr id="22" name="Google Shape;313;p11">
                <a:extLst>
                  <a:ext uri="{FF2B5EF4-FFF2-40B4-BE49-F238E27FC236}">
                    <a16:creationId xmlns:a16="http://schemas.microsoft.com/office/drawing/2014/main" id="{192E1EA9-6997-474D-7FFD-75837B8FE864}"/>
                  </a:ext>
                </a:extLst>
              </p:cNvPr>
              <p:cNvSpPr>
                <a:spLocks/>
              </p:cNvSpPr>
              <p:nvPr/>
            </p:nvSpPr>
            <p:spPr bwMode="auto">
              <a:xfrm>
                <a:off x="1424612" y="2477174"/>
                <a:ext cx="797296" cy="1258387"/>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23" name="Google Shape;314;p11">
                <a:extLst>
                  <a:ext uri="{FF2B5EF4-FFF2-40B4-BE49-F238E27FC236}">
                    <a16:creationId xmlns:a16="http://schemas.microsoft.com/office/drawing/2014/main" id="{CA7B1FCD-2253-4D02-63B1-326AB2253EDE}"/>
                  </a:ext>
                </a:extLst>
              </p:cNvPr>
              <p:cNvSpPr>
                <a:spLocks/>
              </p:cNvSpPr>
              <p:nvPr/>
            </p:nvSpPr>
            <p:spPr bwMode="auto">
              <a:xfrm>
                <a:off x="627317" y="2477174"/>
                <a:ext cx="799522" cy="1258387"/>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24" name="Google Shape;315;p11">
                <a:extLst>
                  <a:ext uri="{FF2B5EF4-FFF2-40B4-BE49-F238E27FC236}">
                    <a16:creationId xmlns:a16="http://schemas.microsoft.com/office/drawing/2014/main" id="{5E19DDFA-2E27-FE08-7EEB-58E4779F998A}"/>
                  </a:ext>
                </a:extLst>
              </p:cNvPr>
              <p:cNvSpPr>
                <a:spLocks/>
              </p:cNvSpPr>
              <p:nvPr/>
            </p:nvSpPr>
            <p:spPr bwMode="auto">
              <a:xfrm>
                <a:off x="627317" y="1987183"/>
                <a:ext cx="1594591" cy="982210"/>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grpSp>
        <p:nvGrpSpPr>
          <p:cNvPr id="29" name="Google Shape;316;p11">
            <a:extLst>
              <a:ext uri="{FF2B5EF4-FFF2-40B4-BE49-F238E27FC236}">
                <a16:creationId xmlns:a16="http://schemas.microsoft.com/office/drawing/2014/main" id="{9FB3011E-B4C9-21F2-FF19-A8ED3E771263}"/>
              </a:ext>
            </a:extLst>
          </p:cNvPr>
          <p:cNvGrpSpPr>
            <a:grpSpLocks/>
          </p:cNvGrpSpPr>
          <p:nvPr/>
        </p:nvGrpSpPr>
        <p:grpSpPr bwMode="auto">
          <a:xfrm>
            <a:off x="5362575" y="2917825"/>
            <a:ext cx="1304925" cy="2425700"/>
            <a:chOff x="5452152" y="1890087"/>
            <a:chExt cx="1304470" cy="2426375"/>
          </a:xfrm>
        </p:grpSpPr>
        <p:grpSp>
          <p:nvGrpSpPr>
            <p:cNvPr id="30" name="Google Shape;317;p11">
              <a:extLst>
                <a:ext uri="{FF2B5EF4-FFF2-40B4-BE49-F238E27FC236}">
                  <a16:creationId xmlns:a16="http://schemas.microsoft.com/office/drawing/2014/main" id="{D379F214-1FD3-F520-E163-1E01CFF4EFCE}"/>
                </a:ext>
              </a:extLst>
            </p:cNvPr>
            <p:cNvGrpSpPr>
              <a:grpSpLocks/>
            </p:cNvGrpSpPr>
            <p:nvPr/>
          </p:nvGrpSpPr>
          <p:grpSpPr bwMode="auto">
            <a:xfrm>
              <a:off x="5452152" y="2763454"/>
              <a:ext cx="1304470" cy="1553007"/>
              <a:chOff x="5452152" y="2763454"/>
              <a:chExt cx="1304470" cy="1553007"/>
            </a:xfrm>
          </p:grpSpPr>
          <p:grpSp>
            <p:nvGrpSpPr>
              <p:cNvPr id="35" name="Google Shape;318;p11">
                <a:extLst>
                  <a:ext uri="{FF2B5EF4-FFF2-40B4-BE49-F238E27FC236}">
                    <a16:creationId xmlns:a16="http://schemas.microsoft.com/office/drawing/2014/main" id="{B0DDC072-2502-B011-85D2-22A515D5C066}"/>
                  </a:ext>
                </a:extLst>
              </p:cNvPr>
              <p:cNvGrpSpPr>
                <a:grpSpLocks/>
              </p:cNvGrpSpPr>
              <p:nvPr/>
            </p:nvGrpSpPr>
            <p:grpSpPr bwMode="auto">
              <a:xfrm>
                <a:off x="5452152" y="2763454"/>
                <a:ext cx="1304470" cy="1553007"/>
                <a:chOff x="5960996" y="3266996"/>
                <a:chExt cx="1304470" cy="1559627"/>
              </a:xfrm>
            </p:grpSpPr>
            <p:sp>
              <p:nvSpPr>
                <p:cNvPr id="37" name="Google Shape;319;p11">
                  <a:extLst>
                    <a:ext uri="{FF2B5EF4-FFF2-40B4-BE49-F238E27FC236}">
                      <a16:creationId xmlns:a16="http://schemas.microsoft.com/office/drawing/2014/main" id="{BFC1EE57-CAD2-2B23-D85B-ED599200C3A8}"/>
                    </a:ext>
                  </a:extLst>
                </p:cNvPr>
                <p:cNvSpPr/>
                <p:nvPr/>
              </p:nvSpPr>
              <p:spPr>
                <a:xfrm rot="10800000" flipH="1">
                  <a:off x="5960996" y="3266997"/>
                  <a:ext cx="1304470" cy="1020615"/>
                </a:xfrm>
                <a:prstGeom prst="triangle">
                  <a:avLst>
                    <a:gd name="adj" fmla="val 50000"/>
                  </a:avLst>
                </a:prstGeom>
                <a:gradFill>
                  <a:gsLst>
                    <a:gs pos="0">
                      <a:schemeClr val="accent3"/>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38" name="Google Shape;320;p11">
                  <a:extLst>
                    <a:ext uri="{FF2B5EF4-FFF2-40B4-BE49-F238E27FC236}">
                      <a16:creationId xmlns:a16="http://schemas.microsoft.com/office/drawing/2014/main" id="{9D73D5DC-CA49-242E-18BB-D5A43C73D2EA}"/>
                    </a:ext>
                  </a:extLst>
                </p:cNvPr>
                <p:cNvSpPr>
                  <a:spLocks noChangeArrowheads="1"/>
                </p:cNvSpPr>
                <p:nvPr/>
              </p:nvSpPr>
              <p:spPr bwMode="auto">
                <a:xfrm>
                  <a:off x="6313298" y="4241366"/>
                  <a:ext cx="585584" cy="585258"/>
                </a:xfrm>
                <a:prstGeom prst="roundRect">
                  <a:avLst>
                    <a:gd name="adj" fmla="val 16667"/>
                  </a:avLst>
                </a:prstGeom>
                <a:gradFill rotWithShape="0">
                  <a:gsLst>
                    <a:gs pos="0">
                      <a:srgbClr val="6A798A"/>
                    </a:gs>
                    <a:gs pos="50000">
                      <a:srgbClr val="54677D"/>
                    </a:gs>
                    <a:gs pos="100000">
                      <a:srgbClr val="485A6F"/>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36" name="Google Shape;321;p11">
                <a:extLst>
                  <a:ext uri="{FF2B5EF4-FFF2-40B4-BE49-F238E27FC236}">
                    <a16:creationId xmlns:a16="http://schemas.microsoft.com/office/drawing/2014/main" id="{0FDCBFD6-6700-2B4F-0C19-CAE801D10FEE}"/>
                  </a:ext>
                </a:extLst>
              </p:cNvPr>
              <p:cNvSpPr>
                <a:spLocks/>
              </p:cNvSpPr>
              <p:nvPr/>
            </p:nvSpPr>
            <p:spPr bwMode="auto">
              <a:xfrm>
                <a:off x="5982192" y="3879779"/>
                <a:ext cx="279303" cy="279478"/>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31" name="Google Shape;322;p11">
              <a:extLst>
                <a:ext uri="{FF2B5EF4-FFF2-40B4-BE49-F238E27FC236}">
                  <a16:creationId xmlns:a16="http://schemas.microsoft.com/office/drawing/2014/main" id="{DF03624C-119A-CDE9-4B61-7A210D58CFD8}"/>
                </a:ext>
              </a:extLst>
            </p:cNvPr>
            <p:cNvGrpSpPr>
              <a:grpSpLocks/>
            </p:cNvGrpSpPr>
            <p:nvPr/>
          </p:nvGrpSpPr>
          <p:grpSpPr bwMode="auto">
            <a:xfrm>
              <a:off x="5556108" y="1890087"/>
              <a:ext cx="1137036" cy="1246506"/>
              <a:chOff x="627304" y="1987183"/>
              <a:chExt cx="1595688" cy="1749317"/>
            </a:xfrm>
          </p:grpSpPr>
          <p:sp>
            <p:nvSpPr>
              <p:cNvPr id="32" name="Google Shape;323;p11">
                <a:extLst>
                  <a:ext uri="{FF2B5EF4-FFF2-40B4-BE49-F238E27FC236}">
                    <a16:creationId xmlns:a16="http://schemas.microsoft.com/office/drawing/2014/main" id="{38892467-F581-3F4A-CBC0-1E80490DDD8B}"/>
                  </a:ext>
                </a:extLst>
              </p:cNvPr>
              <p:cNvSpPr>
                <a:spLocks/>
              </p:cNvSpPr>
              <p:nvPr/>
            </p:nvSpPr>
            <p:spPr bwMode="auto">
              <a:xfrm>
                <a:off x="1425697" y="2477449"/>
                <a:ext cx="797295" cy="1259092"/>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404E5C"/>
              </a:solidFill>
              <a:ln w="9525">
                <a:noFill/>
                <a:round/>
                <a:headEnd/>
                <a:tailEnd/>
              </a:ln>
            </p:spPr>
            <p:txBody>
              <a:bodyPr lIns="91425" tIns="45700" rIns="91425" bIns="45700"/>
              <a:lstStyle/>
              <a:p>
                <a:pPr>
                  <a:defRPr/>
                </a:pPr>
                <a:endParaRPr lang="en-US"/>
              </a:p>
            </p:txBody>
          </p:sp>
          <p:sp>
            <p:nvSpPr>
              <p:cNvPr id="33" name="Google Shape;324;p11">
                <a:extLst>
                  <a:ext uri="{FF2B5EF4-FFF2-40B4-BE49-F238E27FC236}">
                    <a16:creationId xmlns:a16="http://schemas.microsoft.com/office/drawing/2014/main" id="{CC004D97-F3B4-801F-4A28-4902519DB16D}"/>
                  </a:ext>
                </a:extLst>
              </p:cNvPr>
              <p:cNvSpPr>
                <a:spLocks/>
              </p:cNvSpPr>
              <p:nvPr/>
            </p:nvSpPr>
            <p:spPr bwMode="auto">
              <a:xfrm>
                <a:off x="628402" y="2477449"/>
                <a:ext cx="799523" cy="1259092"/>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93A3B5"/>
              </a:solidFill>
              <a:ln w="9525">
                <a:noFill/>
                <a:round/>
                <a:headEnd/>
                <a:tailEnd/>
              </a:ln>
            </p:spPr>
            <p:txBody>
              <a:bodyPr lIns="91425" tIns="45700" rIns="91425" bIns="45700"/>
              <a:lstStyle/>
              <a:p>
                <a:pPr>
                  <a:defRPr/>
                </a:pPr>
                <a:endParaRPr lang="en-US"/>
              </a:p>
            </p:txBody>
          </p:sp>
          <p:sp>
            <p:nvSpPr>
              <p:cNvPr id="34" name="Google Shape;325;p11">
                <a:extLst>
                  <a:ext uri="{FF2B5EF4-FFF2-40B4-BE49-F238E27FC236}">
                    <a16:creationId xmlns:a16="http://schemas.microsoft.com/office/drawing/2014/main" id="{C44307FA-9A5F-7E53-624B-DAB0E02C864C}"/>
                  </a:ext>
                </a:extLst>
              </p:cNvPr>
              <p:cNvSpPr/>
              <p:nvPr/>
            </p:nvSpPr>
            <p:spPr>
              <a:xfrm>
                <a:off x="628402" y="1987183"/>
                <a:ext cx="1594590" cy="982760"/>
              </a:xfrm>
              <a:custGeom>
                <a:avLst/>
                <a:gdLst/>
                <a:ahLst/>
                <a:cxnLst/>
                <a:rect l="0" t="0" r="0" b="0"/>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grpSp>
      <p:grpSp>
        <p:nvGrpSpPr>
          <p:cNvPr id="39" name="Google Shape;326;p11">
            <a:extLst>
              <a:ext uri="{FF2B5EF4-FFF2-40B4-BE49-F238E27FC236}">
                <a16:creationId xmlns:a16="http://schemas.microsoft.com/office/drawing/2014/main" id="{6F5B7924-0606-B0AE-C9C5-AEC8177A8FA8}"/>
              </a:ext>
            </a:extLst>
          </p:cNvPr>
          <p:cNvGrpSpPr>
            <a:grpSpLocks/>
          </p:cNvGrpSpPr>
          <p:nvPr/>
        </p:nvGrpSpPr>
        <p:grpSpPr bwMode="auto">
          <a:xfrm>
            <a:off x="7696200" y="2917825"/>
            <a:ext cx="1303338" cy="2433638"/>
            <a:chOff x="7521759" y="1890087"/>
            <a:chExt cx="1304470" cy="2434590"/>
          </a:xfrm>
        </p:grpSpPr>
        <p:grpSp>
          <p:nvGrpSpPr>
            <p:cNvPr id="40" name="Google Shape;327;p11">
              <a:extLst>
                <a:ext uri="{FF2B5EF4-FFF2-40B4-BE49-F238E27FC236}">
                  <a16:creationId xmlns:a16="http://schemas.microsoft.com/office/drawing/2014/main" id="{71C6A822-D80D-4E78-1FEE-163161ED4D54}"/>
                </a:ext>
              </a:extLst>
            </p:cNvPr>
            <p:cNvGrpSpPr>
              <a:grpSpLocks/>
            </p:cNvGrpSpPr>
            <p:nvPr/>
          </p:nvGrpSpPr>
          <p:grpSpPr bwMode="auto">
            <a:xfrm>
              <a:off x="7521759" y="2766730"/>
              <a:ext cx="1304470" cy="1557947"/>
              <a:chOff x="7521759" y="2766730"/>
              <a:chExt cx="1304470" cy="1557947"/>
            </a:xfrm>
          </p:grpSpPr>
          <p:grpSp>
            <p:nvGrpSpPr>
              <p:cNvPr id="45" name="Google Shape;328;p11">
                <a:extLst>
                  <a:ext uri="{FF2B5EF4-FFF2-40B4-BE49-F238E27FC236}">
                    <a16:creationId xmlns:a16="http://schemas.microsoft.com/office/drawing/2014/main" id="{FB8DF25E-6DDF-A9AA-1E54-0FFE8B8E6293}"/>
                  </a:ext>
                </a:extLst>
              </p:cNvPr>
              <p:cNvGrpSpPr>
                <a:grpSpLocks/>
              </p:cNvGrpSpPr>
              <p:nvPr/>
            </p:nvGrpSpPr>
            <p:grpSpPr bwMode="auto">
              <a:xfrm>
                <a:off x="7521759" y="2766730"/>
                <a:ext cx="1304470" cy="1557947"/>
                <a:chOff x="7980910" y="3266951"/>
                <a:chExt cx="1304470" cy="1557947"/>
              </a:xfrm>
            </p:grpSpPr>
            <p:sp>
              <p:nvSpPr>
                <p:cNvPr id="47" name="Google Shape;329;p11">
                  <a:extLst>
                    <a:ext uri="{FF2B5EF4-FFF2-40B4-BE49-F238E27FC236}">
                      <a16:creationId xmlns:a16="http://schemas.microsoft.com/office/drawing/2014/main" id="{19422B12-FF7D-F3FE-8398-74D36E20BEAE}"/>
                    </a:ext>
                  </a:extLst>
                </p:cNvPr>
                <p:cNvSpPr/>
                <p:nvPr/>
              </p:nvSpPr>
              <p:spPr>
                <a:xfrm rot="10800000" flipH="1">
                  <a:off x="7980910" y="3266951"/>
                  <a:ext cx="1304470" cy="1019574"/>
                </a:xfrm>
                <a:prstGeom prst="triangle">
                  <a:avLst>
                    <a:gd name="adj" fmla="val 50000"/>
                  </a:avLst>
                </a:prstGeom>
                <a:gradFill>
                  <a:gsLst>
                    <a:gs pos="0">
                      <a:schemeClr val="accent4"/>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48" name="Google Shape;330;p11">
                  <a:extLst>
                    <a:ext uri="{FF2B5EF4-FFF2-40B4-BE49-F238E27FC236}">
                      <a16:creationId xmlns:a16="http://schemas.microsoft.com/office/drawing/2014/main" id="{0A879CFA-65DE-85A6-4555-D4295B20D699}"/>
                    </a:ext>
                  </a:extLst>
                </p:cNvPr>
                <p:cNvSpPr>
                  <a:spLocks noChangeArrowheads="1"/>
                </p:cNvSpPr>
                <p:nvPr/>
              </p:nvSpPr>
              <p:spPr bwMode="auto">
                <a:xfrm>
                  <a:off x="8347942" y="4238881"/>
                  <a:ext cx="586296" cy="586017"/>
                </a:xfrm>
                <a:prstGeom prst="roundRect">
                  <a:avLst>
                    <a:gd name="adj" fmla="val 16667"/>
                  </a:avLst>
                </a:prstGeom>
                <a:gradFill rotWithShape="0">
                  <a:gsLst>
                    <a:gs pos="0">
                      <a:srgbClr val="5E697B"/>
                    </a:gs>
                    <a:gs pos="50000">
                      <a:srgbClr val="42536A"/>
                    </a:gs>
                    <a:gs pos="100000">
                      <a:srgbClr val="38495F"/>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46" name="Google Shape;331;p11">
                <a:extLst>
                  <a:ext uri="{FF2B5EF4-FFF2-40B4-BE49-F238E27FC236}">
                    <a16:creationId xmlns:a16="http://schemas.microsoft.com/office/drawing/2014/main" id="{E5D01724-2E3F-F78A-3A85-398D3DC27FCC}"/>
                  </a:ext>
                </a:extLst>
              </p:cNvPr>
              <p:cNvSpPr>
                <a:spLocks/>
              </p:cNvSpPr>
              <p:nvPr/>
            </p:nvSpPr>
            <p:spPr bwMode="auto">
              <a:xfrm>
                <a:off x="8050856" y="3892708"/>
                <a:ext cx="279643" cy="277921"/>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41" name="Google Shape;332;p11">
              <a:extLst>
                <a:ext uri="{FF2B5EF4-FFF2-40B4-BE49-F238E27FC236}">
                  <a16:creationId xmlns:a16="http://schemas.microsoft.com/office/drawing/2014/main" id="{73EB6A3F-217C-2EF1-6D01-A67AD4F6784B}"/>
                </a:ext>
              </a:extLst>
            </p:cNvPr>
            <p:cNvGrpSpPr>
              <a:grpSpLocks/>
            </p:cNvGrpSpPr>
            <p:nvPr/>
          </p:nvGrpSpPr>
          <p:grpSpPr bwMode="auto">
            <a:xfrm>
              <a:off x="7621859" y="1890087"/>
              <a:ext cx="1136553" cy="1246506"/>
              <a:chOff x="626908" y="1987183"/>
              <a:chExt cx="1595011" cy="1749317"/>
            </a:xfrm>
          </p:grpSpPr>
          <p:sp>
            <p:nvSpPr>
              <p:cNvPr id="42" name="Google Shape;333;p11">
                <a:extLst>
                  <a:ext uri="{FF2B5EF4-FFF2-40B4-BE49-F238E27FC236}">
                    <a16:creationId xmlns:a16="http://schemas.microsoft.com/office/drawing/2014/main" id="{8CE5E58F-64B3-445E-1EDD-E7841D2006A6}"/>
                  </a:ext>
                </a:extLst>
              </p:cNvPr>
              <p:cNvSpPr>
                <a:spLocks/>
              </p:cNvSpPr>
              <p:nvPr/>
            </p:nvSpPr>
            <p:spPr bwMode="auto">
              <a:xfrm>
                <a:off x="1425174" y="2477504"/>
                <a:ext cx="796036" cy="1259234"/>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323F4F"/>
              </a:solidFill>
              <a:ln w="9525">
                <a:noFill/>
                <a:round/>
                <a:headEnd/>
                <a:tailEnd/>
              </a:ln>
            </p:spPr>
            <p:txBody>
              <a:bodyPr lIns="91425" tIns="45700" rIns="91425" bIns="45700"/>
              <a:lstStyle/>
              <a:p>
                <a:pPr>
                  <a:defRPr/>
                </a:pPr>
                <a:endParaRPr lang="en-US"/>
              </a:p>
            </p:txBody>
          </p:sp>
          <p:sp>
            <p:nvSpPr>
              <p:cNvPr id="43" name="Google Shape;334;p11">
                <a:extLst>
                  <a:ext uri="{FF2B5EF4-FFF2-40B4-BE49-F238E27FC236}">
                    <a16:creationId xmlns:a16="http://schemas.microsoft.com/office/drawing/2014/main" id="{BAAB0B23-EC3D-0AE5-3F55-3C2FC32C39F0}"/>
                  </a:ext>
                </a:extLst>
              </p:cNvPr>
              <p:cNvSpPr>
                <a:spLocks/>
              </p:cNvSpPr>
              <p:nvPr/>
            </p:nvSpPr>
            <p:spPr bwMode="auto">
              <a:xfrm>
                <a:off x="626908" y="2477504"/>
                <a:ext cx="800495" cy="1259234"/>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8296B0"/>
              </a:solidFill>
              <a:ln w="9525">
                <a:noFill/>
                <a:round/>
                <a:headEnd/>
                <a:tailEnd/>
              </a:ln>
            </p:spPr>
            <p:txBody>
              <a:bodyPr lIns="91425" tIns="45700" rIns="91425" bIns="45700"/>
              <a:lstStyle/>
              <a:p>
                <a:pPr>
                  <a:defRPr/>
                </a:pPr>
                <a:endParaRPr lang="en-US"/>
              </a:p>
            </p:txBody>
          </p:sp>
          <p:sp>
            <p:nvSpPr>
              <p:cNvPr id="44" name="Google Shape;335;p11">
                <a:extLst>
                  <a:ext uri="{FF2B5EF4-FFF2-40B4-BE49-F238E27FC236}">
                    <a16:creationId xmlns:a16="http://schemas.microsoft.com/office/drawing/2014/main" id="{DBBA347C-380B-58F5-02B2-236EE60CCC07}"/>
                  </a:ext>
                </a:extLst>
              </p:cNvPr>
              <p:cNvSpPr/>
              <p:nvPr/>
            </p:nvSpPr>
            <p:spPr>
              <a:xfrm>
                <a:off x="626908" y="1987183"/>
                <a:ext cx="1594302" cy="982871"/>
              </a:xfrm>
              <a:custGeom>
                <a:avLst/>
                <a:gdLst/>
                <a:ahLst/>
                <a:cxnLst/>
                <a:rect l="0" t="0" r="0" b="0"/>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grpSp>
      <p:grpSp>
        <p:nvGrpSpPr>
          <p:cNvPr id="49" name="Google Shape;336;p11">
            <a:extLst>
              <a:ext uri="{FF2B5EF4-FFF2-40B4-BE49-F238E27FC236}">
                <a16:creationId xmlns:a16="http://schemas.microsoft.com/office/drawing/2014/main" id="{B60EFE28-231B-FAFC-B772-01840E95E047}"/>
              </a:ext>
            </a:extLst>
          </p:cNvPr>
          <p:cNvGrpSpPr>
            <a:grpSpLocks/>
          </p:cNvGrpSpPr>
          <p:nvPr/>
        </p:nvGrpSpPr>
        <p:grpSpPr bwMode="auto">
          <a:xfrm>
            <a:off x="10039350" y="2881313"/>
            <a:ext cx="1304925" cy="2436812"/>
            <a:chOff x="9646841" y="1888970"/>
            <a:chExt cx="1304470" cy="2435707"/>
          </a:xfrm>
        </p:grpSpPr>
        <p:grpSp>
          <p:nvGrpSpPr>
            <p:cNvPr id="50" name="Google Shape;337;p11">
              <a:extLst>
                <a:ext uri="{FF2B5EF4-FFF2-40B4-BE49-F238E27FC236}">
                  <a16:creationId xmlns:a16="http://schemas.microsoft.com/office/drawing/2014/main" id="{D1DF7821-4C3F-6469-B024-AC9BFE4B30CE}"/>
                </a:ext>
              </a:extLst>
            </p:cNvPr>
            <p:cNvGrpSpPr>
              <a:grpSpLocks/>
            </p:cNvGrpSpPr>
            <p:nvPr/>
          </p:nvGrpSpPr>
          <p:grpSpPr bwMode="auto">
            <a:xfrm>
              <a:off x="9646841" y="2766459"/>
              <a:ext cx="1304470" cy="1558218"/>
              <a:chOff x="9646841" y="2766459"/>
              <a:chExt cx="1304470" cy="1558218"/>
            </a:xfrm>
          </p:grpSpPr>
          <p:grpSp>
            <p:nvGrpSpPr>
              <p:cNvPr id="55" name="Google Shape;338;p11">
                <a:extLst>
                  <a:ext uri="{FF2B5EF4-FFF2-40B4-BE49-F238E27FC236}">
                    <a16:creationId xmlns:a16="http://schemas.microsoft.com/office/drawing/2014/main" id="{18DA44A2-EB7E-B4DA-284E-662BBF1CD755}"/>
                  </a:ext>
                </a:extLst>
              </p:cNvPr>
              <p:cNvGrpSpPr>
                <a:grpSpLocks/>
              </p:cNvGrpSpPr>
              <p:nvPr/>
            </p:nvGrpSpPr>
            <p:grpSpPr bwMode="auto">
              <a:xfrm>
                <a:off x="9646841" y="2766459"/>
                <a:ext cx="1304470" cy="1558218"/>
                <a:chOff x="9539460" y="3266680"/>
                <a:chExt cx="1304470" cy="1558218"/>
              </a:xfrm>
            </p:grpSpPr>
            <p:sp>
              <p:nvSpPr>
                <p:cNvPr id="57" name="Google Shape;339;p11">
                  <a:extLst>
                    <a:ext uri="{FF2B5EF4-FFF2-40B4-BE49-F238E27FC236}">
                      <a16:creationId xmlns:a16="http://schemas.microsoft.com/office/drawing/2014/main" id="{A45A8D4C-998A-E06A-6859-2A2A1AB2F508}"/>
                    </a:ext>
                  </a:extLst>
                </p:cNvPr>
                <p:cNvSpPr/>
                <p:nvPr/>
              </p:nvSpPr>
              <p:spPr>
                <a:xfrm rot="10800000" flipH="1">
                  <a:off x="9539460" y="3266680"/>
                  <a:ext cx="1304470" cy="1020300"/>
                </a:xfrm>
                <a:prstGeom prst="triangle">
                  <a:avLst>
                    <a:gd name="adj" fmla="val 50000"/>
                  </a:avLst>
                </a:prstGeom>
                <a:gradFill>
                  <a:gsLst>
                    <a:gs pos="0">
                      <a:schemeClr val="accent5"/>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58" name="Google Shape;340;p11">
                  <a:extLst>
                    <a:ext uri="{FF2B5EF4-FFF2-40B4-BE49-F238E27FC236}">
                      <a16:creationId xmlns:a16="http://schemas.microsoft.com/office/drawing/2014/main" id="{71102CE0-67C6-B04C-17F2-753AD589DD00}"/>
                    </a:ext>
                  </a:extLst>
                </p:cNvPr>
                <p:cNvSpPr>
                  <a:spLocks noChangeArrowheads="1"/>
                </p:cNvSpPr>
                <p:nvPr/>
              </p:nvSpPr>
              <p:spPr bwMode="auto">
                <a:xfrm>
                  <a:off x="9904458" y="4239377"/>
                  <a:ext cx="585584" cy="585521"/>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56" name="Google Shape;341;p11">
                <a:extLst>
                  <a:ext uri="{FF2B5EF4-FFF2-40B4-BE49-F238E27FC236}">
                    <a16:creationId xmlns:a16="http://schemas.microsoft.com/office/drawing/2014/main" id="{294674BA-567F-BD29-E9B6-3F8649E537D8}"/>
                  </a:ext>
                </a:extLst>
              </p:cNvPr>
              <p:cNvSpPr>
                <a:spLocks/>
              </p:cNvSpPr>
              <p:nvPr/>
            </p:nvSpPr>
            <p:spPr bwMode="auto">
              <a:xfrm>
                <a:off x="10159425" y="3878792"/>
                <a:ext cx="279303" cy="279273"/>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51" name="Google Shape;342;p11">
              <a:extLst>
                <a:ext uri="{FF2B5EF4-FFF2-40B4-BE49-F238E27FC236}">
                  <a16:creationId xmlns:a16="http://schemas.microsoft.com/office/drawing/2014/main" id="{F9FA411C-82EF-B1ED-159D-B337E1B0D243}"/>
                </a:ext>
              </a:extLst>
            </p:cNvPr>
            <p:cNvGrpSpPr>
              <a:grpSpLocks/>
            </p:cNvGrpSpPr>
            <p:nvPr/>
          </p:nvGrpSpPr>
          <p:grpSpPr bwMode="auto">
            <a:xfrm>
              <a:off x="9755990" y="1888970"/>
              <a:ext cx="1136271" cy="1246506"/>
              <a:chOff x="627304" y="1987183"/>
              <a:chExt cx="1594615" cy="1749317"/>
            </a:xfrm>
          </p:grpSpPr>
          <p:sp>
            <p:nvSpPr>
              <p:cNvPr id="52" name="Google Shape;343;p11">
                <a:extLst>
                  <a:ext uri="{FF2B5EF4-FFF2-40B4-BE49-F238E27FC236}">
                    <a16:creationId xmlns:a16="http://schemas.microsoft.com/office/drawing/2014/main" id="{9BCC1DB0-9AB3-2B3D-2DA4-32B4422836D2}"/>
                  </a:ext>
                </a:extLst>
              </p:cNvPr>
              <p:cNvSpPr>
                <a:spLocks/>
              </p:cNvSpPr>
              <p:nvPr/>
            </p:nvSpPr>
            <p:spPr bwMode="auto">
              <a:xfrm>
                <a:off x="1425092" y="2477090"/>
                <a:ext cx="797296" cy="1260397"/>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53" name="Google Shape;344;p11">
                <a:extLst>
                  <a:ext uri="{FF2B5EF4-FFF2-40B4-BE49-F238E27FC236}">
                    <a16:creationId xmlns:a16="http://schemas.microsoft.com/office/drawing/2014/main" id="{637C2450-B21B-1E3A-9DB0-FDF6C6FBA7F2}"/>
                  </a:ext>
                </a:extLst>
              </p:cNvPr>
              <p:cNvSpPr>
                <a:spLocks/>
              </p:cNvSpPr>
              <p:nvPr/>
            </p:nvSpPr>
            <p:spPr bwMode="auto">
              <a:xfrm>
                <a:off x="627796" y="2477090"/>
                <a:ext cx="799522" cy="1260397"/>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54" name="Google Shape;345;p11">
                <a:extLst>
                  <a:ext uri="{FF2B5EF4-FFF2-40B4-BE49-F238E27FC236}">
                    <a16:creationId xmlns:a16="http://schemas.microsoft.com/office/drawing/2014/main" id="{011F83B8-3C30-8D33-26AF-09780BD5E980}"/>
                  </a:ext>
                </a:extLst>
              </p:cNvPr>
              <p:cNvSpPr>
                <a:spLocks/>
              </p:cNvSpPr>
              <p:nvPr/>
            </p:nvSpPr>
            <p:spPr bwMode="auto">
              <a:xfrm>
                <a:off x="627796" y="1987183"/>
                <a:ext cx="1594591" cy="982040"/>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sp>
        <p:nvSpPr>
          <p:cNvPr id="287" name="Google Shape;287;p11"/>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346" name="Google Shape;346;p11"/>
          <p:cNvSpPr txBox="1">
            <a:spLocks noGrp="1"/>
          </p:cNvSpPr>
          <p:nvPr>
            <p:ph type="body" idx="2"/>
          </p:nvPr>
        </p:nvSpPr>
        <p:spPr>
          <a:xfrm>
            <a:off x="906855" y="5707711"/>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47" name="Google Shape;347;p11"/>
          <p:cNvSpPr txBox="1">
            <a:spLocks noGrp="1"/>
          </p:cNvSpPr>
          <p:nvPr>
            <p:ph type="body" idx="3"/>
          </p:nvPr>
        </p:nvSpPr>
        <p:spPr>
          <a:xfrm>
            <a:off x="3081061" y="5721632"/>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48" name="Google Shape;348;p11"/>
          <p:cNvSpPr txBox="1">
            <a:spLocks noGrp="1"/>
          </p:cNvSpPr>
          <p:nvPr>
            <p:ph type="body" idx="4"/>
          </p:nvPr>
        </p:nvSpPr>
        <p:spPr>
          <a:xfrm>
            <a:off x="5293281" y="5707711"/>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49" name="Google Shape;349;p11"/>
          <p:cNvSpPr txBox="1">
            <a:spLocks noGrp="1"/>
          </p:cNvSpPr>
          <p:nvPr>
            <p:ph type="body" idx="5"/>
          </p:nvPr>
        </p:nvSpPr>
        <p:spPr>
          <a:xfrm>
            <a:off x="7412699" y="5707711"/>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50" name="Google Shape;350;p11"/>
          <p:cNvSpPr txBox="1">
            <a:spLocks noGrp="1"/>
          </p:cNvSpPr>
          <p:nvPr>
            <p:ph type="body" idx="6"/>
          </p:nvPr>
        </p:nvSpPr>
        <p:spPr>
          <a:xfrm>
            <a:off x="9532117" y="5707711"/>
            <a:ext cx="1899629"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51" name="Google Shape;351;p11"/>
          <p:cNvSpPr txBox="1">
            <a:spLocks noGrp="1"/>
          </p:cNvSpPr>
          <p:nvPr>
            <p:ph type="body" idx="7"/>
          </p:nvPr>
        </p:nvSpPr>
        <p:spPr>
          <a:xfrm>
            <a:off x="514350" y="1304995"/>
            <a:ext cx="10273812" cy="1453287"/>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1pPr>
            <a:lvl2pPr marL="914400" marR="0" lvl="1" indent="-342900" algn="l" rtl="0">
              <a:lnSpc>
                <a:spcPct val="100000"/>
              </a:lnSpc>
              <a:spcBef>
                <a:spcPts val="838"/>
              </a:spcBef>
              <a:spcAft>
                <a:spcPts val="0"/>
              </a:spcAft>
              <a:buClr>
                <a:srgbClr val="000000"/>
              </a:buClr>
              <a:buSzPts val="1800"/>
              <a:buFont typeface="Noto Sans Symbols"/>
              <a:buChar char="⇥"/>
              <a:defRPr sz="1800" b="0" i="0" u="none" strike="noStrike" cap="none">
                <a:solidFill>
                  <a:srgbClr val="000000"/>
                </a:solidFill>
                <a:latin typeface="Arial"/>
                <a:ea typeface="Arial"/>
                <a:cs typeface="Arial"/>
                <a:sym typeface="Arial"/>
              </a:defRPr>
            </a:lvl2pPr>
            <a:lvl3pPr marL="1371600" marR="0" lvl="2" indent="-330200" algn="l" rtl="0">
              <a:lnSpc>
                <a:spcPct val="100000"/>
              </a:lnSpc>
              <a:spcBef>
                <a:spcPts val="838"/>
              </a:spcBef>
              <a:spcAft>
                <a:spcPts val="0"/>
              </a:spcAft>
              <a:buClr>
                <a:srgbClr val="000000"/>
              </a:buClr>
              <a:buSzPts val="1600"/>
              <a:buFont typeface="Noto Sans Symbols"/>
              <a:buChar char="↳"/>
              <a:defRPr sz="1600" b="0" i="0" u="none" strike="noStrike" cap="none">
                <a:solidFill>
                  <a:srgbClr val="000000"/>
                </a:solidFill>
                <a:latin typeface="Arial"/>
                <a:ea typeface="Arial"/>
                <a:cs typeface="Arial"/>
                <a:sym typeface="Arial"/>
              </a:defRPr>
            </a:lvl3pPr>
            <a:lvl4pPr marL="1828800" marR="0" lvl="3" indent="-323850" algn="l" rtl="0">
              <a:lnSpc>
                <a:spcPct val="100000"/>
              </a:lnSpc>
              <a:spcBef>
                <a:spcPts val="838"/>
              </a:spcBef>
              <a:spcAft>
                <a:spcPts val="0"/>
              </a:spcAft>
              <a:buClr>
                <a:srgbClr val="000000"/>
              </a:buClr>
              <a:buSzPts val="1500"/>
              <a:buFont typeface="Noto Sans Symbols"/>
              <a:buChar char="→"/>
              <a:defRPr sz="1500" b="0" i="0" u="none" strike="noStrike" cap="none">
                <a:solidFill>
                  <a:srgbClr val="000000"/>
                </a:solidFill>
                <a:latin typeface="Arial"/>
                <a:ea typeface="Arial"/>
                <a:cs typeface="Arial"/>
                <a:sym typeface="Arial"/>
              </a:defRPr>
            </a:lvl4pPr>
            <a:lvl5pPr marL="2286000" marR="0" lvl="4" indent="-298450" algn="l" rtl="0">
              <a:lnSpc>
                <a:spcPct val="100000"/>
              </a:lnSpc>
              <a:spcBef>
                <a:spcPts val="838"/>
              </a:spcBef>
              <a:spcAft>
                <a:spcPts val="0"/>
              </a:spcAft>
              <a:buClr>
                <a:srgbClr val="000000"/>
              </a:buClr>
              <a:buSzPts val="1100"/>
              <a:buFont typeface="Noto Sans Symbols"/>
              <a:buChar char="→"/>
              <a:defRPr sz="1100" b="0" i="0" u="none" strike="noStrike" cap="none">
                <a:solidFill>
                  <a:srgbClr val="000000"/>
                </a:solidFill>
                <a:latin typeface="Arial"/>
                <a:ea typeface="Arial"/>
                <a:cs typeface="Arial"/>
                <a:sym typeface="Arial"/>
              </a:defRPr>
            </a:lvl5pPr>
            <a:lvl6pPr marL="2743200" marR="0" lvl="5" indent="-228600" algn="l" rtl="0">
              <a:lnSpc>
                <a:spcPct val="100000"/>
              </a:lnSpc>
              <a:spcBef>
                <a:spcPts val="838"/>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1006754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1_Squared-Infographic">
  <p:cSld name="1_Squared-Infographic">
    <p:spTree>
      <p:nvGrpSpPr>
        <p:cNvPr id="1" name="Shape 352"/>
        <p:cNvGrpSpPr/>
        <p:nvPr/>
      </p:nvGrpSpPr>
      <p:grpSpPr>
        <a:xfrm>
          <a:off x="0" y="0"/>
          <a:ext cx="0" cy="0"/>
          <a:chOff x="0" y="0"/>
          <a:chExt cx="0" cy="0"/>
        </a:xfrm>
      </p:grpSpPr>
      <p:grpSp>
        <p:nvGrpSpPr>
          <p:cNvPr id="2" name="Google Shape;355;p12">
            <a:extLst>
              <a:ext uri="{FF2B5EF4-FFF2-40B4-BE49-F238E27FC236}">
                <a16:creationId xmlns:a16="http://schemas.microsoft.com/office/drawing/2014/main" id="{95CA971F-6848-0702-C5D2-FB11098CAA4E}"/>
              </a:ext>
            </a:extLst>
          </p:cNvPr>
          <p:cNvGrpSpPr>
            <a:grpSpLocks/>
          </p:cNvGrpSpPr>
          <p:nvPr/>
        </p:nvGrpSpPr>
        <p:grpSpPr bwMode="auto">
          <a:xfrm>
            <a:off x="0" y="3998913"/>
            <a:ext cx="12192000" cy="125412"/>
            <a:chOff x="1751419" y="4036682"/>
            <a:chExt cx="9944457" cy="50961"/>
          </a:xfrm>
        </p:grpSpPr>
        <p:sp>
          <p:nvSpPr>
            <p:cNvPr id="3" name="Google Shape;356;p12">
              <a:extLst>
                <a:ext uri="{FF2B5EF4-FFF2-40B4-BE49-F238E27FC236}">
                  <a16:creationId xmlns:a16="http://schemas.microsoft.com/office/drawing/2014/main" id="{A5689621-A09E-1451-C30B-CA54C12DA2C0}"/>
                </a:ext>
              </a:extLst>
            </p:cNvPr>
            <p:cNvSpPr>
              <a:spLocks noChangeArrowheads="1"/>
            </p:cNvSpPr>
            <p:nvPr/>
          </p:nvSpPr>
          <p:spPr bwMode="auto">
            <a:xfrm>
              <a:off x="3041091" y="4036682"/>
              <a:ext cx="1683307" cy="50961"/>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sp>
          <p:nvSpPr>
            <p:cNvPr id="4" name="Google Shape;357;p12">
              <a:extLst>
                <a:ext uri="{FF2B5EF4-FFF2-40B4-BE49-F238E27FC236}">
                  <a16:creationId xmlns:a16="http://schemas.microsoft.com/office/drawing/2014/main" id="{F3D1E002-A4F1-512E-BF58-2CFBBE064AB8}"/>
                </a:ext>
              </a:extLst>
            </p:cNvPr>
            <p:cNvSpPr/>
            <p:nvPr/>
          </p:nvSpPr>
          <p:spPr>
            <a:xfrm>
              <a:off x="4724397" y="4036682"/>
              <a:ext cx="1715678" cy="50961"/>
            </a:xfrm>
            <a:prstGeom prst="rect">
              <a:avLst/>
            </a:prstGeom>
            <a:solidFill>
              <a:schemeClr val="accent3"/>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5" name="Google Shape;358;p12">
              <a:extLst>
                <a:ext uri="{FF2B5EF4-FFF2-40B4-BE49-F238E27FC236}">
                  <a16:creationId xmlns:a16="http://schemas.microsoft.com/office/drawing/2014/main" id="{7D6C75FB-2E74-66B3-61C6-38BB79486997}"/>
                </a:ext>
              </a:extLst>
            </p:cNvPr>
            <p:cNvSpPr/>
            <p:nvPr/>
          </p:nvSpPr>
          <p:spPr>
            <a:xfrm>
              <a:off x="6436191" y="4036682"/>
              <a:ext cx="1661294" cy="50961"/>
            </a:xfrm>
            <a:prstGeom prst="rect">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6" name="Google Shape;359;p12">
              <a:extLst>
                <a:ext uri="{FF2B5EF4-FFF2-40B4-BE49-F238E27FC236}">
                  <a16:creationId xmlns:a16="http://schemas.microsoft.com/office/drawing/2014/main" id="{B70BF1D3-B9E5-678F-4DBC-AF062898FAC5}"/>
                </a:ext>
              </a:extLst>
            </p:cNvPr>
            <p:cNvSpPr/>
            <p:nvPr/>
          </p:nvSpPr>
          <p:spPr>
            <a:xfrm>
              <a:off x="8087126" y="4036682"/>
              <a:ext cx="1720857" cy="50961"/>
            </a:xfrm>
            <a:prstGeom prst="rect">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7" name="Google Shape;360;p12">
              <a:extLst>
                <a:ext uri="{FF2B5EF4-FFF2-40B4-BE49-F238E27FC236}">
                  <a16:creationId xmlns:a16="http://schemas.microsoft.com/office/drawing/2014/main" id="{F868E9D6-8082-53C1-0554-772BC2E6E598}"/>
                </a:ext>
              </a:extLst>
            </p:cNvPr>
            <p:cNvSpPr>
              <a:spLocks noChangeArrowheads="1"/>
            </p:cNvSpPr>
            <p:nvPr/>
          </p:nvSpPr>
          <p:spPr bwMode="auto">
            <a:xfrm>
              <a:off x="1751419" y="4036682"/>
              <a:ext cx="1289672" cy="50961"/>
            </a:xfrm>
            <a:prstGeom prst="rect">
              <a:avLst/>
            </a:prstGeom>
            <a:solidFill>
              <a:schemeClr val="accent1"/>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sp>
          <p:nvSpPr>
            <p:cNvPr id="8" name="Google Shape;361;p12">
              <a:extLst>
                <a:ext uri="{FF2B5EF4-FFF2-40B4-BE49-F238E27FC236}">
                  <a16:creationId xmlns:a16="http://schemas.microsoft.com/office/drawing/2014/main" id="{62FFC064-7BE7-D817-AB58-6E2B901BAF5C}"/>
                </a:ext>
              </a:extLst>
            </p:cNvPr>
            <p:cNvSpPr>
              <a:spLocks noChangeArrowheads="1"/>
            </p:cNvSpPr>
            <p:nvPr/>
          </p:nvSpPr>
          <p:spPr bwMode="auto">
            <a:xfrm>
              <a:off x="9807983" y="4036682"/>
              <a:ext cx="1887893" cy="50961"/>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grpSp>
      <p:grpSp>
        <p:nvGrpSpPr>
          <p:cNvPr id="9" name="Google Shape;362;p12">
            <a:extLst>
              <a:ext uri="{FF2B5EF4-FFF2-40B4-BE49-F238E27FC236}">
                <a16:creationId xmlns:a16="http://schemas.microsoft.com/office/drawing/2014/main" id="{647CA22D-5D83-6E60-FBEE-B1F3FF1C562D}"/>
              </a:ext>
            </a:extLst>
          </p:cNvPr>
          <p:cNvGrpSpPr>
            <a:grpSpLocks/>
          </p:cNvGrpSpPr>
          <p:nvPr/>
        </p:nvGrpSpPr>
        <p:grpSpPr bwMode="auto">
          <a:xfrm>
            <a:off x="1217613" y="1893888"/>
            <a:ext cx="1304925" cy="2430462"/>
            <a:chOff x="1217471" y="1893408"/>
            <a:chExt cx="1304470" cy="2431269"/>
          </a:xfrm>
        </p:grpSpPr>
        <p:grpSp>
          <p:nvGrpSpPr>
            <p:cNvPr id="10" name="Google Shape;363;p12">
              <a:extLst>
                <a:ext uri="{FF2B5EF4-FFF2-40B4-BE49-F238E27FC236}">
                  <a16:creationId xmlns:a16="http://schemas.microsoft.com/office/drawing/2014/main" id="{5CFA6671-FFD8-9E3D-101D-6AE8878BBB87}"/>
                </a:ext>
              </a:extLst>
            </p:cNvPr>
            <p:cNvGrpSpPr>
              <a:grpSpLocks/>
            </p:cNvGrpSpPr>
            <p:nvPr/>
          </p:nvGrpSpPr>
          <p:grpSpPr bwMode="auto">
            <a:xfrm>
              <a:off x="1217471" y="2766893"/>
              <a:ext cx="1304470" cy="1557784"/>
              <a:chOff x="1217471" y="2766893"/>
              <a:chExt cx="1304470" cy="1557784"/>
            </a:xfrm>
          </p:grpSpPr>
          <p:grpSp>
            <p:nvGrpSpPr>
              <p:cNvPr id="15" name="Google Shape;364;p12">
                <a:extLst>
                  <a:ext uri="{FF2B5EF4-FFF2-40B4-BE49-F238E27FC236}">
                    <a16:creationId xmlns:a16="http://schemas.microsoft.com/office/drawing/2014/main" id="{9F24163B-6AC2-2696-B2D6-4643B5EF997A}"/>
                  </a:ext>
                </a:extLst>
              </p:cNvPr>
              <p:cNvGrpSpPr>
                <a:grpSpLocks/>
              </p:cNvGrpSpPr>
              <p:nvPr/>
            </p:nvGrpSpPr>
            <p:grpSpPr bwMode="auto">
              <a:xfrm>
                <a:off x="1217471" y="2766893"/>
                <a:ext cx="1304470" cy="1557784"/>
                <a:chOff x="1199541" y="3267114"/>
                <a:chExt cx="1304470" cy="1557784"/>
              </a:xfrm>
            </p:grpSpPr>
            <p:sp>
              <p:nvSpPr>
                <p:cNvPr id="17" name="Google Shape;365;p12">
                  <a:extLst>
                    <a:ext uri="{FF2B5EF4-FFF2-40B4-BE49-F238E27FC236}">
                      <a16:creationId xmlns:a16="http://schemas.microsoft.com/office/drawing/2014/main" id="{D84B2C4E-1293-FFAC-0194-9E1CA5F3C089}"/>
                    </a:ext>
                  </a:extLst>
                </p:cNvPr>
                <p:cNvSpPr>
                  <a:spLocks noChangeArrowheads="1"/>
                </p:cNvSpPr>
                <p:nvPr/>
              </p:nvSpPr>
              <p:spPr bwMode="auto">
                <a:xfrm rot="10800000" flipH="1">
                  <a:off x="1199541" y="3267044"/>
                  <a:ext cx="1304470" cy="1019513"/>
                </a:xfrm>
                <a:prstGeom prst="triangle">
                  <a:avLst>
                    <a:gd name="adj" fmla="val 50000"/>
                  </a:avLst>
                </a:prstGeom>
                <a:gradFill rotWithShape="0">
                  <a:gsLst>
                    <a:gs pos="0">
                      <a:schemeClr val="accent1"/>
                    </a:gs>
                    <a:gs pos="100000">
                      <a:srgbClr val="DDD9C3">
                        <a:alpha val="0"/>
                      </a:srgbClr>
                    </a:gs>
                  </a:gsLst>
                  <a:lin ang="5400000"/>
                </a:gra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18" name="Google Shape;366;p12">
                  <a:extLst>
                    <a:ext uri="{FF2B5EF4-FFF2-40B4-BE49-F238E27FC236}">
                      <a16:creationId xmlns:a16="http://schemas.microsoft.com/office/drawing/2014/main" id="{7EA73D11-E60B-0FC2-95BD-E32379FB9337}"/>
                    </a:ext>
                  </a:extLst>
                </p:cNvPr>
                <p:cNvSpPr>
                  <a:spLocks noChangeArrowheads="1"/>
                </p:cNvSpPr>
                <p:nvPr/>
              </p:nvSpPr>
              <p:spPr bwMode="auto">
                <a:xfrm>
                  <a:off x="1540734" y="4238917"/>
                  <a:ext cx="585584" cy="585981"/>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16" name="Google Shape;367;p12">
                <a:extLst>
                  <a:ext uri="{FF2B5EF4-FFF2-40B4-BE49-F238E27FC236}">
                    <a16:creationId xmlns:a16="http://schemas.microsoft.com/office/drawing/2014/main" id="{41F40790-A799-BB4D-CEE8-F9CBCEED3BEC}"/>
                  </a:ext>
                </a:extLst>
              </p:cNvPr>
              <p:cNvSpPr>
                <a:spLocks/>
              </p:cNvSpPr>
              <p:nvPr/>
            </p:nvSpPr>
            <p:spPr bwMode="auto">
              <a:xfrm>
                <a:off x="1718946" y="3883205"/>
                <a:ext cx="279303" cy="279493"/>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11" name="Google Shape;368;p12">
              <a:extLst>
                <a:ext uri="{FF2B5EF4-FFF2-40B4-BE49-F238E27FC236}">
                  <a16:creationId xmlns:a16="http://schemas.microsoft.com/office/drawing/2014/main" id="{7A82F8CE-A3D1-BA5A-E580-75066FAED695}"/>
                </a:ext>
              </a:extLst>
            </p:cNvPr>
            <p:cNvGrpSpPr>
              <a:grpSpLocks/>
            </p:cNvGrpSpPr>
            <p:nvPr/>
          </p:nvGrpSpPr>
          <p:grpSpPr bwMode="auto">
            <a:xfrm>
              <a:off x="1289951" y="1893408"/>
              <a:ext cx="1136271" cy="1246506"/>
              <a:chOff x="627304" y="1987183"/>
              <a:chExt cx="1594615" cy="1749317"/>
            </a:xfrm>
          </p:grpSpPr>
          <p:sp>
            <p:nvSpPr>
              <p:cNvPr id="12" name="Google Shape;369;p12">
                <a:extLst>
                  <a:ext uri="{FF2B5EF4-FFF2-40B4-BE49-F238E27FC236}">
                    <a16:creationId xmlns:a16="http://schemas.microsoft.com/office/drawing/2014/main" id="{49C68BCD-B5F9-F526-7FDD-EB7DA514EEF1}"/>
                  </a:ext>
                </a:extLst>
              </p:cNvPr>
              <p:cNvSpPr>
                <a:spLocks/>
              </p:cNvSpPr>
              <p:nvPr/>
            </p:nvSpPr>
            <p:spPr bwMode="auto">
              <a:xfrm>
                <a:off x="1425329" y="2477475"/>
                <a:ext cx="797296" cy="1259158"/>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13" name="Google Shape;370;p12">
                <a:extLst>
                  <a:ext uri="{FF2B5EF4-FFF2-40B4-BE49-F238E27FC236}">
                    <a16:creationId xmlns:a16="http://schemas.microsoft.com/office/drawing/2014/main" id="{C39B8DE7-24E2-161A-6DE8-BBF137A81B14}"/>
                  </a:ext>
                </a:extLst>
              </p:cNvPr>
              <p:cNvSpPr>
                <a:spLocks/>
              </p:cNvSpPr>
              <p:nvPr/>
            </p:nvSpPr>
            <p:spPr bwMode="auto">
              <a:xfrm>
                <a:off x="628034" y="2477475"/>
                <a:ext cx="799522" cy="1259158"/>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14" name="Google Shape;371;p12">
                <a:extLst>
                  <a:ext uri="{FF2B5EF4-FFF2-40B4-BE49-F238E27FC236}">
                    <a16:creationId xmlns:a16="http://schemas.microsoft.com/office/drawing/2014/main" id="{FF8BFB03-AD33-A38D-3041-4FFAFEF180B7}"/>
                  </a:ext>
                </a:extLst>
              </p:cNvPr>
              <p:cNvSpPr>
                <a:spLocks/>
              </p:cNvSpPr>
              <p:nvPr/>
            </p:nvSpPr>
            <p:spPr bwMode="auto">
              <a:xfrm>
                <a:off x="628034" y="1987183"/>
                <a:ext cx="1594591" cy="982812"/>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grpSp>
        <p:nvGrpSpPr>
          <p:cNvPr id="19" name="Google Shape;372;p12">
            <a:extLst>
              <a:ext uri="{FF2B5EF4-FFF2-40B4-BE49-F238E27FC236}">
                <a16:creationId xmlns:a16="http://schemas.microsoft.com/office/drawing/2014/main" id="{EB19B8CD-881B-4800-D92C-2119BD87066D}"/>
              </a:ext>
            </a:extLst>
          </p:cNvPr>
          <p:cNvGrpSpPr>
            <a:grpSpLocks/>
          </p:cNvGrpSpPr>
          <p:nvPr/>
        </p:nvGrpSpPr>
        <p:grpSpPr bwMode="auto">
          <a:xfrm>
            <a:off x="3286125" y="1893888"/>
            <a:ext cx="1304925" cy="2482850"/>
            <a:chOff x="3326504" y="1893408"/>
            <a:chExt cx="1304470" cy="2483739"/>
          </a:xfrm>
        </p:grpSpPr>
        <p:grpSp>
          <p:nvGrpSpPr>
            <p:cNvPr id="20" name="Google Shape;373;p12">
              <a:extLst>
                <a:ext uri="{FF2B5EF4-FFF2-40B4-BE49-F238E27FC236}">
                  <a16:creationId xmlns:a16="http://schemas.microsoft.com/office/drawing/2014/main" id="{D784947D-76EE-AD66-681E-F39DFEEF5E6C}"/>
                </a:ext>
              </a:extLst>
            </p:cNvPr>
            <p:cNvGrpSpPr>
              <a:grpSpLocks/>
            </p:cNvGrpSpPr>
            <p:nvPr/>
          </p:nvGrpSpPr>
          <p:grpSpPr bwMode="auto">
            <a:xfrm>
              <a:off x="3326504" y="2772528"/>
              <a:ext cx="1304470" cy="1604619"/>
              <a:chOff x="3326504" y="2772528"/>
              <a:chExt cx="1304470" cy="1604619"/>
            </a:xfrm>
          </p:grpSpPr>
          <p:grpSp>
            <p:nvGrpSpPr>
              <p:cNvPr id="25" name="Google Shape;374;p12">
                <a:extLst>
                  <a:ext uri="{FF2B5EF4-FFF2-40B4-BE49-F238E27FC236}">
                    <a16:creationId xmlns:a16="http://schemas.microsoft.com/office/drawing/2014/main" id="{35A32982-A74A-656F-AA17-0AE8320A5399}"/>
                  </a:ext>
                </a:extLst>
              </p:cNvPr>
              <p:cNvGrpSpPr>
                <a:grpSpLocks/>
              </p:cNvGrpSpPr>
              <p:nvPr/>
            </p:nvGrpSpPr>
            <p:grpSpPr bwMode="auto">
              <a:xfrm>
                <a:off x="3326504" y="2772528"/>
                <a:ext cx="1304470" cy="1604619"/>
                <a:chOff x="3269602" y="3277053"/>
                <a:chExt cx="1304470" cy="1593145"/>
              </a:xfrm>
            </p:grpSpPr>
            <p:sp>
              <p:nvSpPr>
                <p:cNvPr id="27" name="Google Shape;375;p12">
                  <a:extLst>
                    <a:ext uri="{FF2B5EF4-FFF2-40B4-BE49-F238E27FC236}">
                      <a16:creationId xmlns:a16="http://schemas.microsoft.com/office/drawing/2014/main" id="{E6AE0408-B91E-9234-9AF5-253E7278162B}"/>
                    </a:ext>
                  </a:extLst>
                </p:cNvPr>
                <p:cNvSpPr>
                  <a:spLocks noChangeArrowheads="1"/>
                </p:cNvSpPr>
                <p:nvPr/>
              </p:nvSpPr>
              <p:spPr bwMode="auto">
                <a:xfrm rot="10800000" flipH="1">
                  <a:off x="3269602" y="3277718"/>
                  <a:ext cx="1304470" cy="1020132"/>
                </a:xfrm>
                <a:prstGeom prst="triangle">
                  <a:avLst>
                    <a:gd name="adj" fmla="val 50000"/>
                  </a:avLst>
                </a:prstGeom>
                <a:gradFill rotWithShape="0">
                  <a:gsLst>
                    <a:gs pos="0">
                      <a:schemeClr val="accent2"/>
                    </a:gs>
                    <a:gs pos="100000">
                      <a:srgbClr val="DDD9C3">
                        <a:alpha val="0"/>
                      </a:srgbClr>
                    </a:gs>
                  </a:gsLst>
                  <a:lin ang="5400000"/>
                </a:gra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28" name="Google Shape;376;p12">
                  <a:extLst>
                    <a:ext uri="{FF2B5EF4-FFF2-40B4-BE49-F238E27FC236}">
                      <a16:creationId xmlns:a16="http://schemas.microsoft.com/office/drawing/2014/main" id="{889EF461-8175-1E6B-D96B-6E1104BE7D2C}"/>
                    </a:ext>
                  </a:extLst>
                </p:cNvPr>
                <p:cNvSpPr>
                  <a:spLocks noChangeArrowheads="1"/>
                </p:cNvSpPr>
                <p:nvPr/>
              </p:nvSpPr>
              <p:spPr bwMode="auto">
                <a:xfrm>
                  <a:off x="3621904" y="4285237"/>
                  <a:ext cx="585584" cy="584961"/>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26" name="Google Shape;377;p12">
                <a:extLst>
                  <a:ext uri="{FF2B5EF4-FFF2-40B4-BE49-F238E27FC236}">
                    <a16:creationId xmlns:a16="http://schemas.microsoft.com/office/drawing/2014/main" id="{6D5C626E-C625-8F35-5A68-4B91E0A2F4D3}"/>
                  </a:ext>
                </a:extLst>
              </p:cNvPr>
              <p:cNvSpPr>
                <a:spLocks/>
              </p:cNvSpPr>
              <p:nvPr/>
            </p:nvSpPr>
            <p:spPr bwMode="auto">
              <a:xfrm>
                <a:off x="3839088" y="3922960"/>
                <a:ext cx="279303" cy="279500"/>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21" name="Google Shape;378;p12">
              <a:extLst>
                <a:ext uri="{FF2B5EF4-FFF2-40B4-BE49-F238E27FC236}">
                  <a16:creationId xmlns:a16="http://schemas.microsoft.com/office/drawing/2014/main" id="{5907198E-B1AD-078C-27F0-E96B0B47E134}"/>
                </a:ext>
              </a:extLst>
            </p:cNvPr>
            <p:cNvGrpSpPr>
              <a:grpSpLocks/>
            </p:cNvGrpSpPr>
            <p:nvPr/>
          </p:nvGrpSpPr>
          <p:grpSpPr bwMode="auto">
            <a:xfrm>
              <a:off x="3410604" y="1893408"/>
              <a:ext cx="1136271" cy="1246506"/>
              <a:chOff x="627304" y="1987183"/>
              <a:chExt cx="1594615" cy="1749317"/>
            </a:xfrm>
          </p:grpSpPr>
          <p:sp>
            <p:nvSpPr>
              <p:cNvPr id="22" name="Google Shape;379;p12">
                <a:extLst>
                  <a:ext uri="{FF2B5EF4-FFF2-40B4-BE49-F238E27FC236}">
                    <a16:creationId xmlns:a16="http://schemas.microsoft.com/office/drawing/2014/main" id="{FA2D6B5D-798D-ED82-4D63-6CA411AB1E0C}"/>
                  </a:ext>
                </a:extLst>
              </p:cNvPr>
              <p:cNvSpPr>
                <a:spLocks/>
              </p:cNvSpPr>
              <p:nvPr/>
            </p:nvSpPr>
            <p:spPr bwMode="auto">
              <a:xfrm>
                <a:off x="1424612" y="2477488"/>
                <a:ext cx="797296" cy="1259191"/>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23" name="Google Shape;380;p12">
                <a:extLst>
                  <a:ext uri="{FF2B5EF4-FFF2-40B4-BE49-F238E27FC236}">
                    <a16:creationId xmlns:a16="http://schemas.microsoft.com/office/drawing/2014/main" id="{1FD953CF-E706-5104-0CBF-1CA29FDAFC3E}"/>
                  </a:ext>
                </a:extLst>
              </p:cNvPr>
              <p:cNvSpPr>
                <a:spLocks/>
              </p:cNvSpPr>
              <p:nvPr/>
            </p:nvSpPr>
            <p:spPr bwMode="auto">
              <a:xfrm>
                <a:off x="627317" y="2477488"/>
                <a:ext cx="799522" cy="1259191"/>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24" name="Google Shape;381;p12">
                <a:extLst>
                  <a:ext uri="{FF2B5EF4-FFF2-40B4-BE49-F238E27FC236}">
                    <a16:creationId xmlns:a16="http://schemas.microsoft.com/office/drawing/2014/main" id="{1EEF9BAF-CD06-2616-EB5D-B9747C1BA13B}"/>
                  </a:ext>
                </a:extLst>
              </p:cNvPr>
              <p:cNvSpPr>
                <a:spLocks/>
              </p:cNvSpPr>
              <p:nvPr/>
            </p:nvSpPr>
            <p:spPr bwMode="auto">
              <a:xfrm>
                <a:off x="627317" y="1987183"/>
                <a:ext cx="1594591" cy="982837"/>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grpSp>
        <p:nvGrpSpPr>
          <p:cNvPr id="29" name="Google Shape;382;p12">
            <a:extLst>
              <a:ext uri="{FF2B5EF4-FFF2-40B4-BE49-F238E27FC236}">
                <a16:creationId xmlns:a16="http://schemas.microsoft.com/office/drawing/2014/main" id="{E200F57E-9E40-6C9B-EC61-301F8F2239E3}"/>
              </a:ext>
            </a:extLst>
          </p:cNvPr>
          <p:cNvGrpSpPr>
            <a:grpSpLocks/>
          </p:cNvGrpSpPr>
          <p:nvPr/>
        </p:nvGrpSpPr>
        <p:grpSpPr bwMode="auto">
          <a:xfrm>
            <a:off x="5362575" y="1890713"/>
            <a:ext cx="1304925" cy="2425700"/>
            <a:chOff x="5452152" y="1890087"/>
            <a:chExt cx="1304470" cy="2426375"/>
          </a:xfrm>
        </p:grpSpPr>
        <p:grpSp>
          <p:nvGrpSpPr>
            <p:cNvPr id="30" name="Google Shape;383;p12">
              <a:extLst>
                <a:ext uri="{FF2B5EF4-FFF2-40B4-BE49-F238E27FC236}">
                  <a16:creationId xmlns:a16="http://schemas.microsoft.com/office/drawing/2014/main" id="{922DCFFF-A1D3-91C5-7021-7A1598F2BAAF}"/>
                </a:ext>
              </a:extLst>
            </p:cNvPr>
            <p:cNvGrpSpPr>
              <a:grpSpLocks/>
            </p:cNvGrpSpPr>
            <p:nvPr/>
          </p:nvGrpSpPr>
          <p:grpSpPr bwMode="auto">
            <a:xfrm>
              <a:off x="5452152" y="2763454"/>
              <a:ext cx="1304470" cy="1553007"/>
              <a:chOff x="5452152" y="2763454"/>
              <a:chExt cx="1304470" cy="1553007"/>
            </a:xfrm>
          </p:grpSpPr>
          <p:grpSp>
            <p:nvGrpSpPr>
              <p:cNvPr id="35" name="Google Shape;384;p12">
                <a:extLst>
                  <a:ext uri="{FF2B5EF4-FFF2-40B4-BE49-F238E27FC236}">
                    <a16:creationId xmlns:a16="http://schemas.microsoft.com/office/drawing/2014/main" id="{492CD850-9EC7-B56D-164A-F6FDEAB87FE6}"/>
                  </a:ext>
                </a:extLst>
              </p:cNvPr>
              <p:cNvGrpSpPr>
                <a:grpSpLocks/>
              </p:cNvGrpSpPr>
              <p:nvPr/>
            </p:nvGrpSpPr>
            <p:grpSpPr bwMode="auto">
              <a:xfrm>
                <a:off x="5452152" y="2763454"/>
                <a:ext cx="1304470" cy="1553007"/>
                <a:chOff x="5960996" y="3266996"/>
                <a:chExt cx="1304470" cy="1559627"/>
              </a:xfrm>
            </p:grpSpPr>
            <p:sp>
              <p:nvSpPr>
                <p:cNvPr id="37" name="Google Shape;385;p12">
                  <a:extLst>
                    <a:ext uri="{FF2B5EF4-FFF2-40B4-BE49-F238E27FC236}">
                      <a16:creationId xmlns:a16="http://schemas.microsoft.com/office/drawing/2014/main" id="{14E449A9-2549-8D83-0E9D-762CD626AB9B}"/>
                    </a:ext>
                  </a:extLst>
                </p:cNvPr>
                <p:cNvSpPr/>
                <p:nvPr/>
              </p:nvSpPr>
              <p:spPr>
                <a:xfrm rot="10800000" flipH="1">
                  <a:off x="5960996" y="3266997"/>
                  <a:ext cx="1304470" cy="1020615"/>
                </a:xfrm>
                <a:prstGeom prst="triangle">
                  <a:avLst>
                    <a:gd name="adj" fmla="val 50000"/>
                  </a:avLst>
                </a:prstGeom>
                <a:gradFill>
                  <a:gsLst>
                    <a:gs pos="0">
                      <a:schemeClr val="accent3"/>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38" name="Google Shape;386;p12">
                  <a:extLst>
                    <a:ext uri="{FF2B5EF4-FFF2-40B4-BE49-F238E27FC236}">
                      <a16:creationId xmlns:a16="http://schemas.microsoft.com/office/drawing/2014/main" id="{DEFCB2F6-9228-5809-B296-6C1F293B7E86}"/>
                    </a:ext>
                  </a:extLst>
                </p:cNvPr>
                <p:cNvSpPr>
                  <a:spLocks noChangeArrowheads="1"/>
                </p:cNvSpPr>
                <p:nvPr/>
              </p:nvSpPr>
              <p:spPr bwMode="auto">
                <a:xfrm>
                  <a:off x="6313298" y="4241365"/>
                  <a:ext cx="585584" cy="585259"/>
                </a:xfrm>
                <a:prstGeom prst="roundRect">
                  <a:avLst>
                    <a:gd name="adj" fmla="val 16667"/>
                  </a:avLst>
                </a:prstGeom>
                <a:gradFill rotWithShape="0">
                  <a:gsLst>
                    <a:gs pos="0">
                      <a:srgbClr val="6A798A"/>
                    </a:gs>
                    <a:gs pos="50000">
                      <a:srgbClr val="54677D"/>
                    </a:gs>
                    <a:gs pos="100000">
                      <a:srgbClr val="485A6F"/>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36" name="Google Shape;387;p12">
                <a:extLst>
                  <a:ext uri="{FF2B5EF4-FFF2-40B4-BE49-F238E27FC236}">
                    <a16:creationId xmlns:a16="http://schemas.microsoft.com/office/drawing/2014/main" id="{2E15479D-C697-E93F-0DEB-F56820447490}"/>
                  </a:ext>
                </a:extLst>
              </p:cNvPr>
              <p:cNvSpPr>
                <a:spLocks/>
              </p:cNvSpPr>
              <p:nvPr/>
            </p:nvSpPr>
            <p:spPr bwMode="auto">
              <a:xfrm>
                <a:off x="5982192" y="3879778"/>
                <a:ext cx="279303" cy="279478"/>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31" name="Google Shape;388;p12">
              <a:extLst>
                <a:ext uri="{FF2B5EF4-FFF2-40B4-BE49-F238E27FC236}">
                  <a16:creationId xmlns:a16="http://schemas.microsoft.com/office/drawing/2014/main" id="{B427D2D9-90A6-C9A0-2880-7079017A6DE5}"/>
                </a:ext>
              </a:extLst>
            </p:cNvPr>
            <p:cNvGrpSpPr>
              <a:grpSpLocks/>
            </p:cNvGrpSpPr>
            <p:nvPr/>
          </p:nvGrpSpPr>
          <p:grpSpPr bwMode="auto">
            <a:xfrm>
              <a:off x="5556108" y="1890087"/>
              <a:ext cx="1137036" cy="1246506"/>
              <a:chOff x="627304" y="1987183"/>
              <a:chExt cx="1595688" cy="1749317"/>
            </a:xfrm>
          </p:grpSpPr>
          <p:sp>
            <p:nvSpPr>
              <p:cNvPr id="32" name="Google Shape;389;p12">
                <a:extLst>
                  <a:ext uri="{FF2B5EF4-FFF2-40B4-BE49-F238E27FC236}">
                    <a16:creationId xmlns:a16="http://schemas.microsoft.com/office/drawing/2014/main" id="{980EB844-3104-8004-177E-0E896EABCA29}"/>
                  </a:ext>
                </a:extLst>
              </p:cNvPr>
              <p:cNvSpPr>
                <a:spLocks/>
              </p:cNvSpPr>
              <p:nvPr/>
            </p:nvSpPr>
            <p:spPr bwMode="auto">
              <a:xfrm>
                <a:off x="1425697" y="2477449"/>
                <a:ext cx="797295" cy="1259091"/>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404E5C"/>
              </a:solidFill>
              <a:ln w="9525">
                <a:noFill/>
                <a:round/>
                <a:headEnd/>
                <a:tailEnd/>
              </a:ln>
            </p:spPr>
            <p:txBody>
              <a:bodyPr lIns="91425" tIns="45700" rIns="91425" bIns="45700"/>
              <a:lstStyle/>
              <a:p>
                <a:pPr>
                  <a:defRPr/>
                </a:pPr>
                <a:endParaRPr lang="en-US"/>
              </a:p>
            </p:txBody>
          </p:sp>
          <p:sp>
            <p:nvSpPr>
              <p:cNvPr id="33" name="Google Shape;390;p12">
                <a:extLst>
                  <a:ext uri="{FF2B5EF4-FFF2-40B4-BE49-F238E27FC236}">
                    <a16:creationId xmlns:a16="http://schemas.microsoft.com/office/drawing/2014/main" id="{2A191F27-BEA0-A323-D162-D9BC12F3019E}"/>
                  </a:ext>
                </a:extLst>
              </p:cNvPr>
              <p:cNvSpPr>
                <a:spLocks/>
              </p:cNvSpPr>
              <p:nvPr/>
            </p:nvSpPr>
            <p:spPr bwMode="auto">
              <a:xfrm>
                <a:off x="628402" y="2477449"/>
                <a:ext cx="799523" cy="1259091"/>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93A3B5"/>
              </a:solidFill>
              <a:ln w="9525">
                <a:noFill/>
                <a:round/>
                <a:headEnd/>
                <a:tailEnd/>
              </a:ln>
            </p:spPr>
            <p:txBody>
              <a:bodyPr lIns="91425" tIns="45700" rIns="91425" bIns="45700"/>
              <a:lstStyle/>
              <a:p>
                <a:pPr>
                  <a:defRPr/>
                </a:pPr>
                <a:endParaRPr lang="en-US"/>
              </a:p>
            </p:txBody>
          </p:sp>
          <p:sp>
            <p:nvSpPr>
              <p:cNvPr id="34" name="Google Shape;391;p12">
                <a:extLst>
                  <a:ext uri="{FF2B5EF4-FFF2-40B4-BE49-F238E27FC236}">
                    <a16:creationId xmlns:a16="http://schemas.microsoft.com/office/drawing/2014/main" id="{38D99113-C869-F0B4-6DCB-4C52E8A384B4}"/>
                  </a:ext>
                </a:extLst>
              </p:cNvPr>
              <p:cNvSpPr/>
              <p:nvPr/>
            </p:nvSpPr>
            <p:spPr>
              <a:xfrm>
                <a:off x="628402" y="1987183"/>
                <a:ext cx="1594590" cy="982759"/>
              </a:xfrm>
              <a:custGeom>
                <a:avLst/>
                <a:gdLst/>
                <a:ahLst/>
                <a:cxnLst/>
                <a:rect l="0" t="0" r="0" b="0"/>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grpSp>
      <p:grpSp>
        <p:nvGrpSpPr>
          <p:cNvPr id="39" name="Google Shape;392;p12">
            <a:extLst>
              <a:ext uri="{FF2B5EF4-FFF2-40B4-BE49-F238E27FC236}">
                <a16:creationId xmlns:a16="http://schemas.microsoft.com/office/drawing/2014/main" id="{9C36A332-5907-5BDF-5F4A-C825C6512CBD}"/>
              </a:ext>
            </a:extLst>
          </p:cNvPr>
          <p:cNvGrpSpPr>
            <a:grpSpLocks/>
          </p:cNvGrpSpPr>
          <p:nvPr/>
        </p:nvGrpSpPr>
        <p:grpSpPr bwMode="auto">
          <a:xfrm>
            <a:off x="7392988" y="1890713"/>
            <a:ext cx="1303337" cy="2433637"/>
            <a:chOff x="7521759" y="1890087"/>
            <a:chExt cx="1304470" cy="2434590"/>
          </a:xfrm>
        </p:grpSpPr>
        <p:grpSp>
          <p:nvGrpSpPr>
            <p:cNvPr id="40" name="Google Shape;393;p12">
              <a:extLst>
                <a:ext uri="{FF2B5EF4-FFF2-40B4-BE49-F238E27FC236}">
                  <a16:creationId xmlns:a16="http://schemas.microsoft.com/office/drawing/2014/main" id="{5A6688AE-91B4-35E1-0C97-D2E41BC2A05D}"/>
                </a:ext>
              </a:extLst>
            </p:cNvPr>
            <p:cNvGrpSpPr>
              <a:grpSpLocks/>
            </p:cNvGrpSpPr>
            <p:nvPr/>
          </p:nvGrpSpPr>
          <p:grpSpPr bwMode="auto">
            <a:xfrm>
              <a:off x="7521759" y="2766730"/>
              <a:ext cx="1304470" cy="1557947"/>
              <a:chOff x="7521759" y="2766730"/>
              <a:chExt cx="1304470" cy="1557947"/>
            </a:xfrm>
          </p:grpSpPr>
          <p:grpSp>
            <p:nvGrpSpPr>
              <p:cNvPr id="45" name="Google Shape;394;p12">
                <a:extLst>
                  <a:ext uri="{FF2B5EF4-FFF2-40B4-BE49-F238E27FC236}">
                    <a16:creationId xmlns:a16="http://schemas.microsoft.com/office/drawing/2014/main" id="{E6FB39BC-0777-F671-EFD4-04D38F7F572A}"/>
                  </a:ext>
                </a:extLst>
              </p:cNvPr>
              <p:cNvGrpSpPr>
                <a:grpSpLocks/>
              </p:cNvGrpSpPr>
              <p:nvPr/>
            </p:nvGrpSpPr>
            <p:grpSpPr bwMode="auto">
              <a:xfrm>
                <a:off x="7521759" y="2766730"/>
                <a:ext cx="1304470" cy="1557947"/>
                <a:chOff x="7980910" y="3266951"/>
                <a:chExt cx="1304470" cy="1557947"/>
              </a:xfrm>
            </p:grpSpPr>
            <p:sp>
              <p:nvSpPr>
                <p:cNvPr id="47" name="Google Shape;395;p12">
                  <a:extLst>
                    <a:ext uri="{FF2B5EF4-FFF2-40B4-BE49-F238E27FC236}">
                      <a16:creationId xmlns:a16="http://schemas.microsoft.com/office/drawing/2014/main" id="{E5C69AE2-AF94-7337-1154-44B972EE6F23}"/>
                    </a:ext>
                  </a:extLst>
                </p:cNvPr>
                <p:cNvSpPr/>
                <p:nvPr/>
              </p:nvSpPr>
              <p:spPr>
                <a:xfrm rot="10800000" flipH="1">
                  <a:off x="7980910" y="3266951"/>
                  <a:ext cx="1304470" cy="1019574"/>
                </a:xfrm>
                <a:prstGeom prst="triangle">
                  <a:avLst>
                    <a:gd name="adj" fmla="val 50000"/>
                  </a:avLst>
                </a:prstGeom>
                <a:gradFill>
                  <a:gsLst>
                    <a:gs pos="0">
                      <a:schemeClr val="accent4"/>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48" name="Google Shape;396;p12">
                  <a:extLst>
                    <a:ext uri="{FF2B5EF4-FFF2-40B4-BE49-F238E27FC236}">
                      <a16:creationId xmlns:a16="http://schemas.microsoft.com/office/drawing/2014/main" id="{424588DA-5BBC-C204-463E-A29BF3A16D26}"/>
                    </a:ext>
                  </a:extLst>
                </p:cNvPr>
                <p:cNvSpPr>
                  <a:spLocks noChangeArrowheads="1"/>
                </p:cNvSpPr>
                <p:nvPr/>
              </p:nvSpPr>
              <p:spPr bwMode="auto">
                <a:xfrm>
                  <a:off x="8347941" y="4238882"/>
                  <a:ext cx="586297" cy="586016"/>
                </a:xfrm>
                <a:prstGeom prst="roundRect">
                  <a:avLst>
                    <a:gd name="adj" fmla="val 16667"/>
                  </a:avLst>
                </a:prstGeom>
                <a:gradFill rotWithShape="0">
                  <a:gsLst>
                    <a:gs pos="0">
                      <a:srgbClr val="5E697B"/>
                    </a:gs>
                    <a:gs pos="50000">
                      <a:srgbClr val="42536A"/>
                    </a:gs>
                    <a:gs pos="100000">
                      <a:srgbClr val="38495F"/>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46" name="Google Shape;397;p12">
                <a:extLst>
                  <a:ext uri="{FF2B5EF4-FFF2-40B4-BE49-F238E27FC236}">
                    <a16:creationId xmlns:a16="http://schemas.microsoft.com/office/drawing/2014/main" id="{71BD2860-EC8D-0AE4-66D1-8BC78E78BD42}"/>
                  </a:ext>
                </a:extLst>
              </p:cNvPr>
              <p:cNvSpPr>
                <a:spLocks/>
              </p:cNvSpPr>
              <p:nvPr/>
            </p:nvSpPr>
            <p:spPr bwMode="auto">
              <a:xfrm>
                <a:off x="8050856" y="3892708"/>
                <a:ext cx="279643" cy="277922"/>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41" name="Google Shape;398;p12">
              <a:extLst>
                <a:ext uri="{FF2B5EF4-FFF2-40B4-BE49-F238E27FC236}">
                  <a16:creationId xmlns:a16="http://schemas.microsoft.com/office/drawing/2014/main" id="{904EB390-0361-5915-17E6-AD010B9B284D}"/>
                </a:ext>
              </a:extLst>
            </p:cNvPr>
            <p:cNvGrpSpPr>
              <a:grpSpLocks/>
            </p:cNvGrpSpPr>
            <p:nvPr/>
          </p:nvGrpSpPr>
          <p:grpSpPr bwMode="auto">
            <a:xfrm>
              <a:off x="7621858" y="1890087"/>
              <a:ext cx="1136555" cy="1246506"/>
              <a:chOff x="626906" y="1987183"/>
              <a:chExt cx="1595013" cy="1749317"/>
            </a:xfrm>
          </p:grpSpPr>
          <p:sp>
            <p:nvSpPr>
              <p:cNvPr id="42" name="Google Shape;399;p12">
                <a:extLst>
                  <a:ext uri="{FF2B5EF4-FFF2-40B4-BE49-F238E27FC236}">
                    <a16:creationId xmlns:a16="http://schemas.microsoft.com/office/drawing/2014/main" id="{5DB909B3-ED96-36CC-A32E-41E35057E93A}"/>
                  </a:ext>
                </a:extLst>
              </p:cNvPr>
              <p:cNvSpPr>
                <a:spLocks/>
              </p:cNvSpPr>
              <p:nvPr/>
            </p:nvSpPr>
            <p:spPr bwMode="auto">
              <a:xfrm>
                <a:off x="1425172" y="2477504"/>
                <a:ext cx="796037" cy="1259233"/>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323F4F"/>
              </a:solidFill>
              <a:ln w="9525">
                <a:noFill/>
                <a:round/>
                <a:headEnd/>
                <a:tailEnd/>
              </a:ln>
            </p:spPr>
            <p:txBody>
              <a:bodyPr lIns="91425" tIns="45700" rIns="91425" bIns="45700"/>
              <a:lstStyle/>
              <a:p>
                <a:pPr>
                  <a:defRPr/>
                </a:pPr>
                <a:endParaRPr lang="en-US"/>
              </a:p>
            </p:txBody>
          </p:sp>
          <p:sp>
            <p:nvSpPr>
              <p:cNvPr id="43" name="Google Shape;400;p12">
                <a:extLst>
                  <a:ext uri="{FF2B5EF4-FFF2-40B4-BE49-F238E27FC236}">
                    <a16:creationId xmlns:a16="http://schemas.microsoft.com/office/drawing/2014/main" id="{11A2459A-08F7-7CBA-E1C8-7631CAC8E4CF}"/>
                  </a:ext>
                </a:extLst>
              </p:cNvPr>
              <p:cNvSpPr>
                <a:spLocks/>
              </p:cNvSpPr>
              <p:nvPr/>
            </p:nvSpPr>
            <p:spPr bwMode="auto">
              <a:xfrm>
                <a:off x="626906" y="2477504"/>
                <a:ext cx="800497" cy="1259233"/>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8296B0"/>
              </a:solidFill>
              <a:ln w="9525">
                <a:noFill/>
                <a:round/>
                <a:headEnd/>
                <a:tailEnd/>
              </a:ln>
            </p:spPr>
            <p:txBody>
              <a:bodyPr lIns="91425" tIns="45700" rIns="91425" bIns="45700"/>
              <a:lstStyle/>
              <a:p>
                <a:pPr>
                  <a:defRPr/>
                </a:pPr>
                <a:endParaRPr lang="en-US"/>
              </a:p>
            </p:txBody>
          </p:sp>
          <p:sp>
            <p:nvSpPr>
              <p:cNvPr id="44" name="Google Shape;401;p12">
                <a:extLst>
                  <a:ext uri="{FF2B5EF4-FFF2-40B4-BE49-F238E27FC236}">
                    <a16:creationId xmlns:a16="http://schemas.microsoft.com/office/drawing/2014/main" id="{75A18CD2-9D41-2F23-C15F-256894AB8329}"/>
                  </a:ext>
                </a:extLst>
              </p:cNvPr>
              <p:cNvSpPr/>
              <p:nvPr/>
            </p:nvSpPr>
            <p:spPr>
              <a:xfrm>
                <a:off x="626906" y="1987183"/>
                <a:ext cx="1594304" cy="982870"/>
              </a:xfrm>
              <a:custGeom>
                <a:avLst/>
                <a:gdLst/>
                <a:ahLst/>
                <a:cxnLst/>
                <a:rect l="0" t="0" r="0" b="0"/>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grpSp>
      <p:grpSp>
        <p:nvGrpSpPr>
          <p:cNvPr id="49" name="Google Shape;402;p12">
            <a:extLst>
              <a:ext uri="{FF2B5EF4-FFF2-40B4-BE49-F238E27FC236}">
                <a16:creationId xmlns:a16="http://schemas.microsoft.com/office/drawing/2014/main" id="{641AB6F3-1330-BE4A-A9C7-C15C427D4E11}"/>
              </a:ext>
            </a:extLst>
          </p:cNvPr>
          <p:cNvGrpSpPr>
            <a:grpSpLocks/>
          </p:cNvGrpSpPr>
          <p:nvPr/>
        </p:nvGrpSpPr>
        <p:grpSpPr bwMode="auto">
          <a:xfrm>
            <a:off x="9507538" y="1889125"/>
            <a:ext cx="1304925" cy="2435225"/>
            <a:chOff x="9646841" y="1888970"/>
            <a:chExt cx="1304470" cy="2435707"/>
          </a:xfrm>
        </p:grpSpPr>
        <p:grpSp>
          <p:nvGrpSpPr>
            <p:cNvPr id="50" name="Google Shape;403;p12">
              <a:extLst>
                <a:ext uri="{FF2B5EF4-FFF2-40B4-BE49-F238E27FC236}">
                  <a16:creationId xmlns:a16="http://schemas.microsoft.com/office/drawing/2014/main" id="{86976E65-943C-4DE6-8D30-A85000E327F1}"/>
                </a:ext>
              </a:extLst>
            </p:cNvPr>
            <p:cNvGrpSpPr>
              <a:grpSpLocks/>
            </p:cNvGrpSpPr>
            <p:nvPr/>
          </p:nvGrpSpPr>
          <p:grpSpPr bwMode="auto">
            <a:xfrm>
              <a:off x="9646841" y="2767032"/>
              <a:ext cx="1304470" cy="1557645"/>
              <a:chOff x="9646841" y="2767032"/>
              <a:chExt cx="1304470" cy="1557645"/>
            </a:xfrm>
          </p:grpSpPr>
          <p:grpSp>
            <p:nvGrpSpPr>
              <p:cNvPr id="55" name="Google Shape;404;p12">
                <a:extLst>
                  <a:ext uri="{FF2B5EF4-FFF2-40B4-BE49-F238E27FC236}">
                    <a16:creationId xmlns:a16="http://schemas.microsoft.com/office/drawing/2014/main" id="{CC5ABD43-1617-1F34-14CF-25F6B7A1D001}"/>
                  </a:ext>
                </a:extLst>
              </p:cNvPr>
              <p:cNvGrpSpPr>
                <a:grpSpLocks/>
              </p:cNvGrpSpPr>
              <p:nvPr/>
            </p:nvGrpSpPr>
            <p:grpSpPr bwMode="auto">
              <a:xfrm>
                <a:off x="9646841" y="2767032"/>
                <a:ext cx="1304470" cy="1557645"/>
                <a:chOff x="9539460" y="3267253"/>
                <a:chExt cx="1304470" cy="1557645"/>
              </a:xfrm>
            </p:grpSpPr>
            <p:sp>
              <p:nvSpPr>
                <p:cNvPr id="57" name="Google Shape;405;p12">
                  <a:extLst>
                    <a:ext uri="{FF2B5EF4-FFF2-40B4-BE49-F238E27FC236}">
                      <a16:creationId xmlns:a16="http://schemas.microsoft.com/office/drawing/2014/main" id="{BBB2589B-7AB2-5C1D-6678-F59FF3A2DC5A}"/>
                    </a:ext>
                  </a:extLst>
                </p:cNvPr>
                <p:cNvSpPr/>
                <p:nvPr/>
              </p:nvSpPr>
              <p:spPr>
                <a:xfrm rot="10800000" flipH="1">
                  <a:off x="9539460" y="3267253"/>
                  <a:ext cx="1304470" cy="1019377"/>
                </a:xfrm>
                <a:prstGeom prst="triangle">
                  <a:avLst>
                    <a:gd name="adj" fmla="val 50000"/>
                  </a:avLst>
                </a:prstGeom>
                <a:gradFill>
                  <a:gsLst>
                    <a:gs pos="0">
                      <a:schemeClr val="accent5"/>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58" name="Google Shape;406;p12">
                  <a:extLst>
                    <a:ext uri="{FF2B5EF4-FFF2-40B4-BE49-F238E27FC236}">
                      <a16:creationId xmlns:a16="http://schemas.microsoft.com/office/drawing/2014/main" id="{6D000292-6C0C-E7A4-924F-256C5C4AEF3B}"/>
                    </a:ext>
                  </a:extLst>
                </p:cNvPr>
                <p:cNvSpPr>
                  <a:spLocks noChangeArrowheads="1"/>
                </p:cNvSpPr>
                <p:nvPr/>
              </p:nvSpPr>
              <p:spPr bwMode="auto">
                <a:xfrm>
                  <a:off x="9904458" y="4238995"/>
                  <a:ext cx="585583" cy="585903"/>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56" name="Google Shape;407;p12">
                <a:extLst>
                  <a:ext uri="{FF2B5EF4-FFF2-40B4-BE49-F238E27FC236}">
                    <a16:creationId xmlns:a16="http://schemas.microsoft.com/office/drawing/2014/main" id="{CFA8A93A-77EF-8942-52F9-0F39F57FDF9F}"/>
                  </a:ext>
                </a:extLst>
              </p:cNvPr>
              <p:cNvSpPr>
                <a:spLocks/>
              </p:cNvSpPr>
              <p:nvPr/>
            </p:nvSpPr>
            <p:spPr bwMode="auto">
              <a:xfrm>
                <a:off x="10159424" y="3878502"/>
                <a:ext cx="279303" cy="279455"/>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51" name="Google Shape;408;p12">
              <a:extLst>
                <a:ext uri="{FF2B5EF4-FFF2-40B4-BE49-F238E27FC236}">
                  <a16:creationId xmlns:a16="http://schemas.microsoft.com/office/drawing/2014/main" id="{6344E9C6-5DD2-B476-FF41-E5411F6EE8FE}"/>
                </a:ext>
              </a:extLst>
            </p:cNvPr>
            <p:cNvGrpSpPr>
              <a:grpSpLocks/>
            </p:cNvGrpSpPr>
            <p:nvPr/>
          </p:nvGrpSpPr>
          <p:grpSpPr bwMode="auto">
            <a:xfrm>
              <a:off x="9755990" y="1888970"/>
              <a:ext cx="1136271" cy="1246506"/>
              <a:chOff x="627304" y="1987183"/>
              <a:chExt cx="1594615" cy="1749317"/>
            </a:xfrm>
          </p:grpSpPr>
          <p:sp>
            <p:nvSpPr>
              <p:cNvPr id="52" name="Google Shape;409;p12">
                <a:extLst>
                  <a:ext uri="{FF2B5EF4-FFF2-40B4-BE49-F238E27FC236}">
                    <a16:creationId xmlns:a16="http://schemas.microsoft.com/office/drawing/2014/main" id="{EDA3BE0D-52FC-A486-8326-8026A8C86DB6}"/>
                  </a:ext>
                </a:extLst>
              </p:cNvPr>
              <p:cNvSpPr>
                <a:spLocks/>
              </p:cNvSpPr>
              <p:nvPr/>
            </p:nvSpPr>
            <p:spPr bwMode="auto">
              <a:xfrm>
                <a:off x="1425091" y="2477409"/>
                <a:ext cx="797296" cy="1258991"/>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53" name="Google Shape;410;p12">
                <a:extLst>
                  <a:ext uri="{FF2B5EF4-FFF2-40B4-BE49-F238E27FC236}">
                    <a16:creationId xmlns:a16="http://schemas.microsoft.com/office/drawing/2014/main" id="{1742ED5E-DD15-6FE7-E085-B8E9D26207B6}"/>
                  </a:ext>
                </a:extLst>
              </p:cNvPr>
              <p:cNvSpPr>
                <a:spLocks/>
              </p:cNvSpPr>
              <p:nvPr/>
            </p:nvSpPr>
            <p:spPr bwMode="auto">
              <a:xfrm>
                <a:off x="627795" y="2477409"/>
                <a:ext cx="799523" cy="1258991"/>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54" name="Google Shape;411;p12">
                <a:extLst>
                  <a:ext uri="{FF2B5EF4-FFF2-40B4-BE49-F238E27FC236}">
                    <a16:creationId xmlns:a16="http://schemas.microsoft.com/office/drawing/2014/main" id="{D51FC392-2055-E4D4-5F96-C6C9C683DD98}"/>
                  </a:ext>
                </a:extLst>
              </p:cNvPr>
              <p:cNvSpPr>
                <a:spLocks/>
              </p:cNvSpPr>
              <p:nvPr/>
            </p:nvSpPr>
            <p:spPr bwMode="auto">
              <a:xfrm>
                <a:off x="627795" y="1987183"/>
                <a:ext cx="1594591" cy="982682"/>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sp>
        <p:nvSpPr>
          <p:cNvPr id="353" name="Google Shape;353;p12"/>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412" name="Google Shape;412;p12"/>
          <p:cNvSpPr txBox="1">
            <a:spLocks noGrp="1"/>
          </p:cNvSpPr>
          <p:nvPr>
            <p:ph type="body" idx="2"/>
          </p:nvPr>
        </p:nvSpPr>
        <p:spPr>
          <a:xfrm>
            <a:off x="858786" y="5139521"/>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13" name="Google Shape;413;p12"/>
          <p:cNvSpPr txBox="1">
            <a:spLocks noGrp="1"/>
          </p:cNvSpPr>
          <p:nvPr>
            <p:ph type="body" idx="3"/>
          </p:nvPr>
        </p:nvSpPr>
        <p:spPr>
          <a:xfrm>
            <a:off x="868842" y="4680185"/>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14" name="Google Shape;414;p12"/>
          <p:cNvSpPr txBox="1">
            <a:spLocks noGrp="1"/>
          </p:cNvSpPr>
          <p:nvPr>
            <p:ph type="body" idx="4"/>
          </p:nvPr>
        </p:nvSpPr>
        <p:spPr>
          <a:xfrm>
            <a:off x="3213620" y="5139521"/>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15" name="Google Shape;415;p12"/>
          <p:cNvSpPr txBox="1">
            <a:spLocks noGrp="1"/>
          </p:cNvSpPr>
          <p:nvPr>
            <p:ph type="body" idx="5"/>
          </p:nvPr>
        </p:nvSpPr>
        <p:spPr>
          <a:xfrm>
            <a:off x="3223676" y="4680185"/>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16" name="Google Shape;416;p12"/>
          <p:cNvSpPr txBox="1">
            <a:spLocks noGrp="1"/>
          </p:cNvSpPr>
          <p:nvPr>
            <p:ph type="body" idx="6"/>
          </p:nvPr>
        </p:nvSpPr>
        <p:spPr>
          <a:xfrm>
            <a:off x="5283225" y="5139521"/>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17" name="Google Shape;417;p12"/>
          <p:cNvSpPr txBox="1">
            <a:spLocks noGrp="1"/>
          </p:cNvSpPr>
          <p:nvPr>
            <p:ph type="body" idx="7"/>
          </p:nvPr>
        </p:nvSpPr>
        <p:spPr>
          <a:xfrm>
            <a:off x="5293281" y="4680185"/>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18" name="Google Shape;418;p12"/>
          <p:cNvSpPr txBox="1">
            <a:spLocks noGrp="1"/>
          </p:cNvSpPr>
          <p:nvPr>
            <p:ph type="body" idx="8"/>
          </p:nvPr>
        </p:nvSpPr>
        <p:spPr>
          <a:xfrm>
            <a:off x="7402643" y="5139521"/>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19" name="Google Shape;419;p12"/>
          <p:cNvSpPr txBox="1">
            <a:spLocks noGrp="1"/>
          </p:cNvSpPr>
          <p:nvPr>
            <p:ph type="body" idx="9"/>
          </p:nvPr>
        </p:nvSpPr>
        <p:spPr>
          <a:xfrm>
            <a:off x="7412699" y="4680185"/>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20" name="Google Shape;420;p12"/>
          <p:cNvSpPr txBox="1">
            <a:spLocks noGrp="1"/>
          </p:cNvSpPr>
          <p:nvPr>
            <p:ph type="body" idx="13"/>
          </p:nvPr>
        </p:nvSpPr>
        <p:spPr>
          <a:xfrm>
            <a:off x="9688643" y="5139521"/>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21" name="Google Shape;421;p12"/>
          <p:cNvSpPr txBox="1">
            <a:spLocks noGrp="1"/>
          </p:cNvSpPr>
          <p:nvPr>
            <p:ph type="body" idx="14"/>
          </p:nvPr>
        </p:nvSpPr>
        <p:spPr>
          <a:xfrm>
            <a:off x="9698699" y="4680185"/>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173341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Process-Infographic">
  <p:cSld name="Process-Infographic">
    <p:spTree>
      <p:nvGrpSpPr>
        <p:cNvPr id="1" name="Shape 422"/>
        <p:cNvGrpSpPr/>
        <p:nvPr/>
      </p:nvGrpSpPr>
      <p:grpSpPr>
        <a:xfrm>
          <a:off x="0" y="0"/>
          <a:ext cx="0" cy="0"/>
          <a:chOff x="0" y="0"/>
          <a:chExt cx="0" cy="0"/>
        </a:xfrm>
      </p:grpSpPr>
      <p:sp>
        <p:nvSpPr>
          <p:cNvPr id="2" name="Google Shape;425;p13">
            <a:extLst>
              <a:ext uri="{FF2B5EF4-FFF2-40B4-BE49-F238E27FC236}">
                <a16:creationId xmlns:a16="http://schemas.microsoft.com/office/drawing/2014/main" id="{825DE796-BC69-A98A-D424-3EDA3C4B4FFF}"/>
              </a:ext>
            </a:extLst>
          </p:cNvPr>
          <p:cNvSpPr>
            <a:spLocks/>
          </p:cNvSpPr>
          <p:nvPr/>
        </p:nvSpPr>
        <p:spPr bwMode="auto">
          <a:xfrm>
            <a:off x="635000" y="3114675"/>
            <a:ext cx="2438400" cy="1189038"/>
          </a:xfrm>
          <a:custGeom>
            <a:avLst/>
            <a:gdLst>
              <a:gd name="T0" fmla="*/ 0 w 120000"/>
              <a:gd name="T1" fmla="*/ 0 h 120000"/>
              <a:gd name="T2" fmla="*/ 120000 w 120000"/>
              <a:gd name="T3" fmla="*/ 120000 h 120000"/>
            </a:gdLst>
            <a:ahLst/>
            <a:cxnLst>
              <a:cxn ang="0">
                <a:pos x="0" y="0"/>
              </a:cxn>
              <a:cxn ang="0">
                <a:pos x="15114" y="0"/>
              </a:cxn>
              <a:cxn ang="0">
                <a:pos x="15333" y="8702"/>
              </a:cxn>
              <a:cxn ang="0">
                <a:pos x="59999" y="89647"/>
              </a:cxn>
              <a:cxn ang="0">
                <a:pos x="104666" y="8702"/>
              </a:cxn>
              <a:cxn ang="0">
                <a:pos x="104885" y="0"/>
              </a:cxn>
              <a:cxn ang="0">
                <a:pos x="120000" y="0"/>
              </a:cxn>
              <a:cxn ang="0">
                <a:pos x="119703" y="11806"/>
              </a:cxn>
              <a:cxn ang="0">
                <a:pos x="59999" y="120000"/>
              </a:cxn>
              <a:cxn ang="0">
                <a:pos x="296" y="11806"/>
              </a:cxn>
              <a:cxn ang="0">
                <a:pos x="0" y="0"/>
              </a:cxn>
            </a:cxnLst>
            <a:rect l="T0" t="T1" r="T2" b="T3"/>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lnTo>
                  <a:pt x="0" y="0"/>
                </a:lnTo>
                <a:close/>
              </a:path>
            </a:pathLst>
          </a:custGeom>
          <a:solidFill>
            <a:srgbClr val="656D78">
              <a:alpha val="24313"/>
            </a:srgbClr>
          </a:solidFill>
          <a:ln w="9525">
            <a:noFill/>
            <a:round/>
            <a:headEnd/>
            <a:tailEnd/>
          </a:ln>
        </p:spPr>
        <p:txBody>
          <a:bodyPr lIns="91425" tIns="45700" rIns="91425" bIns="45700" anchor="ctr"/>
          <a:lstStyle/>
          <a:p>
            <a:pPr>
              <a:defRPr/>
            </a:pPr>
            <a:endParaRPr lang="en-US"/>
          </a:p>
        </p:txBody>
      </p:sp>
      <p:sp>
        <p:nvSpPr>
          <p:cNvPr id="3" name="Google Shape;426;p13">
            <a:extLst>
              <a:ext uri="{FF2B5EF4-FFF2-40B4-BE49-F238E27FC236}">
                <a16:creationId xmlns:a16="http://schemas.microsoft.com/office/drawing/2014/main" id="{F404575D-69B9-2B7E-1701-9D18740499E5}"/>
              </a:ext>
            </a:extLst>
          </p:cNvPr>
          <p:cNvSpPr>
            <a:spLocks/>
          </p:cNvSpPr>
          <p:nvPr/>
        </p:nvSpPr>
        <p:spPr bwMode="auto">
          <a:xfrm>
            <a:off x="4879975" y="3114675"/>
            <a:ext cx="2438400" cy="1189038"/>
          </a:xfrm>
          <a:custGeom>
            <a:avLst/>
            <a:gdLst>
              <a:gd name="T0" fmla="*/ 0 w 120000"/>
              <a:gd name="T1" fmla="*/ 0 h 120000"/>
              <a:gd name="T2" fmla="*/ 120000 w 120000"/>
              <a:gd name="T3" fmla="*/ 120000 h 120000"/>
            </a:gdLst>
            <a:ahLst/>
            <a:cxnLst>
              <a:cxn ang="0">
                <a:pos x="0" y="0"/>
              </a:cxn>
              <a:cxn ang="0">
                <a:pos x="15114" y="0"/>
              </a:cxn>
              <a:cxn ang="0">
                <a:pos x="15333" y="8702"/>
              </a:cxn>
              <a:cxn ang="0">
                <a:pos x="59999" y="89647"/>
              </a:cxn>
              <a:cxn ang="0">
                <a:pos x="104666" y="8702"/>
              </a:cxn>
              <a:cxn ang="0">
                <a:pos x="104885" y="0"/>
              </a:cxn>
              <a:cxn ang="0">
                <a:pos x="120000" y="0"/>
              </a:cxn>
              <a:cxn ang="0">
                <a:pos x="119703" y="11806"/>
              </a:cxn>
              <a:cxn ang="0">
                <a:pos x="59999" y="120000"/>
              </a:cxn>
              <a:cxn ang="0">
                <a:pos x="296" y="11806"/>
              </a:cxn>
              <a:cxn ang="0">
                <a:pos x="0" y="0"/>
              </a:cxn>
            </a:cxnLst>
            <a:rect l="T0" t="T1" r="T2" b="T3"/>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lnTo>
                  <a:pt x="0" y="0"/>
                </a:lnTo>
                <a:close/>
              </a:path>
            </a:pathLst>
          </a:custGeom>
          <a:solidFill>
            <a:srgbClr val="656D78">
              <a:alpha val="24313"/>
            </a:srgbClr>
          </a:solidFill>
          <a:ln w="9525">
            <a:noFill/>
            <a:round/>
            <a:headEnd/>
            <a:tailEnd/>
          </a:ln>
        </p:spPr>
        <p:txBody>
          <a:bodyPr lIns="91425" tIns="45700" rIns="91425" bIns="45700" anchor="ctr"/>
          <a:lstStyle/>
          <a:p>
            <a:pPr>
              <a:defRPr/>
            </a:pPr>
            <a:endParaRPr lang="en-US"/>
          </a:p>
        </p:txBody>
      </p:sp>
      <p:sp>
        <p:nvSpPr>
          <p:cNvPr id="4" name="Google Shape;427;p13">
            <a:extLst>
              <a:ext uri="{FF2B5EF4-FFF2-40B4-BE49-F238E27FC236}">
                <a16:creationId xmlns:a16="http://schemas.microsoft.com/office/drawing/2014/main" id="{D4C90FDB-C670-C2D7-0CDB-7E7B2B2386D5}"/>
              </a:ext>
            </a:extLst>
          </p:cNvPr>
          <p:cNvSpPr>
            <a:spLocks/>
          </p:cNvSpPr>
          <p:nvPr/>
        </p:nvSpPr>
        <p:spPr bwMode="auto">
          <a:xfrm rot="10800000" flipH="1">
            <a:off x="2754313" y="1925638"/>
            <a:ext cx="2438400" cy="1189037"/>
          </a:xfrm>
          <a:custGeom>
            <a:avLst/>
            <a:gdLst>
              <a:gd name="T0" fmla="*/ 0 w 120000"/>
              <a:gd name="T1" fmla="*/ 0 h 120000"/>
              <a:gd name="T2" fmla="*/ 120000 w 120000"/>
              <a:gd name="T3" fmla="*/ 120000 h 120000"/>
            </a:gdLst>
            <a:ahLst/>
            <a:cxnLst>
              <a:cxn ang="0">
                <a:pos x="0" y="0"/>
              </a:cxn>
              <a:cxn ang="0">
                <a:pos x="15114" y="0"/>
              </a:cxn>
              <a:cxn ang="0">
                <a:pos x="15333" y="8702"/>
              </a:cxn>
              <a:cxn ang="0">
                <a:pos x="59999" y="89647"/>
              </a:cxn>
              <a:cxn ang="0">
                <a:pos x="104666" y="8702"/>
              </a:cxn>
              <a:cxn ang="0">
                <a:pos x="104885" y="0"/>
              </a:cxn>
              <a:cxn ang="0">
                <a:pos x="120000" y="0"/>
              </a:cxn>
              <a:cxn ang="0">
                <a:pos x="119703" y="11806"/>
              </a:cxn>
              <a:cxn ang="0">
                <a:pos x="59999" y="120000"/>
              </a:cxn>
              <a:cxn ang="0">
                <a:pos x="296" y="11806"/>
              </a:cxn>
              <a:cxn ang="0">
                <a:pos x="0" y="0"/>
              </a:cxn>
            </a:cxnLst>
            <a:rect l="T0" t="T1" r="T2" b="T3"/>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lnTo>
                  <a:pt x="0" y="0"/>
                </a:lnTo>
                <a:close/>
              </a:path>
            </a:pathLst>
          </a:custGeom>
          <a:solidFill>
            <a:srgbClr val="656D78">
              <a:alpha val="24313"/>
            </a:srgbClr>
          </a:solidFill>
          <a:ln w="9525">
            <a:noFill/>
            <a:round/>
            <a:headEnd/>
            <a:tailEnd/>
          </a:ln>
        </p:spPr>
        <p:txBody>
          <a:bodyPr lIns="91425" tIns="45700" rIns="91425" bIns="45700" anchor="ctr"/>
          <a:lstStyle/>
          <a:p>
            <a:pPr>
              <a:defRPr/>
            </a:pPr>
            <a:endParaRPr lang="en-US"/>
          </a:p>
        </p:txBody>
      </p:sp>
      <p:sp>
        <p:nvSpPr>
          <p:cNvPr id="5" name="Google Shape;428;p13">
            <a:extLst>
              <a:ext uri="{FF2B5EF4-FFF2-40B4-BE49-F238E27FC236}">
                <a16:creationId xmlns:a16="http://schemas.microsoft.com/office/drawing/2014/main" id="{F7F4A742-3F9E-5064-BE52-915D115B3C15}"/>
              </a:ext>
            </a:extLst>
          </p:cNvPr>
          <p:cNvSpPr>
            <a:spLocks/>
          </p:cNvSpPr>
          <p:nvPr/>
        </p:nvSpPr>
        <p:spPr bwMode="auto">
          <a:xfrm>
            <a:off x="9132888" y="3114675"/>
            <a:ext cx="2438400" cy="1189038"/>
          </a:xfrm>
          <a:custGeom>
            <a:avLst/>
            <a:gdLst>
              <a:gd name="T0" fmla="*/ 0 w 120000"/>
              <a:gd name="T1" fmla="*/ 0 h 120000"/>
              <a:gd name="T2" fmla="*/ 120000 w 120000"/>
              <a:gd name="T3" fmla="*/ 120000 h 120000"/>
            </a:gdLst>
            <a:ahLst/>
            <a:cxnLst>
              <a:cxn ang="0">
                <a:pos x="0" y="0"/>
              </a:cxn>
              <a:cxn ang="0">
                <a:pos x="15114" y="0"/>
              </a:cxn>
              <a:cxn ang="0">
                <a:pos x="15333" y="8702"/>
              </a:cxn>
              <a:cxn ang="0">
                <a:pos x="59999" y="89647"/>
              </a:cxn>
              <a:cxn ang="0">
                <a:pos x="104666" y="8702"/>
              </a:cxn>
              <a:cxn ang="0">
                <a:pos x="104885" y="0"/>
              </a:cxn>
              <a:cxn ang="0">
                <a:pos x="120000" y="0"/>
              </a:cxn>
              <a:cxn ang="0">
                <a:pos x="119703" y="11806"/>
              </a:cxn>
              <a:cxn ang="0">
                <a:pos x="59999" y="120000"/>
              </a:cxn>
              <a:cxn ang="0">
                <a:pos x="296" y="11806"/>
              </a:cxn>
              <a:cxn ang="0">
                <a:pos x="0" y="0"/>
              </a:cxn>
            </a:cxnLst>
            <a:rect l="T0" t="T1" r="T2" b="T3"/>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lnTo>
                  <a:pt x="0" y="0"/>
                </a:lnTo>
                <a:close/>
              </a:path>
            </a:pathLst>
          </a:custGeom>
          <a:solidFill>
            <a:srgbClr val="656D78">
              <a:alpha val="24313"/>
            </a:srgbClr>
          </a:solidFill>
          <a:ln w="9525">
            <a:noFill/>
            <a:round/>
            <a:headEnd/>
            <a:tailEnd/>
          </a:ln>
        </p:spPr>
        <p:txBody>
          <a:bodyPr lIns="91425" tIns="45700" rIns="91425" bIns="45700" anchor="ctr"/>
          <a:lstStyle/>
          <a:p>
            <a:pPr>
              <a:defRPr/>
            </a:pPr>
            <a:endParaRPr lang="en-US"/>
          </a:p>
        </p:txBody>
      </p:sp>
      <p:sp>
        <p:nvSpPr>
          <p:cNvPr id="6" name="Google Shape;429;p13">
            <a:extLst>
              <a:ext uri="{FF2B5EF4-FFF2-40B4-BE49-F238E27FC236}">
                <a16:creationId xmlns:a16="http://schemas.microsoft.com/office/drawing/2014/main" id="{AD064532-EA9A-8B0B-2D0B-FED4501A4BB4}"/>
              </a:ext>
            </a:extLst>
          </p:cNvPr>
          <p:cNvSpPr>
            <a:spLocks/>
          </p:cNvSpPr>
          <p:nvPr/>
        </p:nvSpPr>
        <p:spPr bwMode="auto">
          <a:xfrm rot="10800000" flipH="1">
            <a:off x="7007225" y="1925638"/>
            <a:ext cx="2436813" cy="1189037"/>
          </a:xfrm>
          <a:custGeom>
            <a:avLst/>
            <a:gdLst>
              <a:gd name="T0" fmla="*/ 0 w 120000"/>
              <a:gd name="T1" fmla="*/ 0 h 120000"/>
              <a:gd name="T2" fmla="*/ 120000 w 120000"/>
              <a:gd name="T3" fmla="*/ 120000 h 120000"/>
            </a:gdLst>
            <a:ahLst/>
            <a:cxnLst>
              <a:cxn ang="0">
                <a:pos x="0" y="0"/>
              </a:cxn>
              <a:cxn ang="0">
                <a:pos x="15114" y="0"/>
              </a:cxn>
              <a:cxn ang="0">
                <a:pos x="15333" y="8702"/>
              </a:cxn>
              <a:cxn ang="0">
                <a:pos x="59999" y="89647"/>
              </a:cxn>
              <a:cxn ang="0">
                <a:pos x="104666" y="8702"/>
              </a:cxn>
              <a:cxn ang="0">
                <a:pos x="104885" y="0"/>
              </a:cxn>
              <a:cxn ang="0">
                <a:pos x="120000" y="0"/>
              </a:cxn>
              <a:cxn ang="0">
                <a:pos x="119703" y="11806"/>
              </a:cxn>
              <a:cxn ang="0">
                <a:pos x="59999" y="120000"/>
              </a:cxn>
              <a:cxn ang="0">
                <a:pos x="296" y="11806"/>
              </a:cxn>
              <a:cxn ang="0">
                <a:pos x="0" y="0"/>
              </a:cxn>
            </a:cxnLst>
            <a:rect l="T0" t="T1" r="T2" b="T3"/>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lnTo>
                  <a:pt x="0" y="0"/>
                </a:lnTo>
                <a:close/>
              </a:path>
            </a:pathLst>
          </a:custGeom>
          <a:solidFill>
            <a:srgbClr val="656D78">
              <a:alpha val="24313"/>
            </a:srgbClr>
          </a:solidFill>
          <a:ln w="9525">
            <a:noFill/>
            <a:round/>
            <a:headEnd/>
            <a:tailEnd/>
          </a:ln>
        </p:spPr>
        <p:txBody>
          <a:bodyPr lIns="91425" tIns="45700" rIns="91425" bIns="45700" anchor="ctr"/>
          <a:lstStyle/>
          <a:p>
            <a:pPr>
              <a:defRPr/>
            </a:pPr>
            <a:endParaRPr lang="en-US"/>
          </a:p>
        </p:txBody>
      </p:sp>
      <p:sp>
        <p:nvSpPr>
          <p:cNvPr id="7" name="Google Shape;430;p13">
            <a:extLst>
              <a:ext uri="{FF2B5EF4-FFF2-40B4-BE49-F238E27FC236}">
                <a16:creationId xmlns:a16="http://schemas.microsoft.com/office/drawing/2014/main" id="{BCAF9E0D-F3AF-3EC1-02E7-7008E7E68791}"/>
              </a:ext>
            </a:extLst>
          </p:cNvPr>
          <p:cNvSpPr>
            <a:spLocks/>
          </p:cNvSpPr>
          <p:nvPr/>
        </p:nvSpPr>
        <p:spPr bwMode="auto">
          <a:xfrm>
            <a:off x="2754313" y="3114675"/>
            <a:ext cx="2438400" cy="1189038"/>
          </a:xfrm>
          <a:custGeom>
            <a:avLst/>
            <a:gdLst>
              <a:gd name="T0" fmla="*/ 0 w 120000"/>
              <a:gd name="T1" fmla="*/ 0 h 120000"/>
              <a:gd name="T2" fmla="*/ 120000 w 120000"/>
              <a:gd name="T3" fmla="*/ 120000 h 120000"/>
            </a:gdLst>
            <a:ahLst/>
            <a:cxnLst>
              <a:cxn ang="0">
                <a:pos x="0" y="0"/>
              </a:cxn>
              <a:cxn ang="0">
                <a:pos x="15114" y="0"/>
              </a:cxn>
              <a:cxn ang="0">
                <a:pos x="15333" y="8702"/>
              </a:cxn>
              <a:cxn ang="0">
                <a:pos x="59999" y="89647"/>
              </a:cxn>
              <a:cxn ang="0">
                <a:pos x="104666" y="8702"/>
              </a:cxn>
              <a:cxn ang="0">
                <a:pos x="104885" y="0"/>
              </a:cxn>
              <a:cxn ang="0">
                <a:pos x="120000" y="0"/>
              </a:cxn>
              <a:cxn ang="0">
                <a:pos x="119703" y="11806"/>
              </a:cxn>
              <a:cxn ang="0">
                <a:pos x="59999" y="120000"/>
              </a:cxn>
              <a:cxn ang="0">
                <a:pos x="296" y="11806"/>
              </a:cxn>
              <a:cxn ang="0">
                <a:pos x="0" y="0"/>
              </a:cxn>
            </a:cxnLst>
            <a:rect l="T0" t="T1" r="T2" b="T3"/>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lnTo>
                  <a:pt x="0" y="0"/>
                </a:lnTo>
                <a:close/>
              </a:path>
            </a:pathLst>
          </a:custGeom>
          <a:solidFill>
            <a:schemeClr val="accent2"/>
          </a:solidFill>
          <a:ln w="9525">
            <a:noFill/>
            <a:round/>
            <a:headEnd/>
            <a:tailEnd/>
          </a:ln>
        </p:spPr>
        <p:txBody>
          <a:bodyPr lIns="91425" tIns="45700" rIns="91425" bIns="45700" anchor="ctr"/>
          <a:lstStyle/>
          <a:p>
            <a:pPr>
              <a:defRPr/>
            </a:pPr>
            <a:endParaRPr lang="en-US"/>
          </a:p>
        </p:txBody>
      </p:sp>
      <p:sp>
        <p:nvSpPr>
          <p:cNvPr id="8" name="Google Shape;431;p13">
            <a:extLst>
              <a:ext uri="{FF2B5EF4-FFF2-40B4-BE49-F238E27FC236}">
                <a16:creationId xmlns:a16="http://schemas.microsoft.com/office/drawing/2014/main" id="{45917BB9-A757-AB97-A2DF-CDE4433001B9}"/>
              </a:ext>
            </a:extLst>
          </p:cNvPr>
          <p:cNvSpPr>
            <a:spLocks/>
          </p:cNvSpPr>
          <p:nvPr/>
        </p:nvSpPr>
        <p:spPr bwMode="auto">
          <a:xfrm rot="10800000" flipH="1">
            <a:off x="628650" y="1925638"/>
            <a:ext cx="2436813" cy="1189037"/>
          </a:xfrm>
          <a:custGeom>
            <a:avLst/>
            <a:gdLst>
              <a:gd name="T0" fmla="*/ 0 w 120000"/>
              <a:gd name="T1" fmla="*/ 0 h 120000"/>
              <a:gd name="T2" fmla="*/ 120000 w 120000"/>
              <a:gd name="T3" fmla="*/ 120000 h 120000"/>
            </a:gdLst>
            <a:ahLst/>
            <a:cxnLst>
              <a:cxn ang="0">
                <a:pos x="0" y="0"/>
              </a:cxn>
              <a:cxn ang="0">
                <a:pos x="15114" y="0"/>
              </a:cxn>
              <a:cxn ang="0">
                <a:pos x="15333" y="8702"/>
              </a:cxn>
              <a:cxn ang="0">
                <a:pos x="59999" y="89647"/>
              </a:cxn>
              <a:cxn ang="0">
                <a:pos x="104666" y="8702"/>
              </a:cxn>
              <a:cxn ang="0">
                <a:pos x="104885" y="0"/>
              </a:cxn>
              <a:cxn ang="0">
                <a:pos x="120000" y="0"/>
              </a:cxn>
              <a:cxn ang="0">
                <a:pos x="119703" y="11806"/>
              </a:cxn>
              <a:cxn ang="0">
                <a:pos x="59999" y="120000"/>
              </a:cxn>
              <a:cxn ang="0">
                <a:pos x="296" y="11806"/>
              </a:cxn>
              <a:cxn ang="0">
                <a:pos x="0" y="0"/>
              </a:cxn>
            </a:cxnLst>
            <a:rect l="T0" t="T1" r="T2" b="T3"/>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lnTo>
                  <a:pt x="0" y="0"/>
                </a:lnTo>
                <a:close/>
              </a:path>
            </a:pathLst>
          </a:custGeom>
          <a:solidFill>
            <a:schemeClr val="accent1"/>
          </a:solidFill>
          <a:ln w="9525">
            <a:noFill/>
            <a:round/>
            <a:headEnd/>
            <a:tailEnd/>
          </a:ln>
        </p:spPr>
        <p:txBody>
          <a:bodyPr lIns="91425" tIns="45700" rIns="91425" bIns="45700" anchor="ctr"/>
          <a:lstStyle/>
          <a:p>
            <a:pPr>
              <a:defRPr/>
            </a:pPr>
            <a:endParaRPr lang="en-US"/>
          </a:p>
        </p:txBody>
      </p:sp>
      <p:sp>
        <p:nvSpPr>
          <p:cNvPr id="9" name="Google Shape;432;p13">
            <a:extLst>
              <a:ext uri="{FF2B5EF4-FFF2-40B4-BE49-F238E27FC236}">
                <a16:creationId xmlns:a16="http://schemas.microsoft.com/office/drawing/2014/main" id="{4A9D9E3C-E278-56E0-F9A4-F3BE4897D9AB}"/>
              </a:ext>
            </a:extLst>
          </p:cNvPr>
          <p:cNvSpPr/>
          <p:nvPr/>
        </p:nvSpPr>
        <p:spPr>
          <a:xfrm>
            <a:off x="7007225" y="3114675"/>
            <a:ext cx="2436813" cy="1189038"/>
          </a:xfrm>
          <a:custGeom>
            <a:avLst/>
            <a:gdLst/>
            <a:ahLst/>
            <a:cxnLst/>
            <a:rect l="0" t="0" r="0" b="0"/>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0" name="Google Shape;433;p13">
            <a:extLst>
              <a:ext uri="{FF2B5EF4-FFF2-40B4-BE49-F238E27FC236}">
                <a16:creationId xmlns:a16="http://schemas.microsoft.com/office/drawing/2014/main" id="{FF157AED-DB26-9B5D-93A6-C482D0B050D6}"/>
              </a:ext>
            </a:extLst>
          </p:cNvPr>
          <p:cNvSpPr/>
          <p:nvPr/>
        </p:nvSpPr>
        <p:spPr>
          <a:xfrm rot="10800000" flipH="1">
            <a:off x="4879975" y="1925638"/>
            <a:ext cx="2438400" cy="1189037"/>
          </a:xfrm>
          <a:custGeom>
            <a:avLst/>
            <a:gdLst/>
            <a:ahLst/>
            <a:cxnLst/>
            <a:rect l="0" t="0" r="0" b="0"/>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1" name="Google Shape;434;p13">
            <a:extLst>
              <a:ext uri="{FF2B5EF4-FFF2-40B4-BE49-F238E27FC236}">
                <a16:creationId xmlns:a16="http://schemas.microsoft.com/office/drawing/2014/main" id="{957094EC-5267-9A05-D8C1-939B894E22E4}"/>
              </a:ext>
            </a:extLst>
          </p:cNvPr>
          <p:cNvSpPr/>
          <p:nvPr/>
        </p:nvSpPr>
        <p:spPr>
          <a:xfrm rot="10800000" flipH="1">
            <a:off x="9132888" y="1925638"/>
            <a:ext cx="2438400" cy="1189037"/>
          </a:xfrm>
          <a:custGeom>
            <a:avLst/>
            <a:gdLst/>
            <a:ahLst/>
            <a:cxnLst/>
            <a:rect l="0" t="0" r="0" b="0"/>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6"/>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2" name="Google Shape;435;p13">
            <a:extLst>
              <a:ext uri="{FF2B5EF4-FFF2-40B4-BE49-F238E27FC236}">
                <a16:creationId xmlns:a16="http://schemas.microsoft.com/office/drawing/2014/main" id="{3B5E1200-046C-D58D-DB2E-F01815084C39}"/>
              </a:ext>
            </a:extLst>
          </p:cNvPr>
          <p:cNvSpPr>
            <a:spLocks noChangeArrowheads="1"/>
          </p:cNvSpPr>
          <p:nvPr/>
        </p:nvSpPr>
        <p:spPr bwMode="auto">
          <a:xfrm>
            <a:off x="661988" y="4762500"/>
            <a:ext cx="179387" cy="179388"/>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656D78"/>
              </a:solidFill>
            </a:endParaRPr>
          </a:p>
        </p:txBody>
      </p:sp>
      <p:sp>
        <p:nvSpPr>
          <p:cNvPr id="13" name="Google Shape;436;p13">
            <a:extLst>
              <a:ext uri="{FF2B5EF4-FFF2-40B4-BE49-F238E27FC236}">
                <a16:creationId xmlns:a16="http://schemas.microsoft.com/office/drawing/2014/main" id="{E266E85B-FE37-7D5F-70BB-DE391BA3A232}"/>
              </a:ext>
            </a:extLst>
          </p:cNvPr>
          <p:cNvSpPr>
            <a:spLocks noChangeArrowheads="1"/>
          </p:cNvSpPr>
          <p:nvPr/>
        </p:nvSpPr>
        <p:spPr bwMode="auto">
          <a:xfrm>
            <a:off x="2947988" y="4756150"/>
            <a:ext cx="179387" cy="179388"/>
          </a:xfrm>
          <a:prstGeom prst="ellipse">
            <a:avLst/>
          </a:prstGeom>
          <a:solidFill>
            <a:schemeClr val="accent2"/>
          </a:soli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656D78"/>
              </a:solidFill>
            </a:endParaRPr>
          </a:p>
        </p:txBody>
      </p:sp>
      <p:sp>
        <p:nvSpPr>
          <p:cNvPr id="14" name="Google Shape;437;p13">
            <a:extLst>
              <a:ext uri="{FF2B5EF4-FFF2-40B4-BE49-F238E27FC236}">
                <a16:creationId xmlns:a16="http://schemas.microsoft.com/office/drawing/2014/main" id="{9ED3F480-12C3-6DF1-A130-FDB25DF3E1DA}"/>
              </a:ext>
            </a:extLst>
          </p:cNvPr>
          <p:cNvSpPr/>
          <p:nvPr/>
        </p:nvSpPr>
        <p:spPr>
          <a:xfrm>
            <a:off x="7158038" y="4749800"/>
            <a:ext cx="179387" cy="179388"/>
          </a:xfrm>
          <a:prstGeom prst="ellipse">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rgbClr val="656D78"/>
              </a:solidFill>
              <a:latin typeface="Arial"/>
              <a:ea typeface="Arial"/>
              <a:cs typeface="Arial"/>
              <a:sym typeface="Arial"/>
            </a:endParaRPr>
          </a:p>
        </p:txBody>
      </p:sp>
      <p:sp>
        <p:nvSpPr>
          <p:cNvPr id="15" name="Google Shape;438;p13">
            <a:extLst>
              <a:ext uri="{FF2B5EF4-FFF2-40B4-BE49-F238E27FC236}">
                <a16:creationId xmlns:a16="http://schemas.microsoft.com/office/drawing/2014/main" id="{9B361CBD-3F3B-8042-4DE8-3CDDA882861B}"/>
              </a:ext>
            </a:extLst>
          </p:cNvPr>
          <p:cNvSpPr/>
          <p:nvPr/>
        </p:nvSpPr>
        <p:spPr>
          <a:xfrm>
            <a:off x="9436100" y="4749800"/>
            <a:ext cx="179388" cy="179388"/>
          </a:xfrm>
          <a:prstGeom prst="ellipse">
            <a:avLst/>
          </a:prstGeom>
          <a:solidFill>
            <a:schemeClr val="accent6"/>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rgbClr val="656D78"/>
              </a:solidFill>
              <a:latin typeface="Arial"/>
              <a:ea typeface="Arial"/>
              <a:cs typeface="Arial"/>
              <a:sym typeface="Arial"/>
            </a:endParaRPr>
          </a:p>
        </p:txBody>
      </p:sp>
      <p:sp>
        <p:nvSpPr>
          <p:cNvPr id="16" name="Google Shape;439;p13">
            <a:extLst>
              <a:ext uri="{FF2B5EF4-FFF2-40B4-BE49-F238E27FC236}">
                <a16:creationId xmlns:a16="http://schemas.microsoft.com/office/drawing/2014/main" id="{69140342-25CA-C867-1A60-6D3EB590F074}"/>
              </a:ext>
            </a:extLst>
          </p:cNvPr>
          <p:cNvSpPr/>
          <p:nvPr/>
        </p:nvSpPr>
        <p:spPr>
          <a:xfrm>
            <a:off x="5053013" y="4749800"/>
            <a:ext cx="179387" cy="179388"/>
          </a:xfrm>
          <a:prstGeom prst="ellipse">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rgbClr val="656D78"/>
              </a:solidFill>
              <a:latin typeface="Arial"/>
              <a:ea typeface="Arial"/>
              <a:cs typeface="Arial"/>
              <a:sym typeface="Arial"/>
            </a:endParaRPr>
          </a:p>
        </p:txBody>
      </p:sp>
      <p:sp>
        <p:nvSpPr>
          <p:cNvPr id="423" name="Google Shape;423;p13"/>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440" name="Google Shape;440;p13"/>
          <p:cNvSpPr txBox="1">
            <a:spLocks noGrp="1"/>
          </p:cNvSpPr>
          <p:nvPr>
            <p:ph type="body" idx="2"/>
          </p:nvPr>
        </p:nvSpPr>
        <p:spPr>
          <a:xfrm>
            <a:off x="858786" y="5139521"/>
            <a:ext cx="1733046" cy="108543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1" name="Google Shape;441;p13"/>
          <p:cNvSpPr txBox="1">
            <a:spLocks noGrp="1"/>
          </p:cNvSpPr>
          <p:nvPr>
            <p:ph type="body" idx="3"/>
          </p:nvPr>
        </p:nvSpPr>
        <p:spPr>
          <a:xfrm>
            <a:off x="989700" y="2873670"/>
            <a:ext cx="1733047"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2" name="Google Shape;442;p13"/>
          <p:cNvSpPr txBox="1">
            <a:spLocks noGrp="1"/>
          </p:cNvSpPr>
          <p:nvPr>
            <p:ph type="body" idx="4"/>
          </p:nvPr>
        </p:nvSpPr>
        <p:spPr>
          <a:xfrm>
            <a:off x="3080692" y="2873670"/>
            <a:ext cx="1733047"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3" name="Google Shape;443;p13"/>
          <p:cNvSpPr txBox="1">
            <a:spLocks noGrp="1"/>
          </p:cNvSpPr>
          <p:nvPr>
            <p:ph type="body" idx="5"/>
          </p:nvPr>
        </p:nvSpPr>
        <p:spPr>
          <a:xfrm>
            <a:off x="5220008" y="2873670"/>
            <a:ext cx="1733047"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4" name="Google Shape;444;p13"/>
          <p:cNvSpPr txBox="1">
            <a:spLocks noGrp="1"/>
          </p:cNvSpPr>
          <p:nvPr>
            <p:ph type="body" idx="6"/>
          </p:nvPr>
        </p:nvSpPr>
        <p:spPr>
          <a:xfrm>
            <a:off x="7366812" y="2873670"/>
            <a:ext cx="1733047"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5" name="Google Shape;445;p13"/>
          <p:cNvSpPr txBox="1">
            <a:spLocks noGrp="1"/>
          </p:cNvSpPr>
          <p:nvPr>
            <p:ph type="body" idx="7"/>
          </p:nvPr>
        </p:nvSpPr>
        <p:spPr>
          <a:xfrm>
            <a:off x="9485359" y="2873670"/>
            <a:ext cx="1733047"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6" name="Google Shape;446;p13"/>
          <p:cNvSpPr txBox="1">
            <a:spLocks noGrp="1"/>
          </p:cNvSpPr>
          <p:nvPr>
            <p:ph type="body" idx="8"/>
          </p:nvPr>
        </p:nvSpPr>
        <p:spPr>
          <a:xfrm>
            <a:off x="868842" y="4680185"/>
            <a:ext cx="1733047"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7" name="Google Shape;447;p13"/>
          <p:cNvSpPr txBox="1">
            <a:spLocks noGrp="1"/>
          </p:cNvSpPr>
          <p:nvPr>
            <p:ph type="body" idx="9"/>
          </p:nvPr>
        </p:nvSpPr>
        <p:spPr>
          <a:xfrm>
            <a:off x="3213620" y="5139521"/>
            <a:ext cx="1733046" cy="108543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8" name="Google Shape;448;p13"/>
          <p:cNvSpPr txBox="1">
            <a:spLocks noGrp="1"/>
          </p:cNvSpPr>
          <p:nvPr>
            <p:ph type="body" idx="13"/>
          </p:nvPr>
        </p:nvSpPr>
        <p:spPr>
          <a:xfrm>
            <a:off x="3223676" y="4680185"/>
            <a:ext cx="1733047"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9" name="Google Shape;449;p13"/>
          <p:cNvSpPr txBox="1">
            <a:spLocks noGrp="1"/>
          </p:cNvSpPr>
          <p:nvPr>
            <p:ph type="body" idx="14"/>
          </p:nvPr>
        </p:nvSpPr>
        <p:spPr>
          <a:xfrm>
            <a:off x="5283225" y="5139521"/>
            <a:ext cx="1733046" cy="108543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50" name="Google Shape;450;p13"/>
          <p:cNvSpPr txBox="1">
            <a:spLocks noGrp="1"/>
          </p:cNvSpPr>
          <p:nvPr>
            <p:ph type="body" idx="15"/>
          </p:nvPr>
        </p:nvSpPr>
        <p:spPr>
          <a:xfrm>
            <a:off x="5293281" y="4680185"/>
            <a:ext cx="1733047"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51" name="Google Shape;451;p13"/>
          <p:cNvSpPr txBox="1">
            <a:spLocks noGrp="1"/>
          </p:cNvSpPr>
          <p:nvPr>
            <p:ph type="body" idx="16"/>
          </p:nvPr>
        </p:nvSpPr>
        <p:spPr>
          <a:xfrm>
            <a:off x="7402643" y="5139521"/>
            <a:ext cx="1733046" cy="108543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52" name="Google Shape;452;p13"/>
          <p:cNvSpPr txBox="1">
            <a:spLocks noGrp="1"/>
          </p:cNvSpPr>
          <p:nvPr>
            <p:ph type="body" idx="17"/>
          </p:nvPr>
        </p:nvSpPr>
        <p:spPr>
          <a:xfrm>
            <a:off x="7412699" y="4680185"/>
            <a:ext cx="1733047"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53" name="Google Shape;453;p13"/>
          <p:cNvSpPr txBox="1">
            <a:spLocks noGrp="1"/>
          </p:cNvSpPr>
          <p:nvPr>
            <p:ph type="body" idx="18"/>
          </p:nvPr>
        </p:nvSpPr>
        <p:spPr>
          <a:xfrm>
            <a:off x="9688643" y="5139521"/>
            <a:ext cx="1733046" cy="108543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54" name="Google Shape;454;p13"/>
          <p:cNvSpPr txBox="1">
            <a:spLocks noGrp="1"/>
          </p:cNvSpPr>
          <p:nvPr>
            <p:ph type="body" idx="19"/>
          </p:nvPr>
        </p:nvSpPr>
        <p:spPr>
          <a:xfrm>
            <a:off x="9698699" y="4680185"/>
            <a:ext cx="1733047"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3570781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p:tgtEl>
                                          <p:spTgt spid="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fade">
                                      <p:cBhvr>
                                        <p:cTn id="54" dur="500"/>
                                        <p:tgtEl>
                                          <p:spTgt spid="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AllinedArrows-Infographic">
  <p:cSld name="AllinedArrows-Infographic">
    <p:spTree>
      <p:nvGrpSpPr>
        <p:cNvPr id="1" name="Shape 455"/>
        <p:cNvGrpSpPr/>
        <p:nvPr/>
      </p:nvGrpSpPr>
      <p:grpSpPr>
        <a:xfrm>
          <a:off x="0" y="0"/>
          <a:ext cx="0" cy="0"/>
          <a:chOff x="0" y="0"/>
          <a:chExt cx="0" cy="0"/>
        </a:xfrm>
      </p:grpSpPr>
      <p:sp>
        <p:nvSpPr>
          <p:cNvPr id="2" name="Google Shape;458;p14">
            <a:extLst>
              <a:ext uri="{FF2B5EF4-FFF2-40B4-BE49-F238E27FC236}">
                <a16:creationId xmlns:a16="http://schemas.microsoft.com/office/drawing/2014/main" id="{AAA3F457-7564-5BD4-0465-7085AFB03E23}"/>
              </a:ext>
            </a:extLst>
          </p:cNvPr>
          <p:cNvSpPr>
            <a:spLocks/>
          </p:cNvSpPr>
          <p:nvPr/>
        </p:nvSpPr>
        <p:spPr bwMode="auto">
          <a:xfrm>
            <a:off x="9199563" y="1193800"/>
            <a:ext cx="85725" cy="392113"/>
          </a:xfrm>
          <a:custGeom>
            <a:avLst/>
            <a:gdLst>
              <a:gd name="T0" fmla="*/ 0 w 120000"/>
              <a:gd name="T1" fmla="*/ 0 h 120000"/>
              <a:gd name="T2" fmla="*/ 120000 w 120000"/>
              <a:gd name="T3" fmla="*/ 120000 h 120000"/>
            </a:gdLst>
            <a:ahLst/>
            <a:cxnLst>
              <a:cxn ang="0">
                <a:pos x="0" y="120000"/>
              </a:cxn>
              <a:cxn ang="0">
                <a:pos x="76800" y="98275"/>
              </a:cxn>
              <a:cxn ang="0">
                <a:pos x="0" y="0"/>
              </a:cxn>
              <a:cxn ang="0">
                <a:pos x="110400" y="38275"/>
              </a:cxn>
              <a:cxn ang="0">
                <a:pos x="110400" y="38275"/>
              </a:cxn>
              <a:cxn ang="0">
                <a:pos x="110400" y="39310"/>
              </a:cxn>
              <a:cxn ang="0">
                <a:pos x="110400" y="39310"/>
              </a:cxn>
              <a:cxn ang="0">
                <a:pos x="110400" y="39310"/>
              </a:cxn>
              <a:cxn ang="0">
                <a:pos x="110400" y="39310"/>
              </a:cxn>
              <a:cxn ang="0">
                <a:pos x="110400" y="40344"/>
              </a:cxn>
              <a:cxn ang="0">
                <a:pos x="120000" y="53793"/>
              </a:cxn>
              <a:cxn ang="0">
                <a:pos x="120000" y="54827"/>
              </a:cxn>
              <a:cxn ang="0">
                <a:pos x="120000" y="54827"/>
              </a:cxn>
              <a:cxn ang="0">
                <a:pos x="120000" y="54827"/>
              </a:cxn>
              <a:cxn ang="0">
                <a:pos x="120000" y="54827"/>
              </a:cxn>
              <a:cxn ang="0">
                <a:pos x="120000" y="55862"/>
              </a:cxn>
              <a:cxn ang="0">
                <a:pos x="120000" y="55862"/>
              </a:cxn>
              <a:cxn ang="0">
                <a:pos x="120000" y="55862"/>
              </a:cxn>
              <a:cxn ang="0">
                <a:pos x="120000" y="55862"/>
              </a:cxn>
              <a:cxn ang="0">
                <a:pos x="120000" y="56896"/>
              </a:cxn>
              <a:cxn ang="0">
                <a:pos x="120000" y="56896"/>
              </a:cxn>
              <a:cxn ang="0">
                <a:pos x="120000" y="56896"/>
              </a:cxn>
              <a:cxn ang="0">
                <a:pos x="120000" y="56896"/>
              </a:cxn>
              <a:cxn ang="0">
                <a:pos x="120000" y="57931"/>
              </a:cxn>
              <a:cxn ang="0">
                <a:pos x="120000" y="57931"/>
              </a:cxn>
              <a:cxn ang="0">
                <a:pos x="120000" y="57931"/>
              </a:cxn>
              <a:cxn ang="0">
                <a:pos x="120000" y="57931"/>
              </a:cxn>
              <a:cxn ang="0">
                <a:pos x="120000" y="58965"/>
              </a:cxn>
              <a:cxn ang="0">
                <a:pos x="120000" y="58965"/>
              </a:cxn>
              <a:cxn ang="0">
                <a:pos x="120000" y="58965"/>
              </a:cxn>
              <a:cxn ang="0">
                <a:pos x="120000" y="60000"/>
              </a:cxn>
              <a:cxn ang="0">
                <a:pos x="120000" y="60000"/>
              </a:cxn>
              <a:cxn ang="0">
                <a:pos x="120000" y="60000"/>
              </a:cxn>
            </a:cxnLst>
            <a:rect l="T0" t="T1" r="T2" b="T3"/>
            <a:pathLst>
              <a:path w="120000" h="120000" extrusionOk="0">
                <a:moveTo>
                  <a:pt x="76800" y="98275"/>
                </a:moveTo>
                <a:cubicBezTo>
                  <a:pt x="57600" y="106551"/>
                  <a:pt x="33600" y="113793"/>
                  <a:pt x="0" y="120000"/>
                </a:cubicBezTo>
                <a:cubicBezTo>
                  <a:pt x="0" y="120000"/>
                  <a:pt x="0" y="120000"/>
                  <a:pt x="0" y="120000"/>
                </a:cubicBezTo>
                <a:cubicBezTo>
                  <a:pt x="33600" y="113793"/>
                  <a:pt x="57600" y="106551"/>
                  <a:pt x="76800" y="98275"/>
                </a:cubicBezTo>
                <a:moveTo>
                  <a:pt x="0" y="0"/>
                </a:moveTo>
                <a:cubicBezTo>
                  <a:pt x="0" y="0"/>
                  <a:pt x="0" y="0"/>
                  <a:pt x="0" y="0"/>
                </a:cubicBezTo>
                <a:cubicBezTo>
                  <a:pt x="52800" y="10344"/>
                  <a:pt x="91200" y="23793"/>
                  <a:pt x="110400" y="38275"/>
                </a:cubicBezTo>
                <a:cubicBezTo>
                  <a:pt x="110400" y="38275"/>
                  <a:pt x="110400" y="38275"/>
                  <a:pt x="110400" y="38275"/>
                </a:cubicBezTo>
                <a:cubicBezTo>
                  <a:pt x="110400" y="38275"/>
                  <a:pt x="110400" y="38275"/>
                  <a:pt x="110400" y="38275"/>
                </a:cubicBezTo>
                <a:cubicBezTo>
                  <a:pt x="110400" y="38275"/>
                  <a:pt x="110400" y="38275"/>
                  <a:pt x="110400" y="38275"/>
                </a:cubicBezTo>
                <a:cubicBezTo>
                  <a:pt x="110400" y="38275"/>
                  <a:pt x="110400" y="38275"/>
                  <a:pt x="110400" y="38275"/>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40344"/>
                  <a:pt x="110400" y="40344"/>
                  <a:pt x="110400" y="40344"/>
                </a:cubicBezTo>
                <a:cubicBezTo>
                  <a:pt x="110400" y="40344"/>
                  <a:pt x="110400" y="40344"/>
                  <a:pt x="110400" y="40344"/>
                </a:cubicBezTo>
                <a:cubicBezTo>
                  <a:pt x="115200" y="44482"/>
                  <a:pt x="120000" y="49655"/>
                  <a:pt x="120000" y="53793"/>
                </a:cubicBezTo>
                <a:cubicBezTo>
                  <a:pt x="120000" y="53793"/>
                  <a:pt x="120000" y="53793"/>
                  <a:pt x="120000" y="53793"/>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36206"/>
                  <a:pt x="76800" y="14482"/>
                  <a:pt x="0" y="0"/>
                </a:cubicBezTo>
              </a:path>
            </a:pathLst>
          </a:custGeom>
          <a:solidFill>
            <a:srgbClr val="D3D1D0"/>
          </a:solidFill>
          <a:ln w="9525">
            <a:noFill/>
            <a:round/>
            <a:headEnd/>
            <a:tailEnd/>
          </a:ln>
        </p:spPr>
        <p:txBody>
          <a:bodyPr lIns="91425" tIns="45700" rIns="91425" bIns="45700"/>
          <a:lstStyle/>
          <a:p>
            <a:pPr>
              <a:defRPr/>
            </a:pPr>
            <a:endParaRPr lang="en-US"/>
          </a:p>
        </p:txBody>
      </p:sp>
      <p:sp>
        <p:nvSpPr>
          <p:cNvPr id="3" name="Google Shape;459;p14">
            <a:extLst>
              <a:ext uri="{FF2B5EF4-FFF2-40B4-BE49-F238E27FC236}">
                <a16:creationId xmlns:a16="http://schemas.microsoft.com/office/drawing/2014/main" id="{E1F9C110-45AF-14BC-6518-E0169E02D1AD}"/>
              </a:ext>
            </a:extLst>
          </p:cNvPr>
          <p:cNvSpPr>
            <a:spLocks/>
          </p:cNvSpPr>
          <p:nvPr/>
        </p:nvSpPr>
        <p:spPr bwMode="auto">
          <a:xfrm>
            <a:off x="9199563" y="1193800"/>
            <a:ext cx="85725" cy="392113"/>
          </a:xfrm>
          <a:custGeom>
            <a:avLst/>
            <a:gdLst>
              <a:gd name="T0" fmla="*/ 0 w 120000"/>
              <a:gd name="T1" fmla="*/ 0 h 120000"/>
              <a:gd name="T2" fmla="*/ 120000 w 120000"/>
              <a:gd name="T3" fmla="*/ 120000 h 120000"/>
            </a:gdLst>
            <a:ahLst/>
            <a:cxnLst>
              <a:cxn ang="0">
                <a:pos x="4800" y="120000"/>
              </a:cxn>
              <a:cxn ang="0">
                <a:pos x="0" y="120000"/>
              </a:cxn>
              <a:cxn ang="0">
                <a:pos x="96000" y="88965"/>
              </a:cxn>
              <a:cxn ang="0">
                <a:pos x="120000" y="60000"/>
              </a:cxn>
              <a:cxn ang="0">
                <a:pos x="120000" y="60000"/>
              </a:cxn>
              <a:cxn ang="0">
                <a:pos x="120000" y="60000"/>
              </a:cxn>
              <a:cxn ang="0">
                <a:pos x="120000" y="58965"/>
              </a:cxn>
              <a:cxn ang="0">
                <a:pos x="120000" y="58965"/>
              </a:cxn>
              <a:cxn ang="0">
                <a:pos x="120000" y="58965"/>
              </a:cxn>
              <a:cxn ang="0">
                <a:pos x="120000" y="58965"/>
              </a:cxn>
              <a:cxn ang="0">
                <a:pos x="120000" y="58965"/>
              </a:cxn>
              <a:cxn ang="0">
                <a:pos x="120000" y="58965"/>
              </a:cxn>
              <a:cxn ang="0">
                <a:pos x="120000" y="57931"/>
              </a:cxn>
              <a:cxn ang="0">
                <a:pos x="120000" y="57931"/>
              </a:cxn>
              <a:cxn ang="0">
                <a:pos x="120000" y="57931"/>
              </a:cxn>
              <a:cxn ang="0">
                <a:pos x="120000" y="57931"/>
              </a:cxn>
              <a:cxn ang="0">
                <a:pos x="120000" y="57931"/>
              </a:cxn>
              <a:cxn ang="0">
                <a:pos x="120000" y="57931"/>
              </a:cxn>
              <a:cxn ang="0">
                <a:pos x="120000" y="56896"/>
              </a:cxn>
              <a:cxn ang="0">
                <a:pos x="120000" y="56896"/>
              </a:cxn>
              <a:cxn ang="0">
                <a:pos x="120000" y="56896"/>
              </a:cxn>
              <a:cxn ang="0">
                <a:pos x="120000" y="56896"/>
              </a:cxn>
              <a:cxn ang="0">
                <a:pos x="120000" y="56896"/>
              </a:cxn>
              <a:cxn ang="0">
                <a:pos x="120000" y="56896"/>
              </a:cxn>
              <a:cxn ang="0">
                <a:pos x="120000" y="55862"/>
              </a:cxn>
              <a:cxn ang="0">
                <a:pos x="120000" y="55862"/>
              </a:cxn>
              <a:cxn ang="0">
                <a:pos x="120000" y="55862"/>
              </a:cxn>
              <a:cxn ang="0">
                <a:pos x="120000" y="55862"/>
              </a:cxn>
              <a:cxn ang="0">
                <a:pos x="120000" y="55862"/>
              </a:cxn>
              <a:cxn ang="0">
                <a:pos x="120000" y="54827"/>
              </a:cxn>
              <a:cxn ang="0">
                <a:pos x="120000" y="54827"/>
              </a:cxn>
              <a:cxn ang="0">
                <a:pos x="120000" y="54827"/>
              </a:cxn>
              <a:cxn ang="0">
                <a:pos x="120000" y="54827"/>
              </a:cxn>
              <a:cxn ang="0">
                <a:pos x="120000" y="54827"/>
              </a:cxn>
              <a:cxn ang="0">
                <a:pos x="120000" y="54827"/>
              </a:cxn>
              <a:cxn ang="0">
                <a:pos x="120000" y="53793"/>
              </a:cxn>
              <a:cxn ang="0">
                <a:pos x="110400" y="40344"/>
              </a:cxn>
              <a:cxn ang="0">
                <a:pos x="110400" y="40344"/>
              </a:cxn>
              <a:cxn ang="0">
                <a:pos x="110400" y="39310"/>
              </a:cxn>
              <a:cxn ang="0">
                <a:pos x="110400" y="39310"/>
              </a:cxn>
              <a:cxn ang="0">
                <a:pos x="110400" y="39310"/>
              </a:cxn>
              <a:cxn ang="0">
                <a:pos x="110400" y="39310"/>
              </a:cxn>
              <a:cxn ang="0">
                <a:pos x="110400" y="39310"/>
              </a:cxn>
              <a:cxn ang="0">
                <a:pos x="110400" y="39310"/>
              </a:cxn>
              <a:cxn ang="0">
                <a:pos x="110400" y="38275"/>
              </a:cxn>
              <a:cxn ang="0">
                <a:pos x="110400" y="38275"/>
              </a:cxn>
              <a:cxn ang="0">
                <a:pos x="110400" y="38275"/>
              </a:cxn>
              <a:cxn ang="0">
                <a:pos x="0" y="0"/>
              </a:cxn>
              <a:cxn ang="0">
                <a:pos x="110400" y="38275"/>
              </a:cxn>
            </a:cxnLst>
            <a:rect l="T0" t="T1" r="T2" b="T3"/>
            <a:pathLst>
              <a:path w="120000" h="120000" extrusionOk="0">
                <a:moveTo>
                  <a:pt x="96000" y="88965"/>
                </a:moveTo>
                <a:cubicBezTo>
                  <a:pt x="76800" y="100344"/>
                  <a:pt x="43200" y="110689"/>
                  <a:pt x="4800" y="120000"/>
                </a:cubicBezTo>
                <a:cubicBezTo>
                  <a:pt x="0" y="120000"/>
                  <a:pt x="0" y="120000"/>
                  <a:pt x="0" y="120000"/>
                </a:cubicBezTo>
                <a:cubicBezTo>
                  <a:pt x="0" y="120000"/>
                  <a:pt x="0" y="120000"/>
                  <a:pt x="0" y="120000"/>
                </a:cubicBezTo>
                <a:cubicBezTo>
                  <a:pt x="33600" y="113793"/>
                  <a:pt x="57600" y="106551"/>
                  <a:pt x="76800" y="98275"/>
                </a:cubicBezTo>
                <a:cubicBezTo>
                  <a:pt x="86400" y="95172"/>
                  <a:pt x="91200" y="92068"/>
                  <a:pt x="96000" y="88965"/>
                </a:cubicBezTo>
                <a:moveTo>
                  <a:pt x="120000" y="60000"/>
                </a:moveTo>
                <a:cubicBezTo>
                  <a:pt x="120000" y="60000"/>
                  <a:pt x="120000" y="60000"/>
                  <a:pt x="120000" y="60000"/>
                </a:cubicBez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7931"/>
                </a:moveTo>
                <a:cubicBezTo>
                  <a:pt x="120000" y="58965"/>
                  <a:pt x="120000" y="58965"/>
                  <a:pt x="120000" y="58965"/>
                </a:cubicBezTo>
                <a:cubicBezTo>
                  <a:pt x="120000" y="58965"/>
                  <a:pt x="120000" y="58965"/>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6896"/>
                </a:moveTo>
                <a:cubicBezTo>
                  <a:pt x="120000" y="56896"/>
                  <a:pt x="120000" y="57931"/>
                  <a:pt x="120000" y="57931"/>
                </a:cubicBezTo>
                <a:cubicBezTo>
                  <a:pt x="120000" y="57931"/>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5862"/>
                </a:moveTo>
                <a:cubicBezTo>
                  <a:pt x="120000" y="55862"/>
                  <a:pt x="120000" y="55862"/>
                  <a:pt x="120000" y="56896"/>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3793"/>
                </a:moveTo>
                <a:cubicBezTo>
                  <a:pt x="120000" y="53793"/>
                  <a:pt x="120000" y="53793"/>
                  <a:pt x="120000" y="53793"/>
                </a:cubicBezTo>
                <a:cubicBezTo>
                  <a:pt x="120000" y="53793"/>
                  <a:pt x="120000" y="53793"/>
                  <a:pt x="120000" y="53793"/>
                </a:cubicBezTo>
                <a:moveTo>
                  <a:pt x="110400" y="40344"/>
                </a:moveTo>
                <a:cubicBezTo>
                  <a:pt x="110400" y="40344"/>
                  <a:pt x="110400" y="40344"/>
                  <a:pt x="110400" y="40344"/>
                </a:cubicBezTo>
                <a:cubicBezTo>
                  <a:pt x="110400" y="40344"/>
                  <a:pt x="110400" y="40344"/>
                  <a:pt x="110400" y="40344"/>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8275"/>
                </a:moveTo>
                <a:cubicBezTo>
                  <a:pt x="110400" y="38275"/>
                  <a:pt x="110400" y="38275"/>
                  <a:pt x="110400" y="38275"/>
                </a:cubicBezTo>
                <a:cubicBezTo>
                  <a:pt x="110400" y="38275"/>
                  <a:pt x="110400" y="38275"/>
                  <a:pt x="110400" y="38275"/>
                </a:cubicBezTo>
                <a:moveTo>
                  <a:pt x="110400" y="38275"/>
                </a:moveTo>
                <a:cubicBezTo>
                  <a:pt x="110400" y="38275"/>
                  <a:pt x="110400" y="38275"/>
                  <a:pt x="110400" y="38275"/>
                </a:cubicBezTo>
                <a:cubicBezTo>
                  <a:pt x="110400" y="38275"/>
                  <a:pt x="110400" y="38275"/>
                  <a:pt x="110400" y="38275"/>
                </a:cubicBezTo>
                <a:moveTo>
                  <a:pt x="0" y="0"/>
                </a:moveTo>
                <a:cubicBezTo>
                  <a:pt x="0" y="0"/>
                  <a:pt x="0" y="0"/>
                  <a:pt x="0" y="0"/>
                </a:cubicBezTo>
                <a:cubicBezTo>
                  <a:pt x="4800" y="0"/>
                  <a:pt x="4800" y="0"/>
                  <a:pt x="4800" y="0"/>
                </a:cubicBezTo>
                <a:cubicBezTo>
                  <a:pt x="52800" y="10344"/>
                  <a:pt x="91200" y="23793"/>
                  <a:pt x="110400" y="38275"/>
                </a:cubicBezTo>
                <a:cubicBezTo>
                  <a:pt x="91200" y="23793"/>
                  <a:pt x="52800" y="10344"/>
                  <a:pt x="0" y="0"/>
                </a:cubicBezTo>
              </a:path>
            </a:pathLst>
          </a:custGeom>
          <a:solidFill>
            <a:srgbClr val="CFA446"/>
          </a:solidFill>
          <a:ln w="9525">
            <a:noFill/>
            <a:round/>
            <a:headEnd/>
            <a:tailEnd/>
          </a:ln>
        </p:spPr>
        <p:txBody>
          <a:bodyPr lIns="91425" tIns="45700" rIns="91425" bIns="45700"/>
          <a:lstStyle/>
          <a:p>
            <a:pPr>
              <a:defRPr/>
            </a:pPr>
            <a:endParaRPr lang="en-US"/>
          </a:p>
        </p:txBody>
      </p:sp>
      <p:sp>
        <p:nvSpPr>
          <p:cNvPr id="4" name="Google Shape;460;p14">
            <a:extLst>
              <a:ext uri="{FF2B5EF4-FFF2-40B4-BE49-F238E27FC236}">
                <a16:creationId xmlns:a16="http://schemas.microsoft.com/office/drawing/2014/main" id="{1FD0B43E-7437-8F9E-919C-CCA673FE9C8E}"/>
              </a:ext>
            </a:extLst>
          </p:cNvPr>
          <p:cNvSpPr>
            <a:spLocks/>
          </p:cNvSpPr>
          <p:nvPr/>
        </p:nvSpPr>
        <p:spPr bwMode="auto">
          <a:xfrm>
            <a:off x="8370888" y="1123950"/>
            <a:ext cx="269875" cy="265113"/>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close/>
              </a:path>
            </a:pathLst>
          </a:custGeom>
          <a:solidFill>
            <a:srgbClr val="E4B54C"/>
          </a:solidFill>
          <a:ln w="9525">
            <a:noFill/>
            <a:round/>
            <a:headEnd/>
            <a:tailEnd/>
          </a:ln>
        </p:spPr>
        <p:txBody>
          <a:bodyPr lIns="91425" tIns="45700" rIns="91425" bIns="45700"/>
          <a:lstStyle/>
          <a:p>
            <a:pPr>
              <a:defRPr/>
            </a:pPr>
            <a:endParaRPr lang="en-US"/>
          </a:p>
        </p:txBody>
      </p:sp>
      <p:sp>
        <p:nvSpPr>
          <p:cNvPr id="5" name="Google Shape;461;p14">
            <a:extLst>
              <a:ext uri="{FF2B5EF4-FFF2-40B4-BE49-F238E27FC236}">
                <a16:creationId xmlns:a16="http://schemas.microsoft.com/office/drawing/2014/main" id="{2999872B-E58D-D77D-A388-86CBA39C6E07}"/>
              </a:ext>
            </a:extLst>
          </p:cNvPr>
          <p:cNvSpPr>
            <a:spLocks/>
          </p:cNvSpPr>
          <p:nvPr/>
        </p:nvSpPr>
        <p:spPr bwMode="auto">
          <a:xfrm>
            <a:off x="8370888" y="1123950"/>
            <a:ext cx="269875" cy="265113"/>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path>
            </a:pathLst>
          </a:custGeom>
          <a:noFill/>
          <a:ln w="9525">
            <a:noFill/>
            <a:round/>
            <a:headEnd/>
            <a:tailEnd/>
          </a:ln>
        </p:spPr>
        <p:txBody>
          <a:bodyPr lIns="91425" tIns="45700" rIns="91425" bIns="45700"/>
          <a:lstStyle/>
          <a:p>
            <a:pPr>
              <a:defRPr/>
            </a:pPr>
            <a:endParaRPr lang="en-US"/>
          </a:p>
        </p:txBody>
      </p:sp>
      <p:sp>
        <p:nvSpPr>
          <p:cNvPr id="6" name="Google Shape;462;p14">
            <a:extLst>
              <a:ext uri="{FF2B5EF4-FFF2-40B4-BE49-F238E27FC236}">
                <a16:creationId xmlns:a16="http://schemas.microsoft.com/office/drawing/2014/main" id="{BC00A121-1DD6-8268-A1ED-4030FB850BA9}"/>
              </a:ext>
            </a:extLst>
          </p:cNvPr>
          <p:cNvSpPr>
            <a:spLocks/>
          </p:cNvSpPr>
          <p:nvPr/>
        </p:nvSpPr>
        <p:spPr bwMode="auto">
          <a:xfrm>
            <a:off x="8640763" y="1177925"/>
            <a:ext cx="212725" cy="211138"/>
          </a:xfrm>
          <a:custGeom>
            <a:avLst/>
            <a:gdLst>
              <a:gd name="T0" fmla="*/ 0 w 120000"/>
              <a:gd name="T1" fmla="*/ 0 h 120000"/>
              <a:gd name="T2" fmla="*/ 120000 w 120000"/>
              <a:gd name="T3" fmla="*/ 120000 h 120000"/>
            </a:gdLst>
            <a:ahLst/>
            <a:cxnLst>
              <a:cxn ang="0">
                <a:pos x="120000" y="0"/>
              </a:cxn>
              <a:cxn ang="0">
                <a:pos x="118095" y="3809"/>
              </a:cxn>
              <a:cxn ang="0">
                <a:pos x="95238" y="24761"/>
              </a:cxn>
              <a:cxn ang="0">
                <a:pos x="0" y="120000"/>
              </a:cxn>
              <a:cxn ang="0">
                <a:pos x="0" y="120000"/>
              </a:cxn>
              <a:cxn ang="0">
                <a:pos x="95238" y="24761"/>
              </a:cxn>
              <a:cxn ang="0">
                <a:pos x="118095" y="1904"/>
              </a:cxn>
              <a:cxn ang="0">
                <a:pos x="120000" y="0"/>
              </a:cxn>
            </a:cxnLst>
            <a:rect l="T0" t="T1" r="T2" b="T3"/>
            <a:pathLst>
              <a:path w="120000" h="120000" extrusionOk="0">
                <a:moveTo>
                  <a:pt x="120000" y="0"/>
                </a:moveTo>
                <a:cubicBezTo>
                  <a:pt x="120000" y="1904"/>
                  <a:pt x="118095" y="1904"/>
                  <a:pt x="118095" y="3809"/>
                </a:cubicBezTo>
                <a:cubicBezTo>
                  <a:pt x="95238" y="24761"/>
                  <a:pt x="95238" y="24761"/>
                  <a:pt x="95238" y="24761"/>
                </a:cubicBezTo>
                <a:cubicBezTo>
                  <a:pt x="0" y="120000"/>
                  <a:pt x="0" y="120000"/>
                  <a:pt x="0" y="120000"/>
                </a:cubicBezTo>
                <a:cubicBezTo>
                  <a:pt x="0" y="120000"/>
                  <a:pt x="0" y="120000"/>
                  <a:pt x="0" y="120000"/>
                </a:cubicBezTo>
                <a:cubicBezTo>
                  <a:pt x="95238" y="24761"/>
                  <a:pt x="95238" y="24761"/>
                  <a:pt x="95238" y="24761"/>
                </a:cubicBezTo>
                <a:cubicBezTo>
                  <a:pt x="118095" y="1904"/>
                  <a:pt x="118095" y="1904"/>
                  <a:pt x="118095" y="1904"/>
                </a:cubicBezTo>
                <a:cubicBezTo>
                  <a:pt x="118095" y="1904"/>
                  <a:pt x="120000" y="1904"/>
                  <a:pt x="120000" y="0"/>
                </a:cubicBezTo>
              </a:path>
            </a:pathLst>
          </a:custGeom>
          <a:solidFill>
            <a:srgbClr val="BD9641"/>
          </a:solidFill>
          <a:ln w="9525">
            <a:noFill/>
            <a:round/>
            <a:headEnd/>
            <a:tailEnd/>
          </a:ln>
        </p:spPr>
        <p:txBody>
          <a:bodyPr lIns="91425" tIns="45700" rIns="91425" bIns="45700"/>
          <a:lstStyle/>
          <a:p>
            <a:pPr>
              <a:defRPr/>
            </a:pPr>
            <a:endParaRPr lang="en-US"/>
          </a:p>
        </p:txBody>
      </p:sp>
      <p:sp>
        <p:nvSpPr>
          <p:cNvPr id="7" name="Google Shape;463;p14">
            <a:extLst>
              <a:ext uri="{FF2B5EF4-FFF2-40B4-BE49-F238E27FC236}">
                <a16:creationId xmlns:a16="http://schemas.microsoft.com/office/drawing/2014/main" id="{75024258-DE67-004A-6381-98999C3D88BA}"/>
              </a:ext>
            </a:extLst>
          </p:cNvPr>
          <p:cNvSpPr>
            <a:spLocks/>
          </p:cNvSpPr>
          <p:nvPr/>
        </p:nvSpPr>
        <p:spPr bwMode="auto">
          <a:xfrm>
            <a:off x="8370888" y="1389063"/>
            <a:ext cx="269875" cy="266700"/>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 ang="0">
                <a:pos x="120000" y="0"/>
              </a:cxn>
            </a:cxnLst>
            <a:rect l="T0" t="T1" r="T2" b="T3"/>
            <a:pathLst>
              <a:path w="120000" h="120000" extrusionOk="0">
                <a:moveTo>
                  <a:pt x="120000" y="0"/>
                </a:moveTo>
                <a:lnTo>
                  <a:pt x="120000" y="0"/>
                </a:lnTo>
                <a:lnTo>
                  <a:pt x="0" y="120000"/>
                </a:lnTo>
                <a:lnTo>
                  <a:pt x="120000" y="0"/>
                </a:lnTo>
                <a:close/>
              </a:path>
            </a:pathLst>
          </a:custGeom>
          <a:solidFill>
            <a:srgbClr val="E4B54C"/>
          </a:solidFill>
          <a:ln w="9525">
            <a:noFill/>
            <a:round/>
            <a:headEnd/>
            <a:tailEnd/>
          </a:ln>
        </p:spPr>
        <p:txBody>
          <a:bodyPr lIns="91425" tIns="45700" rIns="91425" bIns="45700"/>
          <a:lstStyle/>
          <a:p>
            <a:pPr>
              <a:defRPr/>
            </a:pPr>
            <a:endParaRPr lang="en-US"/>
          </a:p>
        </p:txBody>
      </p:sp>
      <p:sp>
        <p:nvSpPr>
          <p:cNvPr id="8" name="Google Shape;464;p14">
            <a:extLst>
              <a:ext uri="{FF2B5EF4-FFF2-40B4-BE49-F238E27FC236}">
                <a16:creationId xmlns:a16="http://schemas.microsoft.com/office/drawing/2014/main" id="{A2DA3A3D-6873-2E90-8581-6E7B40C94408}"/>
              </a:ext>
            </a:extLst>
          </p:cNvPr>
          <p:cNvSpPr>
            <a:spLocks/>
          </p:cNvSpPr>
          <p:nvPr/>
        </p:nvSpPr>
        <p:spPr bwMode="auto">
          <a:xfrm>
            <a:off x="8370888" y="1389063"/>
            <a:ext cx="269875" cy="266700"/>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 ang="0">
                <a:pos x="120000" y="0"/>
              </a:cxn>
            </a:cxnLst>
            <a:rect l="T0" t="T1" r="T2" b="T3"/>
            <a:pathLst>
              <a:path w="120000" h="120000" extrusionOk="0">
                <a:moveTo>
                  <a:pt x="120000" y="0"/>
                </a:moveTo>
                <a:lnTo>
                  <a:pt x="120000" y="0"/>
                </a:lnTo>
                <a:lnTo>
                  <a:pt x="0" y="120000"/>
                </a:lnTo>
                <a:lnTo>
                  <a:pt x="120000" y="0"/>
                </a:lnTo>
              </a:path>
            </a:pathLst>
          </a:custGeom>
          <a:noFill/>
          <a:ln w="9525">
            <a:noFill/>
            <a:round/>
            <a:headEnd/>
            <a:tailEnd/>
          </a:ln>
        </p:spPr>
        <p:txBody>
          <a:bodyPr lIns="91425" tIns="45700" rIns="91425" bIns="45700"/>
          <a:lstStyle/>
          <a:p>
            <a:pPr>
              <a:defRPr/>
            </a:pPr>
            <a:endParaRPr lang="en-US"/>
          </a:p>
        </p:txBody>
      </p:sp>
      <p:sp>
        <p:nvSpPr>
          <p:cNvPr id="9" name="Google Shape;465;p14">
            <a:extLst>
              <a:ext uri="{FF2B5EF4-FFF2-40B4-BE49-F238E27FC236}">
                <a16:creationId xmlns:a16="http://schemas.microsoft.com/office/drawing/2014/main" id="{5D9D960A-C81C-9999-E2BE-05A56AC5769F}"/>
              </a:ext>
            </a:extLst>
          </p:cNvPr>
          <p:cNvSpPr>
            <a:spLocks/>
          </p:cNvSpPr>
          <p:nvPr/>
        </p:nvSpPr>
        <p:spPr bwMode="auto">
          <a:xfrm>
            <a:off x="8737600" y="1484313"/>
            <a:ext cx="280988" cy="171450"/>
          </a:xfrm>
          <a:custGeom>
            <a:avLst/>
            <a:gdLst>
              <a:gd name="T0" fmla="*/ 0 w 120000"/>
              <a:gd name="T1" fmla="*/ 0 h 120000"/>
              <a:gd name="T2" fmla="*/ 120000 w 120000"/>
              <a:gd name="T3" fmla="*/ 120000 h 120000"/>
            </a:gdLst>
            <a:ahLst/>
            <a:cxnLst>
              <a:cxn ang="0">
                <a:pos x="119999" y="120000"/>
              </a:cxn>
              <a:cxn ang="0">
                <a:pos x="119999" y="120000"/>
              </a:cxn>
              <a:cxn ang="0">
                <a:pos x="119999" y="120000"/>
              </a:cxn>
              <a:cxn ang="0">
                <a:pos x="0" y="0"/>
              </a:cxn>
              <a:cxn ang="0">
                <a:pos x="30361" y="51764"/>
              </a:cxn>
              <a:cxn ang="0">
                <a:pos x="47710" y="80000"/>
              </a:cxn>
              <a:cxn ang="0">
                <a:pos x="63614" y="96470"/>
              </a:cxn>
              <a:cxn ang="0">
                <a:pos x="47710" y="80000"/>
              </a:cxn>
              <a:cxn ang="0">
                <a:pos x="30361" y="51764"/>
              </a:cxn>
              <a:cxn ang="0">
                <a:pos x="0" y="0"/>
              </a:cxn>
            </a:cxnLst>
            <a:rect l="T0" t="T1" r="T2" b="T3"/>
            <a:pathLst>
              <a:path w="120000" h="120000" extrusionOk="0">
                <a:moveTo>
                  <a:pt x="119999" y="120000"/>
                </a:moveTo>
                <a:cubicBezTo>
                  <a:pt x="119999" y="120000"/>
                  <a:pt x="119999" y="120000"/>
                  <a:pt x="119999" y="120000"/>
                </a:cubicBezTo>
                <a:cubicBezTo>
                  <a:pt x="119999" y="120000"/>
                  <a:pt x="119999" y="120000"/>
                  <a:pt x="119999" y="120000"/>
                </a:cubicBezTo>
                <a:moveTo>
                  <a:pt x="0" y="0"/>
                </a:moveTo>
                <a:cubicBezTo>
                  <a:pt x="30361" y="51764"/>
                  <a:pt x="30361" y="51764"/>
                  <a:pt x="30361" y="51764"/>
                </a:cubicBezTo>
                <a:cubicBezTo>
                  <a:pt x="47710" y="80000"/>
                  <a:pt x="47710" y="80000"/>
                  <a:pt x="47710" y="80000"/>
                </a:cubicBezTo>
                <a:cubicBezTo>
                  <a:pt x="52048" y="87058"/>
                  <a:pt x="57831" y="91764"/>
                  <a:pt x="63614" y="96470"/>
                </a:cubicBezTo>
                <a:cubicBezTo>
                  <a:pt x="57831" y="91764"/>
                  <a:pt x="52048" y="87058"/>
                  <a:pt x="47710" y="80000"/>
                </a:cubicBezTo>
                <a:cubicBezTo>
                  <a:pt x="30361" y="51764"/>
                  <a:pt x="30361" y="51764"/>
                  <a:pt x="30361" y="51764"/>
                </a:cubicBezTo>
                <a:cubicBezTo>
                  <a:pt x="0" y="0"/>
                  <a:pt x="0" y="0"/>
                  <a:pt x="0" y="0"/>
                </a:cubicBezTo>
              </a:path>
            </a:pathLst>
          </a:custGeom>
          <a:solidFill>
            <a:srgbClr val="BD9641"/>
          </a:solidFill>
          <a:ln w="9525">
            <a:noFill/>
            <a:round/>
            <a:headEnd/>
            <a:tailEnd/>
          </a:ln>
        </p:spPr>
        <p:txBody>
          <a:bodyPr lIns="91425" tIns="45700" rIns="91425" bIns="45700"/>
          <a:lstStyle/>
          <a:p>
            <a:pPr>
              <a:defRPr/>
            </a:pPr>
            <a:endParaRPr lang="en-US"/>
          </a:p>
        </p:txBody>
      </p:sp>
      <p:sp>
        <p:nvSpPr>
          <p:cNvPr id="10" name="Google Shape;466;p14">
            <a:extLst>
              <a:ext uri="{FF2B5EF4-FFF2-40B4-BE49-F238E27FC236}">
                <a16:creationId xmlns:a16="http://schemas.microsoft.com/office/drawing/2014/main" id="{6C025B41-86C5-6BD5-77D5-171A9A9CF87A}"/>
              </a:ext>
            </a:extLst>
          </p:cNvPr>
          <p:cNvSpPr>
            <a:spLocks/>
          </p:cNvSpPr>
          <p:nvPr/>
        </p:nvSpPr>
        <p:spPr bwMode="auto">
          <a:xfrm>
            <a:off x="9199563" y="3194050"/>
            <a:ext cx="85725" cy="393700"/>
          </a:xfrm>
          <a:custGeom>
            <a:avLst/>
            <a:gdLst>
              <a:gd name="T0" fmla="*/ 0 w 120000"/>
              <a:gd name="T1" fmla="*/ 0 h 120000"/>
              <a:gd name="T2" fmla="*/ 120000 w 120000"/>
              <a:gd name="T3" fmla="*/ 120000 h 120000"/>
            </a:gdLst>
            <a:ahLst/>
            <a:cxnLst>
              <a:cxn ang="0">
                <a:pos x="0" y="118974"/>
              </a:cxn>
              <a:cxn ang="0">
                <a:pos x="81600" y="97435"/>
              </a:cxn>
              <a:cxn ang="0">
                <a:pos x="81600" y="97435"/>
              </a:cxn>
              <a:cxn ang="0">
                <a:pos x="0" y="0"/>
              </a:cxn>
              <a:cxn ang="0">
                <a:pos x="110400" y="37948"/>
              </a:cxn>
              <a:cxn ang="0">
                <a:pos x="110400" y="38974"/>
              </a:cxn>
              <a:cxn ang="0">
                <a:pos x="110400" y="38974"/>
              </a:cxn>
              <a:cxn ang="0">
                <a:pos x="110400" y="38974"/>
              </a:cxn>
              <a:cxn ang="0">
                <a:pos x="110400" y="38974"/>
              </a:cxn>
              <a:cxn ang="0">
                <a:pos x="110400" y="40000"/>
              </a:cxn>
              <a:cxn ang="0">
                <a:pos x="110400" y="40000"/>
              </a:cxn>
              <a:cxn ang="0">
                <a:pos x="110400" y="40000"/>
              </a:cxn>
              <a:cxn ang="0">
                <a:pos x="120000" y="54358"/>
              </a:cxn>
              <a:cxn ang="0">
                <a:pos x="120000" y="54358"/>
              </a:cxn>
              <a:cxn ang="0">
                <a:pos x="120000" y="54358"/>
              </a:cxn>
              <a:cxn ang="0">
                <a:pos x="120000" y="55384"/>
              </a:cxn>
              <a:cxn ang="0">
                <a:pos x="120000" y="55384"/>
              </a:cxn>
              <a:cxn ang="0">
                <a:pos x="120000" y="55384"/>
              </a:cxn>
              <a:cxn ang="0">
                <a:pos x="120000" y="55384"/>
              </a:cxn>
              <a:cxn ang="0">
                <a:pos x="120000" y="56410"/>
              </a:cxn>
              <a:cxn ang="0">
                <a:pos x="120000" y="56410"/>
              </a:cxn>
              <a:cxn ang="0">
                <a:pos x="120000" y="56410"/>
              </a:cxn>
              <a:cxn ang="0">
                <a:pos x="120000" y="56410"/>
              </a:cxn>
              <a:cxn ang="0">
                <a:pos x="120000" y="57435"/>
              </a:cxn>
              <a:cxn ang="0">
                <a:pos x="120000" y="57435"/>
              </a:cxn>
              <a:cxn ang="0">
                <a:pos x="120000" y="57435"/>
              </a:cxn>
              <a:cxn ang="0">
                <a:pos x="120000" y="57435"/>
              </a:cxn>
              <a:cxn ang="0">
                <a:pos x="120000" y="58461"/>
              </a:cxn>
              <a:cxn ang="0">
                <a:pos x="120000" y="58461"/>
              </a:cxn>
              <a:cxn ang="0">
                <a:pos x="120000" y="58461"/>
              </a:cxn>
              <a:cxn ang="0">
                <a:pos x="120000" y="59487"/>
              </a:cxn>
              <a:cxn ang="0">
                <a:pos x="120000" y="59487"/>
              </a:cxn>
              <a:cxn ang="0">
                <a:pos x="120000" y="59487"/>
              </a:cxn>
              <a:cxn ang="0">
                <a:pos x="120000" y="59487"/>
              </a:cxn>
              <a:cxn ang="0">
                <a:pos x="0" y="0"/>
              </a:cxn>
            </a:cxnLst>
            <a:rect l="T0" t="T1" r="T2" b="T3"/>
            <a:pathLst>
              <a:path w="120000" h="120000" extrusionOk="0">
                <a:moveTo>
                  <a:pt x="81600" y="97435"/>
                </a:moveTo>
                <a:cubicBezTo>
                  <a:pt x="57600" y="105641"/>
                  <a:pt x="33600" y="112820"/>
                  <a:pt x="0" y="118974"/>
                </a:cubicBezTo>
                <a:cubicBezTo>
                  <a:pt x="0" y="120000"/>
                  <a:pt x="0" y="120000"/>
                  <a:pt x="0" y="120000"/>
                </a:cubicBezTo>
                <a:cubicBezTo>
                  <a:pt x="33600" y="112820"/>
                  <a:pt x="57600" y="105641"/>
                  <a:pt x="81600" y="97435"/>
                </a:cubicBezTo>
                <a:moveTo>
                  <a:pt x="81600" y="97435"/>
                </a:moveTo>
                <a:cubicBezTo>
                  <a:pt x="81600" y="97435"/>
                  <a:pt x="81600" y="97435"/>
                  <a:pt x="81600" y="97435"/>
                </a:cubicBezTo>
                <a:cubicBezTo>
                  <a:pt x="81600" y="97435"/>
                  <a:pt x="81600" y="97435"/>
                  <a:pt x="81600" y="97435"/>
                </a:cubicBezTo>
                <a:moveTo>
                  <a:pt x="0" y="0"/>
                </a:moveTo>
                <a:cubicBezTo>
                  <a:pt x="0" y="0"/>
                  <a:pt x="0" y="0"/>
                  <a:pt x="0" y="0"/>
                </a:cubicBezTo>
                <a:cubicBezTo>
                  <a:pt x="52800" y="10256"/>
                  <a:pt x="91200" y="23589"/>
                  <a:pt x="110400" y="37948"/>
                </a:cubicBezTo>
                <a:cubicBezTo>
                  <a:pt x="110400" y="37948"/>
                  <a:pt x="110400" y="37948"/>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5200" y="45128"/>
                  <a:pt x="120000" y="49230"/>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35897"/>
                  <a:pt x="76800" y="15384"/>
                  <a:pt x="0" y="0"/>
                </a:cubicBezTo>
              </a:path>
            </a:pathLst>
          </a:custGeom>
          <a:solidFill>
            <a:srgbClr val="D3D1D0"/>
          </a:solidFill>
          <a:ln w="9525">
            <a:noFill/>
            <a:round/>
            <a:headEnd/>
            <a:tailEnd/>
          </a:ln>
        </p:spPr>
        <p:txBody>
          <a:bodyPr lIns="91425" tIns="45700" rIns="91425" bIns="45700"/>
          <a:lstStyle/>
          <a:p>
            <a:pPr>
              <a:defRPr/>
            </a:pPr>
            <a:endParaRPr lang="en-US"/>
          </a:p>
        </p:txBody>
      </p:sp>
      <p:sp>
        <p:nvSpPr>
          <p:cNvPr id="11" name="Google Shape;467;p14">
            <a:extLst>
              <a:ext uri="{FF2B5EF4-FFF2-40B4-BE49-F238E27FC236}">
                <a16:creationId xmlns:a16="http://schemas.microsoft.com/office/drawing/2014/main" id="{4EA768DD-3909-06E0-9A66-530DEE413C62}"/>
              </a:ext>
            </a:extLst>
          </p:cNvPr>
          <p:cNvSpPr>
            <a:spLocks/>
          </p:cNvSpPr>
          <p:nvPr/>
        </p:nvSpPr>
        <p:spPr bwMode="auto">
          <a:xfrm>
            <a:off x="9199563" y="3194050"/>
            <a:ext cx="85725" cy="390525"/>
          </a:xfrm>
          <a:custGeom>
            <a:avLst/>
            <a:gdLst>
              <a:gd name="T0" fmla="*/ 0 w 120000"/>
              <a:gd name="T1" fmla="*/ 0 h 120000"/>
              <a:gd name="T2" fmla="*/ 120000 w 120000"/>
              <a:gd name="T3" fmla="*/ 120000 h 120000"/>
            </a:gdLst>
            <a:ahLst/>
            <a:cxnLst>
              <a:cxn ang="0">
                <a:pos x="4800" y="120000"/>
              </a:cxn>
              <a:cxn ang="0">
                <a:pos x="0" y="120000"/>
              </a:cxn>
              <a:cxn ang="0">
                <a:pos x="81600" y="98275"/>
              </a:cxn>
              <a:cxn ang="0">
                <a:pos x="96000" y="88965"/>
              </a:cxn>
              <a:cxn ang="0">
                <a:pos x="120000" y="60000"/>
              </a:cxn>
              <a:cxn ang="0">
                <a:pos x="120000" y="60000"/>
              </a:cxn>
              <a:cxn ang="0">
                <a:pos x="120000" y="60000"/>
              </a:cxn>
              <a:cxn ang="0">
                <a:pos x="120000" y="60000"/>
              </a:cxn>
              <a:cxn ang="0">
                <a:pos x="120000" y="60000"/>
              </a:cxn>
              <a:cxn ang="0">
                <a:pos x="120000" y="60000"/>
              </a:cxn>
              <a:cxn ang="0">
                <a:pos x="120000" y="58965"/>
              </a:cxn>
              <a:cxn ang="0">
                <a:pos x="120000" y="58965"/>
              </a:cxn>
              <a:cxn ang="0">
                <a:pos x="120000" y="58965"/>
              </a:cxn>
              <a:cxn ang="0">
                <a:pos x="120000" y="58965"/>
              </a:cxn>
              <a:cxn ang="0">
                <a:pos x="120000" y="58965"/>
              </a:cxn>
              <a:cxn ang="0">
                <a:pos x="120000" y="57931"/>
              </a:cxn>
              <a:cxn ang="0">
                <a:pos x="120000" y="57931"/>
              </a:cxn>
              <a:cxn ang="0">
                <a:pos x="120000" y="57931"/>
              </a:cxn>
              <a:cxn ang="0">
                <a:pos x="120000" y="57931"/>
              </a:cxn>
              <a:cxn ang="0">
                <a:pos x="120000" y="57931"/>
              </a:cxn>
              <a:cxn ang="0">
                <a:pos x="120000" y="57931"/>
              </a:cxn>
              <a:cxn ang="0">
                <a:pos x="120000" y="56896"/>
              </a:cxn>
              <a:cxn ang="0">
                <a:pos x="120000" y="56896"/>
              </a:cxn>
              <a:cxn ang="0">
                <a:pos x="120000" y="56896"/>
              </a:cxn>
              <a:cxn ang="0">
                <a:pos x="120000" y="56896"/>
              </a:cxn>
              <a:cxn ang="0">
                <a:pos x="120000" y="56896"/>
              </a:cxn>
              <a:cxn ang="0">
                <a:pos x="120000" y="56896"/>
              </a:cxn>
              <a:cxn ang="0">
                <a:pos x="120000" y="55862"/>
              </a:cxn>
              <a:cxn ang="0">
                <a:pos x="120000" y="55862"/>
              </a:cxn>
              <a:cxn ang="0">
                <a:pos x="120000" y="55862"/>
              </a:cxn>
              <a:cxn ang="0">
                <a:pos x="120000" y="55862"/>
              </a:cxn>
              <a:cxn ang="0">
                <a:pos x="120000" y="55862"/>
              </a:cxn>
              <a:cxn ang="0">
                <a:pos x="120000" y="55862"/>
              </a:cxn>
              <a:cxn ang="0">
                <a:pos x="120000" y="54827"/>
              </a:cxn>
              <a:cxn ang="0">
                <a:pos x="120000" y="54827"/>
              </a:cxn>
              <a:cxn ang="0">
                <a:pos x="120000" y="54827"/>
              </a:cxn>
              <a:cxn ang="0">
                <a:pos x="120000" y="54827"/>
              </a:cxn>
              <a:cxn ang="0">
                <a:pos x="110400" y="40344"/>
              </a:cxn>
              <a:cxn ang="0">
                <a:pos x="110400" y="40344"/>
              </a:cxn>
              <a:cxn ang="0">
                <a:pos x="110400" y="40344"/>
              </a:cxn>
              <a:cxn ang="0">
                <a:pos x="110400" y="40344"/>
              </a:cxn>
              <a:cxn ang="0">
                <a:pos x="110400" y="40344"/>
              </a:cxn>
              <a:cxn ang="0">
                <a:pos x="110400" y="39310"/>
              </a:cxn>
              <a:cxn ang="0">
                <a:pos x="110400" y="39310"/>
              </a:cxn>
              <a:cxn ang="0">
                <a:pos x="110400" y="39310"/>
              </a:cxn>
              <a:cxn ang="0">
                <a:pos x="110400" y="39310"/>
              </a:cxn>
              <a:cxn ang="0">
                <a:pos x="110400" y="39310"/>
              </a:cxn>
              <a:cxn ang="0">
                <a:pos x="110400" y="39310"/>
              </a:cxn>
              <a:cxn ang="0">
                <a:pos x="0" y="1034"/>
              </a:cxn>
              <a:cxn ang="0">
                <a:pos x="110400" y="38275"/>
              </a:cxn>
            </a:cxnLst>
            <a:rect l="T0" t="T1" r="T2" b="T3"/>
            <a:pathLst>
              <a:path w="120000" h="120000" extrusionOk="0">
                <a:moveTo>
                  <a:pt x="96000" y="88965"/>
                </a:moveTo>
                <a:cubicBezTo>
                  <a:pt x="76800" y="101379"/>
                  <a:pt x="43200" y="111724"/>
                  <a:pt x="4800" y="120000"/>
                </a:cubicBezTo>
                <a:cubicBezTo>
                  <a:pt x="0" y="120000"/>
                  <a:pt x="0" y="120000"/>
                  <a:pt x="0" y="120000"/>
                </a:cubicBezTo>
                <a:cubicBezTo>
                  <a:pt x="0" y="120000"/>
                  <a:pt x="0" y="120000"/>
                  <a:pt x="0" y="120000"/>
                </a:cubicBezTo>
                <a:cubicBezTo>
                  <a:pt x="33600" y="113793"/>
                  <a:pt x="57600" y="106551"/>
                  <a:pt x="81600" y="98275"/>
                </a:cubicBezTo>
                <a:cubicBezTo>
                  <a:pt x="81600" y="98275"/>
                  <a:pt x="81600" y="98275"/>
                  <a:pt x="81600" y="98275"/>
                </a:cubicBezTo>
                <a:cubicBezTo>
                  <a:pt x="81600" y="98275"/>
                  <a:pt x="81600" y="98275"/>
                  <a:pt x="81600" y="98275"/>
                </a:cubicBezTo>
                <a:cubicBezTo>
                  <a:pt x="86400" y="95172"/>
                  <a:pt x="91200" y="92068"/>
                  <a:pt x="96000" y="88965"/>
                </a:cubicBezTo>
                <a:moveTo>
                  <a:pt x="120000" y="60000"/>
                </a:moveTo>
                <a:cubicBezTo>
                  <a:pt x="120000" y="60000"/>
                  <a:pt x="120000" y="60000"/>
                  <a:pt x="120000" y="60000"/>
                </a:cubicBez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58965"/>
                </a:moveTo>
                <a:cubicBezTo>
                  <a:pt x="120000" y="58965"/>
                  <a:pt x="120000" y="58965"/>
                  <a:pt x="120000" y="60000"/>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10400" y="40344"/>
                </a:moveTo>
                <a:cubicBezTo>
                  <a:pt x="110400" y="40344"/>
                  <a:pt x="110400" y="40344"/>
                  <a:pt x="110400" y="40344"/>
                </a:cubicBezTo>
                <a:cubicBezTo>
                  <a:pt x="110400" y="40344"/>
                  <a:pt x="110400" y="40344"/>
                  <a:pt x="110400" y="40344"/>
                </a:cubicBezTo>
                <a:moveTo>
                  <a:pt x="110400" y="40344"/>
                </a:moveTo>
                <a:cubicBezTo>
                  <a:pt x="110400" y="40344"/>
                  <a:pt x="110400" y="40344"/>
                  <a:pt x="110400" y="40344"/>
                </a:cubicBezTo>
                <a:cubicBezTo>
                  <a:pt x="110400" y="40344"/>
                  <a:pt x="110400" y="40344"/>
                  <a:pt x="110400" y="40344"/>
                </a:cubicBezTo>
                <a:moveTo>
                  <a:pt x="110400" y="40344"/>
                </a:moveTo>
                <a:cubicBezTo>
                  <a:pt x="110400" y="40344"/>
                  <a:pt x="110400" y="40344"/>
                  <a:pt x="110400" y="40344"/>
                </a:cubicBezTo>
                <a:cubicBezTo>
                  <a:pt x="110400" y="40344"/>
                  <a:pt x="110400" y="40344"/>
                  <a:pt x="110400" y="40344"/>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0" y="0"/>
                </a:moveTo>
                <a:cubicBezTo>
                  <a:pt x="0" y="1034"/>
                  <a:pt x="0" y="1034"/>
                  <a:pt x="0" y="1034"/>
                </a:cubicBezTo>
                <a:cubicBezTo>
                  <a:pt x="4800" y="1034"/>
                  <a:pt x="4800" y="1034"/>
                  <a:pt x="4800" y="1034"/>
                </a:cubicBezTo>
                <a:cubicBezTo>
                  <a:pt x="52800" y="11379"/>
                  <a:pt x="91200" y="23793"/>
                  <a:pt x="110400" y="38275"/>
                </a:cubicBezTo>
                <a:cubicBezTo>
                  <a:pt x="91200" y="23793"/>
                  <a:pt x="52800" y="10344"/>
                  <a:pt x="0" y="0"/>
                </a:cubicBezTo>
              </a:path>
            </a:pathLst>
          </a:custGeom>
          <a:solidFill>
            <a:srgbClr val="4D9682"/>
          </a:solidFill>
          <a:ln w="9525">
            <a:noFill/>
            <a:round/>
            <a:headEnd/>
            <a:tailEnd/>
          </a:ln>
        </p:spPr>
        <p:txBody>
          <a:bodyPr lIns="91425" tIns="45700" rIns="91425" bIns="45700"/>
          <a:lstStyle/>
          <a:p>
            <a:pPr>
              <a:defRPr/>
            </a:pPr>
            <a:endParaRPr lang="en-US"/>
          </a:p>
        </p:txBody>
      </p:sp>
      <p:sp>
        <p:nvSpPr>
          <p:cNvPr id="12" name="Google Shape;468;p14">
            <a:extLst>
              <a:ext uri="{FF2B5EF4-FFF2-40B4-BE49-F238E27FC236}">
                <a16:creationId xmlns:a16="http://schemas.microsoft.com/office/drawing/2014/main" id="{C697CEE6-E402-038F-1F98-FFF4332BBC61}"/>
              </a:ext>
            </a:extLst>
          </p:cNvPr>
          <p:cNvSpPr>
            <a:spLocks/>
          </p:cNvSpPr>
          <p:nvPr/>
        </p:nvSpPr>
        <p:spPr bwMode="auto">
          <a:xfrm>
            <a:off x="8370888" y="3122613"/>
            <a:ext cx="269875" cy="266700"/>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close/>
              </a:path>
            </a:pathLst>
          </a:custGeom>
          <a:solidFill>
            <a:srgbClr val="53A58F"/>
          </a:solidFill>
          <a:ln w="9525">
            <a:noFill/>
            <a:round/>
            <a:headEnd/>
            <a:tailEnd/>
          </a:ln>
        </p:spPr>
        <p:txBody>
          <a:bodyPr lIns="91425" tIns="45700" rIns="91425" bIns="45700"/>
          <a:lstStyle/>
          <a:p>
            <a:pPr>
              <a:defRPr/>
            </a:pPr>
            <a:endParaRPr lang="en-US"/>
          </a:p>
        </p:txBody>
      </p:sp>
      <p:sp>
        <p:nvSpPr>
          <p:cNvPr id="13" name="Google Shape;469;p14">
            <a:extLst>
              <a:ext uri="{FF2B5EF4-FFF2-40B4-BE49-F238E27FC236}">
                <a16:creationId xmlns:a16="http://schemas.microsoft.com/office/drawing/2014/main" id="{256D1E29-92AF-ECA4-539D-7E35E6272ED8}"/>
              </a:ext>
            </a:extLst>
          </p:cNvPr>
          <p:cNvSpPr>
            <a:spLocks/>
          </p:cNvSpPr>
          <p:nvPr/>
        </p:nvSpPr>
        <p:spPr bwMode="auto">
          <a:xfrm>
            <a:off x="8370888" y="3122613"/>
            <a:ext cx="269875" cy="266700"/>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path>
            </a:pathLst>
          </a:custGeom>
          <a:noFill/>
          <a:ln w="9525">
            <a:noFill/>
            <a:round/>
            <a:headEnd/>
            <a:tailEnd/>
          </a:ln>
        </p:spPr>
        <p:txBody>
          <a:bodyPr lIns="91425" tIns="45700" rIns="91425" bIns="45700"/>
          <a:lstStyle/>
          <a:p>
            <a:pPr>
              <a:defRPr/>
            </a:pPr>
            <a:endParaRPr lang="en-US"/>
          </a:p>
        </p:txBody>
      </p:sp>
      <p:sp>
        <p:nvSpPr>
          <p:cNvPr id="14" name="Google Shape;470;p14">
            <a:extLst>
              <a:ext uri="{FF2B5EF4-FFF2-40B4-BE49-F238E27FC236}">
                <a16:creationId xmlns:a16="http://schemas.microsoft.com/office/drawing/2014/main" id="{BD34B890-276D-6D55-0C82-3025E2344FA6}"/>
              </a:ext>
            </a:extLst>
          </p:cNvPr>
          <p:cNvSpPr>
            <a:spLocks/>
          </p:cNvSpPr>
          <p:nvPr/>
        </p:nvSpPr>
        <p:spPr bwMode="auto">
          <a:xfrm>
            <a:off x="8640763" y="3179763"/>
            <a:ext cx="212725" cy="209550"/>
          </a:xfrm>
          <a:custGeom>
            <a:avLst/>
            <a:gdLst>
              <a:gd name="T0" fmla="*/ 0 w 120000"/>
              <a:gd name="T1" fmla="*/ 0 h 120000"/>
              <a:gd name="T2" fmla="*/ 120000 w 120000"/>
              <a:gd name="T3" fmla="*/ 120000 h 120000"/>
            </a:gdLst>
            <a:ahLst/>
            <a:cxnLst>
              <a:cxn ang="0">
                <a:pos x="120000" y="0"/>
              </a:cxn>
              <a:cxn ang="0">
                <a:pos x="118095" y="1935"/>
              </a:cxn>
              <a:cxn ang="0">
                <a:pos x="95238" y="23225"/>
              </a:cxn>
              <a:cxn ang="0">
                <a:pos x="0" y="120000"/>
              </a:cxn>
              <a:cxn ang="0">
                <a:pos x="0" y="120000"/>
              </a:cxn>
              <a:cxn ang="0">
                <a:pos x="95238" y="23225"/>
              </a:cxn>
              <a:cxn ang="0">
                <a:pos x="118095" y="1935"/>
              </a:cxn>
              <a:cxn ang="0">
                <a:pos x="120000" y="0"/>
              </a:cxn>
            </a:cxnLst>
            <a:rect l="T0" t="T1" r="T2" b="T3"/>
            <a:pathLst>
              <a:path w="120000" h="120000" extrusionOk="0">
                <a:moveTo>
                  <a:pt x="120000" y="0"/>
                </a:moveTo>
                <a:cubicBezTo>
                  <a:pt x="120000" y="0"/>
                  <a:pt x="118095" y="0"/>
                  <a:pt x="118095" y="1935"/>
                </a:cubicBezTo>
                <a:cubicBezTo>
                  <a:pt x="95238" y="23225"/>
                  <a:pt x="95238" y="23225"/>
                  <a:pt x="95238" y="23225"/>
                </a:cubicBezTo>
                <a:cubicBezTo>
                  <a:pt x="0" y="120000"/>
                  <a:pt x="0" y="120000"/>
                  <a:pt x="0" y="120000"/>
                </a:cubicBezTo>
                <a:cubicBezTo>
                  <a:pt x="0" y="120000"/>
                  <a:pt x="0" y="120000"/>
                  <a:pt x="0" y="120000"/>
                </a:cubicBezTo>
                <a:cubicBezTo>
                  <a:pt x="95238" y="23225"/>
                  <a:pt x="95238" y="23225"/>
                  <a:pt x="95238" y="23225"/>
                </a:cubicBezTo>
                <a:cubicBezTo>
                  <a:pt x="118095" y="1935"/>
                  <a:pt x="118095" y="1935"/>
                  <a:pt x="118095" y="1935"/>
                </a:cubicBezTo>
                <a:cubicBezTo>
                  <a:pt x="118095" y="0"/>
                  <a:pt x="120000" y="0"/>
                  <a:pt x="120000" y="0"/>
                </a:cubicBezTo>
              </a:path>
            </a:pathLst>
          </a:custGeom>
          <a:solidFill>
            <a:srgbClr val="498977"/>
          </a:solidFill>
          <a:ln w="9525">
            <a:noFill/>
            <a:round/>
            <a:headEnd/>
            <a:tailEnd/>
          </a:ln>
        </p:spPr>
        <p:txBody>
          <a:bodyPr lIns="91425" tIns="45700" rIns="91425" bIns="45700"/>
          <a:lstStyle/>
          <a:p>
            <a:pPr>
              <a:defRPr/>
            </a:pPr>
            <a:endParaRPr lang="en-US"/>
          </a:p>
        </p:txBody>
      </p:sp>
      <p:sp>
        <p:nvSpPr>
          <p:cNvPr id="15" name="Google Shape;471;p14">
            <a:extLst>
              <a:ext uri="{FF2B5EF4-FFF2-40B4-BE49-F238E27FC236}">
                <a16:creationId xmlns:a16="http://schemas.microsoft.com/office/drawing/2014/main" id="{2DB7315F-B5FC-9406-3AA0-CB45F8D756FC}"/>
              </a:ext>
            </a:extLst>
          </p:cNvPr>
          <p:cNvSpPr>
            <a:spLocks/>
          </p:cNvSpPr>
          <p:nvPr/>
        </p:nvSpPr>
        <p:spPr bwMode="auto">
          <a:xfrm>
            <a:off x="8370888" y="3389313"/>
            <a:ext cx="269875" cy="269875"/>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 ang="0">
                <a:pos x="120000" y="0"/>
              </a:cxn>
            </a:cxnLst>
            <a:rect l="T0" t="T1" r="T2" b="T3"/>
            <a:pathLst>
              <a:path w="120000" h="120000" extrusionOk="0">
                <a:moveTo>
                  <a:pt x="120000" y="0"/>
                </a:moveTo>
                <a:lnTo>
                  <a:pt x="120000" y="0"/>
                </a:lnTo>
                <a:lnTo>
                  <a:pt x="0" y="120000"/>
                </a:lnTo>
                <a:lnTo>
                  <a:pt x="120000" y="0"/>
                </a:lnTo>
                <a:close/>
              </a:path>
            </a:pathLst>
          </a:custGeom>
          <a:solidFill>
            <a:srgbClr val="53A58F"/>
          </a:solidFill>
          <a:ln w="9525">
            <a:noFill/>
            <a:round/>
            <a:headEnd/>
            <a:tailEnd/>
          </a:ln>
        </p:spPr>
        <p:txBody>
          <a:bodyPr lIns="91425" tIns="45700" rIns="91425" bIns="45700"/>
          <a:lstStyle/>
          <a:p>
            <a:pPr>
              <a:defRPr/>
            </a:pPr>
            <a:endParaRPr lang="en-US"/>
          </a:p>
        </p:txBody>
      </p:sp>
      <p:sp>
        <p:nvSpPr>
          <p:cNvPr id="16" name="Google Shape;472;p14">
            <a:extLst>
              <a:ext uri="{FF2B5EF4-FFF2-40B4-BE49-F238E27FC236}">
                <a16:creationId xmlns:a16="http://schemas.microsoft.com/office/drawing/2014/main" id="{8E15291B-D451-EF1F-9979-6677631E29F9}"/>
              </a:ext>
            </a:extLst>
          </p:cNvPr>
          <p:cNvSpPr>
            <a:spLocks/>
          </p:cNvSpPr>
          <p:nvPr/>
        </p:nvSpPr>
        <p:spPr bwMode="auto">
          <a:xfrm>
            <a:off x="8370888" y="3389313"/>
            <a:ext cx="269875" cy="269875"/>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 ang="0">
                <a:pos x="120000" y="0"/>
              </a:cxn>
            </a:cxnLst>
            <a:rect l="T0" t="T1" r="T2" b="T3"/>
            <a:pathLst>
              <a:path w="120000" h="120000" extrusionOk="0">
                <a:moveTo>
                  <a:pt x="120000" y="0"/>
                </a:moveTo>
                <a:lnTo>
                  <a:pt x="120000" y="0"/>
                </a:lnTo>
                <a:lnTo>
                  <a:pt x="0" y="120000"/>
                </a:lnTo>
                <a:lnTo>
                  <a:pt x="120000" y="0"/>
                </a:lnTo>
              </a:path>
            </a:pathLst>
          </a:custGeom>
          <a:noFill/>
          <a:ln w="9525">
            <a:noFill/>
            <a:round/>
            <a:headEnd/>
            <a:tailEnd/>
          </a:ln>
        </p:spPr>
        <p:txBody>
          <a:bodyPr lIns="91425" tIns="45700" rIns="91425" bIns="45700"/>
          <a:lstStyle/>
          <a:p>
            <a:pPr>
              <a:defRPr/>
            </a:pPr>
            <a:endParaRPr lang="en-US"/>
          </a:p>
        </p:txBody>
      </p:sp>
      <p:sp>
        <p:nvSpPr>
          <p:cNvPr id="17" name="Google Shape;473;p14">
            <a:extLst>
              <a:ext uri="{FF2B5EF4-FFF2-40B4-BE49-F238E27FC236}">
                <a16:creationId xmlns:a16="http://schemas.microsoft.com/office/drawing/2014/main" id="{818B5DDB-AD88-6581-4F7C-A0216F29C2C1}"/>
              </a:ext>
            </a:extLst>
          </p:cNvPr>
          <p:cNvSpPr>
            <a:spLocks/>
          </p:cNvSpPr>
          <p:nvPr/>
        </p:nvSpPr>
        <p:spPr bwMode="auto">
          <a:xfrm>
            <a:off x="8737600" y="3489325"/>
            <a:ext cx="280988" cy="169863"/>
          </a:xfrm>
          <a:custGeom>
            <a:avLst/>
            <a:gdLst>
              <a:gd name="T0" fmla="*/ 0 w 120000"/>
              <a:gd name="T1" fmla="*/ 0 h 120000"/>
              <a:gd name="T2" fmla="*/ 120000 w 120000"/>
              <a:gd name="T3" fmla="*/ 120000 h 120000"/>
            </a:gdLst>
            <a:ahLst/>
            <a:cxnLst>
              <a:cxn ang="0">
                <a:pos x="119999" y="120000"/>
              </a:cxn>
              <a:cxn ang="0">
                <a:pos x="119999" y="120000"/>
              </a:cxn>
              <a:cxn ang="0">
                <a:pos x="119999" y="120000"/>
              </a:cxn>
              <a:cxn ang="0">
                <a:pos x="0" y="0"/>
              </a:cxn>
              <a:cxn ang="0">
                <a:pos x="30361" y="50400"/>
              </a:cxn>
              <a:cxn ang="0">
                <a:pos x="47710" y="76800"/>
              </a:cxn>
              <a:cxn ang="0">
                <a:pos x="63614" y="96000"/>
              </a:cxn>
              <a:cxn ang="0">
                <a:pos x="47710" y="76800"/>
              </a:cxn>
              <a:cxn ang="0">
                <a:pos x="30361" y="50400"/>
              </a:cxn>
              <a:cxn ang="0">
                <a:pos x="0" y="0"/>
              </a:cxn>
            </a:cxnLst>
            <a:rect l="T0" t="T1" r="T2" b="T3"/>
            <a:pathLst>
              <a:path w="120000" h="120000" extrusionOk="0">
                <a:moveTo>
                  <a:pt x="119999" y="120000"/>
                </a:moveTo>
                <a:cubicBezTo>
                  <a:pt x="119999" y="120000"/>
                  <a:pt x="119999" y="120000"/>
                  <a:pt x="119999" y="120000"/>
                </a:cubicBezTo>
                <a:cubicBezTo>
                  <a:pt x="119999" y="120000"/>
                  <a:pt x="119999" y="120000"/>
                  <a:pt x="119999" y="120000"/>
                </a:cubicBezTo>
                <a:moveTo>
                  <a:pt x="0" y="0"/>
                </a:moveTo>
                <a:cubicBezTo>
                  <a:pt x="30361" y="50400"/>
                  <a:pt x="30361" y="50400"/>
                  <a:pt x="30361" y="50400"/>
                </a:cubicBezTo>
                <a:cubicBezTo>
                  <a:pt x="47710" y="76800"/>
                  <a:pt x="47710" y="76800"/>
                  <a:pt x="47710" y="76800"/>
                </a:cubicBezTo>
                <a:cubicBezTo>
                  <a:pt x="52048" y="84000"/>
                  <a:pt x="57831" y="91200"/>
                  <a:pt x="63614" y="96000"/>
                </a:cubicBezTo>
                <a:cubicBezTo>
                  <a:pt x="57831" y="91200"/>
                  <a:pt x="52048" y="84000"/>
                  <a:pt x="47710" y="76800"/>
                </a:cubicBezTo>
                <a:cubicBezTo>
                  <a:pt x="30361" y="50400"/>
                  <a:pt x="30361" y="50400"/>
                  <a:pt x="30361" y="50400"/>
                </a:cubicBezTo>
                <a:cubicBezTo>
                  <a:pt x="0" y="0"/>
                  <a:pt x="0" y="0"/>
                  <a:pt x="0" y="0"/>
                </a:cubicBezTo>
              </a:path>
            </a:pathLst>
          </a:custGeom>
          <a:solidFill>
            <a:srgbClr val="498977"/>
          </a:solidFill>
          <a:ln w="9525">
            <a:noFill/>
            <a:round/>
            <a:headEnd/>
            <a:tailEnd/>
          </a:ln>
        </p:spPr>
        <p:txBody>
          <a:bodyPr lIns="91425" tIns="45700" rIns="91425" bIns="45700"/>
          <a:lstStyle/>
          <a:p>
            <a:pPr>
              <a:defRPr/>
            </a:pPr>
            <a:endParaRPr lang="en-US"/>
          </a:p>
        </p:txBody>
      </p:sp>
      <p:sp>
        <p:nvSpPr>
          <p:cNvPr id="18" name="Google Shape;474;p14">
            <a:extLst>
              <a:ext uri="{FF2B5EF4-FFF2-40B4-BE49-F238E27FC236}">
                <a16:creationId xmlns:a16="http://schemas.microsoft.com/office/drawing/2014/main" id="{C3BA3980-3FDD-C74B-CBA4-EDD349A03D06}"/>
              </a:ext>
            </a:extLst>
          </p:cNvPr>
          <p:cNvSpPr>
            <a:spLocks/>
          </p:cNvSpPr>
          <p:nvPr/>
        </p:nvSpPr>
        <p:spPr bwMode="auto">
          <a:xfrm>
            <a:off x="8980488" y="2195513"/>
            <a:ext cx="85725" cy="195262"/>
          </a:xfrm>
          <a:custGeom>
            <a:avLst/>
            <a:gdLst>
              <a:gd name="T0" fmla="*/ 0 w 120000"/>
              <a:gd name="T1" fmla="*/ 0 h 120000"/>
              <a:gd name="T2" fmla="*/ 120000 w 120000"/>
              <a:gd name="T3" fmla="*/ 120000 h 120000"/>
            </a:gdLst>
            <a:ahLst/>
            <a:cxnLst>
              <a:cxn ang="0">
                <a:pos x="120000" y="0"/>
              </a:cxn>
              <a:cxn ang="0">
                <a:pos x="0" y="120000"/>
              </a:cxn>
              <a:cxn ang="0">
                <a:pos x="0" y="120000"/>
              </a:cxn>
              <a:cxn ang="0">
                <a:pos x="0" y="117931"/>
              </a:cxn>
              <a:cxn ang="0">
                <a:pos x="0" y="117931"/>
              </a:cxn>
              <a:cxn ang="0">
                <a:pos x="0" y="117931"/>
              </a:cxn>
              <a:cxn ang="0">
                <a:pos x="0" y="117931"/>
              </a:cxn>
              <a:cxn ang="0">
                <a:pos x="0" y="117931"/>
              </a:cxn>
              <a:cxn ang="0">
                <a:pos x="0" y="117931"/>
              </a:cxn>
              <a:cxn ang="0">
                <a:pos x="0" y="117931"/>
              </a:cxn>
              <a:cxn ang="0">
                <a:pos x="0" y="117931"/>
              </a:cxn>
              <a:cxn ang="0">
                <a:pos x="0" y="115862"/>
              </a:cxn>
              <a:cxn ang="0">
                <a:pos x="0" y="115862"/>
              </a:cxn>
              <a:cxn ang="0">
                <a:pos x="0" y="115862"/>
              </a:cxn>
              <a:cxn ang="0">
                <a:pos x="0" y="115862"/>
              </a:cxn>
              <a:cxn ang="0">
                <a:pos x="0" y="115862"/>
              </a:cxn>
              <a:cxn ang="0">
                <a:pos x="0" y="115862"/>
              </a:cxn>
              <a:cxn ang="0">
                <a:pos x="0" y="115862"/>
              </a:cxn>
              <a:cxn ang="0">
                <a:pos x="0" y="115862"/>
              </a:cxn>
              <a:cxn ang="0">
                <a:pos x="0" y="113793"/>
              </a:cxn>
              <a:cxn ang="0">
                <a:pos x="0" y="113793"/>
              </a:cxn>
              <a:cxn ang="0">
                <a:pos x="0" y="113793"/>
              </a:cxn>
              <a:cxn ang="0">
                <a:pos x="0" y="113793"/>
              </a:cxn>
              <a:cxn ang="0">
                <a:pos x="0" y="113793"/>
              </a:cxn>
              <a:cxn ang="0">
                <a:pos x="0" y="113793"/>
              </a:cxn>
              <a:cxn ang="0">
                <a:pos x="0" y="113793"/>
              </a:cxn>
              <a:cxn ang="0">
                <a:pos x="0" y="111724"/>
              </a:cxn>
              <a:cxn ang="0">
                <a:pos x="0" y="111724"/>
              </a:cxn>
              <a:cxn ang="0">
                <a:pos x="0" y="111724"/>
              </a:cxn>
              <a:cxn ang="0">
                <a:pos x="0" y="111724"/>
              </a:cxn>
              <a:cxn ang="0">
                <a:pos x="0" y="111724"/>
              </a:cxn>
              <a:cxn ang="0">
                <a:pos x="0" y="111724"/>
              </a:cxn>
              <a:cxn ang="0">
                <a:pos x="0" y="111724"/>
              </a:cxn>
              <a:cxn ang="0">
                <a:pos x="0" y="111724"/>
              </a:cxn>
              <a:cxn ang="0">
                <a:pos x="0" y="109655"/>
              </a:cxn>
              <a:cxn ang="0">
                <a:pos x="0" y="109655"/>
              </a:cxn>
              <a:cxn ang="0">
                <a:pos x="0" y="109655"/>
              </a:cxn>
              <a:cxn ang="0">
                <a:pos x="0" y="109655"/>
              </a:cxn>
              <a:cxn ang="0">
                <a:pos x="0" y="109655"/>
              </a:cxn>
              <a:cxn ang="0">
                <a:pos x="0" y="109655"/>
              </a:cxn>
              <a:cxn ang="0">
                <a:pos x="0" y="109655"/>
              </a:cxn>
              <a:cxn ang="0">
                <a:pos x="0" y="109655"/>
              </a:cxn>
              <a:cxn ang="0">
                <a:pos x="0" y="107586"/>
              </a:cxn>
              <a:cxn ang="0">
                <a:pos x="0" y="107586"/>
              </a:cxn>
              <a:cxn ang="0">
                <a:pos x="14400" y="74482"/>
              </a:cxn>
              <a:cxn ang="0">
                <a:pos x="14400" y="74482"/>
              </a:cxn>
              <a:cxn ang="0">
                <a:pos x="14400" y="74482"/>
              </a:cxn>
              <a:cxn ang="0">
                <a:pos x="14400" y="74482"/>
              </a:cxn>
              <a:cxn ang="0">
                <a:pos x="14400" y="72413"/>
              </a:cxn>
              <a:cxn ang="0">
                <a:pos x="14400" y="72413"/>
              </a:cxn>
              <a:cxn ang="0">
                <a:pos x="14400" y="72413"/>
              </a:cxn>
              <a:cxn ang="0">
                <a:pos x="14400" y="72413"/>
              </a:cxn>
              <a:cxn ang="0">
                <a:pos x="14400" y="72413"/>
              </a:cxn>
              <a:cxn ang="0">
                <a:pos x="120000" y="0"/>
              </a:cxn>
              <a:cxn ang="0">
                <a:pos x="120000" y="0"/>
              </a:cxn>
            </a:cxnLst>
            <a:rect l="T0" t="T1" r="T2" b="T3"/>
            <a:pathLst>
              <a:path w="120000" h="120000" extrusionOk="0">
                <a:moveTo>
                  <a:pt x="120000" y="0"/>
                </a:moveTo>
                <a:cubicBezTo>
                  <a:pt x="43200" y="28965"/>
                  <a:pt x="0" y="72413"/>
                  <a:pt x="0" y="120000"/>
                </a:cubicBezTo>
                <a:cubicBezTo>
                  <a:pt x="0" y="120000"/>
                  <a:pt x="0" y="120000"/>
                  <a:pt x="0" y="120000"/>
                </a:cubicBezTo>
                <a:cubicBezTo>
                  <a:pt x="0" y="120000"/>
                  <a:pt x="0" y="120000"/>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7586"/>
                  <a:pt x="0" y="107586"/>
                </a:cubicBezTo>
                <a:cubicBezTo>
                  <a:pt x="0" y="107586"/>
                  <a:pt x="0" y="107586"/>
                  <a:pt x="0" y="107586"/>
                </a:cubicBezTo>
                <a:cubicBezTo>
                  <a:pt x="0" y="97241"/>
                  <a:pt x="4800" y="84827"/>
                  <a:pt x="14400" y="74482"/>
                </a:cubicBezTo>
                <a:cubicBezTo>
                  <a:pt x="14400" y="74482"/>
                  <a:pt x="14400" y="74482"/>
                  <a:pt x="14400" y="74482"/>
                </a:cubicBezTo>
                <a:cubicBezTo>
                  <a:pt x="14400" y="74482"/>
                  <a:pt x="14400" y="74482"/>
                  <a:pt x="14400" y="74482"/>
                </a:cubicBezTo>
                <a:cubicBezTo>
                  <a:pt x="14400" y="74482"/>
                  <a:pt x="14400" y="74482"/>
                  <a:pt x="14400" y="74482"/>
                </a:cubicBezTo>
                <a:cubicBezTo>
                  <a:pt x="14400" y="72413"/>
                  <a:pt x="14400" y="72413"/>
                  <a:pt x="14400" y="72413"/>
                </a:cubicBezTo>
                <a:cubicBezTo>
                  <a:pt x="14400" y="72413"/>
                  <a:pt x="14400" y="72413"/>
                  <a:pt x="14400" y="72413"/>
                </a:cubicBezTo>
                <a:cubicBezTo>
                  <a:pt x="14400" y="72413"/>
                  <a:pt x="14400" y="72413"/>
                  <a:pt x="14400" y="72413"/>
                </a:cubicBezTo>
                <a:cubicBezTo>
                  <a:pt x="14400" y="72413"/>
                  <a:pt x="14400" y="72413"/>
                  <a:pt x="14400" y="72413"/>
                </a:cubicBezTo>
                <a:cubicBezTo>
                  <a:pt x="14400" y="72413"/>
                  <a:pt x="14400" y="72413"/>
                  <a:pt x="14400" y="72413"/>
                </a:cubicBezTo>
                <a:cubicBezTo>
                  <a:pt x="33600" y="43448"/>
                  <a:pt x="72000" y="18620"/>
                  <a:pt x="120000" y="0"/>
                </a:cubicBezTo>
                <a:cubicBezTo>
                  <a:pt x="120000" y="0"/>
                  <a:pt x="120000" y="0"/>
                  <a:pt x="120000" y="0"/>
                </a:cubicBezTo>
              </a:path>
            </a:pathLst>
          </a:custGeom>
          <a:solidFill>
            <a:srgbClr val="D3D1D0"/>
          </a:solidFill>
          <a:ln w="9525">
            <a:noFill/>
            <a:round/>
            <a:headEnd/>
            <a:tailEnd/>
          </a:ln>
        </p:spPr>
        <p:txBody>
          <a:bodyPr lIns="91425" tIns="45700" rIns="91425" bIns="45700"/>
          <a:lstStyle/>
          <a:p>
            <a:pPr>
              <a:defRPr/>
            </a:pPr>
            <a:endParaRPr lang="en-US"/>
          </a:p>
        </p:txBody>
      </p:sp>
      <p:sp>
        <p:nvSpPr>
          <p:cNvPr id="19" name="Google Shape;475;p14">
            <a:extLst>
              <a:ext uri="{FF2B5EF4-FFF2-40B4-BE49-F238E27FC236}">
                <a16:creationId xmlns:a16="http://schemas.microsoft.com/office/drawing/2014/main" id="{729C856C-4320-C644-9C25-94BD94F2CE2E}"/>
              </a:ext>
            </a:extLst>
          </p:cNvPr>
          <p:cNvSpPr>
            <a:spLocks/>
          </p:cNvSpPr>
          <p:nvPr/>
        </p:nvSpPr>
        <p:spPr bwMode="auto">
          <a:xfrm>
            <a:off x="8980488" y="2195513"/>
            <a:ext cx="85725" cy="195262"/>
          </a:xfrm>
          <a:custGeom>
            <a:avLst/>
            <a:gdLst>
              <a:gd name="T0" fmla="*/ 0 w 120000"/>
              <a:gd name="T1" fmla="*/ 0 h 120000"/>
              <a:gd name="T2" fmla="*/ 120000 w 120000"/>
              <a:gd name="T3" fmla="*/ 120000 h 120000"/>
            </a:gdLst>
            <a:ahLst/>
            <a:cxnLst>
              <a:cxn ang="0">
                <a:pos x="0" y="120000"/>
              </a:cxn>
              <a:cxn ang="0">
                <a:pos x="0" y="117931"/>
              </a:cxn>
              <a:cxn ang="0">
                <a:pos x="0" y="117931"/>
              </a:cxn>
              <a:cxn ang="0">
                <a:pos x="0" y="117931"/>
              </a:cxn>
              <a:cxn ang="0">
                <a:pos x="0" y="117931"/>
              </a:cxn>
              <a:cxn ang="0">
                <a:pos x="0" y="117931"/>
              </a:cxn>
              <a:cxn ang="0">
                <a:pos x="0" y="115862"/>
              </a:cxn>
              <a:cxn ang="0">
                <a:pos x="0" y="115862"/>
              </a:cxn>
              <a:cxn ang="0">
                <a:pos x="0" y="115862"/>
              </a:cxn>
              <a:cxn ang="0">
                <a:pos x="0" y="115862"/>
              </a:cxn>
              <a:cxn ang="0">
                <a:pos x="0" y="115862"/>
              </a:cxn>
              <a:cxn ang="0">
                <a:pos x="0" y="115862"/>
              </a:cxn>
              <a:cxn ang="0">
                <a:pos x="0" y="113793"/>
              </a:cxn>
              <a:cxn ang="0">
                <a:pos x="0" y="113793"/>
              </a:cxn>
              <a:cxn ang="0">
                <a:pos x="0" y="113793"/>
              </a:cxn>
              <a:cxn ang="0">
                <a:pos x="0" y="113793"/>
              </a:cxn>
              <a:cxn ang="0">
                <a:pos x="0" y="113793"/>
              </a:cxn>
              <a:cxn ang="0">
                <a:pos x="0" y="113793"/>
              </a:cxn>
              <a:cxn ang="0">
                <a:pos x="0" y="111724"/>
              </a:cxn>
              <a:cxn ang="0">
                <a:pos x="0" y="111724"/>
              </a:cxn>
              <a:cxn ang="0">
                <a:pos x="0" y="111724"/>
              </a:cxn>
              <a:cxn ang="0">
                <a:pos x="0" y="111724"/>
              </a:cxn>
              <a:cxn ang="0">
                <a:pos x="0" y="111724"/>
              </a:cxn>
              <a:cxn ang="0">
                <a:pos x="0" y="111724"/>
              </a:cxn>
              <a:cxn ang="0">
                <a:pos x="0" y="109655"/>
              </a:cxn>
              <a:cxn ang="0">
                <a:pos x="0" y="109655"/>
              </a:cxn>
              <a:cxn ang="0">
                <a:pos x="0" y="109655"/>
              </a:cxn>
              <a:cxn ang="0">
                <a:pos x="0" y="109655"/>
              </a:cxn>
              <a:cxn ang="0">
                <a:pos x="0" y="109655"/>
              </a:cxn>
              <a:cxn ang="0">
                <a:pos x="0" y="109655"/>
              </a:cxn>
              <a:cxn ang="0">
                <a:pos x="0" y="107586"/>
              </a:cxn>
              <a:cxn ang="0">
                <a:pos x="0" y="107586"/>
              </a:cxn>
              <a:cxn ang="0">
                <a:pos x="14400" y="74482"/>
              </a:cxn>
              <a:cxn ang="0">
                <a:pos x="14400" y="74482"/>
              </a:cxn>
              <a:cxn ang="0">
                <a:pos x="14400" y="74482"/>
              </a:cxn>
              <a:cxn ang="0">
                <a:pos x="14400" y="72413"/>
              </a:cxn>
              <a:cxn ang="0">
                <a:pos x="14400" y="72413"/>
              </a:cxn>
              <a:cxn ang="0">
                <a:pos x="14400" y="72413"/>
              </a:cxn>
              <a:cxn ang="0">
                <a:pos x="14400" y="72413"/>
              </a:cxn>
              <a:cxn ang="0">
                <a:pos x="120000" y="0"/>
              </a:cxn>
            </a:cxnLst>
            <a:rect l="T0" t="T1" r="T2" b="T3"/>
            <a:pathLst>
              <a:path w="120000" h="120000" extrusionOk="0">
                <a:moveTo>
                  <a:pt x="0" y="117931"/>
                </a:moveTo>
                <a:cubicBezTo>
                  <a:pt x="0" y="120000"/>
                  <a:pt x="0" y="120000"/>
                  <a:pt x="0" y="120000"/>
                </a:cubicBezTo>
                <a:cubicBezTo>
                  <a:pt x="0" y="120000"/>
                  <a:pt x="0" y="120000"/>
                  <a:pt x="0" y="120000"/>
                </a:cubicBezTo>
                <a:cubicBezTo>
                  <a:pt x="0" y="120000"/>
                  <a:pt x="0" y="120000"/>
                  <a:pt x="0" y="117931"/>
                </a:cubicBezTo>
                <a:moveTo>
                  <a:pt x="0" y="117931"/>
                </a:moveTo>
                <a:cubicBezTo>
                  <a:pt x="0" y="117931"/>
                  <a:pt x="0" y="117931"/>
                  <a:pt x="0" y="117931"/>
                </a:cubicBezTo>
                <a:cubicBezTo>
                  <a:pt x="0" y="117931"/>
                  <a:pt x="0" y="117931"/>
                  <a:pt x="0" y="117931"/>
                </a:cubicBezTo>
                <a:moveTo>
                  <a:pt x="0" y="117931"/>
                </a:moveTo>
                <a:cubicBezTo>
                  <a:pt x="0" y="117931"/>
                  <a:pt x="0" y="117931"/>
                  <a:pt x="0" y="117931"/>
                </a:cubicBezTo>
                <a:cubicBezTo>
                  <a:pt x="0" y="117931"/>
                  <a:pt x="0" y="117931"/>
                  <a:pt x="0" y="117931"/>
                </a:cubicBezTo>
                <a:moveTo>
                  <a:pt x="0" y="117931"/>
                </a:moveTo>
                <a:cubicBezTo>
                  <a:pt x="0" y="117931"/>
                  <a:pt x="0" y="117931"/>
                  <a:pt x="0" y="117931"/>
                </a:cubicBezTo>
                <a:cubicBezTo>
                  <a:pt x="0" y="117931"/>
                  <a:pt x="0" y="117931"/>
                  <a:pt x="0" y="117931"/>
                </a:cubicBezTo>
                <a:moveTo>
                  <a:pt x="0" y="115862"/>
                </a:moveTo>
                <a:cubicBezTo>
                  <a:pt x="0" y="115862"/>
                  <a:pt x="0" y="117931"/>
                  <a:pt x="0" y="117931"/>
                </a:cubicBezTo>
                <a:cubicBezTo>
                  <a:pt x="0" y="117931"/>
                  <a:pt x="0" y="115862"/>
                  <a:pt x="0" y="115862"/>
                </a:cubicBezTo>
                <a:moveTo>
                  <a:pt x="0" y="115862"/>
                </a:moveTo>
                <a:cubicBezTo>
                  <a:pt x="0" y="115862"/>
                  <a:pt x="0" y="115862"/>
                  <a:pt x="0" y="115862"/>
                </a:cubicBezTo>
                <a:cubicBezTo>
                  <a:pt x="0" y="115862"/>
                  <a:pt x="0" y="115862"/>
                  <a:pt x="0" y="115862"/>
                </a:cubicBezTo>
                <a:moveTo>
                  <a:pt x="0" y="115862"/>
                </a:moveTo>
                <a:cubicBezTo>
                  <a:pt x="0" y="115862"/>
                  <a:pt x="0" y="115862"/>
                  <a:pt x="0" y="115862"/>
                </a:cubicBezTo>
                <a:cubicBezTo>
                  <a:pt x="0" y="115862"/>
                  <a:pt x="0" y="115862"/>
                  <a:pt x="0" y="115862"/>
                </a:cubicBezTo>
                <a:moveTo>
                  <a:pt x="0" y="115862"/>
                </a:moveTo>
                <a:cubicBezTo>
                  <a:pt x="0" y="115862"/>
                  <a:pt x="0" y="115862"/>
                  <a:pt x="0" y="115862"/>
                </a:cubicBezTo>
                <a:cubicBezTo>
                  <a:pt x="0" y="115862"/>
                  <a:pt x="0" y="115862"/>
                  <a:pt x="0" y="115862"/>
                </a:cubicBezTo>
                <a:moveTo>
                  <a:pt x="0" y="113793"/>
                </a:moveTo>
                <a:cubicBezTo>
                  <a:pt x="0" y="113793"/>
                  <a:pt x="0" y="113793"/>
                  <a:pt x="0" y="115862"/>
                </a:cubicBezTo>
                <a:cubicBezTo>
                  <a:pt x="0" y="113793"/>
                  <a:pt x="0" y="113793"/>
                  <a:pt x="0" y="113793"/>
                </a:cubicBezTo>
                <a:moveTo>
                  <a:pt x="0" y="113793"/>
                </a:moveTo>
                <a:cubicBezTo>
                  <a:pt x="0" y="113793"/>
                  <a:pt x="0" y="113793"/>
                  <a:pt x="0" y="113793"/>
                </a:cubicBezTo>
                <a:cubicBezTo>
                  <a:pt x="0" y="113793"/>
                  <a:pt x="0" y="113793"/>
                  <a:pt x="0" y="113793"/>
                </a:cubicBezTo>
                <a:moveTo>
                  <a:pt x="0" y="113793"/>
                </a:moveTo>
                <a:cubicBezTo>
                  <a:pt x="0" y="113793"/>
                  <a:pt x="0" y="113793"/>
                  <a:pt x="0" y="113793"/>
                </a:cubicBezTo>
                <a:cubicBezTo>
                  <a:pt x="0" y="113793"/>
                  <a:pt x="0" y="113793"/>
                  <a:pt x="0" y="113793"/>
                </a:cubicBezTo>
                <a:moveTo>
                  <a:pt x="0" y="113793"/>
                </a:moveTo>
                <a:cubicBezTo>
                  <a:pt x="0" y="113793"/>
                  <a:pt x="0" y="113793"/>
                  <a:pt x="0" y="113793"/>
                </a:cubicBezTo>
                <a:cubicBezTo>
                  <a:pt x="0" y="113793"/>
                  <a:pt x="0" y="113793"/>
                  <a:pt x="0" y="113793"/>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7586"/>
                </a:moveTo>
                <a:cubicBezTo>
                  <a:pt x="0" y="107586"/>
                  <a:pt x="0" y="107586"/>
                  <a:pt x="0" y="107586"/>
                </a:cubicBezTo>
                <a:cubicBezTo>
                  <a:pt x="0" y="107586"/>
                  <a:pt x="0" y="107586"/>
                  <a:pt x="0" y="107586"/>
                </a:cubicBezTo>
                <a:moveTo>
                  <a:pt x="14400" y="74482"/>
                </a:moveTo>
                <a:cubicBezTo>
                  <a:pt x="14400" y="74482"/>
                  <a:pt x="14400" y="74482"/>
                  <a:pt x="14400" y="74482"/>
                </a:cubicBezTo>
                <a:cubicBezTo>
                  <a:pt x="14400" y="74482"/>
                  <a:pt x="14400" y="74482"/>
                  <a:pt x="14400" y="74482"/>
                </a:cubicBezTo>
                <a:moveTo>
                  <a:pt x="14400" y="74482"/>
                </a:moveTo>
                <a:cubicBezTo>
                  <a:pt x="14400" y="74482"/>
                  <a:pt x="14400" y="74482"/>
                  <a:pt x="14400" y="74482"/>
                </a:cubicBezTo>
                <a:cubicBezTo>
                  <a:pt x="14400" y="74482"/>
                  <a:pt x="14400" y="74482"/>
                  <a:pt x="14400" y="74482"/>
                </a:cubicBezTo>
                <a:moveTo>
                  <a:pt x="14400" y="72413"/>
                </a:moveTo>
                <a:cubicBezTo>
                  <a:pt x="14400" y="72413"/>
                  <a:pt x="14400" y="72413"/>
                  <a:pt x="14400" y="72413"/>
                </a:cubicBezTo>
                <a:cubicBezTo>
                  <a:pt x="14400" y="72413"/>
                  <a:pt x="14400" y="72413"/>
                  <a:pt x="14400" y="72413"/>
                </a:cubicBezTo>
                <a:moveTo>
                  <a:pt x="14400" y="72413"/>
                </a:moveTo>
                <a:cubicBezTo>
                  <a:pt x="14400" y="72413"/>
                  <a:pt x="14400" y="72413"/>
                  <a:pt x="14400" y="72413"/>
                </a:cubicBezTo>
                <a:cubicBezTo>
                  <a:pt x="14400" y="72413"/>
                  <a:pt x="14400" y="72413"/>
                  <a:pt x="14400" y="72413"/>
                </a:cubicBezTo>
                <a:moveTo>
                  <a:pt x="120000" y="0"/>
                </a:moveTo>
                <a:cubicBezTo>
                  <a:pt x="72000" y="18620"/>
                  <a:pt x="33600" y="43448"/>
                  <a:pt x="14400" y="72413"/>
                </a:cubicBezTo>
                <a:cubicBezTo>
                  <a:pt x="33600" y="45517"/>
                  <a:pt x="67200" y="20689"/>
                  <a:pt x="115200" y="0"/>
                </a:cubicBezTo>
                <a:cubicBezTo>
                  <a:pt x="120000" y="0"/>
                  <a:pt x="120000" y="0"/>
                  <a:pt x="120000" y="0"/>
                </a:cubicBezTo>
                <a:cubicBezTo>
                  <a:pt x="120000" y="0"/>
                  <a:pt x="120000" y="0"/>
                  <a:pt x="120000" y="0"/>
                </a:cubicBezTo>
              </a:path>
            </a:pathLst>
          </a:custGeom>
          <a:solidFill>
            <a:srgbClr val="C14938"/>
          </a:solidFill>
          <a:ln w="9525">
            <a:noFill/>
            <a:round/>
            <a:headEnd/>
            <a:tailEnd/>
          </a:ln>
        </p:spPr>
        <p:txBody>
          <a:bodyPr lIns="91425" tIns="45700" rIns="91425" bIns="45700"/>
          <a:lstStyle/>
          <a:p>
            <a:pPr>
              <a:defRPr/>
            </a:pPr>
            <a:endParaRPr lang="en-US"/>
          </a:p>
        </p:txBody>
      </p:sp>
      <p:sp>
        <p:nvSpPr>
          <p:cNvPr id="20" name="Google Shape;476;p14">
            <a:extLst>
              <a:ext uri="{FF2B5EF4-FFF2-40B4-BE49-F238E27FC236}">
                <a16:creationId xmlns:a16="http://schemas.microsoft.com/office/drawing/2014/main" id="{9D9B4A3D-6E07-593B-1145-1FFBA89B305C}"/>
              </a:ext>
            </a:extLst>
          </p:cNvPr>
          <p:cNvSpPr>
            <a:spLocks/>
          </p:cNvSpPr>
          <p:nvPr/>
        </p:nvSpPr>
        <p:spPr bwMode="auto">
          <a:xfrm>
            <a:off x="9007475" y="2508250"/>
            <a:ext cx="58738" cy="77788"/>
          </a:xfrm>
          <a:custGeom>
            <a:avLst/>
            <a:gdLst>
              <a:gd name="T0" fmla="*/ 0 w 120000"/>
              <a:gd name="T1" fmla="*/ 0 h 120000"/>
              <a:gd name="T2" fmla="*/ 120000 w 120000"/>
              <a:gd name="T3" fmla="*/ 120000 h 120000"/>
            </a:gdLst>
            <a:ahLst/>
            <a:cxnLst>
              <a:cxn ang="0">
                <a:pos x="0" y="0"/>
              </a:cxn>
              <a:cxn ang="0">
                <a:pos x="120000" y="120000"/>
              </a:cxn>
              <a:cxn ang="0">
                <a:pos x="120000" y="120000"/>
              </a:cxn>
              <a:cxn ang="0">
                <a:pos x="0" y="0"/>
              </a:cxn>
              <a:cxn ang="0">
                <a:pos x="0" y="0"/>
              </a:cxn>
              <a:cxn ang="0">
                <a:pos x="0" y="0"/>
              </a:cxn>
              <a:cxn ang="0">
                <a:pos x="0" y="0"/>
              </a:cxn>
            </a:cxnLst>
            <a:rect l="T0" t="T1" r="T2" b="T3"/>
            <a:pathLst>
              <a:path w="120000" h="120000" extrusionOk="0">
                <a:moveTo>
                  <a:pt x="0" y="0"/>
                </a:moveTo>
                <a:cubicBezTo>
                  <a:pt x="28235" y="46956"/>
                  <a:pt x="70588" y="83478"/>
                  <a:pt x="120000" y="120000"/>
                </a:cubicBezTo>
                <a:cubicBezTo>
                  <a:pt x="120000" y="120000"/>
                  <a:pt x="120000" y="120000"/>
                  <a:pt x="120000" y="120000"/>
                </a:cubicBezTo>
                <a:cubicBezTo>
                  <a:pt x="70588" y="83478"/>
                  <a:pt x="28235" y="46956"/>
                  <a:pt x="0" y="0"/>
                </a:cubicBezTo>
                <a:moveTo>
                  <a:pt x="0" y="0"/>
                </a:moveTo>
                <a:cubicBezTo>
                  <a:pt x="0" y="0"/>
                  <a:pt x="0" y="0"/>
                  <a:pt x="0" y="0"/>
                </a:cubicBezTo>
                <a:cubicBezTo>
                  <a:pt x="0" y="0"/>
                  <a:pt x="0" y="0"/>
                  <a:pt x="0" y="0"/>
                </a:cubicBezTo>
              </a:path>
            </a:pathLst>
          </a:custGeom>
          <a:solidFill>
            <a:srgbClr val="D3D1D0"/>
          </a:solidFill>
          <a:ln w="9525">
            <a:noFill/>
            <a:round/>
            <a:headEnd/>
            <a:tailEnd/>
          </a:ln>
        </p:spPr>
        <p:txBody>
          <a:bodyPr lIns="91425" tIns="45700" rIns="91425" bIns="45700"/>
          <a:lstStyle/>
          <a:p>
            <a:pPr>
              <a:defRPr/>
            </a:pPr>
            <a:endParaRPr lang="en-US"/>
          </a:p>
        </p:txBody>
      </p:sp>
      <p:sp>
        <p:nvSpPr>
          <p:cNvPr id="21" name="Google Shape;477;p14">
            <a:extLst>
              <a:ext uri="{FF2B5EF4-FFF2-40B4-BE49-F238E27FC236}">
                <a16:creationId xmlns:a16="http://schemas.microsoft.com/office/drawing/2014/main" id="{A8F85199-BC8B-8D4C-2CB0-B56C123DAE85}"/>
              </a:ext>
            </a:extLst>
          </p:cNvPr>
          <p:cNvSpPr>
            <a:spLocks/>
          </p:cNvSpPr>
          <p:nvPr/>
        </p:nvSpPr>
        <p:spPr bwMode="auto">
          <a:xfrm>
            <a:off x="8997950" y="2486025"/>
            <a:ext cx="68263" cy="100013"/>
          </a:xfrm>
          <a:custGeom>
            <a:avLst/>
            <a:gdLst>
              <a:gd name="T0" fmla="*/ 0 w 120000"/>
              <a:gd name="T1" fmla="*/ 0 h 120000"/>
              <a:gd name="T2" fmla="*/ 120000 w 120000"/>
              <a:gd name="T3" fmla="*/ 120000 h 120000"/>
            </a:gdLst>
            <a:ahLst/>
            <a:cxnLst>
              <a:cxn ang="0">
                <a:pos x="0" y="0"/>
              </a:cxn>
              <a:cxn ang="0">
                <a:pos x="18000" y="28000"/>
              </a:cxn>
              <a:cxn ang="0">
                <a:pos x="18000" y="28000"/>
              </a:cxn>
              <a:cxn ang="0">
                <a:pos x="18000" y="28000"/>
              </a:cxn>
              <a:cxn ang="0">
                <a:pos x="120000" y="120000"/>
              </a:cxn>
              <a:cxn ang="0">
                <a:pos x="120000" y="120000"/>
              </a:cxn>
              <a:cxn ang="0">
                <a:pos x="114000" y="116000"/>
              </a:cxn>
              <a:cxn ang="0">
                <a:pos x="0" y="0"/>
              </a:cxn>
            </a:cxnLst>
            <a:rect l="T0" t="T1" r="T2" b="T3"/>
            <a:pathLst>
              <a:path w="120000" h="120000" extrusionOk="0">
                <a:moveTo>
                  <a:pt x="0" y="0"/>
                </a:moveTo>
                <a:cubicBezTo>
                  <a:pt x="6000" y="12000"/>
                  <a:pt x="12000" y="20000"/>
                  <a:pt x="18000" y="28000"/>
                </a:cubicBezTo>
                <a:cubicBezTo>
                  <a:pt x="18000" y="28000"/>
                  <a:pt x="18000" y="28000"/>
                  <a:pt x="18000" y="28000"/>
                </a:cubicBezTo>
                <a:cubicBezTo>
                  <a:pt x="18000" y="28000"/>
                  <a:pt x="18000" y="28000"/>
                  <a:pt x="18000" y="28000"/>
                </a:cubicBezTo>
                <a:cubicBezTo>
                  <a:pt x="42000" y="64000"/>
                  <a:pt x="78000" y="92000"/>
                  <a:pt x="120000" y="120000"/>
                </a:cubicBezTo>
                <a:cubicBezTo>
                  <a:pt x="120000" y="120000"/>
                  <a:pt x="120000" y="120000"/>
                  <a:pt x="120000" y="120000"/>
                </a:cubicBezTo>
                <a:cubicBezTo>
                  <a:pt x="114000" y="116000"/>
                  <a:pt x="114000" y="116000"/>
                  <a:pt x="114000" y="116000"/>
                </a:cubicBezTo>
                <a:cubicBezTo>
                  <a:pt x="66000" y="84000"/>
                  <a:pt x="24000" y="44000"/>
                  <a:pt x="0" y="0"/>
                </a:cubicBezTo>
              </a:path>
            </a:pathLst>
          </a:custGeom>
          <a:solidFill>
            <a:srgbClr val="C14938"/>
          </a:solidFill>
          <a:ln w="9525">
            <a:noFill/>
            <a:round/>
            <a:headEnd/>
            <a:tailEnd/>
          </a:ln>
        </p:spPr>
        <p:txBody>
          <a:bodyPr lIns="91425" tIns="45700" rIns="91425" bIns="45700"/>
          <a:lstStyle/>
          <a:p>
            <a:pPr>
              <a:defRPr/>
            </a:pPr>
            <a:endParaRPr lang="en-US"/>
          </a:p>
        </p:txBody>
      </p:sp>
      <p:sp>
        <p:nvSpPr>
          <p:cNvPr id="22" name="Google Shape;478;p14">
            <a:extLst>
              <a:ext uri="{FF2B5EF4-FFF2-40B4-BE49-F238E27FC236}">
                <a16:creationId xmlns:a16="http://schemas.microsoft.com/office/drawing/2014/main" id="{10A1DEE4-EE8F-9D0E-5AFF-4AAFA7CC6669}"/>
              </a:ext>
            </a:extLst>
          </p:cNvPr>
          <p:cNvSpPr>
            <a:spLocks/>
          </p:cNvSpPr>
          <p:nvPr/>
        </p:nvSpPr>
        <p:spPr bwMode="auto">
          <a:xfrm>
            <a:off x="9625013" y="2120900"/>
            <a:ext cx="269875" cy="269875"/>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Lst>
            <a:rect l="T0" t="T1" r="T2" b="T3"/>
            <a:pathLst>
              <a:path w="120000" h="120000" extrusionOk="0">
                <a:moveTo>
                  <a:pt x="120000" y="0"/>
                </a:moveTo>
                <a:lnTo>
                  <a:pt x="120000" y="0"/>
                </a:lnTo>
                <a:lnTo>
                  <a:pt x="0" y="120000"/>
                </a:lnTo>
                <a:lnTo>
                  <a:pt x="120000" y="0"/>
                </a:lnTo>
                <a:close/>
              </a:path>
            </a:pathLst>
          </a:custGeom>
          <a:solidFill>
            <a:srgbClr val="D54F3D"/>
          </a:solidFill>
          <a:ln w="9525">
            <a:noFill/>
            <a:round/>
            <a:headEnd/>
            <a:tailEnd/>
          </a:ln>
        </p:spPr>
        <p:txBody>
          <a:bodyPr lIns="91425" tIns="45700" rIns="91425" bIns="45700"/>
          <a:lstStyle/>
          <a:p>
            <a:pPr>
              <a:defRPr/>
            </a:pPr>
            <a:endParaRPr lang="en-US"/>
          </a:p>
        </p:txBody>
      </p:sp>
      <p:sp>
        <p:nvSpPr>
          <p:cNvPr id="23" name="Google Shape;479;p14">
            <a:extLst>
              <a:ext uri="{FF2B5EF4-FFF2-40B4-BE49-F238E27FC236}">
                <a16:creationId xmlns:a16="http://schemas.microsoft.com/office/drawing/2014/main" id="{4D9B4F5A-9760-E9AF-9124-D4DEAFEC8414}"/>
              </a:ext>
            </a:extLst>
          </p:cNvPr>
          <p:cNvSpPr>
            <a:spLocks/>
          </p:cNvSpPr>
          <p:nvPr/>
        </p:nvSpPr>
        <p:spPr bwMode="auto">
          <a:xfrm>
            <a:off x="9625013" y="2120900"/>
            <a:ext cx="269875" cy="269875"/>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Lst>
            <a:rect l="T0" t="T1" r="T2" b="T3"/>
            <a:pathLst>
              <a:path w="120000" h="120000" extrusionOk="0">
                <a:moveTo>
                  <a:pt x="120000" y="0"/>
                </a:moveTo>
                <a:lnTo>
                  <a:pt x="120000" y="0"/>
                </a:lnTo>
                <a:lnTo>
                  <a:pt x="0" y="120000"/>
                </a:lnTo>
                <a:lnTo>
                  <a:pt x="120000" y="0"/>
                </a:lnTo>
              </a:path>
            </a:pathLst>
          </a:custGeom>
          <a:noFill/>
          <a:ln w="9525">
            <a:noFill/>
            <a:round/>
            <a:headEnd/>
            <a:tailEnd/>
          </a:ln>
        </p:spPr>
        <p:txBody>
          <a:bodyPr lIns="91425" tIns="45700" rIns="91425" bIns="45700"/>
          <a:lstStyle/>
          <a:p>
            <a:pPr>
              <a:defRPr/>
            </a:pPr>
            <a:endParaRPr lang="en-US"/>
          </a:p>
        </p:txBody>
      </p:sp>
      <p:sp>
        <p:nvSpPr>
          <p:cNvPr id="24" name="Google Shape;480;p14">
            <a:extLst>
              <a:ext uri="{FF2B5EF4-FFF2-40B4-BE49-F238E27FC236}">
                <a16:creationId xmlns:a16="http://schemas.microsoft.com/office/drawing/2014/main" id="{A6EA77CF-A778-6941-A470-37526092FA0F}"/>
              </a:ext>
            </a:extLst>
          </p:cNvPr>
          <p:cNvSpPr>
            <a:spLocks/>
          </p:cNvSpPr>
          <p:nvPr/>
        </p:nvSpPr>
        <p:spPr bwMode="auto">
          <a:xfrm>
            <a:off x="9412288" y="2178050"/>
            <a:ext cx="212725" cy="212725"/>
          </a:xfrm>
          <a:custGeom>
            <a:avLst/>
            <a:gdLst>
              <a:gd name="T0" fmla="*/ 0 w 120000"/>
              <a:gd name="T1" fmla="*/ 0 h 120000"/>
              <a:gd name="T2" fmla="*/ 120000 w 120000"/>
              <a:gd name="T3" fmla="*/ 120000 h 120000"/>
            </a:gdLst>
            <a:ahLst/>
            <a:cxnLst>
              <a:cxn ang="0">
                <a:pos x="0" y="0"/>
              </a:cxn>
              <a:cxn ang="0">
                <a:pos x="1904" y="1904"/>
              </a:cxn>
              <a:cxn ang="0">
                <a:pos x="24761" y="24761"/>
              </a:cxn>
              <a:cxn ang="0">
                <a:pos x="120000" y="120000"/>
              </a:cxn>
              <a:cxn ang="0">
                <a:pos x="120000" y="120000"/>
              </a:cxn>
              <a:cxn ang="0">
                <a:pos x="24761" y="22857"/>
              </a:cxn>
              <a:cxn ang="0">
                <a:pos x="1904" y="1904"/>
              </a:cxn>
              <a:cxn ang="0">
                <a:pos x="0" y="0"/>
              </a:cxn>
            </a:cxnLst>
            <a:rect l="T0" t="T1" r="T2" b="T3"/>
            <a:pathLst>
              <a:path w="120000" h="120000" extrusionOk="0">
                <a:moveTo>
                  <a:pt x="0" y="0"/>
                </a:moveTo>
                <a:cubicBezTo>
                  <a:pt x="0" y="0"/>
                  <a:pt x="1904" y="1904"/>
                  <a:pt x="1904" y="1904"/>
                </a:cubicBezTo>
                <a:cubicBezTo>
                  <a:pt x="24761" y="24761"/>
                  <a:pt x="24761" y="24761"/>
                  <a:pt x="24761" y="24761"/>
                </a:cubicBezTo>
                <a:cubicBezTo>
                  <a:pt x="120000" y="120000"/>
                  <a:pt x="120000" y="120000"/>
                  <a:pt x="120000" y="120000"/>
                </a:cubicBezTo>
                <a:cubicBezTo>
                  <a:pt x="120000" y="120000"/>
                  <a:pt x="120000" y="120000"/>
                  <a:pt x="120000" y="120000"/>
                </a:cubicBezTo>
                <a:cubicBezTo>
                  <a:pt x="24761" y="22857"/>
                  <a:pt x="24761" y="22857"/>
                  <a:pt x="24761" y="22857"/>
                </a:cubicBezTo>
                <a:cubicBezTo>
                  <a:pt x="1904" y="1904"/>
                  <a:pt x="1904" y="1904"/>
                  <a:pt x="1904" y="1904"/>
                </a:cubicBezTo>
                <a:cubicBezTo>
                  <a:pt x="1904" y="1904"/>
                  <a:pt x="0" y="0"/>
                  <a:pt x="0" y="0"/>
                </a:cubicBezTo>
              </a:path>
            </a:pathLst>
          </a:custGeom>
          <a:solidFill>
            <a:srgbClr val="B14434"/>
          </a:solidFill>
          <a:ln w="9525">
            <a:noFill/>
            <a:round/>
            <a:headEnd/>
            <a:tailEnd/>
          </a:ln>
        </p:spPr>
        <p:txBody>
          <a:bodyPr lIns="91425" tIns="45700" rIns="91425" bIns="45700"/>
          <a:lstStyle/>
          <a:p>
            <a:pPr>
              <a:defRPr/>
            </a:pPr>
            <a:endParaRPr lang="en-US"/>
          </a:p>
        </p:txBody>
      </p:sp>
      <p:sp>
        <p:nvSpPr>
          <p:cNvPr id="25" name="Google Shape;481;p14">
            <a:extLst>
              <a:ext uri="{FF2B5EF4-FFF2-40B4-BE49-F238E27FC236}">
                <a16:creationId xmlns:a16="http://schemas.microsoft.com/office/drawing/2014/main" id="{5CFBA729-EE16-8D02-0A60-51B131E57AF4}"/>
              </a:ext>
            </a:extLst>
          </p:cNvPr>
          <p:cNvSpPr>
            <a:spLocks/>
          </p:cNvSpPr>
          <p:nvPr/>
        </p:nvSpPr>
        <p:spPr bwMode="auto">
          <a:xfrm>
            <a:off x="9625013" y="2390775"/>
            <a:ext cx="269875" cy="266700"/>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close/>
              </a:path>
            </a:pathLst>
          </a:custGeom>
          <a:solidFill>
            <a:srgbClr val="D54F3D"/>
          </a:solidFill>
          <a:ln w="9525">
            <a:noFill/>
            <a:round/>
            <a:headEnd/>
            <a:tailEnd/>
          </a:ln>
        </p:spPr>
        <p:txBody>
          <a:bodyPr lIns="91425" tIns="45700" rIns="91425" bIns="45700"/>
          <a:lstStyle/>
          <a:p>
            <a:pPr>
              <a:defRPr/>
            </a:pPr>
            <a:endParaRPr lang="en-US"/>
          </a:p>
        </p:txBody>
      </p:sp>
      <p:sp>
        <p:nvSpPr>
          <p:cNvPr id="26" name="Google Shape;482;p14">
            <a:extLst>
              <a:ext uri="{FF2B5EF4-FFF2-40B4-BE49-F238E27FC236}">
                <a16:creationId xmlns:a16="http://schemas.microsoft.com/office/drawing/2014/main" id="{41146766-FD4A-990E-7DAE-C53A8DE140BB}"/>
              </a:ext>
            </a:extLst>
          </p:cNvPr>
          <p:cNvSpPr>
            <a:spLocks/>
          </p:cNvSpPr>
          <p:nvPr/>
        </p:nvSpPr>
        <p:spPr bwMode="auto">
          <a:xfrm>
            <a:off x="9625013" y="2390775"/>
            <a:ext cx="269875" cy="266700"/>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path>
            </a:pathLst>
          </a:custGeom>
          <a:noFill/>
          <a:ln w="9525">
            <a:noFill/>
            <a:round/>
            <a:headEnd/>
            <a:tailEnd/>
          </a:ln>
        </p:spPr>
        <p:txBody>
          <a:bodyPr lIns="91425" tIns="45700" rIns="91425" bIns="45700"/>
          <a:lstStyle/>
          <a:p>
            <a:pPr>
              <a:defRPr/>
            </a:pPr>
            <a:endParaRPr lang="en-US"/>
          </a:p>
        </p:txBody>
      </p:sp>
      <p:sp>
        <p:nvSpPr>
          <p:cNvPr id="27" name="Google Shape;483;p14">
            <a:extLst>
              <a:ext uri="{FF2B5EF4-FFF2-40B4-BE49-F238E27FC236}">
                <a16:creationId xmlns:a16="http://schemas.microsoft.com/office/drawing/2014/main" id="{ECA2D171-0E09-42AC-814A-688A9C4F6E1D}"/>
              </a:ext>
            </a:extLst>
          </p:cNvPr>
          <p:cNvSpPr>
            <a:spLocks/>
          </p:cNvSpPr>
          <p:nvPr/>
        </p:nvSpPr>
        <p:spPr bwMode="auto">
          <a:xfrm>
            <a:off x="9247188" y="2486025"/>
            <a:ext cx="284162" cy="171450"/>
          </a:xfrm>
          <a:custGeom>
            <a:avLst/>
            <a:gdLst>
              <a:gd name="T0" fmla="*/ 0 w 120000"/>
              <a:gd name="T1" fmla="*/ 0 h 120000"/>
              <a:gd name="T2" fmla="*/ 120000 w 120000"/>
              <a:gd name="T3" fmla="*/ 120000 h 120000"/>
            </a:gdLst>
            <a:ahLst/>
            <a:cxnLst>
              <a:cxn ang="0">
                <a:pos x="0" y="120000"/>
              </a:cxn>
              <a:cxn ang="0">
                <a:pos x="0" y="120000"/>
              </a:cxn>
              <a:cxn ang="0">
                <a:pos x="0" y="120000"/>
              </a:cxn>
              <a:cxn ang="0">
                <a:pos x="120000" y="0"/>
              </a:cxn>
              <a:cxn ang="0">
                <a:pos x="88571" y="51764"/>
              </a:cxn>
              <a:cxn ang="0">
                <a:pos x="71428" y="77647"/>
              </a:cxn>
              <a:cxn ang="0">
                <a:pos x="57142" y="94117"/>
              </a:cxn>
              <a:cxn ang="0">
                <a:pos x="71428" y="77647"/>
              </a:cxn>
              <a:cxn ang="0">
                <a:pos x="88571" y="51764"/>
              </a:cxn>
              <a:cxn ang="0">
                <a:pos x="120000" y="0"/>
              </a:cxn>
            </a:cxnLst>
            <a:rect l="T0" t="T1" r="T2" b="T3"/>
            <a:pathLst>
              <a:path w="120000" h="120000" extrusionOk="0">
                <a:moveTo>
                  <a:pt x="0" y="120000"/>
                </a:moveTo>
                <a:cubicBezTo>
                  <a:pt x="0" y="120000"/>
                  <a:pt x="0" y="120000"/>
                  <a:pt x="0" y="120000"/>
                </a:cubicBezTo>
                <a:cubicBezTo>
                  <a:pt x="0" y="120000"/>
                  <a:pt x="0" y="120000"/>
                  <a:pt x="0" y="120000"/>
                </a:cubicBezTo>
                <a:moveTo>
                  <a:pt x="120000" y="0"/>
                </a:moveTo>
                <a:cubicBezTo>
                  <a:pt x="88571" y="51764"/>
                  <a:pt x="88571" y="51764"/>
                  <a:pt x="88571" y="51764"/>
                </a:cubicBezTo>
                <a:cubicBezTo>
                  <a:pt x="71428" y="77647"/>
                  <a:pt x="71428" y="77647"/>
                  <a:pt x="71428" y="77647"/>
                </a:cubicBezTo>
                <a:cubicBezTo>
                  <a:pt x="67142" y="84705"/>
                  <a:pt x="62857" y="89411"/>
                  <a:pt x="57142" y="94117"/>
                </a:cubicBezTo>
                <a:cubicBezTo>
                  <a:pt x="62857" y="89411"/>
                  <a:pt x="67142" y="84705"/>
                  <a:pt x="71428" y="77647"/>
                </a:cubicBezTo>
                <a:cubicBezTo>
                  <a:pt x="88571" y="51764"/>
                  <a:pt x="88571" y="51764"/>
                  <a:pt x="88571" y="51764"/>
                </a:cubicBezTo>
                <a:cubicBezTo>
                  <a:pt x="120000" y="0"/>
                  <a:pt x="120000" y="0"/>
                  <a:pt x="120000" y="0"/>
                </a:cubicBezTo>
              </a:path>
            </a:pathLst>
          </a:custGeom>
          <a:solidFill>
            <a:srgbClr val="B14434"/>
          </a:solidFill>
          <a:ln w="9525">
            <a:noFill/>
            <a:round/>
            <a:headEnd/>
            <a:tailEnd/>
          </a:ln>
        </p:spPr>
        <p:txBody>
          <a:bodyPr lIns="91425" tIns="45700" rIns="91425" bIns="45700"/>
          <a:lstStyle/>
          <a:p>
            <a:pPr>
              <a:defRPr/>
            </a:pPr>
            <a:endParaRPr lang="en-US"/>
          </a:p>
        </p:txBody>
      </p:sp>
      <p:sp>
        <p:nvSpPr>
          <p:cNvPr id="28" name="Google Shape;484;p14">
            <a:extLst>
              <a:ext uri="{FF2B5EF4-FFF2-40B4-BE49-F238E27FC236}">
                <a16:creationId xmlns:a16="http://schemas.microsoft.com/office/drawing/2014/main" id="{2870980B-E5CC-10DD-5C9C-D88E6216C119}"/>
              </a:ext>
            </a:extLst>
          </p:cNvPr>
          <p:cNvSpPr>
            <a:spLocks/>
          </p:cNvSpPr>
          <p:nvPr/>
        </p:nvSpPr>
        <p:spPr bwMode="auto">
          <a:xfrm>
            <a:off x="8980488" y="4194175"/>
            <a:ext cx="85725" cy="392113"/>
          </a:xfrm>
          <a:custGeom>
            <a:avLst/>
            <a:gdLst>
              <a:gd name="T0" fmla="*/ 0 w 120000"/>
              <a:gd name="T1" fmla="*/ 0 h 120000"/>
              <a:gd name="T2" fmla="*/ 120000 w 120000"/>
              <a:gd name="T3" fmla="*/ 120000 h 120000"/>
            </a:gdLst>
            <a:ahLst/>
            <a:cxnLst>
              <a:cxn ang="0">
                <a:pos x="120000" y="120000"/>
              </a:cxn>
              <a:cxn ang="0">
                <a:pos x="38400" y="96206"/>
              </a:cxn>
              <a:cxn ang="0">
                <a:pos x="38400" y="96206"/>
              </a:cxn>
              <a:cxn ang="0">
                <a:pos x="120000" y="0"/>
              </a:cxn>
              <a:cxn ang="0">
                <a:pos x="0" y="60000"/>
              </a:cxn>
              <a:cxn ang="0">
                <a:pos x="0" y="60000"/>
              </a:cxn>
              <a:cxn ang="0">
                <a:pos x="0" y="58965"/>
              </a:cxn>
              <a:cxn ang="0">
                <a:pos x="0" y="58965"/>
              </a:cxn>
              <a:cxn ang="0">
                <a:pos x="0" y="58965"/>
              </a:cxn>
              <a:cxn ang="0">
                <a:pos x="0" y="58965"/>
              </a:cxn>
              <a:cxn ang="0">
                <a:pos x="0" y="57931"/>
              </a:cxn>
              <a:cxn ang="0">
                <a:pos x="0" y="57931"/>
              </a:cxn>
              <a:cxn ang="0">
                <a:pos x="0" y="57931"/>
              </a:cxn>
              <a:cxn ang="0">
                <a:pos x="0" y="57931"/>
              </a:cxn>
              <a:cxn ang="0">
                <a:pos x="0" y="56896"/>
              </a:cxn>
              <a:cxn ang="0">
                <a:pos x="0" y="56896"/>
              </a:cxn>
              <a:cxn ang="0">
                <a:pos x="0" y="56896"/>
              </a:cxn>
              <a:cxn ang="0">
                <a:pos x="0" y="56896"/>
              </a:cxn>
              <a:cxn ang="0">
                <a:pos x="0" y="55862"/>
              </a:cxn>
              <a:cxn ang="0">
                <a:pos x="0" y="55862"/>
              </a:cxn>
              <a:cxn ang="0">
                <a:pos x="0" y="55862"/>
              </a:cxn>
              <a:cxn ang="0">
                <a:pos x="0" y="55862"/>
              </a:cxn>
              <a:cxn ang="0">
                <a:pos x="0" y="54827"/>
              </a:cxn>
              <a:cxn ang="0">
                <a:pos x="0" y="54827"/>
              </a:cxn>
              <a:cxn ang="0">
                <a:pos x="14400" y="35172"/>
              </a:cxn>
              <a:cxn ang="0">
                <a:pos x="14400" y="35172"/>
              </a:cxn>
              <a:cxn ang="0">
                <a:pos x="14400" y="35172"/>
              </a:cxn>
              <a:cxn ang="0">
                <a:pos x="14400" y="35172"/>
              </a:cxn>
              <a:cxn ang="0">
                <a:pos x="19200" y="34137"/>
              </a:cxn>
              <a:cxn ang="0">
                <a:pos x="19200" y="34137"/>
              </a:cxn>
              <a:cxn ang="0">
                <a:pos x="19200" y="34137"/>
              </a:cxn>
              <a:cxn ang="0">
                <a:pos x="19200" y="34137"/>
              </a:cxn>
              <a:cxn ang="0">
                <a:pos x="19200" y="34137"/>
              </a:cxn>
              <a:cxn ang="0">
                <a:pos x="120000" y="0"/>
              </a:cxn>
            </a:cxnLst>
            <a:rect l="T0" t="T1" r="T2" b="T3"/>
            <a:pathLst>
              <a:path w="120000" h="120000" extrusionOk="0">
                <a:moveTo>
                  <a:pt x="38400" y="96206"/>
                </a:moveTo>
                <a:cubicBezTo>
                  <a:pt x="57600" y="105517"/>
                  <a:pt x="86400" y="113793"/>
                  <a:pt x="120000" y="120000"/>
                </a:cubicBezTo>
                <a:cubicBezTo>
                  <a:pt x="120000" y="120000"/>
                  <a:pt x="120000" y="120000"/>
                  <a:pt x="120000" y="120000"/>
                </a:cubicBezTo>
                <a:cubicBezTo>
                  <a:pt x="86400" y="112758"/>
                  <a:pt x="57600" y="105517"/>
                  <a:pt x="38400" y="96206"/>
                </a:cubicBezTo>
                <a:moveTo>
                  <a:pt x="38400" y="96206"/>
                </a:moveTo>
                <a:cubicBezTo>
                  <a:pt x="38400" y="96206"/>
                  <a:pt x="38400" y="96206"/>
                  <a:pt x="38400" y="96206"/>
                </a:cubicBezTo>
                <a:cubicBezTo>
                  <a:pt x="38400" y="96206"/>
                  <a:pt x="38400" y="96206"/>
                  <a:pt x="38400" y="96206"/>
                </a:cubicBezTo>
                <a:moveTo>
                  <a:pt x="120000" y="0"/>
                </a:moveTo>
                <a:cubicBezTo>
                  <a:pt x="43200" y="14482"/>
                  <a:pt x="0" y="36206"/>
                  <a:pt x="0" y="60000"/>
                </a:cubicBezTo>
                <a:cubicBezTo>
                  <a:pt x="0" y="60000"/>
                  <a:pt x="0" y="60000"/>
                  <a:pt x="0" y="60000"/>
                </a:cubicBezTo>
                <a:cubicBezTo>
                  <a:pt x="0" y="60000"/>
                  <a:pt x="0" y="60000"/>
                  <a:pt x="0" y="60000"/>
                </a:cubicBezTo>
                <a:cubicBezTo>
                  <a:pt x="0" y="60000"/>
                  <a:pt x="0" y="60000"/>
                  <a:pt x="0" y="60000"/>
                </a:cubicBezTo>
                <a:cubicBezTo>
                  <a:pt x="0" y="60000"/>
                  <a:pt x="0" y="60000"/>
                  <a:pt x="0" y="60000"/>
                </a:cubicBezTo>
                <a:cubicBezTo>
                  <a:pt x="0" y="60000"/>
                  <a:pt x="0" y="60000"/>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4827"/>
                  <a:pt x="0" y="54827"/>
                  <a:pt x="0" y="54827"/>
                </a:cubicBezTo>
                <a:cubicBezTo>
                  <a:pt x="0" y="54827"/>
                  <a:pt x="0" y="54827"/>
                  <a:pt x="0" y="54827"/>
                </a:cubicBezTo>
                <a:cubicBezTo>
                  <a:pt x="0" y="54827"/>
                  <a:pt x="0" y="54827"/>
                  <a:pt x="0" y="54827"/>
                </a:cubicBezTo>
                <a:cubicBezTo>
                  <a:pt x="0" y="54827"/>
                  <a:pt x="0" y="54827"/>
                  <a:pt x="0" y="54827"/>
                </a:cubicBezTo>
                <a:cubicBezTo>
                  <a:pt x="0" y="48620"/>
                  <a:pt x="4800" y="41379"/>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9200" y="35172"/>
                  <a:pt x="19200" y="35172"/>
                  <a:pt x="19200" y="35172"/>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38400" y="20689"/>
                  <a:pt x="72000" y="9310"/>
                  <a:pt x="120000" y="0"/>
                </a:cubicBezTo>
                <a:cubicBezTo>
                  <a:pt x="120000" y="0"/>
                  <a:pt x="120000" y="0"/>
                  <a:pt x="120000" y="0"/>
                </a:cubicBezTo>
              </a:path>
            </a:pathLst>
          </a:custGeom>
          <a:solidFill>
            <a:srgbClr val="D3D1D0"/>
          </a:solidFill>
          <a:ln w="9525">
            <a:noFill/>
            <a:round/>
            <a:headEnd/>
            <a:tailEnd/>
          </a:ln>
        </p:spPr>
        <p:txBody>
          <a:bodyPr lIns="91425" tIns="45700" rIns="91425" bIns="45700"/>
          <a:lstStyle/>
          <a:p>
            <a:pPr>
              <a:defRPr/>
            </a:pPr>
            <a:endParaRPr lang="en-US"/>
          </a:p>
        </p:txBody>
      </p:sp>
      <p:sp>
        <p:nvSpPr>
          <p:cNvPr id="29" name="Google Shape;485;p14">
            <a:extLst>
              <a:ext uri="{FF2B5EF4-FFF2-40B4-BE49-F238E27FC236}">
                <a16:creationId xmlns:a16="http://schemas.microsoft.com/office/drawing/2014/main" id="{7DCA3463-CEAE-F5FC-BF23-4BBBC0FB55F9}"/>
              </a:ext>
            </a:extLst>
          </p:cNvPr>
          <p:cNvSpPr>
            <a:spLocks/>
          </p:cNvSpPr>
          <p:nvPr/>
        </p:nvSpPr>
        <p:spPr bwMode="auto">
          <a:xfrm>
            <a:off x="8980488" y="4194175"/>
            <a:ext cx="85725" cy="392113"/>
          </a:xfrm>
          <a:custGeom>
            <a:avLst/>
            <a:gdLst>
              <a:gd name="T0" fmla="*/ 0 w 120000"/>
              <a:gd name="T1" fmla="*/ 0 h 120000"/>
              <a:gd name="T2" fmla="*/ 120000 w 120000"/>
              <a:gd name="T3" fmla="*/ 120000 h 120000"/>
            </a:gdLst>
            <a:ahLst/>
            <a:cxnLst>
              <a:cxn ang="0">
                <a:pos x="38400" y="96206"/>
              </a:cxn>
              <a:cxn ang="0">
                <a:pos x="38400" y="96206"/>
              </a:cxn>
              <a:cxn ang="0">
                <a:pos x="120000" y="120000"/>
              </a:cxn>
              <a:cxn ang="0">
                <a:pos x="24000" y="88965"/>
              </a:cxn>
              <a:cxn ang="0">
                <a:pos x="0" y="60000"/>
              </a:cxn>
              <a:cxn ang="0">
                <a:pos x="0" y="60000"/>
              </a:cxn>
              <a:cxn ang="0">
                <a:pos x="0" y="60000"/>
              </a:cxn>
              <a:cxn ang="0">
                <a:pos x="0" y="58965"/>
              </a:cxn>
              <a:cxn ang="0">
                <a:pos x="0" y="58965"/>
              </a:cxn>
              <a:cxn ang="0">
                <a:pos x="0" y="58965"/>
              </a:cxn>
              <a:cxn ang="0">
                <a:pos x="0" y="58965"/>
              </a:cxn>
              <a:cxn ang="0">
                <a:pos x="0" y="58965"/>
              </a:cxn>
              <a:cxn ang="0">
                <a:pos x="0" y="58965"/>
              </a:cxn>
              <a:cxn ang="0">
                <a:pos x="0" y="57931"/>
              </a:cxn>
              <a:cxn ang="0">
                <a:pos x="0" y="57931"/>
              </a:cxn>
              <a:cxn ang="0">
                <a:pos x="0" y="57931"/>
              </a:cxn>
              <a:cxn ang="0">
                <a:pos x="0" y="57931"/>
              </a:cxn>
              <a:cxn ang="0">
                <a:pos x="0" y="57931"/>
              </a:cxn>
              <a:cxn ang="0">
                <a:pos x="0" y="57931"/>
              </a:cxn>
              <a:cxn ang="0">
                <a:pos x="0" y="56896"/>
              </a:cxn>
              <a:cxn ang="0">
                <a:pos x="0" y="56896"/>
              </a:cxn>
              <a:cxn ang="0">
                <a:pos x="0" y="56896"/>
              </a:cxn>
              <a:cxn ang="0">
                <a:pos x="0" y="56896"/>
              </a:cxn>
              <a:cxn ang="0">
                <a:pos x="0" y="56896"/>
              </a:cxn>
              <a:cxn ang="0">
                <a:pos x="0" y="56896"/>
              </a:cxn>
              <a:cxn ang="0">
                <a:pos x="0" y="55862"/>
              </a:cxn>
              <a:cxn ang="0">
                <a:pos x="0" y="55862"/>
              </a:cxn>
              <a:cxn ang="0">
                <a:pos x="0" y="55862"/>
              </a:cxn>
              <a:cxn ang="0">
                <a:pos x="0" y="55862"/>
              </a:cxn>
              <a:cxn ang="0">
                <a:pos x="0" y="55862"/>
              </a:cxn>
              <a:cxn ang="0">
                <a:pos x="0" y="55862"/>
              </a:cxn>
              <a:cxn ang="0">
                <a:pos x="0" y="54827"/>
              </a:cxn>
              <a:cxn ang="0">
                <a:pos x="0" y="54827"/>
              </a:cxn>
              <a:cxn ang="0">
                <a:pos x="0" y="54827"/>
              </a:cxn>
              <a:cxn ang="0">
                <a:pos x="14400" y="35172"/>
              </a:cxn>
              <a:cxn ang="0">
                <a:pos x="14400" y="35172"/>
              </a:cxn>
              <a:cxn ang="0">
                <a:pos x="14400" y="35172"/>
              </a:cxn>
              <a:cxn ang="0">
                <a:pos x="14400" y="35172"/>
              </a:cxn>
              <a:cxn ang="0">
                <a:pos x="14400" y="35172"/>
              </a:cxn>
              <a:cxn ang="0">
                <a:pos x="14400" y="35172"/>
              </a:cxn>
              <a:cxn ang="0">
                <a:pos x="19200" y="34137"/>
              </a:cxn>
              <a:cxn ang="0">
                <a:pos x="19200" y="34137"/>
              </a:cxn>
              <a:cxn ang="0">
                <a:pos x="19200" y="34137"/>
              </a:cxn>
              <a:cxn ang="0">
                <a:pos x="19200" y="34137"/>
              </a:cxn>
              <a:cxn ang="0">
                <a:pos x="19200" y="34137"/>
              </a:cxn>
              <a:cxn ang="0">
                <a:pos x="19200" y="34137"/>
              </a:cxn>
              <a:cxn ang="0">
                <a:pos x="120000" y="0"/>
              </a:cxn>
              <a:cxn ang="0">
                <a:pos x="115200" y="0"/>
              </a:cxn>
              <a:cxn ang="0">
                <a:pos x="120000" y="0"/>
              </a:cxn>
            </a:cxnLst>
            <a:rect l="T0" t="T1" r="T2" b="T3"/>
            <a:pathLst>
              <a:path w="120000" h="120000" extrusionOk="0">
                <a:moveTo>
                  <a:pt x="24000" y="88965"/>
                </a:moveTo>
                <a:cubicBezTo>
                  <a:pt x="28800" y="92068"/>
                  <a:pt x="33600" y="94137"/>
                  <a:pt x="38400" y="96206"/>
                </a:cubicBezTo>
                <a:cubicBezTo>
                  <a:pt x="38400" y="96206"/>
                  <a:pt x="38400" y="96206"/>
                  <a:pt x="38400" y="96206"/>
                </a:cubicBezTo>
                <a:cubicBezTo>
                  <a:pt x="38400" y="96206"/>
                  <a:pt x="38400" y="96206"/>
                  <a:pt x="38400" y="96206"/>
                </a:cubicBezTo>
                <a:cubicBezTo>
                  <a:pt x="57600" y="105517"/>
                  <a:pt x="86400" y="112758"/>
                  <a:pt x="120000" y="120000"/>
                </a:cubicBezTo>
                <a:cubicBezTo>
                  <a:pt x="120000" y="120000"/>
                  <a:pt x="120000" y="120000"/>
                  <a:pt x="120000" y="120000"/>
                </a:cubicBezTo>
                <a:cubicBezTo>
                  <a:pt x="115200" y="120000"/>
                  <a:pt x="115200" y="120000"/>
                  <a:pt x="115200" y="120000"/>
                </a:cubicBezTo>
                <a:cubicBezTo>
                  <a:pt x="76800" y="111724"/>
                  <a:pt x="43200" y="101379"/>
                  <a:pt x="24000" y="88965"/>
                </a:cubicBezTo>
                <a:moveTo>
                  <a:pt x="0" y="60000"/>
                </a:moveTo>
                <a:cubicBezTo>
                  <a:pt x="0" y="60000"/>
                  <a:pt x="0" y="60000"/>
                  <a:pt x="0" y="60000"/>
                </a:cubicBezTo>
                <a:cubicBezTo>
                  <a:pt x="0" y="60000"/>
                  <a:pt x="0" y="60000"/>
                  <a:pt x="0" y="60000"/>
                </a:cubicBezTo>
                <a:cubicBezTo>
                  <a:pt x="0" y="60000"/>
                  <a:pt x="0" y="60000"/>
                  <a:pt x="0" y="60000"/>
                </a:cubicBezTo>
                <a:moveTo>
                  <a:pt x="0" y="60000"/>
                </a:moveTo>
                <a:cubicBezTo>
                  <a:pt x="0" y="60000"/>
                  <a:pt x="0" y="60000"/>
                  <a:pt x="0" y="60000"/>
                </a:cubicBezTo>
                <a:cubicBezTo>
                  <a:pt x="0" y="60000"/>
                  <a:pt x="0" y="60000"/>
                  <a:pt x="0" y="60000"/>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4827"/>
                </a:moveTo>
                <a:cubicBezTo>
                  <a:pt x="0" y="54827"/>
                  <a:pt x="0" y="54827"/>
                  <a:pt x="0" y="54827"/>
                </a:cubicBezTo>
                <a:cubicBezTo>
                  <a:pt x="0" y="54827"/>
                  <a:pt x="0" y="54827"/>
                  <a:pt x="0" y="54827"/>
                </a:cubicBezTo>
                <a:moveTo>
                  <a:pt x="0" y="54827"/>
                </a:moveTo>
                <a:cubicBezTo>
                  <a:pt x="0" y="54827"/>
                  <a:pt x="0" y="54827"/>
                  <a:pt x="0" y="54827"/>
                </a:cubicBezTo>
                <a:cubicBezTo>
                  <a:pt x="0" y="54827"/>
                  <a:pt x="0" y="54827"/>
                  <a:pt x="0" y="54827"/>
                </a:cubicBezTo>
                <a:moveTo>
                  <a:pt x="14400" y="35172"/>
                </a:moveTo>
                <a:cubicBezTo>
                  <a:pt x="14400" y="35172"/>
                  <a:pt x="14400" y="35172"/>
                  <a:pt x="14400" y="35172"/>
                </a:cubicBezTo>
                <a:cubicBezTo>
                  <a:pt x="14400" y="35172"/>
                  <a:pt x="14400" y="35172"/>
                  <a:pt x="14400" y="35172"/>
                </a:cubicBezTo>
                <a:moveTo>
                  <a:pt x="14400" y="35172"/>
                </a:moveTo>
                <a:cubicBezTo>
                  <a:pt x="14400" y="35172"/>
                  <a:pt x="14400" y="35172"/>
                  <a:pt x="14400" y="35172"/>
                </a:cubicBezTo>
                <a:cubicBezTo>
                  <a:pt x="14400" y="35172"/>
                  <a:pt x="14400" y="35172"/>
                  <a:pt x="14400" y="35172"/>
                </a:cubicBezTo>
                <a:moveTo>
                  <a:pt x="14400" y="35172"/>
                </a:moveTo>
                <a:cubicBezTo>
                  <a:pt x="14400" y="35172"/>
                  <a:pt x="14400" y="35172"/>
                  <a:pt x="14400" y="35172"/>
                </a:cubicBezTo>
                <a:cubicBezTo>
                  <a:pt x="14400" y="35172"/>
                  <a:pt x="14400" y="35172"/>
                  <a:pt x="14400" y="35172"/>
                </a:cubicBezTo>
                <a:moveTo>
                  <a:pt x="19200" y="35172"/>
                </a:moveTo>
                <a:cubicBezTo>
                  <a:pt x="19200" y="35172"/>
                  <a:pt x="19200" y="35172"/>
                  <a:pt x="14400" y="35172"/>
                </a:cubicBezTo>
                <a:cubicBezTo>
                  <a:pt x="19200" y="35172"/>
                  <a:pt x="19200" y="35172"/>
                  <a:pt x="19200" y="35172"/>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20000" y="0"/>
                </a:moveTo>
                <a:cubicBezTo>
                  <a:pt x="72000" y="9310"/>
                  <a:pt x="38400" y="20689"/>
                  <a:pt x="19200" y="34137"/>
                </a:cubicBezTo>
                <a:cubicBezTo>
                  <a:pt x="38400" y="20689"/>
                  <a:pt x="72000" y="9310"/>
                  <a:pt x="115200" y="0"/>
                </a:cubicBezTo>
                <a:cubicBezTo>
                  <a:pt x="120000" y="0"/>
                  <a:pt x="120000" y="0"/>
                  <a:pt x="120000" y="0"/>
                </a:cubicBezTo>
                <a:cubicBezTo>
                  <a:pt x="120000" y="0"/>
                  <a:pt x="120000" y="0"/>
                  <a:pt x="120000" y="0"/>
                </a:cubicBezTo>
              </a:path>
            </a:pathLst>
          </a:custGeom>
          <a:solidFill>
            <a:srgbClr val="8EAA46"/>
          </a:solidFill>
          <a:ln w="9525">
            <a:noFill/>
            <a:round/>
            <a:headEnd/>
            <a:tailEnd/>
          </a:ln>
        </p:spPr>
        <p:txBody>
          <a:bodyPr lIns="91425" tIns="45700" rIns="91425" bIns="45700"/>
          <a:lstStyle/>
          <a:p>
            <a:pPr>
              <a:defRPr/>
            </a:pPr>
            <a:endParaRPr lang="en-US"/>
          </a:p>
        </p:txBody>
      </p:sp>
      <p:sp>
        <p:nvSpPr>
          <p:cNvPr id="30" name="Google Shape;486;p14">
            <a:extLst>
              <a:ext uri="{FF2B5EF4-FFF2-40B4-BE49-F238E27FC236}">
                <a16:creationId xmlns:a16="http://schemas.microsoft.com/office/drawing/2014/main" id="{4A6E74F7-EDE2-AF37-6BBF-2AAB6D0652C9}"/>
              </a:ext>
            </a:extLst>
          </p:cNvPr>
          <p:cNvSpPr>
            <a:spLocks/>
          </p:cNvSpPr>
          <p:nvPr/>
        </p:nvSpPr>
        <p:spPr bwMode="auto">
          <a:xfrm>
            <a:off x="9625013" y="4124325"/>
            <a:ext cx="269875" cy="266700"/>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Lst>
            <a:rect l="T0" t="T1" r="T2" b="T3"/>
            <a:pathLst>
              <a:path w="120000" h="120000" extrusionOk="0">
                <a:moveTo>
                  <a:pt x="120000" y="0"/>
                </a:moveTo>
                <a:lnTo>
                  <a:pt x="120000" y="0"/>
                </a:lnTo>
                <a:lnTo>
                  <a:pt x="0" y="120000"/>
                </a:lnTo>
                <a:lnTo>
                  <a:pt x="120000" y="0"/>
                </a:lnTo>
                <a:close/>
              </a:path>
            </a:pathLst>
          </a:custGeom>
          <a:solidFill>
            <a:srgbClr val="9BBB4C"/>
          </a:solidFill>
          <a:ln w="9525">
            <a:noFill/>
            <a:round/>
            <a:headEnd/>
            <a:tailEnd/>
          </a:ln>
        </p:spPr>
        <p:txBody>
          <a:bodyPr lIns="91425" tIns="45700" rIns="91425" bIns="45700"/>
          <a:lstStyle/>
          <a:p>
            <a:pPr>
              <a:defRPr/>
            </a:pPr>
            <a:endParaRPr lang="en-US"/>
          </a:p>
        </p:txBody>
      </p:sp>
      <p:sp>
        <p:nvSpPr>
          <p:cNvPr id="31" name="Google Shape;487;p14">
            <a:extLst>
              <a:ext uri="{FF2B5EF4-FFF2-40B4-BE49-F238E27FC236}">
                <a16:creationId xmlns:a16="http://schemas.microsoft.com/office/drawing/2014/main" id="{D5FB72C8-A5E5-AD6E-A280-A8A6B953B732}"/>
              </a:ext>
            </a:extLst>
          </p:cNvPr>
          <p:cNvSpPr>
            <a:spLocks/>
          </p:cNvSpPr>
          <p:nvPr/>
        </p:nvSpPr>
        <p:spPr bwMode="auto">
          <a:xfrm>
            <a:off x="9625013" y="4124325"/>
            <a:ext cx="269875" cy="266700"/>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Lst>
            <a:rect l="T0" t="T1" r="T2" b="T3"/>
            <a:pathLst>
              <a:path w="120000" h="120000" extrusionOk="0">
                <a:moveTo>
                  <a:pt x="120000" y="0"/>
                </a:moveTo>
                <a:lnTo>
                  <a:pt x="120000" y="0"/>
                </a:lnTo>
                <a:lnTo>
                  <a:pt x="0" y="120000"/>
                </a:lnTo>
                <a:lnTo>
                  <a:pt x="120000" y="0"/>
                </a:lnTo>
              </a:path>
            </a:pathLst>
          </a:custGeom>
          <a:noFill/>
          <a:ln w="9525">
            <a:noFill/>
            <a:round/>
            <a:headEnd/>
            <a:tailEnd/>
          </a:ln>
        </p:spPr>
        <p:txBody>
          <a:bodyPr lIns="91425" tIns="45700" rIns="91425" bIns="45700"/>
          <a:lstStyle/>
          <a:p>
            <a:pPr>
              <a:defRPr/>
            </a:pPr>
            <a:endParaRPr lang="en-US"/>
          </a:p>
        </p:txBody>
      </p:sp>
      <p:sp>
        <p:nvSpPr>
          <p:cNvPr id="32" name="Google Shape;488;p14">
            <a:extLst>
              <a:ext uri="{FF2B5EF4-FFF2-40B4-BE49-F238E27FC236}">
                <a16:creationId xmlns:a16="http://schemas.microsoft.com/office/drawing/2014/main" id="{16FC395A-3662-F9F0-37CE-EB8689772CFD}"/>
              </a:ext>
            </a:extLst>
          </p:cNvPr>
          <p:cNvSpPr>
            <a:spLocks/>
          </p:cNvSpPr>
          <p:nvPr/>
        </p:nvSpPr>
        <p:spPr bwMode="auto">
          <a:xfrm>
            <a:off x="9412288" y="4178300"/>
            <a:ext cx="212725" cy="212725"/>
          </a:xfrm>
          <a:custGeom>
            <a:avLst/>
            <a:gdLst>
              <a:gd name="T0" fmla="*/ 0 w 120000"/>
              <a:gd name="T1" fmla="*/ 0 h 120000"/>
              <a:gd name="T2" fmla="*/ 120000 w 120000"/>
              <a:gd name="T3" fmla="*/ 120000 h 120000"/>
            </a:gdLst>
            <a:ahLst/>
            <a:cxnLst>
              <a:cxn ang="0">
                <a:pos x="0" y="0"/>
              </a:cxn>
              <a:cxn ang="0">
                <a:pos x="1904" y="1904"/>
              </a:cxn>
              <a:cxn ang="0">
                <a:pos x="24761" y="24761"/>
              </a:cxn>
              <a:cxn ang="0">
                <a:pos x="120000" y="120000"/>
              </a:cxn>
              <a:cxn ang="0">
                <a:pos x="120000" y="120000"/>
              </a:cxn>
              <a:cxn ang="0">
                <a:pos x="24761" y="24761"/>
              </a:cxn>
              <a:cxn ang="0">
                <a:pos x="1904" y="3809"/>
              </a:cxn>
              <a:cxn ang="0">
                <a:pos x="0" y="0"/>
              </a:cxn>
            </a:cxnLst>
            <a:rect l="T0" t="T1" r="T2" b="T3"/>
            <a:pathLst>
              <a:path w="120000" h="120000" extrusionOk="0">
                <a:moveTo>
                  <a:pt x="0" y="0"/>
                </a:moveTo>
                <a:cubicBezTo>
                  <a:pt x="0" y="1904"/>
                  <a:pt x="1904" y="1904"/>
                  <a:pt x="1904" y="1904"/>
                </a:cubicBezTo>
                <a:cubicBezTo>
                  <a:pt x="24761" y="24761"/>
                  <a:pt x="24761" y="24761"/>
                  <a:pt x="24761" y="24761"/>
                </a:cubicBezTo>
                <a:cubicBezTo>
                  <a:pt x="120000" y="120000"/>
                  <a:pt x="120000" y="120000"/>
                  <a:pt x="120000" y="120000"/>
                </a:cubicBezTo>
                <a:cubicBezTo>
                  <a:pt x="120000" y="120000"/>
                  <a:pt x="120000" y="120000"/>
                  <a:pt x="120000" y="120000"/>
                </a:cubicBezTo>
                <a:cubicBezTo>
                  <a:pt x="24761" y="24761"/>
                  <a:pt x="24761" y="24761"/>
                  <a:pt x="24761" y="24761"/>
                </a:cubicBezTo>
                <a:cubicBezTo>
                  <a:pt x="1904" y="3809"/>
                  <a:pt x="1904" y="3809"/>
                  <a:pt x="1904" y="3809"/>
                </a:cubicBezTo>
                <a:cubicBezTo>
                  <a:pt x="1904" y="1904"/>
                  <a:pt x="0" y="1904"/>
                  <a:pt x="0" y="0"/>
                </a:cubicBezTo>
              </a:path>
            </a:pathLst>
          </a:custGeom>
          <a:solidFill>
            <a:srgbClr val="839B41"/>
          </a:solidFill>
          <a:ln w="9525">
            <a:noFill/>
            <a:round/>
            <a:headEnd/>
            <a:tailEnd/>
          </a:ln>
        </p:spPr>
        <p:txBody>
          <a:bodyPr lIns="91425" tIns="45700" rIns="91425" bIns="45700"/>
          <a:lstStyle/>
          <a:p>
            <a:pPr>
              <a:defRPr/>
            </a:pPr>
            <a:endParaRPr lang="en-US"/>
          </a:p>
        </p:txBody>
      </p:sp>
      <p:sp>
        <p:nvSpPr>
          <p:cNvPr id="33" name="Google Shape;489;p14">
            <a:extLst>
              <a:ext uri="{FF2B5EF4-FFF2-40B4-BE49-F238E27FC236}">
                <a16:creationId xmlns:a16="http://schemas.microsoft.com/office/drawing/2014/main" id="{00684B7A-BFE5-200C-CFFC-294A0A19AA55}"/>
              </a:ext>
            </a:extLst>
          </p:cNvPr>
          <p:cNvSpPr>
            <a:spLocks/>
          </p:cNvSpPr>
          <p:nvPr/>
        </p:nvSpPr>
        <p:spPr bwMode="auto">
          <a:xfrm>
            <a:off x="9625013" y="4391025"/>
            <a:ext cx="269875" cy="268288"/>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close/>
              </a:path>
            </a:pathLst>
          </a:custGeom>
          <a:solidFill>
            <a:srgbClr val="9BBB4C"/>
          </a:solidFill>
          <a:ln w="9525">
            <a:noFill/>
            <a:round/>
            <a:headEnd/>
            <a:tailEnd/>
          </a:ln>
        </p:spPr>
        <p:txBody>
          <a:bodyPr lIns="91425" tIns="45700" rIns="91425" bIns="45700"/>
          <a:lstStyle/>
          <a:p>
            <a:pPr>
              <a:defRPr/>
            </a:pPr>
            <a:endParaRPr lang="en-US"/>
          </a:p>
        </p:txBody>
      </p:sp>
      <p:sp>
        <p:nvSpPr>
          <p:cNvPr id="34" name="Google Shape;490;p14">
            <a:extLst>
              <a:ext uri="{FF2B5EF4-FFF2-40B4-BE49-F238E27FC236}">
                <a16:creationId xmlns:a16="http://schemas.microsoft.com/office/drawing/2014/main" id="{AC348222-F0ED-B8AE-4A83-E2DE0F4C0B29}"/>
              </a:ext>
            </a:extLst>
          </p:cNvPr>
          <p:cNvSpPr>
            <a:spLocks/>
          </p:cNvSpPr>
          <p:nvPr/>
        </p:nvSpPr>
        <p:spPr bwMode="auto">
          <a:xfrm>
            <a:off x="9625013" y="4391025"/>
            <a:ext cx="269875" cy="268288"/>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path>
            </a:pathLst>
          </a:custGeom>
          <a:noFill/>
          <a:ln w="9525">
            <a:noFill/>
            <a:round/>
            <a:headEnd/>
            <a:tailEnd/>
          </a:ln>
        </p:spPr>
        <p:txBody>
          <a:bodyPr lIns="91425" tIns="45700" rIns="91425" bIns="45700"/>
          <a:lstStyle/>
          <a:p>
            <a:pPr>
              <a:defRPr/>
            </a:pPr>
            <a:endParaRPr lang="en-US"/>
          </a:p>
        </p:txBody>
      </p:sp>
      <p:sp>
        <p:nvSpPr>
          <p:cNvPr id="35" name="Google Shape;491;p14">
            <a:extLst>
              <a:ext uri="{FF2B5EF4-FFF2-40B4-BE49-F238E27FC236}">
                <a16:creationId xmlns:a16="http://schemas.microsoft.com/office/drawing/2014/main" id="{F3213FA4-705C-96B0-D7E7-94559294B37A}"/>
              </a:ext>
            </a:extLst>
          </p:cNvPr>
          <p:cNvSpPr>
            <a:spLocks/>
          </p:cNvSpPr>
          <p:nvPr/>
        </p:nvSpPr>
        <p:spPr bwMode="auto">
          <a:xfrm>
            <a:off x="9247188" y="4484688"/>
            <a:ext cx="284162" cy="174625"/>
          </a:xfrm>
          <a:custGeom>
            <a:avLst/>
            <a:gdLst>
              <a:gd name="T0" fmla="*/ 0 w 120000"/>
              <a:gd name="T1" fmla="*/ 0 h 120000"/>
              <a:gd name="T2" fmla="*/ 120000 w 120000"/>
              <a:gd name="T3" fmla="*/ 120000 h 120000"/>
            </a:gdLst>
            <a:ahLst/>
            <a:cxnLst>
              <a:cxn ang="0">
                <a:pos x="0" y="120000"/>
              </a:cxn>
              <a:cxn ang="0">
                <a:pos x="0" y="120000"/>
              </a:cxn>
              <a:cxn ang="0">
                <a:pos x="0" y="120000"/>
              </a:cxn>
              <a:cxn ang="0">
                <a:pos x="120000" y="0"/>
              </a:cxn>
              <a:cxn ang="0">
                <a:pos x="88571" y="50769"/>
              </a:cxn>
              <a:cxn ang="0">
                <a:pos x="71428" y="78461"/>
              </a:cxn>
              <a:cxn ang="0">
                <a:pos x="57142" y="94615"/>
              </a:cxn>
              <a:cxn ang="0">
                <a:pos x="71428" y="78461"/>
              </a:cxn>
              <a:cxn ang="0">
                <a:pos x="88571" y="50769"/>
              </a:cxn>
              <a:cxn ang="0">
                <a:pos x="120000" y="0"/>
              </a:cxn>
            </a:cxnLst>
            <a:rect l="T0" t="T1" r="T2" b="T3"/>
            <a:pathLst>
              <a:path w="120000" h="120000" extrusionOk="0">
                <a:moveTo>
                  <a:pt x="0" y="120000"/>
                </a:moveTo>
                <a:cubicBezTo>
                  <a:pt x="0" y="120000"/>
                  <a:pt x="0" y="120000"/>
                  <a:pt x="0" y="120000"/>
                </a:cubicBezTo>
                <a:cubicBezTo>
                  <a:pt x="0" y="120000"/>
                  <a:pt x="0" y="120000"/>
                  <a:pt x="0" y="120000"/>
                </a:cubicBezTo>
                <a:moveTo>
                  <a:pt x="120000" y="0"/>
                </a:moveTo>
                <a:cubicBezTo>
                  <a:pt x="88571" y="50769"/>
                  <a:pt x="88571" y="50769"/>
                  <a:pt x="88571" y="50769"/>
                </a:cubicBezTo>
                <a:cubicBezTo>
                  <a:pt x="71428" y="78461"/>
                  <a:pt x="71428" y="78461"/>
                  <a:pt x="71428" y="78461"/>
                </a:cubicBezTo>
                <a:cubicBezTo>
                  <a:pt x="67142" y="83076"/>
                  <a:pt x="62857" y="90000"/>
                  <a:pt x="57142" y="94615"/>
                </a:cubicBezTo>
                <a:cubicBezTo>
                  <a:pt x="62857" y="90000"/>
                  <a:pt x="67142" y="83076"/>
                  <a:pt x="71428" y="78461"/>
                </a:cubicBezTo>
                <a:cubicBezTo>
                  <a:pt x="88571" y="50769"/>
                  <a:pt x="88571" y="50769"/>
                  <a:pt x="88571" y="50769"/>
                </a:cubicBezTo>
                <a:cubicBezTo>
                  <a:pt x="120000" y="0"/>
                  <a:pt x="120000" y="0"/>
                  <a:pt x="120000" y="0"/>
                </a:cubicBezTo>
              </a:path>
            </a:pathLst>
          </a:custGeom>
          <a:solidFill>
            <a:srgbClr val="839B41"/>
          </a:solidFill>
          <a:ln w="9525">
            <a:noFill/>
            <a:round/>
            <a:headEnd/>
            <a:tailEnd/>
          </a:ln>
        </p:spPr>
        <p:txBody>
          <a:bodyPr lIns="91425" tIns="45700" rIns="91425" bIns="45700"/>
          <a:lstStyle/>
          <a:p>
            <a:pPr>
              <a:defRPr/>
            </a:pPr>
            <a:endParaRPr lang="en-US"/>
          </a:p>
        </p:txBody>
      </p:sp>
      <p:sp>
        <p:nvSpPr>
          <p:cNvPr id="36" name="Google Shape;492;p14">
            <a:extLst>
              <a:ext uri="{FF2B5EF4-FFF2-40B4-BE49-F238E27FC236}">
                <a16:creationId xmlns:a16="http://schemas.microsoft.com/office/drawing/2014/main" id="{99C3E515-D23A-AADB-8D22-29ED08356C14}"/>
              </a:ext>
            </a:extLst>
          </p:cNvPr>
          <p:cNvSpPr>
            <a:spLocks/>
          </p:cNvSpPr>
          <p:nvPr/>
        </p:nvSpPr>
        <p:spPr bwMode="auto">
          <a:xfrm>
            <a:off x="506413" y="1306513"/>
            <a:ext cx="279400" cy="279400"/>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37" name="Google Shape;493;p14">
            <a:extLst>
              <a:ext uri="{FF2B5EF4-FFF2-40B4-BE49-F238E27FC236}">
                <a16:creationId xmlns:a16="http://schemas.microsoft.com/office/drawing/2014/main" id="{57B0F129-C871-26DB-0011-F474B31CBE6C}"/>
              </a:ext>
            </a:extLst>
          </p:cNvPr>
          <p:cNvSpPr>
            <a:spLocks/>
          </p:cNvSpPr>
          <p:nvPr/>
        </p:nvSpPr>
        <p:spPr bwMode="auto">
          <a:xfrm>
            <a:off x="506413" y="2533650"/>
            <a:ext cx="279400" cy="279400"/>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38" name="Google Shape;494;p14">
            <a:extLst>
              <a:ext uri="{FF2B5EF4-FFF2-40B4-BE49-F238E27FC236}">
                <a16:creationId xmlns:a16="http://schemas.microsoft.com/office/drawing/2014/main" id="{B2F0052B-D1A3-9D3B-37C2-DF1BC37E47BB}"/>
              </a:ext>
            </a:extLst>
          </p:cNvPr>
          <p:cNvSpPr>
            <a:spLocks/>
          </p:cNvSpPr>
          <p:nvPr/>
        </p:nvSpPr>
        <p:spPr bwMode="auto">
          <a:xfrm>
            <a:off x="506413" y="5114925"/>
            <a:ext cx="279400" cy="279400"/>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39" name="Google Shape;495;p14">
            <a:extLst>
              <a:ext uri="{FF2B5EF4-FFF2-40B4-BE49-F238E27FC236}">
                <a16:creationId xmlns:a16="http://schemas.microsoft.com/office/drawing/2014/main" id="{870242F1-9789-488B-C9FB-47B080E58B7F}"/>
              </a:ext>
            </a:extLst>
          </p:cNvPr>
          <p:cNvSpPr>
            <a:spLocks/>
          </p:cNvSpPr>
          <p:nvPr/>
        </p:nvSpPr>
        <p:spPr bwMode="auto">
          <a:xfrm>
            <a:off x="506413" y="3848100"/>
            <a:ext cx="279400" cy="279400"/>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2"/>
          </a:solidFill>
          <a:ln w="9525">
            <a:noFill/>
            <a:round/>
            <a:headEnd/>
            <a:tailEnd/>
          </a:ln>
        </p:spPr>
        <p:txBody>
          <a:bodyPr lIns="19025" tIns="19025" rIns="19025" bIns="19025" anchor="ctr"/>
          <a:lstStyle/>
          <a:p>
            <a:pPr>
              <a:defRPr/>
            </a:pPr>
            <a:endParaRPr lang="en-US"/>
          </a:p>
        </p:txBody>
      </p:sp>
      <p:grpSp>
        <p:nvGrpSpPr>
          <p:cNvPr id="40" name="Google Shape;496;p14">
            <a:extLst>
              <a:ext uri="{FF2B5EF4-FFF2-40B4-BE49-F238E27FC236}">
                <a16:creationId xmlns:a16="http://schemas.microsoft.com/office/drawing/2014/main" id="{B2E5041A-961A-462B-2761-E8718D311C30}"/>
              </a:ext>
            </a:extLst>
          </p:cNvPr>
          <p:cNvGrpSpPr>
            <a:grpSpLocks/>
          </p:cNvGrpSpPr>
          <p:nvPr/>
        </p:nvGrpSpPr>
        <p:grpSpPr bwMode="auto">
          <a:xfrm>
            <a:off x="8853488" y="1619250"/>
            <a:ext cx="2105025" cy="1658938"/>
            <a:chOff x="5946775" y="4468571"/>
            <a:chExt cx="2105024" cy="1658938"/>
          </a:xfrm>
        </p:grpSpPr>
        <p:sp>
          <p:nvSpPr>
            <p:cNvPr id="41" name="Google Shape;497;p14">
              <a:extLst>
                <a:ext uri="{FF2B5EF4-FFF2-40B4-BE49-F238E27FC236}">
                  <a16:creationId xmlns:a16="http://schemas.microsoft.com/office/drawing/2014/main" id="{A3F27303-EECD-76A2-199D-73200EA1E0B9}"/>
                </a:ext>
              </a:extLst>
            </p:cNvPr>
            <p:cNvSpPr/>
            <p:nvPr/>
          </p:nvSpPr>
          <p:spPr>
            <a:xfrm>
              <a:off x="5946775" y="5032134"/>
              <a:ext cx="2105024" cy="534987"/>
            </a:xfrm>
            <a:custGeom>
              <a:avLst/>
              <a:gdLst/>
              <a:ahLst/>
              <a:cxnLst/>
              <a:rect l="0" t="0" r="0" b="0"/>
              <a:pathLst>
                <a:path w="120000" h="120000" extrusionOk="0">
                  <a:moveTo>
                    <a:pt x="15192" y="120000"/>
                  </a:moveTo>
                  <a:cubicBezTo>
                    <a:pt x="104807" y="120000"/>
                    <a:pt x="104807" y="120000"/>
                    <a:pt x="104807" y="120000"/>
                  </a:cubicBezTo>
                  <a:cubicBezTo>
                    <a:pt x="113269" y="120000"/>
                    <a:pt x="120000" y="92830"/>
                    <a:pt x="120000" y="59622"/>
                  </a:cubicBezTo>
                  <a:cubicBezTo>
                    <a:pt x="120000" y="26415"/>
                    <a:pt x="113269" y="0"/>
                    <a:pt x="104807" y="0"/>
                  </a:cubicBezTo>
                  <a:cubicBezTo>
                    <a:pt x="15192" y="0"/>
                    <a:pt x="15192" y="0"/>
                    <a:pt x="15192" y="0"/>
                  </a:cubicBezTo>
                  <a:cubicBezTo>
                    <a:pt x="6730" y="0"/>
                    <a:pt x="0" y="26415"/>
                    <a:pt x="0" y="59622"/>
                  </a:cubicBezTo>
                  <a:cubicBezTo>
                    <a:pt x="0" y="92830"/>
                    <a:pt x="6730" y="120000"/>
                    <a:pt x="15192" y="120000"/>
                  </a:cubicBezTo>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42" name="Google Shape;498;p14">
              <a:extLst>
                <a:ext uri="{FF2B5EF4-FFF2-40B4-BE49-F238E27FC236}">
                  <a16:creationId xmlns:a16="http://schemas.microsoft.com/office/drawing/2014/main" id="{FACDB8D0-F2CD-F17D-E137-B7928A6CC538}"/>
                </a:ext>
              </a:extLst>
            </p:cNvPr>
            <p:cNvSpPr/>
            <p:nvPr/>
          </p:nvSpPr>
          <p:spPr>
            <a:xfrm>
              <a:off x="5946775" y="4468571"/>
              <a:ext cx="1096961" cy="1658938"/>
            </a:xfrm>
            <a:custGeom>
              <a:avLst/>
              <a:gdLst/>
              <a:ahLst/>
              <a:cxnLst/>
              <a:rect l="0" t="0" r="0" b="0"/>
              <a:pathLst>
                <a:path w="120000" h="120000" extrusionOk="0">
                  <a:moveTo>
                    <a:pt x="0" y="60000"/>
                  </a:moveTo>
                  <a:cubicBezTo>
                    <a:pt x="0" y="65609"/>
                    <a:pt x="3323" y="70487"/>
                    <a:pt x="8861" y="74146"/>
                  </a:cubicBezTo>
                  <a:cubicBezTo>
                    <a:pt x="9230" y="74146"/>
                    <a:pt x="9230" y="74146"/>
                    <a:pt x="9230" y="74146"/>
                  </a:cubicBezTo>
                  <a:cubicBezTo>
                    <a:pt x="67200" y="112439"/>
                    <a:pt x="67200" y="112439"/>
                    <a:pt x="67200" y="112439"/>
                  </a:cubicBezTo>
                  <a:cubicBezTo>
                    <a:pt x="78646" y="120000"/>
                    <a:pt x="97107" y="120000"/>
                    <a:pt x="108553" y="112439"/>
                  </a:cubicBezTo>
                  <a:cubicBezTo>
                    <a:pt x="120000" y="104878"/>
                    <a:pt x="120000" y="92682"/>
                    <a:pt x="108553" y="85121"/>
                  </a:cubicBezTo>
                  <a:cubicBezTo>
                    <a:pt x="70523" y="60000"/>
                    <a:pt x="70523" y="60000"/>
                    <a:pt x="70523" y="60000"/>
                  </a:cubicBezTo>
                  <a:cubicBezTo>
                    <a:pt x="108553" y="35121"/>
                    <a:pt x="108553" y="35121"/>
                    <a:pt x="108553" y="35121"/>
                  </a:cubicBezTo>
                  <a:cubicBezTo>
                    <a:pt x="120000" y="27560"/>
                    <a:pt x="120000" y="15121"/>
                    <a:pt x="108553" y="7560"/>
                  </a:cubicBezTo>
                  <a:cubicBezTo>
                    <a:pt x="97107" y="0"/>
                    <a:pt x="78646" y="0"/>
                    <a:pt x="67200" y="7560"/>
                  </a:cubicBezTo>
                  <a:cubicBezTo>
                    <a:pt x="9230" y="45853"/>
                    <a:pt x="9230" y="45853"/>
                    <a:pt x="9230" y="45853"/>
                  </a:cubicBezTo>
                  <a:cubicBezTo>
                    <a:pt x="8861" y="45853"/>
                    <a:pt x="8861" y="45853"/>
                    <a:pt x="8861" y="45853"/>
                  </a:cubicBezTo>
                  <a:cubicBezTo>
                    <a:pt x="3323" y="49512"/>
                    <a:pt x="0" y="54390"/>
                    <a:pt x="0" y="60000"/>
                  </a:cubicBezTo>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43" name="Google Shape;499;p14">
              <a:extLst>
                <a:ext uri="{FF2B5EF4-FFF2-40B4-BE49-F238E27FC236}">
                  <a16:creationId xmlns:a16="http://schemas.microsoft.com/office/drawing/2014/main" id="{72E86DA0-646D-9F05-02FA-B2837C25F002}"/>
                </a:ext>
              </a:extLst>
            </p:cNvPr>
            <p:cNvSpPr>
              <a:spLocks/>
            </p:cNvSpPr>
            <p:nvPr/>
          </p:nvSpPr>
          <p:spPr bwMode="auto">
            <a:xfrm>
              <a:off x="5946775" y="5032134"/>
              <a:ext cx="644525" cy="534987"/>
            </a:xfrm>
            <a:custGeom>
              <a:avLst/>
              <a:gdLst>
                <a:gd name="T0" fmla="*/ 0 w 120000"/>
                <a:gd name="T1" fmla="*/ 0 h 120000"/>
                <a:gd name="T2" fmla="*/ 120000 w 120000"/>
                <a:gd name="T3" fmla="*/ 120000 h 120000"/>
              </a:gdLst>
              <a:ahLst/>
              <a:cxnLst>
                <a:cxn ang="0">
                  <a:pos x="15706" y="15849"/>
                </a:cxn>
                <a:cxn ang="0">
                  <a:pos x="15706" y="15849"/>
                </a:cxn>
                <a:cxn ang="0">
                  <a:pos x="2513" y="40754"/>
                </a:cxn>
                <a:cxn ang="0">
                  <a:pos x="2513" y="40754"/>
                </a:cxn>
                <a:cxn ang="0">
                  <a:pos x="2513" y="40754"/>
                </a:cxn>
                <a:cxn ang="0">
                  <a:pos x="2513" y="40754"/>
                </a:cxn>
                <a:cxn ang="0">
                  <a:pos x="2513" y="40754"/>
                </a:cxn>
                <a:cxn ang="0">
                  <a:pos x="1884" y="41509"/>
                </a:cxn>
                <a:cxn ang="0">
                  <a:pos x="1884" y="41509"/>
                </a:cxn>
                <a:cxn ang="0">
                  <a:pos x="1884" y="41509"/>
                </a:cxn>
                <a:cxn ang="0">
                  <a:pos x="1884" y="41509"/>
                </a:cxn>
                <a:cxn ang="0">
                  <a:pos x="0" y="55849"/>
                </a:cxn>
                <a:cxn ang="0">
                  <a:pos x="0" y="55849"/>
                </a:cxn>
                <a:cxn ang="0">
                  <a:pos x="0" y="56603"/>
                </a:cxn>
                <a:cxn ang="0">
                  <a:pos x="0" y="56603"/>
                </a:cxn>
                <a:cxn ang="0">
                  <a:pos x="0" y="56603"/>
                </a:cxn>
                <a:cxn ang="0">
                  <a:pos x="0" y="56603"/>
                </a:cxn>
                <a:cxn ang="0">
                  <a:pos x="0" y="57358"/>
                </a:cxn>
                <a:cxn ang="0">
                  <a:pos x="0" y="57358"/>
                </a:cxn>
                <a:cxn ang="0">
                  <a:pos x="0" y="57358"/>
                </a:cxn>
                <a:cxn ang="0">
                  <a:pos x="0" y="57358"/>
                </a:cxn>
                <a:cxn ang="0">
                  <a:pos x="0" y="58113"/>
                </a:cxn>
                <a:cxn ang="0">
                  <a:pos x="0" y="58113"/>
                </a:cxn>
                <a:cxn ang="0">
                  <a:pos x="0" y="58113"/>
                </a:cxn>
                <a:cxn ang="0">
                  <a:pos x="0" y="58113"/>
                </a:cxn>
                <a:cxn ang="0">
                  <a:pos x="0" y="58867"/>
                </a:cxn>
                <a:cxn ang="0">
                  <a:pos x="0" y="58867"/>
                </a:cxn>
                <a:cxn ang="0">
                  <a:pos x="0" y="58867"/>
                </a:cxn>
                <a:cxn ang="0">
                  <a:pos x="0" y="58867"/>
                </a:cxn>
                <a:cxn ang="0">
                  <a:pos x="0" y="59622"/>
                </a:cxn>
                <a:cxn ang="0">
                  <a:pos x="0" y="59622"/>
                </a:cxn>
                <a:cxn ang="0">
                  <a:pos x="15078" y="103396"/>
                </a:cxn>
                <a:cxn ang="0">
                  <a:pos x="15706" y="103396"/>
                </a:cxn>
                <a:cxn ang="0">
                  <a:pos x="49633" y="120000"/>
                </a:cxn>
                <a:cxn ang="0">
                  <a:pos x="49633" y="120000"/>
                </a:cxn>
                <a:cxn ang="0">
                  <a:pos x="81047" y="106415"/>
                </a:cxn>
                <a:cxn ang="0">
                  <a:pos x="102408" y="80754"/>
                </a:cxn>
                <a:cxn ang="0">
                  <a:pos x="88586" y="21886"/>
                </a:cxn>
                <a:cxn ang="0">
                  <a:pos x="80418" y="12075"/>
                </a:cxn>
              </a:cxnLst>
              <a:rect l="T0" t="T1" r="T2" b="T3"/>
              <a:pathLst>
                <a:path w="120000" h="120000" extrusionOk="0">
                  <a:moveTo>
                    <a:pt x="49633" y="0"/>
                  </a:moveTo>
                  <a:cubicBezTo>
                    <a:pt x="36439" y="0"/>
                    <a:pt x="24502" y="6037"/>
                    <a:pt x="15706" y="15849"/>
                  </a:cubicBezTo>
                  <a:cubicBezTo>
                    <a:pt x="15706" y="15849"/>
                    <a:pt x="15706" y="15849"/>
                    <a:pt x="15706" y="15849"/>
                  </a:cubicBezTo>
                  <a:cubicBezTo>
                    <a:pt x="15706" y="15849"/>
                    <a:pt x="15706" y="15849"/>
                    <a:pt x="15706" y="15849"/>
                  </a:cubicBezTo>
                  <a:cubicBezTo>
                    <a:pt x="15078" y="15849"/>
                    <a:pt x="15078" y="15849"/>
                    <a:pt x="15078" y="15849"/>
                  </a:cubicBezTo>
                  <a:cubicBezTo>
                    <a:pt x="9424" y="22641"/>
                    <a:pt x="5026" y="30943"/>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1509"/>
                  </a:cubicBezTo>
                  <a:cubicBezTo>
                    <a:pt x="2513" y="41509"/>
                    <a:pt x="2513"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628" y="46037"/>
                    <a:pt x="0" y="51320"/>
                    <a:pt x="0" y="55849"/>
                  </a:cubicBezTo>
                  <a:cubicBezTo>
                    <a:pt x="0" y="55849"/>
                    <a:pt x="0" y="55849"/>
                    <a:pt x="0" y="55849"/>
                  </a:cubicBezTo>
                  <a:cubicBezTo>
                    <a:pt x="0" y="55849"/>
                    <a:pt x="0" y="55849"/>
                    <a:pt x="0" y="55849"/>
                  </a:cubicBezTo>
                  <a:cubicBezTo>
                    <a:pt x="0" y="55849"/>
                    <a:pt x="0" y="55849"/>
                    <a:pt x="0" y="55849"/>
                  </a:cubicBezTo>
                  <a:cubicBezTo>
                    <a:pt x="0" y="55849"/>
                    <a:pt x="0" y="55849"/>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9622"/>
                    <a:pt x="0" y="59622"/>
                    <a:pt x="0" y="59622"/>
                  </a:cubicBezTo>
                  <a:cubicBezTo>
                    <a:pt x="0" y="59622"/>
                    <a:pt x="0" y="59622"/>
                    <a:pt x="0" y="59622"/>
                  </a:cubicBezTo>
                  <a:cubicBezTo>
                    <a:pt x="0" y="59622"/>
                    <a:pt x="0" y="59622"/>
                    <a:pt x="0" y="59622"/>
                  </a:cubicBezTo>
                  <a:cubicBezTo>
                    <a:pt x="0" y="59622"/>
                    <a:pt x="0" y="59622"/>
                    <a:pt x="0" y="59622"/>
                  </a:cubicBezTo>
                  <a:cubicBezTo>
                    <a:pt x="0" y="67169"/>
                    <a:pt x="628" y="74716"/>
                    <a:pt x="3141" y="80754"/>
                  </a:cubicBezTo>
                  <a:cubicBezTo>
                    <a:pt x="5654" y="89811"/>
                    <a:pt x="10052" y="97358"/>
                    <a:pt x="15078" y="103396"/>
                  </a:cubicBezTo>
                  <a:cubicBezTo>
                    <a:pt x="15706" y="103396"/>
                    <a:pt x="15706" y="103396"/>
                    <a:pt x="15706" y="103396"/>
                  </a:cubicBezTo>
                  <a:cubicBezTo>
                    <a:pt x="15706" y="103396"/>
                    <a:pt x="15706" y="103396"/>
                    <a:pt x="15706" y="103396"/>
                  </a:cubicBezTo>
                  <a:cubicBezTo>
                    <a:pt x="15706" y="103396"/>
                    <a:pt x="15706" y="103396"/>
                    <a:pt x="15706" y="103396"/>
                  </a:cubicBezTo>
                  <a:cubicBezTo>
                    <a:pt x="24502" y="113207"/>
                    <a:pt x="36439" y="120000"/>
                    <a:pt x="49633" y="120000"/>
                  </a:cubicBezTo>
                  <a:cubicBezTo>
                    <a:pt x="49633" y="120000"/>
                    <a:pt x="49633" y="120000"/>
                    <a:pt x="49633" y="120000"/>
                  </a:cubicBezTo>
                  <a:cubicBezTo>
                    <a:pt x="49633" y="120000"/>
                    <a:pt x="49633" y="120000"/>
                    <a:pt x="49633" y="120000"/>
                  </a:cubicBezTo>
                  <a:cubicBezTo>
                    <a:pt x="59057" y="120000"/>
                    <a:pt x="67225" y="116981"/>
                    <a:pt x="74764" y="111698"/>
                  </a:cubicBezTo>
                  <a:cubicBezTo>
                    <a:pt x="77277" y="110188"/>
                    <a:pt x="79162" y="107924"/>
                    <a:pt x="81047" y="106415"/>
                  </a:cubicBezTo>
                  <a:cubicBezTo>
                    <a:pt x="88586" y="97358"/>
                    <a:pt x="88586" y="97358"/>
                    <a:pt x="88586" y="97358"/>
                  </a:cubicBezTo>
                  <a:cubicBezTo>
                    <a:pt x="102408" y="80754"/>
                    <a:pt x="102408" y="80754"/>
                    <a:pt x="102408" y="80754"/>
                  </a:cubicBezTo>
                  <a:cubicBezTo>
                    <a:pt x="120000" y="59622"/>
                    <a:pt x="120000" y="59622"/>
                    <a:pt x="120000" y="59622"/>
                  </a:cubicBezTo>
                  <a:cubicBezTo>
                    <a:pt x="88586" y="21886"/>
                    <a:pt x="88586" y="21886"/>
                    <a:pt x="88586" y="21886"/>
                  </a:cubicBezTo>
                  <a:cubicBezTo>
                    <a:pt x="81047" y="12830"/>
                    <a:pt x="81047" y="12830"/>
                    <a:pt x="81047" y="12830"/>
                  </a:cubicBezTo>
                  <a:cubicBezTo>
                    <a:pt x="81047" y="12830"/>
                    <a:pt x="80418" y="12830"/>
                    <a:pt x="80418" y="12075"/>
                  </a:cubicBezTo>
                  <a:cubicBezTo>
                    <a:pt x="71623" y="4528"/>
                    <a:pt x="60942" y="0"/>
                    <a:pt x="49633" y="0"/>
                  </a:cubicBezTo>
                </a:path>
              </a:pathLst>
            </a:custGeom>
            <a:solidFill>
              <a:srgbClr val="222A35"/>
            </a:solidFill>
            <a:ln w="9525">
              <a:noFill/>
              <a:round/>
              <a:headEnd/>
              <a:tailEnd/>
            </a:ln>
          </p:spPr>
          <p:txBody>
            <a:bodyPr lIns="91425" tIns="45700" rIns="91425" bIns="45700"/>
            <a:lstStyle/>
            <a:p>
              <a:pPr>
                <a:defRPr/>
              </a:pPr>
              <a:endParaRPr lang="en-US"/>
            </a:p>
          </p:txBody>
        </p:sp>
        <p:sp>
          <p:nvSpPr>
            <p:cNvPr id="44" name="Google Shape;500;p14">
              <a:extLst>
                <a:ext uri="{FF2B5EF4-FFF2-40B4-BE49-F238E27FC236}">
                  <a16:creationId xmlns:a16="http://schemas.microsoft.com/office/drawing/2014/main" id="{510527E2-2A19-B83B-26FB-222E4992C77F}"/>
                </a:ext>
              </a:extLst>
            </p:cNvPr>
            <p:cNvSpPr>
              <a:spLocks/>
            </p:cNvSpPr>
            <p:nvPr/>
          </p:nvSpPr>
          <p:spPr bwMode="auto">
            <a:xfrm>
              <a:off x="6213475" y="5032134"/>
              <a:ext cx="647700" cy="266700"/>
            </a:xfrm>
            <a:custGeom>
              <a:avLst/>
              <a:gdLst>
                <a:gd name="T0" fmla="*/ 0 w 120000"/>
                <a:gd name="T1" fmla="*/ 0 h 120000"/>
                <a:gd name="T2" fmla="*/ 120000 w 120000"/>
                <a:gd name="T3" fmla="*/ 120000 h 120000"/>
              </a:gdLst>
              <a:ahLst/>
              <a:cxnLst>
                <a:cxn ang="0">
                  <a:pos x="0" y="0"/>
                </a:cxn>
                <a:cxn ang="0">
                  <a:pos x="30625" y="24303"/>
                </a:cxn>
                <a:cxn ang="0">
                  <a:pos x="31250" y="27341"/>
                </a:cxn>
                <a:cxn ang="0">
                  <a:pos x="38750" y="44050"/>
                </a:cxn>
                <a:cxn ang="0">
                  <a:pos x="70000" y="120000"/>
                </a:cxn>
                <a:cxn ang="0">
                  <a:pos x="70000" y="120000"/>
                </a:cxn>
                <a:cxn ang="0">
                  <a:pos x="70000" y="120000"/>
                </a:cxn>
                <a:cxn ang="0">
                  <a:pos x="120000" y="0"/>
                </a:cxn>
                <a:cxn ang="0">
                  <a:pos x="0" y="0"/>
                </a:cxn>
              </a:cxnLst>
              <a:rect l="T0" t="T1" r="T2" b="T3"/>
              <a:pathLst>
                <a:path w="120000" h="120000" extrusionOk="0">
                  <a:moveTo>
                    <a:pt x="0" y="0"/>
                  </a:moveTo>
                  <a:cubicBezTo>
                    <a:pt x="11250" y="0"/>
                    <a:pt x="21875" y="9113"/>
                    <a:pt x="30625" y="24303"/>
                  </a:cubicBezTo>
                  <a:cubicBezTo>
                    <a:pt x="30625" y="25822"/>
                    <a:pt x="31250" y="25822"/>
                    <a:pt x="31250" y="27341"/>
                  </a:cubicBezTo>
                  <a:cubicBezTo>
                    <a:pt x="38750" y="44050"/>
                    <a:pt x="38750" y="44050"/>
                    <a:pt x="38750" y="44050"/>
                  </a:cubicBezTo>
                  <a:cubicBezTo>
                    <a:pt x="70000" y="120000"/>
                    <a:pt x="70000" y="120000"/>
                    <a:pt x="70000" y="120000"/>
                  </a:cubicBezTo>
                  <a:cubicBezTo>
                    <a:pt x="70000" y="120000"/>
                    <a:pt x="70000" y="120000"/>
                    <a:pt x="70000" y="120000"/>
                  </a:cubicBezTo>
                  <a:cubicBezTo>
                    <a:pt x="70000" y="120000"/>
                    <a:pt x="70000" y="120000"/>
                    <a:pt x="70000" y="120000"/>
                  </a:cubicBezTo>
                  <a:cubicBezTo>
                    <a:pt x="120000" y="0"/>
                    <a:pt x="120000" y="0"/>
                    <a:pt x="120000" y="0"/>
                  </a:cubicBezTo>
                  <a:cubicBezTo>
                    <a:pt x="0" y="0"/>
                    <a:pt x="0" y="0"/>
                    <a:pt x="0" y="0"/>
                  </a:cubicBezTo>
                </a:path>
              </a:pathLst>
            </a:custGeom>
            <a:solidFill>
              <a:srgbClr val="323F4F"/>
            </a:solidFill>
            <a:ln w="9525">
              <a:noFill/>
              <a:round/>
              <a:headEnd/>
              <a:tailEnd/>
            </a:ln>
          </p:spPr>
          <p:txBody>
            <a:bodyPr lIns="91425" tIns="45700" rIns="91425" bIns="45700"/>
            <a:lstStyle/>
            <a:p>
              <a:pPr>
                <a:defRPr/>
              </a:pPr>
              <a:endParaRPr lang="en-US"/>
            </a:p>
          </p:txBody>
        </p:sp>
        <p:sp>
          <p:nvSpPr>
            <p:cNvPr id="45" name="Google Shape;501;p14">
              <a:extLst>
                <a:ext uri="{FF2B5EF4-FFF2-40B4-BE49-F238E27FC236}">
                  <a16:creationId xmlns:a16="http://schemas.microsoft.com/office/drawing/2014/main" id="{0282CE7F-407D-E630-1707-478FF3C0D787}"/>
                </a:ext>
              </a:extLst>
            </p:cNvPr>
            <p:cNvSpPr>
              <a:spLocks/>
            </p:cNvSpPr>
            <p:nvPr/>
          </p:nvSpPr>
          <p:spPr bwMode="auto">
            <a:xfrm>
              <a:off x="6213475" y="5298834"/>
              <a:ext cx="647700" cy="268287"/>
            </a:xfrm>
            <a:custGeom>
              <a:avLst/>
              <a:gdLst>
                <a:gd name="T0" fmla="*/ 0 w 120000"/>
                <a:gd name="T1" fmla="*/ 0 h 120000"/>
                <a:gd name="T2" fmla="*/ 120000 w 120000"/>
                <a:gd name="T3" fmla="*/ 120000 h 120000"/>
              </a:gdLst>
              <a:ahLst/>
              <a:cxnLst>
                <a:cxn ang="0">
                  <a:pos x="70000" y="0"/>
                </a:cxn>
                <a:cxn ang="0">
                  <a:pos x="52500" y="42000"/>
                </a:cxn>
                <a:cxn ang="0">
                  <a:pos x="38750" y="75000"/>
                </a:cxn>
                <a:cxn ang="0">
                  <a:pos x="31250" y="93000"/>
                </a:cxn>
                <a:cxn ang="0">
                  <a:pos x="25000" y="103500"/>
                </a:cxn>
                <a:cxn ang="0">
                  <a:pos x="0" y="120000"/>
                </a:cxn>
                <a:cxn ang="0">
                  <a:pos x="0" y="120000"/>
                </a:cxn>
                <a:cxn ang="0">
                  <a:pos x="120000" y="120000"/>
                </a:cxn>
                <a:cxn ang="0">
                  <a:pos x="70000" y="0"/>
                </a:cxn>
              </a:cxnLst>
              <a:rect l="T0" t="T1" r="T2" b="T3"/>
              <a:pathLst>
                <a:path w="120000" h="120000" extrusionOk="0">
                  <a:moveTo>
                    <a:pt x="70000" y="0"/>
                  </a:moveTo>
                  <a:cubicBezTo>
                    <a:pt x="52500" y="42000"/>
                    <a:pt x="52500" y="42000"/>
                    <a:pt x="52500" y="42000"/>
                  </a:cubicBezTo>
                  <a:cubicBezTo>
                    <a:pt x="38750" y="75000"/>
                    <a:pt x="38750" y="75000"/>
                    <a:pt x="38750" y="75000"/>
                  </a:cubicBezTo>
                  <a:cubicBezTo>
                    <a:pt x="31250" y="93000"/>
                    <a:pt x="31250" y="93000"/>
                    <a:pt x="31250" y="93000"/>
                  </a:cubicBezTo>
                  <a:cubicBezTo>
                    <a:pt x="29375" y="96000"/>
                    <a:pt x="27500" y="100500"/>
                    <a:pt x="25000" y="103500"/>
                  </a:cubicBezTo>
                  <a:cubicBezTo>
                    <a:pt x="17500" y="114000"/>
                    <a:pt x="9375" y="120000"/>
                    <a:pt x="0" y="120000"/>
                  </a:cubicBezTo>
                  <a:cubicBezTo>
                    <a:pt x="0" y="120000"/>
                    <a:pt x="0" y="120000"/>
                    <a:pt x="0" y="120000"/>
                  </a:cubicBezTo>
                  <a:cubicBezTo>
                    <a:pt x="120000" y="120000"/>
                    <a:pt x="120000" y="120000"/>
                    <a:pt x="120000" y="120000"/>
                  </a:cubicBezTo>
                  <a:cubicBezTo>
                    <a:pt x="70000" y="0"/>
                    <a:pt x="70000" y="0"/>
                    <a:pt x="70000" y="0"/>
                  </a:cubicBezTo>
                </a:path>
              </a:pathLst>
            </a:custGeom>
            <a:solidFill>
              <a:srgbClr val="323F4F"/>
            </a:solidFill>
            <a:ln w="9525">
              <a:noFill/>
              <a:round/>
              <a:headEnd/>
              <a:tailEnd/>
            </a:ln>
          </p:spPr>
          <p:txBody>
            <a:bodyPr lIns="91425" tIns="45700" rIns="91425" bIns="45700"/>
            <a:lstStyle/>
            <a:p>
              <a:pPr>
                <a:defRPr/>
              </a:pPr>
              <a:endParaRPr lang="en-US"/>
            </a:p>
          </p:txBody>
        </p:sp>
      </p:grpSp>
      <p:grpSp>
        <p:nvGrpSpPr>
          <p:cNvPr id="46" name="Google Shape;502;p14">
            <a:extLst>
              <a:ext uri="{FF2B5EF4-FFF2-40B4-BE49-F238E27FC236}">
                <a16:creationId xmlns:a16="http://schemas.microsoft.com/office/drawing/2014/main" id="{F0B2B484-BF14-2674-0669-ED0B9F61B305}"/>
              </a:ext>
            </a:extLst>
          </p:cNvPr>
          <p:cNvGrpSpPr>
            <a:grpSpLocks/>
          </p:cNvGrpSpPr>
          <p:nvPr/>
        </p:nvGrpSpPr>
        <p:grpSpPr bwMode="auto">
          <a:xfrm>
            <a:off x="7180263" y="560388"/>
            <a:ext cx="2105025" cy="1658937"/>
            <a:chOff x="4146550" y="1468196"/>
            <a:chExt cx="2105024" cy="1658938"/>
          </a:xfrm>
        </p:grpSpPr>
        <p:sp>
          <p:nvSpPr>
            <p:cNvPr id="47" name="Google Shape;503;p14">
              <a:extLst>
                <a:ext uri="{FF2B5EF4-FFF2-40B4-BE49-F238E27FC236}">
                  <a16:creationId xmlns:a16="http://schemas.microsoft.com/office/drawing/2014/main" id="{B642FF39-42E2-0DC4-8CE7-11EF94D9BE30}"/>
                </a:ext>
              </a:extLst>
            </p:cNvPr>
            <p:cNvSpPr>
              <a:spLocks/>
            </p:cNvSpPr>
            <p:nvPr/>
          </p:nvSpPr>
          <p:spPr bwMode="auto">
            <a:xfrm>
              <a:off x="4146550" y="2031758"/>
              <a:ext cx="2105024" cy="531813"/>
            </a:xfrm>
            <a:custGeom>
              <a:avLst/>
              <a:gdLst>
                <a:gd name="T0" fmla="*/ 0 w 120000"/>
                <a:gd name="T1" fmla="*/ 0 h 120000"/>
                <a:gd name="T2" fmla="*/ 120000 w 120000"/>
                <a:gd name="T3" fmla="*/ 120000 h 120000"/>
              </a:gdLst>
              <a:ahLst/>
              <a:cxnLst>
                <a:cxn ang="0">
                  <a:pos x="104807" y="120000"/>
                </a:cxn>
                <a:cxn ang="0">
                  <a:pos x="15192" y="120000"/>
                </a:cxn>
                <a:cxn ang="0">
                  <a:pos x="0" y="60000"/>
                </a:cxn>
                <a:cxn ang="0">
                  <a:pos x="15192" y="0"/>
                </a:cxn>
                <a:cxn ang="0">
                  <a:pos x="104807" y="0"/>
                </a:cxn>
                <a:cxn ang="0">
                  <a:pos x="120000" y="60000"/>
                </a:cxn>
                <a:cxn ang="0">
                  <a:pos x="104807" y="120000"/>
                </a:cxn>
              </a:cxnLst>
              <a:rect l="T0" t="T1" r="T2" b="T3"/>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w="9525">
              <a:noFill/>
              <a:round/>
              <a:headEnd/>
              <a:tailEnd/>
            </a:ln>
          </p:spPr>
          <p:txBody>
            <a:bodyPr lIns="91425" tIns="45700" rIns="91425" bIns="45700"/>
            <a:lstStyle/>
            <a:p>
              <a:pPr>
                <a:defRPr/>
              </a:pPr>
              <a:endParaRPr lang="en-US"/>
            </a:p>
          </p:txBody>
        </p:sp>
        <p:sp>
          <p:nvSpPr>
            <p:cNvPr id="48" name="Google Shape;504;p14">
              <a:extLst>
                <a:ext uri="{FF2B5EF4-FFF2-40B4-BE49-F238E27FC236}">
                  <a16:creationId xmlns:a16="http://schemas.microsoft.com/office/drawing/2014/main" id="{590E5371-180E-E4A1-94AA-80930AAF0131}"/>
                </a:ext>
              </a:extLst>
            </p:cNvPr>
            <p:cNvSpPr>
              <a:spLocks/>
            </p:cNvSpPr>
            <p:nvPr/>
          </p:nvSpPr>
          <p:spPr bwMode="auto">
            <a:xfrm>
              <a:off x="5154612" y="1468196"/>
              <a:ext cx="1096962" cy="1658938"/>
            </a:xfrm>
            <a:custGeom>
              <a:avLst/>
              <a:gdLst>
                <a:gd name="T0" fmla="*/ 0 w 120000"/>
                <a:gd name="T1" fmla="*/ 0 h 120000"/>
                <a:gd name="T2" fmla="*/ 120000 w 120000"/>
                <a:gd name="T3" fmla="*/ 120000 h 120000"/>
              </a:gdLst>
              <a:ahLst/>
              <a:cxnLst>
                <a:cxn ang="0">
                  <a:pos x="120000" y="60000"/>
                </a:cxn>
                <a:cxn ang="0">
                  <a:pos x="111138" y="74146"/>
                </a:cxn>
                <a:cxn ang="0">
                  <a:pos x="110769" y="74146"/>
                </a:cxn>
                <a:cxn ang="0">
                  <a:pos x="52800" y="112439"/>
                </a:cxn>
                <a:cxn ang="0">
                  <a:pos x="11446" y="112439"/>
                </a:cxn>
                <a:cxn ang="0">
                  <a:pos x="11446" y="85121"/>
                </a:cxn>
                <a:cxn ang="0">
                  <a:pos x="49476" y="60000"/>
                </a:cxn>
                <a:cxn ang="0">
                  <a:pos x="11446" y="35121"/>
                </a:cxn>
                <a:cxn ang="0">
                  <a:pos x="11446" y="7560"/>
                </a:cxn>
                <a:cxn ang="0">
                  <a:pos x="52800" y="7560"/>
                </a:cxn>
                <a:cxn ang="0">
                  <a:pos x="110769" y="45853"/>
                </a:cxn>
                <a:cxn ang="0">
                  <a:pos x="111138" y="45853"/>
                </a:cxn>
                <a:cxn ang="0">
                  <a:pos x="120000" y="60000"/>
                </a:cxn>
              </a:cxnLst>
              <a:rect l="T0" t="T1" r="T2" b="T3"/>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w="9525">
              <a:noFill/>
              <a:round/>
              <a:headEnd/>
              <a:tailEnd/>
            </a:ln>
          </p:spPr>
          <p:txBody>
            <a:bodyPr lIns="91425" tIns="45700" rIns="91425" bIns="45700"/>
            <a:lstStyle/>
            <a:p>
              <a:pPr>
                <a:defRPr/>
              </a:pPr>
              <a:endParaRPr lang="en-US"/>
            </a:p>
          </p:txBody>
        </p:sp>
        <p:sp>
          <p:nvSpPr>
            <p:cNvPr id="49" name="Google Shape;505;p14">
              <a:extLst>
                <a:ext uri="{FF2B5EF4-FFF2-40B4-BE49-F238E27FC236}">
                  <a16:creationId xmlns:a16="http://schemas.microsoft.com/office/drawing/2014/main" id="{EED2874E-A59E-1FF1-FE4F-E81416F1F247}"/>
                </a:ext>
              </a:extLst>
            </p:cNvPr>
            <p:cNvSpPr>
              <a:spLocks/>
            </p:cNvSpPr>
            <p:nvPr/>
          </p:nvSpPr>
          <p:spPr bwMode="auto">
            <a:xfrm>
              <a:off x="5607049" y="2031758"/>
              <a:ext cx="644525" cy="531813"/>
            </a:xfrm>
            <a:custGeom>
              <a:avLst/>
              <a:gdLst>
                <a:gd name="T0" fmla="*/ 0 w 120000"/>
                <a:gd name="T1" fmla="*/ 0 h 120000"/>
                <a:gd name="T2" fmla="*/ 120000 w 120000"/>
                <a:gd name="T3" fmla="*/ 120000 h 120000"/>
              </a:gdLst>
              <a:ahLst/>
              <a:cxnLst>
                <a:cxn ang="0">
                  <a:pos x="39581" y="12151"/>
                </a:cxn>
                <a:cxn ang="0">
                  <a:pos x="31413" y="22025"/>
                </a:cxn>
                <a:cxn ang="0">
                  <a:pos x="18219" y="81265"/>
                </a:cxn>
                <a:cxn ang="0">
                  <a:pos x="38952" y="107088"/>
                </a:cxn>
                <a:cxn ang="0">
                  <a:pos x="70366" y="120000"/>
                </a:cxn>
                <a:cxn ang="0">
                  <a:pos x="70366" y="120000"/>
                </a:cxn>
                <a:cxn ang="0">
                  <a:pos x="104293" y="104050"/>
                </a:cxn>
                <a:cxn ang="0">
                  <a:pos x="104921" y="104050"/>
                </a:cxn>
                <a:cxn ang="0">
                  <a:pos x="120000" y="60000"/>
                </a:cxn>
                <a:cxn ang="0">
                  <a:pos x="120000" y="60000"/>
                </a:cxn>
                <a:cxn ang="0">
                  <a:pos x="120000" y="59240"/>
                </a:cxn>
                <a:cxn ang="0">
                  <a:pos x="120000" y="59240"/>
                </a:cxn>
                <a:cxn ang="0">
                  <a:pos x="120000" y="59240"/>
                </a:cxn>
                <a:cxn ang="0">
                  <a:pos x="120000" y="59240"/>
                </a:cxn>
                <a:cxn ang="0">
                  <a:pos x="120000" y="58481"/>
                </a:cxn>
                <a:cxn ang="0">
                  <a:pos x="120000" y="58481"/>
                </a:cxn>
                <a:cxn ang="0">
                  <a:pos x="120000" y="58481"/>
                </a:cxn>
                <a:cxn ang="0">
                  <a:pos x="120000" y="58481"/>
                </a:cxn>
                <a:cxn ang="0">
                  <a:pos x="120000" y="57721"/>
                </a:cxn>
                <a:cxn ang="0">
                  <a:pos x="120000" y="57721"/>
                </a:cxn>
                <a:cxn ang="0">
                  <a:pos x="120000" y="57721"/>
                </a:cxn>
                <a:cxn ang="0">
                  <a:pos x="120000" y="57721"/>
                </a:cxn>
                <a:cxn ang="0">
                  <a:pos x="120000" y="56962"/>
                </a:cxn>
                <a:cxn ang="0">
                  <a:pos x="120000" y="56962"/>
                </a:cxn>
                <a:cxn ang="0">
                  <a:pos x="120000" y="56962"/>
                </a:cxn>
                <a:cxn ang="0">
                  <a:pos x="120000" y="56202"/>
                </a:cxn>
                <a:cxn ang="0">
                  <a:pos x="120000" y="56202"/>
                </a:cxn>
                <a:cxn ang="0">
                  <a:pos x="120000" y="56202"/>
                </a:cxn>
                <a:cxn ang="0">
                  <a:pos x="120000" y="56202"/>
                </a:cxn>
                <a:cxn ang="0">
                  <a:pos x="120000" y="55443"/>
                </a:cxn>
                <a:cxn ang="0">
                  <a:pos x="118743" y="45569"/>
                </a:cxn>
                <a:cxn ang="0">
                  <a:pos x="118743" y="44810"/>
                </a:cxn>
                <a:cxn ang="0">
                  <a:pos x="118743" y="44810"/>
                </a:cxn>
                <a:cxn ang="0">
                  <a:pos x="118743" y="44810"/>
                </a:cxn>
                <a:cxn ang="0">
                  <a:pos x="118743" y="44810"/>
                </a:cxn>
                <a:cxn ang="0">
                  <a:pos x="118743" y="44050"/>
                </a:cxn>
                <a:cxn ang="0">
                  <a:pos x="118743" y="44050"/>
                </a:cxn>
                <a:cxn ang="0">
                  <a:pos x="118743" y="44050"/>
                </a:cxn>
                <a:cxn ang="0">
                  <a:pos x="104293" y="15949"/>
                </a:cxn>
                <a:cxn ang="0">
                  <a:pos x="104293" y="15949"/>
                </a:cxn>
              </a:cxnLst>
              <a:rect l="T0" t="T1" r="T2" b="T3"/>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w="9525">
              <a:noFill/>
              <a:round/>
              <a:headEnd/>
              <a:tailEnd/>
            </a:ln>
          </p:spPr>
          <p:txBody>
            <a:bodyPr lIns="91425" tIns="45700" rIns="91425" bIns="45700"/>
            <a:lstStyle/>
            <a:p>
              <a:pPr>
                <a:defRPr/>
              </a:pPr>
              <a:endParaRPr lang="en-US"/>
            </a:p>
          </p:txBody>
        </p:sp>
        <p:sp>
          <p:nvSpPr>
            <p:cNvPr id="50" name="Google Shape;506;p14">
              <a:extLst>
                <a:ext uri="{FF2B5EF4-FFF2-40B4-BE49-F238E27FC236}">
                  <a16:creationId xmlns:a16="http://schemas.microsoft.com/office/drawing/2014/main" id="{C9C30CF0-7E67-2012-1140-37C940F980F5}"/>
                </a:ext>
              </a:extLst>
            </p:cNvPr>
            <p:cNvSpPr>
              <a:spLocks/>
            </p:cNvSpPr>
            <p:nvPr/>
          </p:nvSpPr>
          <p:spPr bwMode="auto">
            <a:xfrm>
              <a:off x="5337174" y="2031758"/>
              <a:ext cx="647700" cy="265113"/>
            </a:xfrm>
            <a:custGeom>
              <a:avLst/>
              <a:gdLst>
                <a:gd name="T0" fmla="*/ 0 w 120000"/>
                <a:gd name="T1" fmla="*/ 0 h 120000"/>
                <a:gd name="T2" fmla="*/ 120000 w 120000"/>
                <a:gd name="T3" fmla="*/ 120000 h 120000"/>
              </a:gdLst>
              <a:ahLst/>
              <a:cxnLst>
                <a:cxn ang="0">
                  <a:pos x="120000" y="0"/>
                </a:cxn>
                <a:cxn ang="0">
                  <a:pos x="0" y="0"/>
                </a:cxn>
                <a:cxn ang="0">
                  <a:pos x="50000" y="120000"/>
                </a:cxn>
                <a:cxn ang="0">
                  <a:pos x="50000" y="120000"/>
                </a:cxn>
                <a:cxn ang="0">
                  <a:pos x="50000" y="120000"/>
                </a:cxn>
                <a:cxn ang="0">
                  <a:pos x="81250" y="44050"/>
                </a:cxn>
                <a:cxn ang="0">
                  <a:pos x="88750" y="27341"/>
                </a:cxn>
                <a:cxn ang="0">
                  <a:pos x="89375" y="24303"/>
                </a:cxn>
                <a:cxn ang="0">
                  <a:pos x="120000" y="0"/>
                </a:cxn>
              </a:cxnLst>
              <a:rect l="T0" t="T1" r="T2" b="T3"/>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w="9525">
              <a:noFill/>
              <a:round/>
              <a:headEnd/>
              <a:tailEnd/>
            </a:ln>
          </p:spPr>
          <p:txBody>
            <a:bodyPr lIns="91425" tIns="45700" rIns="91425" bIns="45700"/>
            <a:lstStyle/>
            <a:p>
              <a:pPr>
                <a:defRPr/>
              </a:pPr>
              <a:endParaRPr lang="en-US"/>
            </a:p>
          </p:txBody>
        </p:sp>
        <p:sp>
          <p:nvSpPr>
            <p:cNvPr id="51" name="Google Shape;507;p14">
              <a:extLst>
                <a:ext uri="{FF2B5EF4-FFF2-40B4-BE49-F238E27FC236}">
                  <a16:creationId xmlns:a16="http://schemas.microsoft.com/office/drawing/2014/main" id="{291F3FA0-A187-1CA2-27D5-0B2FDCA3A666}"/>
                </a:ext>
              </a:extLst>
            </p:cNvPr>
            <p:cNvSpPr>
              <a:spLocks/>
            </p:cNvSpPr>
            <p:nvPr/>
          </p:nvSpPr>
          <p:spPr bwMode="auto">
            <a:xfrm>
              <a:off x="5337174" y="2296871"/>
              <a:ext cx="647700" cy="266700"/>
            </a:xfrm>
            <a:custGeom>
              <a:avLst/>
              <a:gdLst>
                <a:gd name="T0" fmla="*/ 0 w 120000"/>
                <a:gd name="T1" fmla="*/ 0 h 120000"/>
                <a:gd name="T2" fmla="*/ 120000 w 120000"/>
                <a:gd name="T3" fmla="*/ 120000 h 120000"/>
              </a:gdLst>
              <a:ahLst/>
              <a:cxnLst>
                <a:cxn ang="0">
                  <a:pos x="50000" y="0"/>
                </a:cxn>
                <a:cxn ang="0">
                  <a:pos x="0" y="120000"/>
                </a:cxn>
                <a:cxn ang="0">
                  <a:pos x="120000" y="120000"/>
                </a:cxn>
                <a:cxn ang="0">
                  <a:pos x="120000" y="120000"/>
                </a:cxn>
                <a:cxn ang="0">
                  <a:pos x="95625" y="104810"/>
                </a:cxn>
                <a:cxn ang="0">
                  <a:pos x="88750" y="94177"/>
                </a:cxn>
                <a:cxn ang="0">
                  <a:pos x="81250" y="75949"/>
                </a:cxn>
                <a:cxn ang="0">
                  <a:pos x="68125" y="42531"/>
                </a:cxn>
                <a:cxn ang="0">
                  <a:pos x="50000" y="0"/>
                </a:cxn>
              </a:cxnLst>
              <a:rect l="T0" t="T1" r="T2" b="T3"/>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w="9525">
              <a:noFill/>
              <a:round/>
              <a:headEnd/>
              <a:tailEnd/>
            </a:ln>
          </p:spPr>
          <p:txBody>
            <a:bodyPr lIns="91425" tIns="45700" rIns="91425" bIns="45700"/>
            <a:lstStyle/>
            <a:p>
              <a:pPr>
                <a:defRPr/>
              </a:pPr>
              <a:endParaRPr lang="en-US"/>
            </a:p>
          </p:txBody>
        </p:sp>
      </p:grpSp>
      <p:grpSp>
        <p:nvGrpSpPr>
          <p:cNvPr id="52" name="Google Shape;516;p14">
            <a:extLst>
              <a:ext uri="{FF2B5EF4-FFF2-40B4-BE49-F238E27FC236}">
                <a16:creationId xmlns:a16="http://schemas.microsoft.com/office/drawing/2014/main" id="{C8AEBBFE-3759-5A87-DC6A-99957DF923C2}"/>
              </a:ext>
            </a:extLst>
          </p:cNvPr>
          <p:cNvGrpSpPr>
            <a:grpSpLocks/>
          </p:cNvGrpSpPr>
          <p:nvPr/>
        </p:nvGrpSpPr>
        <p:grpSpPr bwMode="auto">
          <a:xfrm>
            <a:off x="7180263" y="2719388"/>
            <a:ext cx="2105025" cy="1658937"/>
            <a:chOff x="4146550" y="1468196"/>
            <a:chExt cx="2105024" cy="1658938"/>
          </a:xfrm>
        </p:grpSpPr>
        <p:sp>
          <p:nvSpPr>
            <p:cNvPr id="53" name="Google Shape;517;p14">
              <a:extLst>
                <a:ext uri="{FF2B5EF4-FFF2-40B4-BE49-F238E27FC236}">
                  <a16:creationId xmlns:a16="http://schemas.microsoft.com/office/drawing/2014/main" id="{3BD79C53-DF6A-54C5-B9D8-E3DA09673289}"/>
                </a:ext>
              </a:extLst>
            </p:cNvPr>
            <p:cNvSpPr>
              <a:spLocks/>
            </p:cNvSpPr>
            <p:nvPr/>
          </p:nvSpPr>
          <p:spPr bwMode="auto">
            <a:xfrm>
              <a:off x="4146550" y="2031758"/>
              <a:ext cx="2105024" cy="531813"/>
            </a:xfrm>
            <a:custGeom>
              <a:avLst/>
              <a:gdLst>
                <a:gd name="T0" fmla="*/ 0 w 120000"/>
                <a:gd name="T1" fmla="*/ 0 h 120000"/>
                <a:gd name="T2" fmla="*/ 120000 w 120000"/>
                <a:gd name="T3" fmla="*/ 120000 h 120000"/>
              </a:gdLst>
              <a:ahLst/>
              <a:cxnLst>
                <a:cxn ang="0">
                  <a:pos x="104807" y="120000"/>
                </a:cxn>
                <a:cxn ang="0">
                  <a:pos x="15192" y="120000"/>
                </a:cxn>
                <a:cxn ang="0">
                  <a:pos x="0" y="60000"/>
                </a:cxn>
                <a:cxn ang="0">
                  <a:pos x="15192" y="0"/>
                </a:cxn>
                <a:cxn ang="0">
                  <a:pos x="104807" y="0"/>
                </a:cxn>
                <a:cxn ang="0">
                  <a:pos x="120000" y="60000"/>
                </a:cxn>
                <a:cxn ang="0">
                  <a:pos x="104807" y="120000"/>
                </a:cxn>
              </a:cxnLst>
              <a:rect l="T0" t="T1" r="T2" b="T3"/>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w="9525">
              <a:noFill/>
              <a:round/>
              <a:headEnd/>
              <a:tailEnd/>
            </a:ln>
          </p:spPr>
          <p:txBody>
            <a:bodyPr lIns="91425" tIns="45700" rIns="91425" bIns="45700"/>
            <a:lstStyle/>
            <a:p>
              <a:pPr>
                <a:defRPr/>
              </a:pPr>
              <a:endParaRPr lang="en-US"/>
            </a:p>
          </p:txBody>
        </p:sp>
        <p:sp>
          <p:nvSpPr>
            <p:cNvPr id="54" name="Google Shape;518;p14">
              <a:extLst>
                <a:ext uri="{FF2B5EF4-FFF2-40B4-BE49-F238E27FC236}">
                  <a16:creationId xmlns:a16="http://schemas.microsoft.com/office/drawing/2014/main" id="{2488B47C-3AB2-13F9-78E3-FCF3CF4B2FD3}"/>
                </a:ext>
              </a:extLst>
            </p:cNvPr>
            <p:cNvSpPr>
              <a:spLocks/>
            </p:cNvSpPr>
            <p:nvPr/>
          </p:nvSpPr>
          <p:spPr bwMode="auto">
            <a:xfrm>
              <a:off x="5154612" y="1468196"/>
              <a:ext cx="1096962" cy="1658938"/>
            </a:xfrm>
            <a:custGeom>
              <a:avLst/>
              <a:gdLst>
                <a:gd name="T0" fmla="*/ 0 w 120000"/>
                <a:gd name="T1" fmla="*/ 0 h 120000"/>
                <a:gd name="T2" fmla="*/ 120000 w 120000"/>
                <a:gd name="T3" fmla="*/ 120000 h 120000"/>
              </a:gdLst>
              <a:ahLst/>
              <a:cxnLst>
                <a:cxn ang="0">
                  <a:pos x="120000" y="60000"/>
                </a:cxn>
                <a:cxn ang="0">
                  <a:pos x="111138" y="74146"/>
                </a:cxn>
                <a:cxn ang="0">
                  <a:pos x="110769" y="74146"/>
                </a:cxn>
                <a:cxn ang="0">
                  <a:pos x="52800" y="112439"/>
                </a:cxn>
                <a:cxn ang="0">
                  <a:pos x="11446" y="112439"/>
                </a:cxn>
                <a:cxn ang="0">
                  <a:pos x="11446" y="85121"/>
                </a:cxn>
                <a:cxn ang="0">
                  <a:pos x="49476" y="60000"/>
                </a:cxn>
                <a:cxn ang="0">
                  <a:pos x="11446" y="35121"/>
                </a:cxn>
                <a:cxn ang="0">
                  <a:pos x="11446" y="7560"/>
                </a:cxn>
                <a:cxn ang="0">
                  <a:pos x="52800" y="7560"/>
                </a:cxn>
                <a:cxn ang="0">
                  <a:pos x="110769" y="45853"/>
                </a:cxn>
                <a:cxn ang="0">
                  <a:pos x="111138" y="45853"/>
                </a:cxn>
                <a:cxn ang="0">
                  <a:pos x="120000" y="60000"/>
                </a:cxn>
              </a:cxnLst>
              <a:rect l="T0" t="T1" r="T2" b="T3"/>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w="9525">
              <a:noFill/>
              <a:round/>
              <a:headEnd/>
              <a:tailEnd/>
            </a:ln>
          </p:spPr>
          <p:txBody>
            <a:bodyPr lIns="91425" tIns="45700" rIns="91425" bIns="45700"/>
            <a:lstStyle/>
            <a:p>
              <a:pPr>
                <a:defRPr/>
              </a:pPr>
              <a:endParaRPr lang="en-US"/>
            </a:p>
          </p:txBody>
        </p:sp>
        <p:sp>
          <p:nvSpPr>
            <p:cNvPr id="55" name="Google Shape;519;p14">
              <a:extLst>
                <a:ext uri="{FF2B5EF4-FFF2-40B4-BE49-F238E27FC236}">
                  <a16:creationId xmlns:a16="http://schemas.microsoft.com/office/drawing/2014/main" id="{13720A73-62F0-DCAA-2DA3-F0A9E1F57CA5}"/>
                </a:ext>
              </a:extLst>
            </p:cNvPr>
            <p:cNvSpPr>
              <a:spLocks/>
            </p:cNvSpPr>
            <p:nvPr/>
          </p:nvSpPr>
          <p:spPr bwMode="auto">
            <a:xfrm>
              <a:off x="5607049" y="2031758"/>
              <a:ext cx="644525" cy="531813"/>
            </a:xfrm>
            <a:custGeom>
              <a:avLst/>
              <a:gdLst>
                <a:gd name="T0" fmla="*/ 0 w 120000"/>
                <a:gd name="T1" fmla="*/ 0 h 120000"/>
                <a:gd name="T2" fmla="*/ 120000 w 120000"/>
                <a:gd name="T3" fmla="*/ 120000 h 120000"/>
              </a:gdLst>
              <a:ahLst/>
              <a:cxnLst>
                <a:cxn ang="0">
                  <a:pos x="39581" y="12151"/>
                </a:cxn>
                <a:cxn ang="0">
                  <a:pos x="31413" y="22025"/>
                </a:cxn>
                <a:cxn ang="0">
                  <a:pos x="18219" y="81265"/>
                </a:cxn>
                <a:cxn ang="0">
                  <a:pos x="38952" y="107088"/>
                </a:cxn>
                <a:cxn ang="0">
                  <a:pos x="70366" y="120000"/>
                </a:cxn>
                <a:cxn ang="0">
                  <a:pos x="70366" y="120000"/>
                </a:cxn>
                <a:cxn ang="0">
                  <a:pos x="104293" y="104050"/>
                </a:cxn>
                <a:cxn ang="0">
                  <a:pos x="104921" y="104050"/>
                </a:cxn>
                <a:cxn ang="0">
                  <a:pos x="120000" y="60000"/>
                </a:cxn>
                <a:cxn ang="0">
                  <a:pos x="120000" y="60000"/>
                </a:cxn>
                <a:cxn ang="0">
                  <a:pos x="120000" y="59240"/>
                </a:cxn>
                <a:cxn ang="0">
                  <a:pos x="120000" y="59240"/>
                </a:cxn>
                <a:cxn ang="0">
                  <a:pos x="120000" y="59240"/>
                </a:cxn>
                <a:cxn ang="0">
                  <a:pos x="120000" y="59240"/>
                </a:cxn>
                <a:cxn ang="0">
                  <a:pos x="120000" y="58481"/>
                </a:cxn>
                <a:cxn ang="0">
                  <a:pos x="120000" y="58481"/>
                </a:cxn>
                <a:cxn ang="0">
                  <a:pos x="120000" y="58481"/>
                </a:cxn>
                <a:cxn ang="0">
                  <a:pos x="120000" y="58481"/>
                </a:cxn>
                <a:cxn ang="0">
                  <a:pos x="120000" y="57721"/>
                </a:cxn>
                <a:cxn ang="0">
                  <a:pos x="120000" y="57721"/>
                </a:cxn>
                <a:cxn ang="0">
                  <a:pos x="120000" y="57721"/>
                </a:cxn>
                <a:cxn ang="0">
                  <a:pos x="120000" y="57721"/>
                </a:cxn>
                <a:cxn ang="0">
                  <a:pos x="120000" y="56962"/>
                </a:cxn>
                <a:cxn ang="0">
                  <a:pos x="120000" y="56962"/>
                </a:cxn>
                <a:cxn ang="0">
                  <a:pos x="120000" y="56962"/>
                </a:cxn>
                <a:cxn ang="0">
                  <a:pos x="120000" y="56202"/>
                </a:cxn>
                <a:cxn ang="0">
                  <a:pos x="120000" y="56202"/>
                </a:cxn>
                <a:cxn ang="0">
                  <a:pos x="120000" y="56202"/>
                </a:cxn>
                <a:cxn ang="0">
                  <a:pos x="120000" y="56202"/>
                </a:cxn>
                <a:cxn ang="0">
                  <a:pos x="120000" y="55443"/>
                </a:cxn>
                <a:cxn ang="0">
                  <a:pos x="118743" y="45569"/>
                </a:cxn>
                <a:cxn ang="0">
                  <a:pos x="118743" y="44810"/>
                </a:cxn>
                <a:cxn ang="0">
                  <a:pos x="118743" y="44810"/>
                </a:cxn>
                <a:cxn ang="0">
                  <a:pos x="118743" y="44810"/>
                </a:cxn>
                <a:cxn ang="0">
                  <a:pos x="118743" y="44810"/>
                </a:cxn>
                <a:cxn ang="0">
                  <a:pos x="118743" y="44050"/>
                </a:cxn>
                <a:cxn ang="0">
                  <a:pos x="118743" y="44050"/>
                </a:cxn>
                <a:cxn ang="0">
                  <a:pos x="118743" y="44050"/>
                </a:cxn>
                <a:cxn ang="0">
                  <a:pos x="104293" y="15949"/>
                </a:cxn>
                <a:cxn ang="0">
                  <a:pos x="104293" y="15949"/>
                </a:cxn>
              </a:cxnLst>
              <a:rect l="T0" t="T1" r="T2" b="T3"/>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w="9525">
              <a:noFill/>
              <a:round/>
              <a:headEnd/>
              <a:tailEnd/>
            </a:ln>
          </p:spPr>
          <p:txBody>
            <a:bodyPr lIns="91425" tIns="45700" rIns="91425" bIns="45700"/>
            <a:lstStyle/>
            <a:p>
              <a:pPr>
                <a:defRPr/>
              </a:pPr>
              <a:endParaRPr lang="en-US"/>
            </a:p>
          </p:txBody>
        </p:sp>
        <p:sp>
          <p:nvSpPr>
            <p:cNvPr id="56" name="Google Shape;520;p14">
              <a:extLst>
                <a:ext uri="{FF2B5EF4-FFF2-40B4-BE49-F238E27FC236}">
                  <a16:creationId xmlns:a16="http://schemas.microsoft.com/office/drawing/2014/main" id="{2AB7515F-4B06-1ED6-EE20-D11ABEDAC235}"/>
                </a:ext>
              </a:extLst>
            </p:cNvPr>
            <p:cNvSpPr>
              <a:spLocks/>
            </p:cNvSpPr>
            <p:nvPr/>
          </p:nvSpPr>
          <p:spPr bwMode="auto">
            <a:xfrm>
              <a:off x="5337174" y="2031758"/>
              <a:ext cx="647700" cy="265113"/>
            </a:xfrm>
            <a:custGeom>
              <a:avLst/>
              <a:gdLst>
                <a:gd name="T0" fmla="*/ 0 w 120000"/>
                <a:gd name="T1" fmla="*/ 0 h 120000"/>
                <a:gd name="T2" fmla="*/ 120000 w 120000"/>
                <a:gd name="T3" fmla="*/ 120000 h 120000"/>
              </a:gdLst>
              <a:ahLst/>
              <a:cxnLst>
                <a:cxn ang="0">
                  <a:pos x="120000" y="0"/>
                </a:cxn>
                <a:cxn ang="0">
                  <a:pos x="0" y="0"/>
                </a:cxn>
                <a:cxn ang="0">
                  <a:pos x="50000" y="120000"/>
                </a:cxn>
                <a:cxn ang="0">
                  <a:pos x="50000" y="120000"/>
                </a:cxn>
                <a:cxn ang="0">
                  <a:pos x="50000" y="120000"/>
                </a:cxn>
                <a:cxn ang="0">
                  <a:pos x="81250" y="44050"/>
                </a:cxn>
                <a:cxn ang="0">
                  <a:pos x="88750" y="27341"/>
                </a:cxn>
                <a:cxn ang="0">
                  <a:pos x="89375" y="24303"/>
                </a:cxn>
                <a:cxn ang="0">
                  <a:pos x="120000" y="0"/>
                </a:cxn>
              </a:cxnLst>
              <a:rect l="T0" t="T1" r="T2" b="T3"/>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w="9525">
              <a:noFill/>
              <a:round/>
              <a:headEnd/>
              <a:tailEnd/>
            </a:ln>
          </p:spPr>
          <p:txBody>
            <a:bodyPr lIns="91425" tIns="45700" rIns="91425" bIns="45700"/>
            <a:lstStyle/>
            <a:p>
              <a:pPr>
                <a:defRPr/>
              </a:pPr>
              <a:endParaRPr lang="en-US"/>
            </a:p>
          </p:txBody>
        </p:sp>
        <p:sp>
          <p:nvSpPr>
            <p:cNvPr id="57" name="Google Shape;521;p14">
              <a:extLst>
                <a:ext uri="{FF2B5EF4-FFF2-40B4-BE49-F238E27FC236}">
                  <a16:creationId xmlns:a16="http://schemas.microsoft.com/office/drawing/2014/main" id="{7A6556B3-881F-4CBD-7525-7A20B71D5D11}"/>
                </a:ext>
              </a:extLst>
            </p:cNvPr>
            <p:cNvSpPr>
              <a:spLocks/>
            </p:cNvSpPr>
            <p:nvPr/>
          </p:nvSpPr>
          <p:spPr bwMode="auto">
            <a:xfrm>
              <a:off x="5337174" y="2296871"/>
              <a:ext cx="647700" cy="266700"/>
            </a:xfrm>
            <a:custGeom>
              <a:avLst/>
              <a:gdLst>
                <a:gd name="T0" fmla="*/ 0 w 120000"/>
                <a:gd name="T1" fmla="*/ 0 h 120000"/>
                <a:gd name="T2" fmla="*/ 120000 w 120000"/>
                <a:gd name="T3" fmla="*/ 120000 h 120000"/>
              </a:gdLst>
              <a:ahLst/>
              <a:cxnLst>
                <a:cxn ang="0">
                  <a:pos x="50000" y="0"/>
                </a:cxn>
                <a:cxn ang="0">
                  <a:pos x="0" y="120000"/>
                </a:cxn>
                <a:cxn ang="0">
                  <a:pos x="120000" y="120000"/>
                </a:cxn>
                <a:cxn ang="0">
                  <a:pos x="120000" y="120000"/>
                </a:cxn>
                <a:cxn ang="0">
                  <a:pos x="95625" y="104810"/>
                </a:cxn>
                <a:cxn ang="0">
                  <a:pos x="88750" y="94177"/>
                </a:cxn>
                <a:cxn ang="0">
                  <a:pos x="81250" y="75949"/>
                </a:cxn>
                <a:cxn ang="0">
                  <a:pos x="68125" y="42531"/>
                </a:cxn>
                <a:cxn ang="0">
                  <a:pos x="50000" y="0"/>
                </a:cxn>
              </a:cxnLst>
              <a:rect l="T0" t="T1" r="T2" b="T3"/>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w="9525">
              <a:noFill/>
              <a:round/>
              <a:headEnd/>
              <a:tailEnd/>
            </a:ln>
          </p:spPr>
          <p:txBody>
            <a:bodyPr lIns="91425" tIns="45700" rIns="91425" bIns="45700"/>
            <a:lstStyle/>
            <a:p>
              <a:pPr>
                <a:defRPr/>
              </a:pPr>
              <a:endParaRPr lang="en-US"/>
            </a:p>
          </p:txBody>
        </p:sp>
      </p:grpSp>
      <p:grpSp>
        <p:nvGrpSpPr>
          <p:cNvPr id="58" name="Google Shape;522;p14">
            <a:extLst>
              <a:ext uri="{FF2B5EF4-FFF2-40B4-BE49-F238E27FC236}">
                <a16:creationId xmlns:a16="http://schemas.microsoft.com/office/drawing/2014/main" id="{2A0B0C16-41B8-8233-DFD9-0AF7796CED55}"/>
              </a:ext>
            </a:extLst>
          </p:cNvPr>
          <p:cNvGrpSpPr>
            <a:grpSpLocks/>
          </p:cNvGrpSpPr>
          <p:nvPr/>
        </p:nvGrpSpPr>
        <p:grpSpPr bwMode="auto">
          <a:xfrm>
            <a:off x="8853488" y="3752850"/>
            <a:ext cx="2105025" cy="1658938"/>
            <a:chOff x="5946775" y="4468571"/>
            <a:chExt cx="2105024" cy="1658938"/>
          </a:xfrm>
        </p:grpSpPr>
        <p:sp>
          <p:nvSpPr>
            <p:cNvPr id="59" name="Google Shape;523;p14">
              <a:extLst>
                <a:ext uri="{FF2B5EF4-FFF2-40B4-BE49-F238E27FC236}">
                  <a16:creationId xmlns:a16="http://schemas.microsoft.com/office/drawing/2014/main" id="{592DABB1-9FA1-76D9-319D-EB54912F35CD}"/>
                </a:ext>
              </a:extLst>
            </p:cNvPr>
            <p:cNvSpPr/>
            <p:nvPr/>
          </p:nvSpPr>
          <p:spPr>
            <a:xfrm>
              <a:off x="5946775" y="5032134"/>
              <a:ext cx="2105024" cy="534987"/>
            </a:xfrm>
            <a:custGeom>
              <a:avLst/>
              <a:gdLst/>
              <a:ahLst/>
              <a:cxnLst/>
              <a:rect l="0" t="0" r="0" b="0"/>
              <a:pathLst>
                <a:path w="120000" h="120000" extrusionOk="0">
                  <a:moveTo>
                    <a:pt x="15192" y="120000"/>
                  </a:moveTo>
                  <a:cubicBezTo>
                    <a:pt x="104807" y="120000"/>
                    <a:pt x="104807" y="120000"/>
                    <a:pt x="104807" y="120000"/>
                  </a:cubicBezTo>
                  <a:cubicBezTo>
                    <a:pt x="113269" y="120000"/>
                    <a:pt x="120000" y="92830"/>
                    <a:pt x="120000" y="59622"/>
                  </a:cubicBezTo>
                  <a:cubicBezTo>
                    <a:pt x="120000" y="26415"/>
                    <a:pt x="113269" y="0"/>
                    <a:pt x="104807" y="0"/>
                  </a:cubicBezTo>
                  <a:cubicBezTo>
                    <a:pt x="15192" y="0"/>
                    <a:pt x="15192" y="0"/>
                    <a:pt x="15192" y="0"/>
                  </a:cubicBezTo>
                  <a:cubicBezTo>
                    <a:pt x="6730" y="0"/>
                    <a:pt x="0" y="26415"/>
                    <a:pt x="0" y="59622"/>
                  </a:cubicBezTo>
                  <a:cubicBezTo>
                    <a:pt x="0" y="92830"/>
                    <a:pt x="6730" y="120000"/>
                    <a:pt x="15192" y="120000"/>
                  </a:cubicBezTo>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60" name="Google Shape;524;p14">
              <a:extLst>
                <a:ext uri="{FF2B5EF4-FFF2-40B4-BE49-F238E27FC236}">
                  <a16:creationId xmlns:a16="http://schemas.microsoft.com/office/drawing/2014/main" id="{1C012EB3-FC09-073C-F5EE-B12F4A75AC33}"/>
                </a:ext>
              </a:extLst>
            </p:cNvPr>
            <p:cNvSpPr/>
            <p:nvPr/>
          </p:nvSpPr>
          <p:spPr>
            <a:xfrm>
              <a:off x="5946775" y="4468571"/>
              <a:ext cx="1096961" cy="1658938"/>
            </a:xfrm>
            <a:custGeom>
              <a:avLst/>
              <a:gdLst/>
              <a:ahLst/>
              <a:cxnLst/>
              <a:rect l="0" t="0" r="0" b="0"/>
              <a:pathLst>
                <a:path w="120000" h="120000" extrusionOk="0">
                  <a:moveTo>
                    <a:pt x="0" y="60000"/>
                  </a:moveTo>
                  <a:cubicBezTo>
                    <a:pt x="0" y="65609"/>
                    <a:pt x="3323" y="70487"/>
                    <a:pt x="8861" y="74146"/>
                  </a:cubicBezTo>
                  <a:cubicBezTo>
                    <a:pt x="9230" y="74146"/>
                    <a:pt x="9230" y="74146"/>
                    <a:pt x="9230" y="74146"/>
                  </a:cubicBezTo>
                  <a:cubicBezTo>
                    <a:pt x="67200" y="112439"/>
                    <a:pt x="67200" y="112439"/>
                    <a:pt x="67200" y="112439"/>
                  </a:cubicBezTo>
                  <a:cubicBezTo>
                    <a:pt x="78646" y="120000"/>
                    <a:pt x="97107" y="120000"/>
                    <a:pt x="108553" y="112439"/>
                  </a:cubicBezTo>
                  <a:cubicBezTo>
                    <a:pt x="120000" y="104878"/>
                    <a:pt x="120000" y="92682"/>
                    <a:pt x="108553" y="85121"/>
                  </a:cubicBezTo>
                  <a:cubicBezTo>
                    <a:pt x="70523" y="60000"/>
                    <a:pt x="70523" y="60000"/>
                    <a:pt x="70523" y="60000"/>
                  </a:cubicBezTo>
                  <a:cubicBezTo>
                    <a:pt x="108553" y="35121"/>
                    <a:pt x="108553" y="35121"/>
                    <a:pt x="108553" y="35121"/>
                  </a:cubicBezTo>
                  <a:cubicBezTo>
                    <a:pt x="120000" y="27560"/>
                    <a:pt x="120000" y="15121"/>
                    <a:pt x="108553" y="7560"/>
                  </a:cubicBezTo>
                  <a:cubicBezTo>
                    <a:pt x="97107" y="0"/>
                    <a:pt x="78646" y="0"/>
                    <a:pt x="67200" y="7560"/>
                  </a:cubicBezTo>
                  <a:cubicBezTo>
                    <a:pt x="9230" y="45853"/>
                    <a:pt x="9230" y="45853"/>
                    <a:pt x="9230" y="45853"/>
                  </a:cubicBezTo>
                  <a:cubicBezTo>
                    <a:pt x="8861" y="45853"/>
                    <a:pt x="8861" y="45853"/>
                    <a:pt x="8861" y="45853"/>
                  </a:cubicBezTo>
                  <a:cubicBezTo>
                    <a:pt x="3323" y="49512"/>
                    <a:pt x="0" y="54390"/>
                    <a:pt x="0" y="60000"/>
                  </a:cubicBezTo>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61" name="Google Shape;525;p14">
              <a:extLst>
                <a:ext uri="{FF2B5EF4-FFF2-40B4-BE49-F238E27FC236}">
                  <a16:creationId xmlns:a16="http://schemas.microsoft.com/office/drawing/2014/main" id="{F9C632B3-35FB-17F0-B7E9-D4072F3B9D00}"/>
                </a:ext>
              </a:extLst>
            </p:cNvPr>
            <p:cNvSpPr>
              <a:spLocks/>
            </p:cNvSpPr>
            <p:nvPr/>
          </p:nvSpPr>
          <p:spPr bwMode="auto">
            <a:xfrm>
              <a:off x="5946775" y="5032134"/>
              <a:ext cx="644525" cy="534987"/>
            </a:xfrm>
            <a:custGeom>
              <a:avLst/>
              <a:gdLst>
                <a:gd name="T0" fmla="*/ 0 w 120000"/>
                <a:gd name="T1" fmla="*/ 0 h 120000"/>
                <a:gd name="T2" fmla="*/ 120000 w 120000"/>
                <a:gd name="T3" fmla="*/ 120000 h 120000"/>
              </a:gdLst>
              <a:ahLst/>
              <a:cxnLst>
                <a:cxn ang="0">
                  <a:pos x="15706" y="15849"/>
                </a:cxn>
                <a:cxn ang="0">
                  <a:pos x="15706" y="15849"/>
                </a:cxn>
                <a:cxn ang="0">
                  <a:pos x="2513" y="40754"/>
                </a:cxn>
                <a:cxn ang="0">
                  <a:pos x="2513" y="40754"/>
                </a:cxn>
                <a:cxn ang="0">
                  <a:pos x="2513" y="40754"/>
                </a:cxn>
                <a:cxn ang="0">
                  <a:pos x="2513" y="40754"/>
                </a:cxn>
                <a:cxn ang="0">
                  <a:pos x="2513" y="40754"/>
                </a:cxn>
                <a:cxn ang="0">
                  <a:pos x="1884" y="41509"/>
                </a:cxn>
                <a:cxn ang="0">
                  <a:pos x="1884" y="41509"/>
                </a:cxn>
                <a:cxn ang="0">
                  <a:pos x="1884" y="41509"/>
                </a:cxn>
                <a:cxn ang="0">
                  <a:pos x="1884" y="41509"/>
                </a:cxn>
                <a:cxn ang="0">
                  <a:pos x="0" y="55849"/>
                </a:cxn>
                <a:cxn ang="0">
                  <a:pos x="0" y="55849"/>
                </a:cxn>
                <a:cxn ang="0">
                  <a:pos x="0" y="56603"/>
                </a:cxn>
                <a:cxn ang="0">
                  <a:pos x="0" y="56603"/>
                </a:cxn>
                <a:cxn ang="0">
                  <a:pos x="0" y="56603"/>
                </a:cxn>
                <a:cxn ang="0">
                  <a:pos x="0" y="56603"/>
                </a:cxn>
                <a:cxn ang="0">
                  <a:pos x="0" y="57358"/>
                </a:cxn>
                <a:cxn ang="0">
                  <a:pos x="0" y="57358"/>
                </a:cxn>
                <a:cxn ang="0">
                  <a:pos x="0" y="57358"/>
                </a:cxn>
                <a:cxn ang="0">
                  <a:pos x="0" y="57358"/>
                </a:cxn>
                <a:cxn ang="0">
                  <a:pos x="0" y="58113"/>
                </a:cxn>
                <a:cxn ang="0">
                  <a:pos x="0" y="58113"/>
                </a:cxn>
                <a:cxn ang="0">
                  <a:pos x="0" y="58113"/>
                </a:cxn>
                <a:cxn ang="0">
                  <a:pos x="0" y="58113"/>
                </a:cxn>
                <a:cxn ang="0">
                  <a:pos x="0" y="58867"/>
                </a:cxn>
                <a:cxn ang="0">
                  <a:pos x="0" y="58867"/>
                </a:cxn>
                <a:cxn ang="0">
                  <a:pos x="0" y="58867"/>
                </a:cxn>
                <a:cxn ang="0">
                  <a:pos x="0" y="58867"/>
                </a:cxn>
                <a:cxn ang="0">
                  <a:pos x="0" y="59622"/>
                </a:cxn>
                <a:cxn ang="0">
                  <a:pos x="0" y="59622"/>
                </a:cxn>
                <a:cxn ang="0">
                  <a:pos x="15078" y="103396"/>
                </a:cxn>
                <a:cxn ang="0">
                  <a:pos x="15706" y="103396"/>
                </a:cxn>
                <a:cxn ang="0">
                  <a:pos x="49633" y="120000"/>
                </a:cxn>
                <a:cxn ang="0">
                  <a:pos x="49633" y="120000"/>
                </a:cxn>
                <a:cxn ang="0">
                  <a:pos x="81047" y="106415"/>
                </a:cxn>
                <a:cxn ang="0">
                  <a:pos x="102408" y="80754"/>
                </a:cxn>
                <a:cxn ang="0">
                  <a:pos x="88586" y="21886"/>
                </a:cxn>
                <a:cxn ang="0">
                  <a:pos x="80418" y="12075"/>
                </a:cxn>
              </a:cxnLst>
              <a:rect l="T0" t="T1" r="T2" b="T3"/>
              <a:pathLst>
                <a:path w="120000" h="120000" extrusionOk="0">
                  <a:moveTo>
                    <a:pt x="49633" y="0"/>
                  </a:moveTo>
                  <a:cubicBezTo>
                    <a:pt x="36439" y="0"/>
                    <a:pt x="24502" y="6037"/>
                    <a:pt x="15706" y="15849"/>
                  </a:cubicBezTo>
                  <a:cubicBezTo>
                    <a:pt x="15706" y="15849"/>
                    <a:pt x="15706" y="15849"/>
                    <a:pt x="15706" y="15849"/>
                  </a:cubicBezTo>
                  <a:cubicBezTo>
                    <a:pt x="15706" y="15849"/>
                    <a:pt x="15706" y="15849"/>
                    <a:pt x="15706" y="15849"/>
                  </a:cubicBezTo>
                  <a:cubicBezTo>
                    <a:pt x="15078" y="15849"/>
                    <a:pt x="15078" y="15849"/>
                    <a:pt x="15078" y="15849"/>
                  </a:cubicBezTo>
                  <a:cubicBezTo>
                    <a:pt x="9424" y="22641"/>
                    <a:pt x="5026" y="30943"/>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1509"/>
                  </a:cubicBezTo>
                  <a:cubicBezTo>
                    <a:pt x="2513" y="41509"/>
                    <a:pt x="2513"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628" y="46037"/>
                    <a:pt x="0" y="51320"/>
                    <a:pt x="0" y="55849"/>
                  </a:cubicBezTo>
                  <a:cubicBezTo>
                    <a:pt x="0" y="55849"/>
                    <a:pt x="0" y="55849"/>
                    <a:pt x="0" y="55849"/>
                  </a:cubicBezTo>
                  <a:cubicBezTo>
                    <a:pt x="0" y="55849"/>
                    <a:pt x="0" y="55849"/>
                    <a:pt x="0" y="55849"/>
                  </a:cubicBezTo>
                  <a:cubicBezTo>
                    <a:pt x="0" y="55849"/>
                    <a:pt x="0" y="55849"/>
                    <a:pt x="0" y="55849"/>
                  </a:cubicBezTo>
                  <a:cubicBezTo>
                    <a:pt x="0" y="55849"/>
                    <a:pt x="0" y="55849"/>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9622"/>
                    <a:pt x="0" y="59622"/>
                    <a:pt x="0" y="59622"/>
                  </a:cubicBezTo>
                  <a:cubicBezTo>
                    <a:pt x="0" y="59622"/>
                    <a:pt x="0" y="59622"/>
                    <a:pt x="0" y="59622"/>
                  </a:cubicBezTo>
                  <a:cubicBezTo>
                    <a:pt x="0" y="59622"/>
                    <a:pt x="0" y="59622"/>
                    <a:pt x="0" y="59622"/>
                  </a:cubicBezTo>
                  <a:cubicBezTo>
                    <a:pt x="0" y="59622"/>
                    <a:pt x="0" y="59622"/>
                    <a:pt x="0" y="59622"/>
                  </a:cubicBezTo>
                  <a:cubicBezTo>
                    <a:pt x="0" y="67169"/>
                    <a:pt x="628" y="74716"/>
                    <a:pt x="3141" y="80754"/>
                  </a:cubicBezTo>
                  <a:cubicBezTo>
                    <a:pt x="5654" y="89811"/>
                    <a:pt x="10052" y="97358"/>
                    <a:pt x="15078" y="103396"/>
                  </a:cubicBezTo>
                  <a:cubicBezTo>
                    <a:pt x="15706" y="103396"/>
                    <a:pt x="15706" y="103396"/>
                    <a:pt x="15706" y="103396"/>
                  </a:cubicBezTo>
                  <a:cubicBezTo>
                    <a:pt x="15706" y="103396"/>
                    <a:pt x="15706" y="103396"/>
                    <a:pt x="15706" y="103396"/>
                  </a:cubicBezTo>
                  <a:cubicBezTo>
                    <a:pt x="15706" y="103396"/>
                    <a:pt x="15706" y="103396"/>
                    <a:pt x="15706" y="103396"/>
                  </a:cubicBezTo>
                  <a:cubicBezTo>
                    <a:pt x="24502" y="113207"/>
                    <a:pt x="36439" y="120000"/>
                    <a:pt x="49633" y="120000"/>
                  </a:cubicBezTo>
                  <a:cubicBezTo>
                    <a:pt x="49633" y="120000"/>
                    <a:pt x="49633" y="120000"/>
                    <a:pt x="49633" y="120000"/>
                  </a:cubicBezTo>
                  <a:cubicBezTo>
                    <a:pt x="49633" y="120000"/>
                    <a:pt x="49633" y="120000"/>
                    <a:pt x="49633" y="120000"/>
                  </a:cubicBezTo>
                  <a:cubicBezTo>
                    <a:pt x="59057" y="120000"/>
                    <a:pt x="67225" y="116981"/>
                    <a:pt x="74764" y="111698"/>
                  </a:cubicBezTo>
                  <a:cubicBezTo>
                    <a:pt x="77277" y="110188"/>
                    <a:pt x="79162" y="107924"/>
                    <a:pt x="81047" y="106415"/>
                  </a:cubicBezTo>
                  <a:cubicBezTo>
                    <a:pt x="88586" y="97358"/>
                    <a:pt x="88586" y="97358"/>
                    <a:pt x="88586" y="97358"/>
                  </a:cubicBezTo>
                  <a:cubicBezTo>
                    <a:pt x="102408" y="80754"/>
                    <a:pt x="102408" y="80754"/>
                    <a:pt x="102408" y="80754"/>
                  </a:cubicBezTo>
                  <a:cubicBezTo>
                    <a:pt x="120000" y="59622"/>
                    <a:pt x="120000" y="59622"/>
                    <a:pt x="120000" y="59622"/>
                  </a:cubicBezTo>
                  <a:cubicBezTo>
                    <a:pt x="88586" y="21886"/>
                    <a:pt x="88586" y="21886"/>
                    <a:pt x="88586" y="21886"/>
                  </a:cubicBezTo>
                  <a:cubicBezTo>
                    <a:pt x="81047" y="12830"/>
                    <a:pt x="81047" y="12830"/>
                    <a:pt x="81047" y="12830"/>
                  </a:cubicBezTo>
                  <a:cubicBezTo>
                    <a:pt x="81047" y="12830"/>
                    <a:pt x="80418" y="12830"/>
                    <a:pt x="80418" y="12075"/>
                  </a:cubicBezTo>
                  <a:cubicBezTo>
                    <a:pt x="71623" y="4528"/>
                    <a:pt x="60942" y="0"/>
                    <a:pt x="49633" y="0"/>
                  </a:cubicBezTo>
                </a:path>
              </a:pathLst>
            </a:custGeom>
            <a:solidFill>
              <a:srgbClr val="222A35"/>
            </a:solidFill>
            <a:ln w="9525">
              <a:noFill/>
              <a:round/>
              <a:headEnd/>
              <a:tailEnd/>
            </a:ln>
          </p:spPr>
          <p:txBody>
            <a:bodyPr lIns="91425" tIns="45700" rIns="91425" bIns="45700"/>
            <a:lstStyle/>
            <a:p>
              <a:pPr>
                <a:defRPr/>
              </a:pPr>
              <a:endParaRPr lang="en-US"/>
            </a:p>
          </p:txBody>
        </p:sp>
        <p:sp>
          <p:nvSpPr>
            <p:cNvPr id="62" name="Google Shape;526;p14">
              <a:extLst>
                <a:ext uri="{FF2B5EF4-FFF2-40B4-BE49-F238E27FC236}">
                  <a16:creationId xmlns:a16="http://schemas.microsoft.com/office/drawing/2014/main" id="{28261B1B-E925-9868-F419-93EEEEB0981A}"/>
                </a:ext>
              </a:extLst>
            </p:cNvPr>
            <p:cNvSpPr>
              <a:spLocks/>
            </p:cNvSpPr>
            <p:nvPr/>
          </p:nvSpPr>
          <p:spPr bwMode="auto">
            <a:xfrm>
              <a:off x="6213475" y="5032134"/>
              <a:ext cx="647700" cy="266700"/>
            </a:xfrm>
            <a:custGeom>
              <a:avLst/>
              <a:gdLst>
                <a:gd name="T0" fmla="*/ 0 w 120000"/>
                <a:gd name="T1" fmla="*/ 0 h 120000"/>
                <a:gd name="T2" fmla="*/ 120000 w 120000"/>
                <a:gd name="T3" fmla="*/ 120000 h 120000"/>
              </a:gdLst>
              <a:ahLst/>
              <a:cxnLst>
                <a:cxn ang="0">
                  <a:pos x="0" y="0"/>
                </a:cxn>
                <a:cxn ang="0">
                  <a:pos x="30625" y="24303"/>
                </a:cxn>
                <a:cxn ang="0">
                  <a:pos x="31250" y="27341"/>
                </a:cxn>
                <a:cxn ang="0">
                  <a:pos x="38750" y="44050"/>
                </a:cxn>
                <a:cxn ang="0">
                  <a:pos x="70000" y="120000"/>
                </a:cxn>
                <a:cxn ang="0">
                  <a:pos x="70000" y="120000"/>
                </a:cxn>
                <a:cxn ang="0">
                  <a:pos x="70000" y="120000"/>
                </a:cxn>
                <a:cxn ang="0">
                  <a:pos x="120000" y="0"/>
                </a:cxn>
                <a:cxn ang="0">
                  <a:pos x="0" y="0"/>
                </a:cxn>
              </a:cxnLst>
              <a:rect l="T0" t="T1" r="T2" b="T3"/>
              <a:pathLst>
                <a:path w="120000" h="120000" extrusionOk="0">
                  <a:moveTo>
                    <a:pt x="0" y="0"/>
                  </a:moveTo>
                  <a:cubicBezTo>
                    <a:pt x="11250" y="0"/>
                    <a:pt x="21875" y="9113"/>
                    <a:pt x="30625" y="24303"/>
                  </a:cubicBezTo>
                  <a:cubicBezTo>
                    <a:pt x="30625" y="25822"/>
                    <a:pt x="31250" y="25822"/>
                    <a:pt x="31250" y="27341"/>
                  </a:cubicBezTo>
                  <a:cubicBezTo>
                    <a:pt x="38750" y="44050"/>
                    <a:pt x="38750" y="44050"/>
                    <a:pt x="38750" y="44050"/>
                  </a:cubicBezTo>
                  <a:cubicBezTo>
                    <a:pt x="70000" y="120000"/>
                    <a:pt x="70000" y="120000"/>
                    <a:pt x="70000" y="120000"/>
                  </a:cubicBezTo>
                  <a:cubicBezTo>
                    <a:pt x="70000" y="120000"/>
                    <a:pt x="70000" y="120000"/>
                    <a:pt x="70000" y="120000"/>
                  </a:cubicBezTo>
                  <a:cubicBezTo>
                    <a:pt x="70000" y="120000"/>
                    <a:pt x="70000" y="120000"/>
                    <a:pt x="70000" y="120000"/>
                  </a:cubicBezTo>
                  <a:cubicBezTo>
                    <a:pt x="120000" y="0"/>
                    <a:pt x="120000" y="0"/>
                    <a:pt x="120000" y="0"/>
                  </a:cubicBezTo>
                  <a:cubicBezTo>
                    <a:pt x="0" y="0"/>
                    <a:pt x="0" y="0"/>
                    <a:pt x="0" y="0"/>
                  </a:cubicBezTo>
                </a:path>
              </a:pathLst>
            </a:custGeom>
            <a:solidFill>
              <a:srgbClr val="323F4F"/>
            </a:solidFill>
            <a:ln w="9525">
              <a:noFill/>
              <a:round/>
              <a:headEnd/>
              <a:tailEnd/>
            </a:ln>
          </p:spPr>
          <p:txBody>
            <a:bodyPr lIns="91425" tIns="45700" rIns="91425" bIns="45700"/>
            <a:lstStyle/>
            <a:p>
              <a:pPr>
                <a:defRPr/>
              </a:pPr>
              <a:endParaRPr lang="en-US"/>
            </a:p>
          </p:txBody>
        </p:sp>
        <p:sp>
          <p:nvSpPr>
            <p:cNvPr id="63" name="Google Shape;527;p14">
              <a:extLst>
                <a:ext uri="{FF2B5EF4-FFF2-40B4-BE49-F238E27FC236}">
                  <a16:creationId xmlns:a16="http://schemas.microsoft.com/office/drawing/2014/main" id="{58FD7CBD-4FD7-AEDC-95A6-AF4E9B50948B}"/>
                </a:ext>
              </a:extLst>
            </p:cNvPr>
            <p:cNvSpPr>
              <a:spLocks/>
            </p:cNvSpPr>
            <p:nvPr/>
          </p:nvSpPr>
          <p:spPr bwMode="auto">
            <a:xfrm>
              <a:off x="6213475" y="5298834"/>
              <a:ext cx="647700" cy="268287"/>
            </a:xfrm>
            <a:custGeom>
              <a:avLst/>
              <a:gdLst>
                <a:gd name="T0" fmla="*/ 0 w 120000"/>
                <a:gd name="T1" fmla="*/ 0 h 120000"/>
                <a:gd name="T2" fmla="*/ 120000 w 120000"/>
                <a:gd name="T3" fmla="*/ 120000 h 120000"/>
              </a:gdLst>
              <a:ahLst/>
              <a:cxnLst>
                <a:cxn ang="0">
                  <a:pos x="70000" y="0"/>
                </a:cxn>
                <a:cxn ang="0">
                  <a:pos x="52500" y="42000"/>
                </a:cxn>
                <a:cxn ang="0">
                  <a:pos x="38750" y="75000"/>
                </a:cxn>
                <a:cxn ang="0">
                  <a:pos x="31250" y="93000"/>
                </a:cxn>
                <a:cxn ang="0">
                  <a:pos x="25000" y="103500"/>
                </a:cxn>
                <a:cxn ang="0">
                  <a:pos x="0" y="120000"/>
                </a:cxn>
                <a:cxn ang="0">
                  <a:pos x="0" y="120000"/>
                </a:cxn>
                <a:cxn ang="0">
                  <a:pos x="120000" y="120000"/>
                </a:cxn>
                <a:cxn ang="0">
                  <a:pos x="70000" y="0"/>
                </a:cxn>
              </a:cxnLst>
              <a:rect l="T0" t="T1" r="T2" b="T3"/>
              <a:pathLst>
                <a:path w="120000" h="120000" extrusionOk="0">
                  <a:moveTo>
                    <a:pt x="70000" y="0"/>
                  </a:moveTo>
                  <a:cubicBezTo>
                    <a:pt x="52500" y="42000"/>
                    <a:pt x="52500" y="42000"/>
                    <a:pt x="52500" y="42000"/>
                  </a:cubicBezTo>
                  <a:cubicBezTo>
                    <a:pt x="38750" y="75000"/>
                    <a:pt x="38750" y="75000"/>
                    <a:pt x="38750" y="75000"/>
                  </a:cubicBezTo>
                  <a:cubicBezTo>
                    <a:pt x="31250" y="93000"/>
                    <a:pt x="31250" y="93000"/>
                    <a:pt x="31250" y="93000"/>
                  </a:cubicBezTo>
                  <a:cubicBezTo>
                    <a:pt x="29375" y="96000"/>
                    <a:pt x="27500" y="100500"/>
                    <a:pt x="25000" y="103500"/>
                  </a:cubicBezTo>
                  <a:cubicBezTo>
                    <a:pt x="17500" y="114000"/>
                    <a:pt x="9375" y="120000"/>
                    <a:pt x="0" y="120000"/>
                  </a:cubicBezTo>
                  <a:cubicBezTo>
                    <a:pt x="0" y="120000"/>
                    <a:pt x="0" y="120000"/>
                    <a:pt x="0" y="120000"/>
                  </a:cubicBezTo>
                  <a:cubicBezTo>
                    <a:pt x="120000" y="120000"/>
                    <a:pt x="120000" y="120000"/>
                    <a:pt x="120000" y="120000"/>
                  </a:cubicBezTo>
                  <a:cubicBezTo>
                    <a:pt x="70000" y="0"/>
                    <a:pt x="70000" y="0"/>
                    <a:pt x="70000" y="0"/>
                  </a:cubicBezTo>
                </a:path>
              </a:pathLst>
            </a:custGeom>
            <a:solidFill>
              <a:srgbClr val="323F4F"/>
            </a:solidFill>
            <a:ln w="9525">
              <a:noFill/>
              <a:round/>
              <a:headEnd/>
              <a:tailEnd/>
            </a:ln>
          </p:spPr>
          <p:txBody>
            <a:bodyPr lIns="91425" tIns="45700" rIns="91425" bIns="45700"/>
            <a:lstStyle/>
            <a:p>
              <a:pPr>
                <a:defRPr/>
              </a:pPr>
              <a:endParaRPr lang="en-US"/>
            </a:p>
          </p:txBody>
        </p:sp>
      </p:grpSp>
      <p:grpSp>
        <p:nvGrpSpPr>
          <p:cNvPr id="448" name="Google Shape;528;p14">
            <a:extLst>
              <a:ext uri="{FF2B5EF4-FFF2-40B4-BE49-F238E27FC236}">
                <a16:creationId xmlns:a16="http://schemas.microsoft.com/office/drawing/2014/main" id="{531922A6-CD48-F7B3-967B-0D37AB718590}"/>
              </a:ext>
            </a:extLst>
          </p:cNvPr>
          <p:cNvGrpSpPr>
            <a:grpSpLocks/>
          </p:cNvGrpSpPr>
          <p:nvPr/>
        </p:nvGrpSpPr>
        <p:grpSpPr bwMode="auto">
          <a:xfrm>
            <a:off x="7180263" y="4794250"/>
            <a:ext cx="2105025" cy="1658938"/>
            <a:chOff x="4146550" y="1468196"/>
            <a:chExt cx="2105024" cy="1658938"/>
          </a:xfrm>
        </p:grpSpPr>
        <p:sp>
          <p:nvSpPr>
            <p:cNvPr id="449" name="Google Shape;529;p14">
              <a:extLst>
                <a:ext uri="{FF2B5EF4-FFF2-40B4-BE49-F238E27FC236}">
                  <a16:creationId xmlns:a16="http://schemas.microsoft.com/office/drawing/2014/main" id="{3C689F9B-B9A5-408D-2D29-49B73A290C90}"/>
                </a:ext>
              </a:extLst>
            </p:cNvPr>
            <p:cNvSpPr>
              <a:spLocks/>
            </p:cNvSpPr>
            <p:nvPr/>
          </p:nvSpPr>
          <p:spPr bwMode="auto">
            <a:xfrm>
              <a:off x="4146550" y="2031759"/>
              <a:ext cx="2105024" cy="531812"/>
            </a:xfrm>
            <a:custGeom>
              <a:avLst/>
              <a:gdLst>
                <a:gd name="T0" fmla="*/ 0 w 120000"/>
                <a:gd name="T1" fmla="*/ 0 h 120000"/>
                <a:gd name="T2" fmla="*/ 120000 w 120000"/>
                <a:gd name="T3" fmla="*/ 120000 h 120000"/>
              </a:gdLst>
              <a:ahLst/>
              <a:cxnLst>
                <a:cxn ang="0">
                  <a:pos x="104807" y="120000"/>
                </a:cxn>
                <a:cxn ang="0">
                  <a:pos x="15192" y="120000"/>
                </a:cxn>
                <a:cxn ang="0">
                  <a:pos x="0" y="60000"/>
                </a:cxn>
                <a:cxn ang="0">
                  <a:pos x="15192" y="0"/>
                </a:cxn>
                <a:cxn ang="0">
                  <a:pos x="104807" y="0"/>
                </a:cxn>
                <a:cxn ang="0">
                  <a:pos x="120000" y="60000"/>
                </a:cxn>
                <a:cxn ang="0">
                  <a:pos x="104807" y="120000"/>
                </a:cxn>
              </a:cxnLst>
              <a:rect l="T0" t="T1" r="T2" b="T3"/>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w="9525">
              <a:noFill/>
              <a:round/>
              <a:headEnd/>
              <a:tailEnd/>
            </a:ln>
          </p:spPr>
          <p:txBody>
            <a:bodyPr lIns="91425" tIns="45700" rIns="91425" bIns="45700"/>
            <a:lstStyle/>
            <a:p>
              <a:pPr>
                <a:defRPr/>
              </a:pPr>
              <a:endParaRPr lang="en-US"/>
            </a:p>
          </p:txBody>
        </p:sp>
        <p:sp>
          <p:nvSpPr>
            <p:cNvPr id="450" name="Google Shape;530;p14">
              <a:extLst>
                <a:ext uri="{FF2B5EF4-FFF2-40B4-BE49-F238E27FC236}">
                  <a16:creationId xmlns:a16="http://schemas.microsoft.com/office/drawing/2014/main" id="{FBB8A85D-7B30-5D0F-F68C-B43F115AC84B}"/>
                </a:ext>
              </a:extLst>
            </p:cNvPr>
            <p:cNvSpPr>
              <a:spLocks/>
            </p:cNvSpPr>
            <p:nvPr/>
          </p:nvSpPr>
          <p:spPr bwMode="auto">
            <a:xfrm>
              <a:off x="5154612" y="1468196"/>
              <a:ext cx="1096962" cy="1658938"/>
            </a:xfrm>
            <a:custGeom>
              <a:avLst/>
              <a:gdLst>
                <a:gd name="T0" fmla="*/ 0 w 120000"/>
                <a:gd name="T1" fmla="*/ 0 h 120000"/>
                <a:gd name="T2" fmla="*/ 120000 w 120000"/>
                <a:gd name="T3" fmla="*/ 120000 h 120000"/>
              </a:gdLst>
              <a:ahLst/>
              <a:cxnLst>
                <a:cxn ang="0">
                  <a:pos x="120000" y="60000"/>
                </a:cxn>
                <a:cxn ang="0">
                  <a:pos x="111138" y="74146"/>
                </a:cxn>
                <a:cxn ang="0">
                  <a:pos x="110769" y="74146"/>
                </a:cxn>
                <a:cxn ang="0">
                  <a:pos x="52800" y="112439"/>
                </a:cxn>
                <a:cxn ang="0">
                  <a:pos x="11446" y="112439"/>
                </a:cxn>
                <a:cxn ang="0">
                  <a:pos x="11446" y="85121"/>
                </a:cxn>
                <a:cxn ang="0">
                  <a:pos x="49476" y="60000"/>
                </a:cxn>
                <a:cxn ang="0">
                  <a:pos x="11446" y="35121"/>
                </a:cxn>
                <a:cxn ang="0">
                  <a:pos x="11446" y="7560"/>
                </a:cxn>
                <a:cxn ang="0">
                  <a:pos x="52800" y="7560"/>
                </a:cxn>
                <a:cxn ang="0">
                  <a:pos x="110769" y="45853"/>
                </a:cxn>
                <a:cxn ang="0">
                  <a:pos x="111138" y="45853"/>
                </a:cxn>
                <a:cxn ang="0">
                  <a:pos x="120000" y="60000"/>
                </a:cxn>
              </a:cxnLst>
              <a:rect l="T0" t="T1" r="T2" b="T3"/>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w="9525">
              <a:noFill/>
              <a:round/>
              <a:headEnd/>
              <a:tailEnd/>
            </a:ln>
          </p:spPr>
          <p:txBody>
            <a:bodyPr lIns="91425" tIns="45700" rIns="91425" bIns="45700"/>
            <a:lstStyle/>
            <a:p>
              <a:pPr>
                <a:defRPr/>
              </a:pPr>
              <a:endParaRPr lang="en-US"/>
            </a:p>
          </p:txBody>
        </p:sp>
        <p:sp>
          <p:nvSpPr>
            <p:cNvPr id="451" name="Google Shape;531;p14">
              <a:extLst>
                <a:ext uri="{FF2B5EF4-FFF2-40B4-BE49-F238E27FC236}">
                  <a16:creationId xmlns:a16="http://schemas.microsoft.com/office/drawing/2014/main" id="{560C29F4-248D-1CF6-D7C5-E2FCFF2A7521}"/>
                </a:ext>
              </a:extLst>
            </p:cNvPr>
            <p:cNvSpPr>
              <a:spLocks/>
            </p:cNvSpPr>
            <p:nvPr/>
          </p:nvSpPr>
          <p:spPr bwMode="auto">
            <a:xfrm>
              <a:off x="5607049" y="2031759"/>
              <a:ext cx="644525" cy="531812"/>
            </a:xfrm>
            <a:custGeom>
              <a:avLst/>
              <a:gdLst>
                <a:gd name="T0" fmla="*/ 0 w 120000"/>
                <a:gd name="T1" fmla="*/ 0 h 120000"/>
                <a:gd name="T2" fmla="*/ 120000 w 120000"/>
                <a:gd name="T3" fmla="*/ 120000 h 120000"/>
              </a:gdLst>
              <a:ahLst/>
              <a:cxnLst>
                <a:cxn ang="0">
                  <a:pos x="39581" y="12151"/>
                </a:cxn>
                <a:cxn ang="0">
                  <a:pos x="31413" y="22025"/>
                </a:cxn>
                <a:cxn ang="0">
                  <a:pos x="18219" y="81265"/>
                </a:cxn>
                <a:cxn ang="0">
                  <a:pos x="38952" y="107088"/>
                </a:cxn>
                <a:cxn ang="0">
                  <a:pos x="70366" y="120000"/>
                </a:cxn>
                <a:cxn ang="0">
                  <a:pos x="70366" y="120000"/>
                </a:cxn>
                <a:cxn ang="0">
                  <a:pos x="104293" y="104050"/>
                </a:cxn>
                <a:cxn ang="0">
                  <a:pos x="104921" y="104050"/>
                </a:cxn>
                <a:cxn ang="0">
                  <a:pos x="120000" y="60000"/>
                </a:cxn>
                <a:cxn ang="0">
                  <a:pos x="120000" y="60000"/>
                </a:cxn>
                <a:cxn ang="0">
                  <a:pos x="120000" y="59240"/>
                </a:cxn>
                <a:cxn ang="0">
                  <a:pos x="120000" y="59240"/>
                </a:cxn>
                <a:cxn ang="0">
                  <a:pos x="120000" y="59240"/>
                </a:cxn>
                <a:cxn ang="0">
                  <a:pos x="120000" y="59240"/>
                </a:cxn>
                <a:cxn ang="0">
                  <a:pos x="120000" y="58481"/>
                </a:cxn>
                <a:cxn ang="0">
                  <a:pos x="120000" y="58481"/>
                </a:cxn>
                <a:cxn ang="0">
                  <a:pos x="120000" y="58481"/>
                </a:cxn>
                <a:cxn ang="0">
                  <a:pos x="120000" y="58481"/>
                </a:cxn>
                <a:cxn ang="0">
                  <a:pos x="120000" y="57721"/>
                </a:cxn>
                <a:cxn ang="0">
                  <a:pos x="120000" y="57721"/>
                </a:cxn>
                <a:cxn ang="0">
                  <a:pos x="120000" y="57721"/>
                </a:cxn>
                <a:cxn ang="0">
                  <a:pos x="120000" y="57721"/>
                </a:cxn>
                <a:cxn ang="0">
                  <a:pos x="120000" y="56962"/>
                </a:cxn>
                <a:cxn ang="0">
                  <a:pos x="120000" y="56962"/>
                </a:cxn>
                <a:cxn ang="0">
                  <a:pos x="120000" y="56962"/>
                </a:cxn>
                <a:cxn ang="0">
                  <a:pos x="120000" y="56202"/>
                </a:cxn>
                <a:cxn ang="0">
                  <a:pos x="120000" y="56202"/>
                </a:cxn>
                <a:cxn ang="0">
                  <a:pos x="120000" y="56202"/>
                </a:cxn>
                <a:cxn ang="0">
                  <a:pos x="120000" y="56202"/>
                </a:cxn>
                <a:cxn ang="0">
                  <a:pos x="120000" y="55443"/>
                </a:cxn>
                <a:cxn ang="0">
                  <a:pos x="118743" y="45569"/>
                </a:cxn>
                <a:cxn ang="0">
                  <a:pos x="118743" y="44810"/>
                </a:cxn>
                <a:cxn ang="0">
                  <a:pos x="118743" y="44810"/>
                </a:cxn>
                <a:cxn ang="0">
                  <a:pos x="118743" y="44810"/>
                </a:cxn>
                <a:cxn ang="0">
                  <a:pos x="118743" y="44810"/>
                </a:cxn>
                <a:cxn ang="0">
                  <a:pos x="118743" y="44050"/>
                </a:cxn>
                <a:cxn ang="0">
                  <a:pos x="118743" y="44050"/>
                </a:cxn>
                <a:cxn ang="0">
                  <a:pos x="118743" y="44050"/>
                </a:cxn>
                <a:cxn ang="0">
                  <a:pos x="104293" y="15949"/>
                </a:cxn>
                <a:cxn ang="0">
                  <a:pos x="104293" y="15949"/>
                </a:cxn>
              </a:cxnLst>
              <a:rect l="T0" t="T1" r="T2" b="T3"/>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w="9525">
              <a:noFill/>
              <a:round/>
              <a:headEnd/>
              <a:tailEnd/>
            </a:ln>
          </p:spPr>
          <p:txBody>
            <a:bodyPr lIns="91425" tIns="45700" rIns="91425" bIns="45700"/>
            <a:lstStyle/>
            <a:p>
              <a:pPr>
                <a:defRPr/>
              </a:pPr>
              <a:endParaRPr lang="en-US"/>
            </a:p>
          </p:txBody>
        </p:sp>
        <p:sp>
          <p:nvSpPr>
            <p:cNvPr id="452" name="Google Shape;532;p14">
              <a:extLst>
                <a:ext uri="{FF2B5EF4-FFF2-40B4-BE49-F238E27FC236}">
                  <a16:creationId xmlns:a16="http://schemas.microsoft.com/office/drawing/2014/main" id="{EC87F823-AEE1-721B-14DF-A315F35FBF5E}"/>
                </a:ext>
              </a:extLst>
            </p:cNvPr>
            <p:cNvSpPr>
              <a:spLocks/>
            </p:cNvSpPr>
            <p:nvPr/>
          </p:nvSpPr>
          <p:spPr bwMode="auto">
            <a:xfrm>
              <a:off x="5337174" y="2031759"/>
              <a:ext cx="647700" cy="265112"/>
            </a:xfrm>
            <a:custGeom>
              <a:avLst/>
              <a:gdLst>
                <a:gd name="T0" fmla="*/ 0 w 120000"/>
                <a:gd name="T1" fmla="*/ 0 h 120000"/>
                <a:gd name="T2" fmla="*/ 120000 w 120000"/>
                <a:gd name="T3" fmla="*/ 120000 h 120000"/>
              </a:gdLst>
              <a:ahLst/>
              <a:cxnLst>
                <a:cxn ang="0">
                  <a:pos x="120000" y="0"/>
                </a:cxn>
                <a:cxn ang="0">
                  <a:pos x="0" y="0"/>
                </a:cxn>
                <a:cxn ang="0">
                  <a:pos x="50000" y="120000"/>
                </a:cxn>
                <a:cxn ang="0">
                  <a:pos x="50000" y="120000"/>
                </a:cxn>
                <a:cxn ang="0">
                  <a:pos x="50000" y="120000"/>
                </a:cxn>
                <a:cxn ang="0">
                  <a:pos x="81250" y="44050"/>
                </a:cxn>
                <a:cxn ang="0">
                  <a:pos x="88750" y="27341"/>
                </a:cxn>
                <a:cxn ang="0">
                  <a:pos x="89375" y="24303"/>
                </a:cxn>
                <a:cxn ang="0">
                  <a:pos x="120000" y="0"/>
                </a:cxn>
              </a:cxnLst>
              <a:rect l="T0" t="T1" r="T2" b="T3"/>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w="9525">
              <a:noFill/>
              <a:round/>
              <a:headEnd/>
              <a:tailEnd/>
            </a:ln>
          </p:spPr>
          <p:txBody>
            <a:bodyPr lIns="91425" tIns="45700" rIns="91425" bIns="45700"/>
            <a:lstStyle/>
            <a:p>
              <a:pPr>
                <a:defRPr/>
              </a:pPr>
              <a:endParaRPr lang="en-US"/>
            </a:p>
          </p:txBody>
        </p:sp>
        <p:sp>
          <p:nvSpPr>
            <p:cNvPr id="453" name="Google Shape;533;p14">
              <a:extLst>
                <a:ext uri="{FF2B5EF4-FFF2-40B4-BE49-F238E27FC236}">
                  <a16:creationId xmlns:a16="http://schemas.microsoft.com/office/drawing/2014/main" id="{259D9030-B65E-E0C3-0300-F15787C5ACCE}"/>
                </a:ext>
              </a:extLst>
            </p:cNvPr>
            <p:cNvSpPr>
              <a:spLocks/>
            </p:cNvSpPr>
            <p:nvPr/>
          </p:nvSpPr>
          <p:spPr bwMode="auto">
            <a:xfrm>
              <a:off x="5337174" y="2296871"/>
              <a:ext cx="647700" cy="266700"/>
            </a:xfrm>
            <a:custGeom>
              <a:avLst/>
              <a:gdLst>
                <a:gd name="T0" fmla="*/ 0 w 120000"/>
                <a:gd name="T1" fmla="*/ 0 h 120000"/>
                <a:gd name="T2" fmla="*/ 120000 w 120000"/>
                <a:gd name="T3" fmla="*/ 120000 h 120000"/>
              </a:gdLst>
              <a:ahLst/>
              <a:cxnLst>
                <a:cxn ang="0">
                  <a:pos x="50000" y="0"/>
                </a:cxn>
                <a:cxn ang="0">
                  <a:pos x="0" y="120000"/>
                </a:cxn>
                <a:cxn ang="0">
                  <a:pos x="120000" y="120000"/>
                </a:cxn>
                <a:cxn ang="0">
                  <a:pos x="120000" y="120000"/>
                </a:cxn>
                <a:cxn ang="0">
                  <a:pos x="95625" y="104810"/>
                </a:cxn>
                <a:cxn ang="0">
                  <a:pos x="88750" y="94177"/>
                </a:cxn>
                <a:cxn ang="0">
                  <a:pos x="81250" y="75949"/>
                </a:cxn>
                <a:cxn ang="0">
                  <a:pos x="68125" y="42531"/>
                </a:cxn>
                <a:cxn ang="0">
                  <a:pos x="50000" y="0"/>
                </a:cxn>
              </a:cxnLst>
              <a:rect l="T0" t="T1" r="T2" b="T3"/>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w="9525">
              <a:noFill/>
              <a:round/>
              <a:headEnd/>
              <a:tailEnd/>
            </a:ln>
          </p:spPr>
          <p:txBody>
            <a:bodyPr lIns="91425" tIns="45700" rIns="91425" bIns="45700"/>
            <a:lstStyle/>
            <a:p>
              <a:pPr>
                <a:defRPr/>
              </a:pPr>
              <a:endParaRPr lang="en-US"/>
            </a:p>
          </p:txBody>
        </p:sp>
      </p:grpSp>
      <p:sp>
        <p:nvSpPr>
          <p:cNvPr id="456" name="Google Shape;456;p14"/>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508" name="Google Shape;508;p14"/>
          <p:cNvSpPr txBox="1">
            <a:spLocks noGrp="1"/>
          </p:cNvSpPr>
          <p:nvPr>
            <p:ph type="body" idx="2"/>
          </p:nvPr>
        </p:nvSpPr>
        <p:spPr>
          <a:xfrm>
            <a:off x="905608" y="1249053"/>
            <a:ext cx="5190391" cy="396875"/>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09" name="Google Shape;509;p14"/>
          <p:cNvSpPr txBox="1">
            <a:spLocks noGrp="1"/>
          </p:cNvSpPr>
          <p:nvPr>
            <p:ph type="body" idx="3"/>
          </p:nvPr>
        </p:nvSpPr>
        <p:spPr>
          <a:xfrm>
            <a:off x="905609" y="1660599"/>
            <a:ext cx="5190391" cy="75745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10" name="Google Shape;510;p14"/>
          <p:cNvSpPr txBox="1">
            <a:spLocks noGrp="1"/>
          </p:cNvSpPr>
          <p:nvPr>
            <p:ph type="body" idx="4"/>
          </p:nvPr>
        </p:nvSpPr>
        <p:spPr>
          <a:xfrm>
            <a:off x="905608" y="2518553"/>
            <a:ext cx="5190391" cy="396875"/>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11" name="Google Shape;511;p14"/>
          <p:cNvSpPr txBox="1">
            <a:spLocks noGrp="1"/>
          </p:cNvSpPr>
          <p:nvPr>
            <p:ph type="body" idx="5"/>
          </p:nvPr>
        </p:nvSpPr>
        <p:spPr>
          <a:xfrm>
            <a:off x="905609" y="2930099"/>
            <a:ext cx="5190391" cy="75745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12" name="Google Shape;512;p14"/>
          <p:cNvSpPr txBox="1">
            <a:spLocks noGrp="1"/>
          </p:cNvSpPr>
          <p:nvPr>
            <p:ph type="body" idx="6"/>
          </p:nvPr>
        </p:nvSpPr>
        <p:spPr>
          <a:xfrm>
            <a:off x="905608" y="3774421"/>
            <a:ext cx="5190391" cy="396875"/>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13" name="Google Shape;513;p14"/>
          <p:cNvSpPr txBox="1">
            <a:spLocks noGrp="1"/>
          </p:cNvSpPr>
          <p:nvPr>
            <p:ph type="body" idx="7"/>
          </p:nvPr>
        </p:nvSpPr>
        <p:spPr>
          <a:xfrm>
            <a:off x="905609" y="4185967"/>
            <a:ext cx="5190391" cy="75745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14" name="Google Shape;514;p14"/>
          <p:cNvSpPr txBox="1">
            <a:spLocks noGrp="1"/>
          </p:cNvSpPr>
          <p:nvPr>
            <p:ph type="body" idx="8"/>
          </p:nvPr>
        </p:nvSpPr>
        <p:spPr>
          <a:xfrm>
            <a:off x="905608" y="5041623"/>
            <a:ext cx="5190391" cy="396875"/>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15" name="Google Shape;515;p14"/>
          <p:cNvSpPr txBox="1">
            <a:spLocks noGrp="1"/>
          </p:cNvSpPr>
          <p:nvPr>
            <p:ph type="body" idx="9"/>
          </p:nvPr>
        </p:nvSpPr>
        <p:spPr>
          <a:xfrm>
            <a:off x="905609" y="5453169"/>
            <a:ext cx="5190391" cy="75745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1355488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500"/>
                                        <p:tgtEl>
                                          <p:spTgt spid="4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500"/>
                                        <p:tgtEl>
                                          <p:spTgt spid="52"/>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fade">
                                      <p:cBhvr>
                                        <p:cTn id="19" dur="500"/>
                                        <p:tgtEl>
                                          <p:spTgt spid="58"/>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48"/>
                                        </p:tgtEl>
                                        <p:attrNameLst>
                                          <p:attrName>style.visibility</p:attrName>
                                        </p:attrNameLst>
                                      </p:cBhvr>
                                      <p:to>
                                        <p:strVal val="visible"/>
                                      </p:to>
                                    </p:set>
                                    <p:animEffect transition="in" filter="fade">
                                      <p:cBhvr>
                                        <p:cTn id="23" dur="500"/>
                                        <p:tgtEl>
                                          <p:spTgt spid="44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fade">
                                      <p:cBhvr>
                                        <p:cTn id="26" dur="500"/>
                                        <p:tgtEl>
                                          <p:spTgt spid="3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500"/>
                                        <p:tgtEl>
                                          <p:spTgt spid="3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500"/>
                                        <p:tgtEl>
                                          <p:spTgt spid="3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Aero-Infographic">
  <p:cSld name="Aero-Infographic">
    <p:spTree>
      <p:nvGrpSpPr>
        <p:cNvPr id="1" name="Shape 534"/>
        <p:cNvGrpSpPr/>
        <p:nvPr/>
      </p:nvGrpSpPr>
      <p:grpSpPr>
        <a:xfrm>
          <a:off x="0" y="0"/>
          <a:ext cx="0" cy="0"/>
          <a:chOff x="0" y="0"/>
          <a:chExt cx="0" cy="0"/>
        </a:xfrm>
      </p:grpSpPr>
      <p:sp>
        <p:nvSpPr>
          <p:cNvPr id="2" name="Google Shape;537;p15">
            <a:extLst>
              <a:ext uri="{FF2B5EF4-FFF2-40B4-BE49-F238E27FC236}">
                <a16:creationId xmlns:a16="http://schemas.microsoft.com/office/drawing/2014/main" id="{A33E1E97-8875-E7A5-327C-66DA664A1890}"/>
              </a:ext>
            </a:extLst>
          </p:cNvPr>
          <p:cNvSpPr>
            <a:spLocks/>
          </p:cNvSpPr>
          <p:nvPr/>
        </p:nvSpPr>
        <p:spPr bwMode="auto">
          <a:xfrm>
            <a:off x="-17463" y="2351088"/>
            <a:ext cx="9794876" cy="3582987"/>
          </a:xfrm>
          <a:custGeom>
            <a:avLst/>
            <a:gdLst>
              <a:gd name="T0" fmla="*/ 0 w 120000"/>
              <a:gd name="T1" fmla="*/ 0 h 120000"/>
              <a:gd name="T2" fmla="*/ 120000 w 120000"/>
              <a:gd name="T3" fmla="*/ 120000 h 120000"/>
            </a:gdLst>
            <a:ahLst/>
            <a:cxnLst>
              <a:cxn ang="0">
                <a:pos x="0" y="99534"/>
              </a:cxn>
              <a:cxn ang="0">
                <a:pos x="28005" y="62790"/>
              </a:cxn>
              <a:cxn ang="0">
                <a:pos x="52277" y="83720"/>
              </a:cxn>
              <a:cxn ang="0">
                <a:pos x="75190" y="37209"/>
              </a:cxn>
              <a:cxn ang="0">
                <a:pos x="98231" y="55697"/>
              </a:cxn>
              <a:cxn ang="0">
                <a:pos x="120000" y="0"/>
              </a:cxn>
            </a:cxnLst>
            <a:rect l="T0" t="T1" r="T2" b="T3"/>
            <a:pathLst>
              <a:path w="120000" h="120000" extrusionOk="0">
                <a:moveTo>
                  <a:pt x="0" y="99534"/>
                </a:moveTo>
                <a:cubicBezTo>
                  <a:pt x="17821" y="120000"/>
                  <a:pt x="19688" y="62325"/>
                  <a:pt x="28005" y="62790"/>
                </a:cubicBezTo>
                <a:cubicBezTo>
                  <a:pt x="36322" y="63255"/>
                  <a:pt x="41414" y="85581"/>
                  <a:pt x="52277" y="83720"/>
                </a:cubicBezTo>
                <a:cubicBezTo>
                  <a:pt x="63140" y="81860"/>
                  <a:pt x="63988" y="40930"/>
                  <a:pt x="75190" y="37209"/>
                </a:cubicBezTo>
                <a:cubicBezTo>
                  <a:pt x="86393" y="33488"/>
                  <a:pt x="87538" y="57093"/>
                  <a:pt x="98231" y="55697"/>
                </a:cubicBezTo>
                <a:cubicBezTo>
                  <a:pt x="108925" y="54302"/>
                  <a:pt x="109137" y="9767"/>
                  <a:pt x="120000" y="0"/>
                </a:cubicBezTo>
              </a:path>
            </a:pathLst>
          </a:custGeom>
          <a:noFill/>
          <a:ln w="15875" cap="flat" cmpd="sng">
            <a:solidFill>
              <a:schemeClr val="tx1"/>
            </a:solidFill>
            <a:prstDash val="dash"/>
            <a:miter lim="8000"/>
            <a:headEnd type="none" w="sm" len="sm"/>
            <a:tailEnd type="none" w="sm" len="sm"/>
          </a:ln>
        </p:spPr>
        <p:txBody>
          <a:bodyPr lIns="91425" tIns="45700" rIns="91425" bIns="45700"/>
          <a:lstStyle/>
          <a:p>
            <a:pPr>
              <a:defRPr/>
            </a:pPr>
            <a:endParaRPr lang="en-US"/>
          </a:p>
        </p:txBody>
      </p:sp>
      <p:grpSp>
        <p:nvGrpSpPr>
          <p:cNvPr id="3" name="Google Shape;538;p15">
            <a:extLst>
              <a:ext uri="{FF2B5EF4-FFF2-40B4-BE49-F238E27FC236}">
                <a16:creationId xmlns:a16="http://schemas.microsoft.com/office/drawing/2014/main" id="{B7F9689E-B105-6E65-6F09-23F5349B0552}"/>
              </a:ext>
            </a:extLst>
          </p:cNvPr>
          <p:cNvGrpSpPr>
            <a:grpSpLocks/>
          </p:cNvGrpSpPr>
          <p:nvPr/>
        </p:nvGrpSpPr>
        <p:grpSpPr bwMode="auto">
          <a:xfrm>
            <a:off x="1760538" y="3744913"/>
            <a:ext cx="995362" cy="993775"/>
            <a:chOff x="1760306" y="3744764"/>
            <a:chExt cx="995965" cy="993236"/>
          </a:xfrm>
        </p:grpSpPr>
        <p:sp>
          <p:nvSpPr>
            <p:cNvPr id="4" name="Google Shape;539;p15">
              <a:extLst>
                <a:ext uri="{FF2B5EF4-FFF2-40B4-BE49-F238E27FC236}">
                  <a16:creationId xmlns:a16="http://schemas.microsoft.com/office/drawing/2014/main" id="{9785E53D-DEE4-D553-1691-C58BCF5AF361}"/>
                </a:ext>
              </a:extLst>
            </p:cNvPr>
            <p:cNvSpPr/>
            <p:nvPr/>
          </p:nvSpPr>
          <p:spPr>
            <a:xfrm>
              <a:off x="1760306" y="3744764"/>
              <a:ext cx="995965" cy="993236"/>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5" name="Google Shape;540;p15">
              <a:extLst>
                <a:ext uri="{FF2B5EF4-FFF2-40B4-BE49-F238E27FC236}">
                  <a16:creationId xmlns:a16="http://schemas.microsoft.com/office/drawing/2014/main" id="{345A4E5B-40F6-D1A5-8F33-A7DA7190DF08}"/>
                </a:ext>
              </a:extLst>
            </p:cNvPr>
            <p:cNvSpPr>
              <a:spLocks/>
            </p:cNvSpPr>
            <p:nvPr/>
          </p:nvSpPr>
          <p:spPr bwMode="auto">
            <a:xfrm>
              <a:off x="2119298" y="4101757"/>
              <a:ext cx="277980" cy="279248"/>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6" name="Google Shape;541;p15">
            <a:extLst>
              <a:ext uri="{FF2B5EF4-FFF2-40B4-BE49-F238E27FC236}">
                <a16:creationId xmlns:a16="http://schemas.microsoft.com/office/drawing/2014/main" id="{74EC1868-1466-A996-1A6E-B26AE6F5404B}"/>
              </a:ext>
            </a:extLst>
          </p:cNvPr>
          <p:cNvGrpSpPr>
            <a:grpSpLocks/>
          </p:cNvGrpSpPr>
          <p:nvPr/>
        </p:nvGrpSpPr>
        <p:grpSpPr bwMode="auto">
          <a:xfrm>
            <a:off x="3657600" y="4365625"/>
            <a:ext cx="996950" cy="993775"/>
            <a:chOff x="3658378" y="4366073"/>
            <a:chExt cx="995965" cy="993236"/>
          </a:xfrm>
        </p:grpSpPr>
        <p:sp>
          <p:nvSpPr>
            <p:cNvPr id="7" name="Google Shape;542;p15">
              <a:extLst>
                <a:ext uri="{FF2B5EF4-FFF2-40B4-BE49-F238E27FC236}">
                  <a16:creationId xmlns:a16="http://schemas.microsoft.com/office/drawing/2014/main" id="{562AB7E6-C484-BF1A-4D50-C6DBC46F323C}"/>
                </a:ext>
              </a:extLst>
            </p:cNvPr>
            <p:cNvSpPr/>
            <p:nvPr/>
          </p:nvSpPr>
          <p:spPr>
            <a:xfrm>
              <a:off x="3658378" y="4366073"/>
              <a:ext cx="995965" cy="993236"/>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8" name="Google Shape;543;p15">
              <a:extLst>
                <a:ext uri="{FF2B5EF4-FFF2-40B4-BE49-F238E27FC236}">
                  <a16:creationId xmlns:a16="http://schemas.microsoft.com/office/drawing/2014/main" id="{347DBE7C-AC53-EC09-43D3-1E2E5265D645}"/>
                </a:ext>
              </a:extLst>
            </p:cNvPr>
            <p:cNvSpPr>
              <a:spLocks/>
            </p:cNvSpPr>
            <p:nvPr/>
          </p:nvSpPr>
          <p:spPr bwMode="auto">
            <a:xfrm>
              <a:off x="4031072" y="4724653"/>
              <a:ext cx="279124" cy="279248"/>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9" name="Google Shape;544;p15">
            <a:extLst>
              <a:ext uri="{FF2B5EF4-FFF2-40B4-BE49-F238E27FC236}">
                <a16:creationId xmlns:a16="http://schemas.microsoft.com/office/drawing/2014/main" id="{ED357262-68E2-A4B0-A406-CB541A90BE76}"/>
              </a:ext>
            </a:extLst>
          </p:cNvPr>
          <p:cNvGrpSpPr>
            <a:grpSpLocks/>
          </p:cNvGrpSpPr>
          <p:nvPr/>
        </p:nvGrpSpPr>
        <p:grpSpPr bwMode="auto">
          <a:xfrm>
            <a:off x="5556250" y="3009900"/>
            <a:ext cx="996950" cy="993775"/>
            <a:chOff x="5556451" y="3010474"/>
            <a:chExt cx="995965" cy="993236"/>
          </a:xfrm>
        </p:grpSpPr>
        <p:sp>
          <p:nvSpPr>
            <p:cNvPr id="10" name="Google Shape;545;p15">
              <a:extLst>
                <a:ext uri="{FF2B5EF4-FFF2-40B4-BE49-F238E27FC236}">
                  <a16:creationId xmlns:a16="http://schemas.microsoft.com/office/drawing/2014/main" id="{0FE103D2-A647-4845-A2BF-F7C9354F024A}"/>
                </a:ext>
              </a:extLst>
            </p:cNvPr>
            <p:cNvSpPr/>
            <p:nvPr/>
          </p:nvSpPr>
          <p:spPr>
            <a:xfrm>
              <a:off x="5556451" y="3010474"/>
              <a:ext cx="995965" cy="993236"/>
            </a:xfrm>
            <a:prstGeom prst="ellipse">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1" name="Google Shape;546;p15">
              <a:extLst>
                <a:ext uri="{FF2B5EF4-FFF2-40B4-BE49-F238E27FC236}">
                  <a16:creationId xmlns:a16="http://schemas.microsoft.com/office/drawing/2014/main" id="{71C1A995-9787-5EC4-48A6-B2A662D7C473}"/>
                </a:ext>
              </a:extLst>
            </p:cNvPr>
            <p:cNvSpPr>
              <a:spLocks/>
            </p:cNvSpPr>
            <p:nvPr/>
          </p:nvSpPr>
          <p:spPr bwMode="auto">
            <a:xfrm>
              <a:off x="5922802" y="3342082"/>
              <a:ext cx="279124" cy="279248"/>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12" name="Google Shape;547;p15">
            <a:extLst>
              <a:ext uri="{FF2B5EF4-FFF2-40B4-BE49-F238E27FC236}">
                <a16:creationId xmlns:a16="http://schemas.microsoft.com/office/drawing/2014/main" id="{38425502-B138-86FA-EE71-1DAFE60D29FB}"/>
              </a:ext>
            </a:extLst>
          </p:cNvPr>
          <p:cNvGrpSpPr>
            <a:grpSpLocks/>
          </p:cNvGrpSpPr>
          <p:nvPr/>
        </p:nvGrpSpPr>
        <p:grpSpPr bwMode="auto">
          <a:xfrm>
            <a:off x="7454900" y="3536950"/>
            <a:ext cx="995363" cy="992188"/>
            <a:chOff x="7454525" y="3536691"/>
            <a:chExt cx="995965" cy="993236"/>
          </a:xfrm>
        </p:grpSpPr>
        <p:sp>
          <p:nvSpPr>
            <p:cNvPr id="13" name="Google Shape;548;p15">
              <a:extLst>
                <a:ext uri="{FF2B5EF4-FFF2-40B4-BE49-F238E27FC236}">
                  <a16:creationId xmlns:a16="http://schemas.microsoft.com/office/drawing/2014/main" id="{A25B72FF-9769-90DE-ADF5-069B8D2DBBBC}"/>
                </a:ext>
              </a:extLst>
            </p:cNvPr>
            <p:cNvSpPr/>
            <p:nvPr/>
          </p:nvSpPr>
          <p:spPr>
            <a:xfrm>
              <a:off x="7454525" y="3536691"/>
              <a:ext cx="995965" cy="993236"/>
            </a:xfrm>
            <a:prstGeom prst="ellipse">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4" name="Google Shape;549;p15">
              <a:extLst>
                <a:ext uri="{FF2B5EF4-FFF2-40B4-BE49-F238E27FC236}">
                  <a16:creationId xmlns:a16="http://schemas.microsoft.com/office/drawing/2014/main" id="{E13CA570-D77F-03C5-C6A8-52D7A759CA8A}"/>
                </a:ext>
              </a:extLst>
            </p:cNvPr>
            <p:cNvSpPr>
              <a:spLocks/>
            </p:cNvSpPr>
            <p:nvPr/>
          </p:nvSpPr>
          <p:spPr bwMode="auto">
            <a:xfrm>
              <a:off x="7813517" y="3894256"/>
              <a:ext cx="277981" cy="278105"/>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1"/>
            </a:solidFill>
            <a:ln w="9525">
              <a:noFill/>
              <a:round/>
              <a:headEnd/>
              <a:tailEnd/>
            </a:ln>
          </p:spPr>
          <p:txBody>
            <a:bodyPr lIns="19025" tIns="19025" rIns="19025" bIns="19025" anchor="ctr"/>
            <a:lstStyle/>
            <a:p>
              <a:pPr>
                <a:defRPr/>
              </a:pPr>
              <a:endParaRPr lang="en-US"/>
            </a:p>
          </p:txBody>
        </p:sp>
      </p:grpSp>
      <p:sp>
        <p:nvSpPr>
          <p:cNvPr id="15" name="Google Shape;550;p15">
            <a:extLst>
              <a:ext uri="{FF2B5EF4-FFF2-40B4-BE49-F238E27FC236}">
                <a16:creationId xmlns:a16="http://schemas.microsoft.com/office/drawing/2014/main" id="{F89B2053-CE1B-B90E-5174-7A09EFE050F4}"/>
              </a:ext>
            </a:extLst>
          </p:cNvPr>
          <p:cNvSpPr>
            <a:spLocks/>
          </p:cNvSpPr>
          <p:nvPr/>
        </p:nvSpPr>
        <p:spPr bwMode="auto">
          <a:xfrm>
            <a:off x="9656763" y="830263"/>
            <a:ext cx="1589087" cy="1589087"/>
          </a:xfrm>
          <a:custGeom>
            <a:avLst/>
            <a:gdLst>
              <a:gd name="T0" fmla="*/ 0 w 120000"/>
              <a:gd name="T1" fmla="*/ 0 h 120000"/>
              <a:gd name="T2" fmla="*/ 120000 w 120000"/>
              <a:gd name="T3" fmla="*/ 120000 h 120000"/>
            </a:gdLst>
            <a:ahLst/>
            <a:cxnLst>
              <a:cxn ang="0">
                <a:pos x="68227" y="110255"/>
              </a:cxn>
              <a:cxn ang="0">
                <a:pos x="52294" y="71566"/>
              </a:cxn>
              <a:cxn ang="0">
                <a:pos x="109194" y="14666"/>
              </a:cxn>
              <a:cxn ang="0">
                <a:pos x="68227" y="110255"/>
              </a:cxn>
              <a:cxn ang="0">
                <a:pos x="9750" y="51777"/>
              </a:cxn>
              <a:cxn ang="0">
                <a:pos x="105333" y="10805"/>
              </a:cxn>
              <a:cxn ang="0">
                <a:pos x="48438" y="67705"/>
              </a:cxn>
              <a:cxn ang="0">
                <a:pos x="9750" y="51777"/>
              </a:cxn>
              <a:cxn ang="0">
                <a:pos x="120000" y="2727"/>
              </a:cxn>
              <a:cxn ang="0">
                <a:pos x="117272" y="0"/>
              </a:cxn>
              <a:cxn ang="0">
                <a:pos x="116111" y="288"/>
              </a:cxn>
              <a:cxn ang="0">
                <a:pos x="116100" y="266"/>
              </a:cxn>
              <a:cxn ang="0">
                <a:pos x="1677" y="49305"/>
              </a:cxn>
              <a:cxn ang="0">
                <a:pos x="1650" y="49316"/>
              </a:cxn>
              <a:cxn ang="0">
                <a:pos x="1555" y="49361"/>
              </a:cxn>
              <a:cxn ang="0">
                <a:pos x="1561" y="49372"/>
              </a:cxn>
              <a:cxn ang="0">
                <a:pos x="0" y="51816"/>
              </a:cxn>
              <a:cxn ang="0">
                <a:pos x="1972" y="54394"/>
              </a:cxn>
              <a:cxn ang="0">
                <a:pos x="1961" y="54438"/>
              </a:cxn>
              <a:cxn ang="0">
                <a:pos x="47011" y="72988"/>
              </a:cxn>
              <a:cxn ang="0">
                <a:pos x="65561" y="118044"/>
              </a:cxn>
              <a:cxn ang="0">
                <a:pos x="65605" y="118027"/>
              </a:cxn>
              <a:cxn ang="0">
                <a:pos x="68183" y="120000"/>
              </a:cxn>
              <a:cxn ang="0">
                <a:pos x="70627" y="118438"/>
              </a:cxn>
              <a:cxn ang="0">
                <a:pos x="70644" y="118444"/>
              </a:cxn>
              <a:cxn ang="0">
                <a:pos x="70683" y="118350"/>
              </a:cxn>
              <a:cxn ang="0">
                <a:pos x="70694" y="118322"/>
              </a:cxn>
              <a:cxn ang="0">
                <a:pos x="119738" y="3900"/>
              </a:cxn>
              <a:cxn ang="0">
                <a:pos x="119705" y="3883"/>
              </a:cxn>
              <a:cxn ang="0">
                <a:pos x="120000" y="2727"/>
              </a:cxn>
              <a:cxn ang="0">
                <a:pos x="43638" y="90000"/>
              </a:cxn>
              <a:cxn ang="0">
                <a:pos x="41705" y="90800"/>
              </a:cxn>
              <a:cxn ang="0">
                <a:pos x="33527" y="98983"/>
              </a:cxn>
              <a:cxn ang="0">
                <a:pos x="32727" y="100911"/>
              </a:cxn>
              <a:cxn ang="0">
                <a:pos x="35455" y="103638"/>
              </a:cxn>
              <a:cxn ang="0">
                <a:pos x="37383" y="102838"/>
              </a:cxn>
              <a:cxn ang="0">
                <a:pos x="45566" y="94655"/>
              </a:cxn>
              <a:cxn ang="0">
                <a:pos x="46361" y="92727"/>
              </a:cxn>
              <a:cxn ang="0">
                <a:pos x="43638" y="90000"/>
              </a:cxn>
              <a:cxn ang="0">
                <a:pos x="43638" y="79094"/>
              </a:cxn>
              <a:cxn ang="0">
                <a:pos x="40911" y="76361"/>
              </a:cxn>
              <a:cxn ang="0">
                <a:pos x="38983" y="77161"/>
              </a:cxn>
              <a:cxn ang="0">
                <a:pos x="11705" y="104433"/>
              </a:cxn>
              <a:cxn ang="0">
                <a:pos x="10911" y="106361"/>
              </a:cxn>
              <a:cxn ang="0">
                <a:pos x="13638" y="109088"/>
              </a:cxn>
              <a:cxn ang="0">
                <a:pos x="15566" y="108294"/>
              </a:cxn>
              <a:cxn ang="0">
                <a:pos x="42838" y="81016"/>
              </a:cxn>
              <a:cxn ang="0">
                <a:pos x="43638" y="79094"/>
              </a:cxn>
              <a:cxn ang="0">
                <a:pos x="26472" y="81016"/>
              </a:cxn>
              <a:cxn ang="0">
                <a:pos x="29200" y="78294"/>
              </a:cxn>
              <a:cxn ang="0">
                <a:pos x="30000" y="76361"/>
              </a:cxn>
              <a:cxn ang="0">
                <a:pos x="27272" y="73638"/>
              </a:cxn>
              <a:cxn ang="0">
                <a:pos x="25344" y="74433"/>
              </a:cxn>
              <a:cxn ang="0">
                <a:pos x="22616" y="77161"/>
              </a:cxn>
              <a:cxn ang="0">
                <a:pos x="21816" y="79094"/>
              </a:cxn>
              <a:cxn ang="0">
                <a:pos x="24544" y="81816"/>
              </a:cxn>
              <a:cxn ang="0">
                <a:pos x="26472" y="81016"/>
              </a:cxn>
            </a:cxnLst>
            <a:rect l="T0" t="T1" r="T2" b="T3"/>
            <a:pathLst>
              <a:path w="120000" h="120000" extrusionOk="0">
                <a:moveTo>
                  <a:pt x="68227" y="110255"/>
                </a:moveTo>
                <a:lnTo>
                  <a:pt x="52294" y="71566"/>
                </a:lnTo>
                <a:lnTo>
                  <a:pt x="109194" y="14666"/>
                </a:lnTo>
                <a:cubicBezTo>
                  <a:pt x="109194" y="14666"/>
                  <a:pt x="68227" y="110255"/>
                  <a:pt x="68227" y="110255"/>
                </a:cubicBezTo>
                <a:close/>
                <a:moveTo>
                  <a:pt x="9750" y="51777"/>
                </a:moveTo>
                <a:lnTo>
                  <a:pt x="105333" y="10805"/>
                </a:lnTo>
                <a:lnTo>
                  <a:pt x="48438" y="67705"/>
                </a:lnTo>
                <a:cubicBezTo>
                  <a:pt x="48438" y="67705"/>
                  <a:pt x="9750" y="51777"/>
                  <a:pt x="9750" y="51777"/>
                </a:cubicBezTo>
                <a:close/>
                <a:moveTo>
                  <a:pt x="120000" y="2727"/>
                </a:moveTo>
                <a:cubicBezTo>
                  <a:pt x="120000" y="1222"/>
                  <a:pt x="118777" y="0"/>
                  <a:pt x="117272" y="0"/>
                </a:cubicBezTo>
                <a:cubicBezTo>
                  <a:pt x="116855" y="0"/>
                  <a:pt x="116466" y="111"/>
                  <a:pt x="116111" y="288"/>
                </a:cubicBezTo>
                <a:lnTo>
                  <a:pt x="116100" y="266"/>
                </a:lnTo>
                <a:lnTo>
                  <a:pt x="1677" y="49305"/>
                </a:lnTo>
                <a:cubicBezTo>
                  <a:pt x="1672" y="49305"/>
                  <a:pt x="1661" y="49311"/>
                  <a:pt x="1650" y="49316"/>
                </a:cubicBezTo>
                <a:lnTo>
                  <a:pt x="1555" y="49361"/>
                </a:lnTo>
                <a:lnTo>
                  <a:pt x="1561" y="49372"/>
                </a:lnTo>
                <a:cubicBezTo>
                  <a:pt x="644" y="49816"/>
                  <a:pt x="0" y="50733"/>
                  <a:pt x="0" y="51816"/>
                </a:cubicBezTo>
                <a:cubicBezTo>
                  <a:pt x="0" y="53055"/>
                  <a:pt x="838" y="54061"/>
                  <a:pt x="1972" y="54394"/>
                </a:cubicBezTo>
                <a:lnTo>
                  <a:pt x="1961" y="54438"/>
                </a:lnTo>
                <a:lnTo>
                  <a:pt x="47011" y="72988"/>
                </a:lnTo>
                <a:lnTo>
                  <a:pt x="65561" y="118044"/>
                </a:lnTo>
                <a:lnTo>
                  <a:pt x="65605" y="118027"/>
                </a:lnTo>
                <a:cubicBezTo>
                  <a:pt x="65938" y="119161"/>
                  <a:pt x="66944" y="120000"/>
                  <a:pt x="68183" y="120000"/>
                </a:cubicBezTo>
                <a:cubicBezTo>
                  <a:pt x="69266" y="120000"/>
                  <a:pt x="70188" y="119355"/>
                  <a:pt x="70627" y="118438"/>
                </a:cubicBezTo>
                <a:lnTo>
                  <a:pt x="70644" y="118444"/>
                </a:lnTo>
                <a:lnTo>
                  <a:pt x="70683" y="118350"/>
                </a:lnTo>
                <a:cubicBezTo>
                  <a:pt x="70688" y="118338"/>
                  <a:pt x="70694" y="118333"/>
                  <a:pt x="70694" y="118322"/>
                </a:cubicBezTo>
                <a:lnTo>
                  <a:pt x="119738" y="3900"/>
                </a:lnTo>
                <a:lnTo>
                  <a:pt x="119705" y="3883"/>
                </a:lnTo>
                <a:cubicBezTo>
                  <a:pt x="119877" y="3533"/>
                  <a:pt x="120000" y="3150"/>
                  <a:pt x="120000" y="2727"/>
                </a:cubicBezTo>
                <a:moveTo>
                  <a:pt x="43638" y="90000"/>
                </a:moveTo>
                <a:cubicBezTo>
                  <a:pt x="42883" y="90000"/>
                  <a:pt x="42200" y="90305"/>
                  <a:pt x="41705" y="90800"/>
                </a:cubicBezTo>
                <a:lnTo>
                  <a:pt x="33527" y="98983"/>
                </a:lnTo>
                <a:cubicBezTo>
                  <a:pt x="33033" y="99472"/>
                  <a:pt x="32727" y="100161"/>
                  <a:pt x="32727" y="100911"/>
                </a:cubicBezTo>
                <a:cubicBezTo>
                  <a:pt x="32727" y="102416"/>
                  <a:pt x="33950" y="103638"/>
                  <a:pt x="35455" y="103638"/>
                </a:cubicBezTo>
                <a:cubicBezTo>
                  <a:pt x="36205" y="103638"/>
                  <a:pt x="36888" y="103333"/>
                  <a:pt x="37383" y="102838"/>
                </a:cubicBezTo>
                <a:lnTo>
                  <a:pt x="45566" y="94655"/>
                </a:lnTo>
                <a:cubicBezTo>
                  <a:pt x="46061" y="94166"/>
                  <a:pt x="46361" y="93483"/>
                  <a:pt x="46361" y="92727"/>
                </a:cubicBezTo>
                <a:cubicBezTo>
                  <a:pt x="46361" y="91222"/>
                  <a:pt x="45144" y="90000"/>
                  <a:pt x="43638" y="90000"/>
                </a:cubicBezTo>
                <a:moveTo>
                  <a:pt x="43638" y="79094"/>
                </a:moveTo>
                <a:cubicBezTo>
                  <a:pt x="43638" y="77588"/>
                  <a:pt x="42416" y="76361"/>
                  <a:pt x="40911" y="76361"/>
                </a:cubicBezTo>
                <a:cubicBezTo>
                  <a:pt x="40155" y="76361"/>
                  <a:pt x="39472" y="76672"/>
                  <a:pt x="38983" y="77161"/>
                </a:cubicBezTo>
                <a:lnTo>
                  <a:pt x="11705" y="104433"/>
                </a:lnTo>
                <a:cubicBezTo>
                  <a:pt x="11216" y="104933"/>
                  <a:pt x="10911" y="105616"/>
                  <a:pt x="10911" y="106361"/>
                </a:cubicBezTo>
                <a:cubicBezTo>
                  <a:pt x="10911" y="107872"/>
                  <a:pt x="12133" y="109088"/>
                  <a:pt x="13638" y="109088"/>
                </a:cubicBezTo>
                <a:cubicBezTo>
                  <a:pt x="14388" y="109088"/>
                  <a:pt x="15072" y="108788"/>
                  <a:pt x="15566" y="108294"/>
                </a:cubicBezTo>
                <a:lnTo>
                  <a:pt x="42838" y="81016"/>
                </a:lnTo>
                <a:cubicBezTo>
                  <a:pt x="43333" y="80527"/>
                  <a:pt x="43638" y="79844"/>
                  <a:pt x="43638" y="79094"/>
                </a:cubicBezTo>
                <a:moveTo>
                  <a:pt x="26472" y="81016"/>
                </a:moveTo>
                <a:lnTo>
                  <a:pt x="29200" y="78294"/>
                </a:lnTo>
                <a:cubicBezTo>
                  <a:pt x="29694" y="77800"/>
                  <a:pt x="30000" y="77116"/>
                  <a:pt x="30000" y="76361"/>
                </a:cubicBezTo>
                <a:cubicBezTo>
                  <a:pt x="30000" y="74861"/>
                  <a:pt x="28777" y="73638"/>
                  <a:pt x="27272" y="73638"/>
                </a:cubicBezTo>
                <a:cubicBezTo>
                  <a:pt x="26522" y="73638"/>
                  <a:pt x="25838" y="73944"/>
                  <a:pt x="25344" y="74433"/>
                </a:cubicBezTo>
                <a:lnTo>
                  <a:pt x="22616" y="77161"/>
                </a:lnTo>
                <a:cubicBezTo>
                  <a:pt x="22122" y="77661"/>
                  <a:pt x="21816" y="78338"/>
                  <a:pt x="21816" y="79094"/>
                </a:cubicBezTo>
                <a:cubicBezTo>
                  <a:pt x="21816" y="80594"/>
                  <a:pt x="23038" y="81816"/>
                  <a:pt x="24544" y="81816"/>
                </a:cubicBezTo>
                <a:cubicBezTo>
                  <a:pt x="25300" y="81816"/>
                  <a:pt x="25977" y="81516"/>
                  <a:pt x="26472" y="81016"/>
                </a:cubicBezTo>
              </a:path>
            </a:pathLst>
          </a:custGeom>
          <a:solidFill>
            <a:schemeClr val="accent1"/>
          </a:solidFill>
          <a:ln w="9525">
            <a:noFill/>
            <a:round/>
            <a:headEnd/>
            <a:tailEnd/>
          </a:ln>
        </p:spPr>
        <p:txBody>
          <a:bodyPr lIns="19025" tIns="19025" rIns="19025" bIns="19025" anchor="ctr"/>
          <a:lstStyle/>
          <a:p>
            <a:pPr>
              <a:defRPr/>
            </a:pPr>
            <a:endParaRPr lang="en-US"/>
          </a:p>
        </p:txBody>
      </p:sp>
      <p:sp>
        <p:nvSpPr>
          <p:cNvPr id="16" name="Google Shape;551;p15">
            <a:extLst>
              <a:ext uri="{FF2B5EF4-FFF2-40B4-BE49-F238E27FC236}">
                <a16:creationId xmlns:a16="http://schemas.microsoft.com/office/drawing/2014/main" id="{CFA5CA26-8DB7-5582-F397-17526FA3FEA8}"/>
              </a:ext>
            </a:extLst>
          </p:cNvPr>
          <p:cNvSpPr>
            <a:spLocks/>
          </p:cNvSpPr>
          <p:nvPr/>
        </p:nvSpPr>
        <p:spPr bwMode="auto">
          <a:xfrm>
            <a:off x="3060700" y="3925888"/>
            <a:ext cx="279400" cy="279400"/>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17" name="Google Shape;552;p15">
            <a:extLst>
              <a:ext uri="{FF2B5EF4-FFF2-40B4-BE49-F238E27FC236}">
                <a16:creationId xmlns:a16="http://schemas.microsoft.com/office/drawing/2014/main" id="{DE95E373-46F8-4CC3-EA91-DAA317812A6A}"/>
              </a:ext>
            </a:extLst>
          </p:cNvPr>
          <p:cNvSpPr>
            <a:spLocks/>
          </p:cNvSpPr>
          <p:nvPr/>
        </p:nvSpPr>
        <p:spPr bwMode="auto">
          <a:xfrm>
            <a:off x="2820988" y="4872038"/>
            <a:ext cx="279400" cy="279400"/>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18" name="Google Shape;553;p15">
            <a:extLst>
              <a:ext uri="{FF2B5EF4-FFF2-40B4-BE49-F238E27FC236}">
                <a16:creationId xmlns:a16="http://schemas.microsoft.com/office/drawing/2014/main" id="{377A1106-CFB7-3415-3FC4-C083104828A5}"/>
              </a:ext>
            </a:extLst>
          </p:cNvPr>
          <p:cNvSpPr>
            <a:spLocks/>
          </p:cNvSpPr>
          <p:nvPr/>
        </p:nvSpPr>
        <p:spPr bwMode="auto">
          <a:xfrm>
            <a:off x="5353050" y="4391025"/>
            <a:ext cx="279400" cy="279400"/>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19" name="Google Shape;554;p15">
            <a:extLst>
              <a:ext uri="{FF2B5EF4-FFF2-40B4-BE49-F238E27FC236}">
                <a16:creationId xmlns:a16="http://schemas.microsoft.com/office/drawing/2014/main" id="{72D42CDD-B355-3F45-3FD8-86F16875BD7B}"/>
              </a:ext>
            </a:extLst>
          </p:cNvPr>
          <p:cNvSpPr>
            <a:spLocks/>
          </p:cNvSpPr>
          <p:nvPr/>
        </p:nvSpPr>
        <p:spPr bwMode="auto">
          <a:xfrm>
            <a:off x="7164388" y="2889250"/>
            <a:ext cx="279400" cy="279400"/>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535" name="Google Shape;535;p15"/>
          <p:cNvSpPr txBox="1">
            <a:spLocks noGrp="1"/>
          </p:cNvSpPr>
          <p:nvPr>
            <p:ph type="title"/>
          </p:nvPr>
        </p:nvSpPr>
        <p:spPr>
          <a:xfrm>
            <a:off x="208635" y="633245"/>
            <a:ext cx="9569083"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555" name="Google Shape;555;p15"/>
          <p:cNvSpPr txBox="1">
            <a:spLocks noGrp="1"/>
          </p:cNvSpPr>
          <p:nvPr>
            <p:ph type="body" idx="2"/>
          </p:nvPr>
        </p:nvSpPr>
        <p:spPr>
          <a:xfrm>
            <a:off x="1180757" y="2775427"/>
            <a:ext cx="2247780" cy="87365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56" name="Google Shape;556;p15"/>
          <p:cNvSpPr txBox="1">
            <a:spLocks noGrp="1"/>
          </p:cNvSpPr>
          <p:nvPr>
            <p:ph type="body" idx="3"/>
          </p:nvPr>
        </p:nvSpPr>
        <p:spPr>
          <a:xfrm>
            <a:off x="3025297" y="5390259"/>
            <a:ext cx="2327466" cy="78964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57" name="Google Shape;557;p15"/>
          <p:cNvSpPr txBox="1">
            <a:spLocks noGrp="1"/>
          </p:cNvSpPr>
          <p:nvPr>
            <p:ph type="body" idx="4"/>
          </p:nvPr>
        </p:nvSpPr>
        <p:spPr>
          <a:xfrm>
            <a:off x="4721151" y="2149850"/>
            <a:ext cx="2327466" cy="86275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58" name="Google Shape;558;p15"/>
          <p:cNvSpPr txBox="1">
            <a:spLocks noGrp="1"/>
          </p:cNvSpPr>
          <p:nvPr>
            <p:ph type="body" idx="5"/>
          </p:nvPr>
        </p:nvSpPr>
        <p:spPr>
          <a:xfrm>
            <a:off x="6986775" y="4708150"/>
            <a:ext cx="2327466" cy="78964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59" name="Google Shape;559;p15"/>
          <p:cNvSpPr txBox="1">
            <a:spLocks noGrp="1"/>
          </p:cNvSpPr>
          <p:nvPr>
            <p:ph type="body" idx="6"/>
          </p:nvPr>
        </p:nvSpPr>
        <p:spPr>
          <a:xfrm>
            <a:off x="10694145" y="1955612"/>
            <a:ext cx="1318631" cy="186025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60" name="Google Shape;560;p15"/>
          <p:cNvSpPr txBox="1">
            <a:spLocks noGrp="1"/>
          </p:cNvSpPr>
          <p:nvPr>
            <p:ph type="body" idx="7"/>
          </p:nvPr>
        </p:nvSpPr>
        <p:spPr>
          <a:xfrm>
            <a:off x="1180758" y="2222957"/>
            <a:ext cx="2247780"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61" name="Google Shape;561;p15"/>
          <p:cNvSpPr txBox="1">
            <a:spLocks noGrp="1"/>
          </p:cNvSpPr>
          <p:nvPr>
            <p:ph type="body" idx="8"/>
          </p:nvPr>
        </p:nvSpPr>
        <p:spPr>
          <a:xfrm>
            <a:off x="4721151" y="1607631"/>
            <a:ext cx="2327466"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62" name="Google Shape;562;p15"/>
          <p:cNvSpPr txBox="1">
            <a:spLocks noGrp="1"/>
          </p:cNvSpPr>
          <p:nvPr>
            <p:ph type="body" idx="9"/>
          </p:nvPr>
        </p:nvSpPr>
        <p:spPr>
          <a:xfrm>
            <a:off x="3025297" y="6180788"/>
            <a:ext cx="2327466" cy="364177"/>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63" name="Google Shape;563;p15"/>
          <p:cNvSpPr txBox="1">
            <a:spLocks noGrp="1"/>
          </p:cNvSpPr>
          <p:nvPr>
            <p:ph type="body" idx="13"/>
          </p:nvPr>
        </p:nvSpPr>
        <p:spPr>
          <a:xfrm>
            <a:off x="6986775" y="5537050"/>
            <a:ext cx="2327466"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402109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animBg="1"/>
      <p:bldP spid="16" grpId="0" animBg="1"/>
      <p:bldP spid="17" grpId="0" animBg="1"/>
      <p:bldP spid="18" grpId="0" animBg="1"/>
      <p:bldP spid="19" grpId="0" animBg="1"/>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5_Custom Layout">
  <p:cSld name="5_Custom Layout">
    <p:spTree>
      <p:nvGrpSpPr>
        <p:cNvPr id="1" name="Shape 564"/>
        <p:cNvGrpSpPr/>
        <p:nvPr/>
      </p:nvGrpSpPr>
      <p:grpSpPr>
        <a:xfrm>
          <a:off x="0" y="0"/>
          <a:ext cx="0" cy="0"/>
          <a:chOff x="0" y="0"/>
          <a:chExt cx="0" cy="0"/>
        </a:xfrm>
      </p:grpSpPr>
      <p:grpSp>
        <p:nvGrpSpPr>
          <p:cNvPr id="2" name="Google Shape;567;p16">
            <a:extLst>
              <a:ext uri="{FF2B5EF4-FFF2-40B4-BE49-F238E27FC236}">
                <a16:creationId xmlns:a16="http://schemas.microsoft.com/office/drawing/2014/main" id="{64BC115B-1938-70D6-D439-B920A9950BBF}"/>
              </a:ext>
            </a:extLst>
          </p:cNvPr>
          <p:cNvGrpSpPr>
            <a:grpSpLocks/>
          </p:cNvGrpSpPr>
          <p:nvPr/>
        </p:nvGrpSpPr>
        <p:grpSpPr bwMode="auto">
          <a:xfrm>
            <a:off x="8705850" y="1608138"/>
            <a:ext cx="2503488" cy="2336800"/>
            <a:chOff x="8705339" y="1607951"/>
            <a:chExt cx="2504672" cy="2336330"/>
          </a:xfrm>
        </p:grpSpPr>
        <p:grpSp>
          <p:nvGrpSpPr>
            <p:cNvPr id="3" name="Google Shape;568;p16">
              <a:extLst>
                <a:ext uri="{FF2B5EF4-FFF2-40B4-BE49-F238E27FC236}">
                  <a16:creationId xmlns:a16="http://schemas.microsoft.com/office/drawing/2014/main" id="{5E2B6ADF-01A2-9230-1938-58296CA25380}"/>
                </a:ext>
              </a:extLst>
            </p:cNvPr>
            <p:cNvGrpSpPr>
              <a:grpSpLocks/>
            </p:cNvGrpSpPr>
            <p:nvPr/>
          </p:nvGrpSpPr>
          <p:grpSpPr bwMode="auto">
            <a:xfrm>
              <a:off x="8705339" y="1607951"/>
              <a:ext cx="2358104" cy="2097263"/>
              <a:chOff x="8705339" y="1607951"/>
              <a:chExt cx="2358104" cy="2097263"/>
            </a:xfrm>
          </p:grpSpPr>
          <p:sp>
            <p:nvSpPr>
              <p:cNvPr id="5" name="Google Shape;569;p16">
                <a:extLst>
                  <a:ext uri="{FF2B5EF4-FFF2-40B4-BE49-F238E27FC236}">
                    <a16:creationId xmlns:a16="http://schemas.microsoft.com/office/drawing/2014/main" id="{930C47B3-F925-71F8-3874-60E77ABD47CD}"/>
                  </a:ext>
                </a:extLst>
              </p:cNvPr>
              <p:cNvSpPr>
                <a:spLocks/>
              </p:cNvSpPr>
              <p:nvPr/>
            </p:nvSpPr>
            <p:spPr bwMode="auto">
              <a:xfrm rot="-5400000">
                <a:off x="8706532" y="1606758"/>
                <a:ext cx="1180862" cy="1183247"/>
              </a:xfrm>
              <a:custGeom>
                <a:avLst/>
                <a:gdLst>
                  <a:gd name="T0" fmla="*/ 0 w 120000"/>
                  <a:gd name="T1" fmla="*/ 0 h 120000"/>
                  <a:gd name="T2" fmla="*/ 120000 w 120000"/>
                  <a:gd name="T3" fmla="*/ 120000 h 120000"/>
                </a:gdLst>
                <a:ahLst/>
                <a:cxnLst>
                  <a:cxn ang="0">
                    <a:pos x="0" y="0"/>
                  </a:cxn>
                  <a:cxn ang="0">
                    <a:pos x="11979" y="603"/>
                  </a:cxn>
                  <a:cxn ang="0">
                    <a:pos x="120000" y="120000"/>
                  </a:cxn>
                  <a:cxn ang="0">
                    <a:pos x="73548" y="120000"/>
                  </a:cxn>
                  <a:cxn ang="0">
                    <a:pos x="73548" y="119999"/>
                  </a:cxn>
                  <a:cxn ang="0">
                    <a:pos x="7230" y="46697"/>
                  </a:cxn>
                  <a:cxn ang="0">
                    <a:pos x="0" y="46333"/>
                  </a:cxn>
                  <a:cxn ang="0">
                    <a:pos x="0" y="0"/>
                  </a:cxn>
                </a:cxnLst>
                <a:rect l="T0" t="T1" r="T2" b="T3"/>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lnTo>
                      <a:pt x="0" y="0"/>
                    </a:lnTo>
                    <a:close/>
                  </a:path>
                </a:pathLst>
              </a:custGeom>
              <a:solidFill>
                <a:schemeClr val="accent2"/>
              </a:solidFill>
              <a:ln w="9525">
                <a:noFill/>
                <a:round/>
                <a:headEnd/>
                <a:tailEnd/>
              </a:ln>
            </p:spPr>
            <p:txBody>
              <a:bodyPr lIns="91425" tIns="45700" rIns="91425" bIns="45700" anchor="ctr"/>
              <a:lstStyle/>
              <a:p>
                <a:pPr>
                  <a:defRPr/>
                </a:pPr>
                <a:endParaRPr lang="en-US"/>
              </a:p>
            </p:txBody>
          </p:sp>
          <p:sp>
            <p:nvSpPr>
              <p:cNvPr id="6" name="Google Shape;570;p16">
                <a:extLst>
                  <a:ext uri="{FF2B5EF4-FFF2-40B4-BE49-F238E27FC236}">
                    <a16:creationId xmlns:a16="http://schemas.microsoft.com/office/drawing/2014/main" id="{7EDF61AC-A239-3FDA-BF61-209EB6ACD39E}"/>
                  </a:ext>
                </a:extLst>
              </p:cNvPr>
              <p:cNvSpPr>
                <a:spLocks/>
              </p:cNvSpPr>
              <p:nvPr/>
            </p:nvSpPr>
            <p:spPr bwMode="auto">
              <a:xfrm>
                <a:off x="9882233" y="1607951"/>
                <a:ext cx="1181659" cy="1184037"/>
              </a:xfrm>
              <a:custGeom>
                <a:avLst/>
                <a:gdLst>
                  <a:gd name="T0" fmla="*/ 0 w 120000"/>
                  <a:gd name="T1" fmla="*/ 0 h 120000"/>
                  <a:gd name="T2" fmla="*/ 120000 w 120000"/>
                  <a:gd name="T3" fmla="*/ 120000 h 120000"/>
                </a:gdLst>
                <a:ahLst/>
                <a:cxnLst>
                  <a:cxn ang="0">
                    <a:pos x="0" y="0"/>
                  </a:cxn>
                  <a:cxn ang="0">
                    <a:pos x="11979" y="603"/>
                  </a:cxn>
                  <a:cxn ang="0">
                    <a:pos x="120000" y="120000"/>
                  </a:cxn>
                  <a:cxn ang="0">
                    <a:pos x="73548" y="120000"/>
                  </a:cxn>
                  <a:cxn ang="0">
                    <a:pos x="73548" y="119999"/>
                  </a:cxn>
                  <a:cxn ang="0">
                    <a:pos x="7230" y="46697"/>
                  </a:cxn>
                  <a:cxn ang="0">
                    <a:pos x="0" y="46333"/>
                  </a:cxn>
                  <a:cxn ang="0">
                    <a:pos x="0" y="0"/>
                  </a:cxn>
                </a:cxnLst>
                <a:rect l="T0" t="T1" r="T2" b="T3"/>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lnTo>
                      <a:pt x="0" y="0"/>
                    </a:lnTo>
                    <a:close/>
                  </a:path>
                </a:pathLst>
              </a:custGeom>
              <a:solidFill>
                <a:schemeClr val="accent2"/>
              </a:solidFill>
              <a:ln w="9525">
                <a:noFill/>
                <a:round/>
                <a:headEnd/>
                <a:tailEnd/>
              </a:ln>
            </p:spPr>
            <p:txBody>
              <a:bodyPr lIns="91425" tIns="45700" rIns="91425" bIns="45700" anchor="ctr"/>
              <a:lstStyle/>
              <a:p>
                <a:pPr>
                  <a:defRPr/>
                </a:pPr>
                <a:endParaRPr lang="en-US"/>
              </a:p>
            </p:txBody>
          </p:sp>
          <p:sp>
            <p:nvSpPr>
              <p:cNvPr id="7" name="Google Shape;571;p16">
                <a:extLst>
                  <a:ext uri="{FF2B5EF4-FFF2-40B4-BE49-F238E27FC236}">
                    <a16:creationId xmlns:a16="http://schemas.microsoft.com/office/drawing/2014/main" id="{93AF40A1-A50C-B24F-F751-92FF41732AB0}"/>
                  </a:ext>
                </a:extLst>
              </p:cNvPr>
              <p:cNvSpPr>
                <a:spLocks noChangeArrowheads="1"/>
              </p:cNvSpPr>
              <p:nvPr/>
            </p:nvSpPr>
            <p:spPr bwMode="auto">
              <a:xfrm>
                <a:off x="8705339" y="2785639"/>
                <a:ext cx="455829" cy="918977"/>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8" name="Google Shape;572;p16">
                <a:extLst>
                  <a:ext uri="{FF2B5EF4-FFF2-40B4-BE49-F238E27FC236}">
                    <a16:creationId xmlns:a16="http://schemas.microsoft.com/office/drawing/2014/main" id="{1C12B347-BFD1-EE71-68C8-82CCCB86A82E}"/>
                  </a:ext>
                </a:extLst>
              </p:cNvPr>
              <p:cNvSpPr>
                <a:spLocks noChangeArrowheads="1"/>
              </p:cNvSpPr>
              <p:nvPr/>
            </p:nvSpPr>
            <p:spPr bwMode="auto">
              <a:xfrm>
                <a:off x="10608064" y="2785639"/>
                <a:ext cx="455829" cy="918977"/>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4" name="Google Shape;573;p16">
              <a:extLst>
                <a:ext uri="{FF2B5EF4-FFF2-40B4-BE49-F238E27FC236}">
                  <a16:creationId xmlns:a16="http://schemas.microsoft.com/office/drawing/2014/main" id="{8AF0E766-9F59-66E1-B020-5DE239F1CFE5}"/>
                </a:ext>
              </a:extLst>
            </p:cNvPr>
            <p:cNvSpPr>
              <a:spLocks/>
            </p:cNvSpPr>
            <p:nvPr/>
          </p:nvSpPr>
          <p:spPr bwMode="auto">
            <a:xfrm rot="2700000">
              <a:off x="10575682" y="3310025"/>
              <a:ext cx="525356" cy="524123"/>
            </a:xfrm>
            <a:custGeom>
              <a:avLst/>
              <a:gdLst>
                <a:gd name="T0" fmla="*/ 0 w 120000"/>
                <a:gd name="T1" fmla="*/ 0 h 120000"/>
                <a:gd name="T2" fmla="*/ 120000 w 120000"/>
                <a:gd name="T3" fmla="*/ 120000 h 120000"/>
              </a:gdLst>
              <a:ahLst/>
              <a:cxnLst>
                <a:cxn ang="0">
                  <a:pos x="0" y="120000"/>
                </a:cxn>
                <a:cxn ang="0">
                  <a:pos x="120000" y="0"/>
                </a:cxn>
                <a:cxn ang="0">
                  <a:pos x="120000" y="120000"/>
                </a:cxn>
                <a:cxn ang="0">
                  <a:pos x="0" y="120000"/>
                </a:cxn>
              </a:cxnLst>
              <a:rect l="T0" t="T1" r="T2" b="T3"/>
              <a:pathLst>
                <a:path w="120000" h="120000" extrusionOk="0">
                  <a:moveTo>
                    <a:pt x="0" y="120000"/>
                  </a:moveTo>
                  <a:lnTo>
                    <a:pt x="120000" y="0"/>
                  </a:lnTo>
                  <a:lnTo>
                    <a:pt x="120000" y="120000"/>
                  </a:lnTo>
                  <a:lnTo>
                    <a:pt x="0" y="120000"/>
                  </a:lnTo>
                  <a:close/>
                </a:path>
              </a:pathLst>
            </a:custGeom>
            <a:solidFill>
              <a:schemeClr val="accent2"/>
            </a:solidFill>
            <a:ln w="9525">
              <a:noFill/>
              <a:round/>
              <a:headEnd/>
              <a:tailEnd/>
            </a:ln>
          </p:spPr>
          <p:txBody>
            <a:bodyPr lIns="91425" tIns="45700" rIns="91425" bIns="45700" anchor="ctr"/>
            <a:lstStyle/>
            <a:p>
              <a:pPr>
                <a:defRPr/>
              </a:pPr>
              <a:endParaRPr lang="en-US"/>
            </a:p>
          </p:txBody>
        </p:sp>
      </p:grpSp>
      <p:grpSp>
        <p:nvGrpSpPr>
          <p:cNvPr id="9" name="Google Shape;574;p16">
            <a:extLst>
              <a:ext uri="{FF2B5EF4-FFF2-40B4-BE49-F238E27FC236}">
                <a16:creationId xmlns:a16="http://schemas.microsoft.com/office/drawing/2014/main" id="{612442F9-097B-E280-EDE2-81F697415414}"/>
              </a:ext>
            </a:extLst>
          </p:cNvPr>
          <p:cNvGrpSpPr>
            <a:grpSpLocks/>
          </p:cNvGrpSpPr>
          <p:nvPr/>
        </p:nvGrpSpPr>
        <p:grpSpPr bwMode="auto">
          <a:xfrm>
            <a:off x="6794500" y="3441700"/>
            <a:ext cx="2503488" cy="2336800"/>
            <a:chOff x="3371475" y="3591818"/>
            <a:chExt cx="2074748" cy="1936007"/>
          </a:xfrm>
        </p:grpSpPr>
        <p:sp>
          <p:nvSpPr>
            <p:cNvPr id="10" name="Google Shape;575;p16">
              <a:extLst>
                <a:ext uri="{FF2B5EF4-FFF2-40B4-BE49-F238E27FC236}">
                  <a16:creationId xmlns:a16="http://schemas.microsoft.com/office/drawing/2014/main" id="{4F87817E-83FB-5C28-3122-B1CADA74820F}"/>
                </a:ext>
              </a:extLst>
            </p:cNvPr>
            <p:cNvSpPr/>
            <p:nvPr/>
          </p:nvSpPr>
          <p:spPr>
            <a:xfrm rot="-5400000" flipH="1">
              <a:off x="3372943" y="4547832"/>
              <a:ext cx="978525" cy="981460"/>
            </a:xfrm>
            <a:custGeom>
              <a:avLst/>
              <a:gdLst/>
              <a:ahLst/>
              <a:cxnLst/>
              <a:rect l="0" t="0" r="0" b="0"/>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1" name="Google Shape;576;p16">
              <a:extLst>
                <a:ext uri="{FF2B5EF4-FFF2-40B4-BE49-F238E27FC236}">
                  <a16:creationId xmlns:a16="http://schemas.microsoft.com/office/drawing/2014/main" id="{4457ABF0-A54F-E72D-8CAE-44E9539433EE}"/>
                </a:ext>
              </a:extLst>
            </p:cNvPr>
            <p:cNvSpPr/>
            <p:nvPr/>
          </p:nvSpPr>
          <p:spPr>
            <a:xfrm rot="10800000" flipH="1">
              <a:off x="4346357" y="4546669"/>
              <a:ext cx="978828" cy="981156"/>
            </a:xfrm>
            <a:custGeom>
              <a:avLst/>
              <a:gdLst/>
              <a:ahLst/>
              <a:cxnLst/>
              <a:rect l="0" t="0" r="0" b="0"/>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2" name="Google Shape;577;p16">
              <a:extLst>
                <a:ext uri="{FF2B5EF4-FFF2-40B4-BE49-F238E27FC236}">
                  <a16:creationId xmlns:a16="http://schemas.microsoft.com/office/drawing/2014/main" id="{FECD93A5-B4CB-C188-417B-16CD44B11DB5}"/>
                </a:ext>
              </a:extLst>
            </p:cNvPr>
            <p:cNvSpPr/>
            <p:nvPr/>
          </p:nvSpPr>
          <p:spPr>
            <a:xfrm rot="10800000" flipH="1">
              <a:off x="3371475" y="3790417"/>
              <a:ext cx="377586" cy="761513"/>
            </a:xfrm>
            <a:prstGeom prst="rect">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3" name="Google Shape;578;p16">
              <a:extLst>
                <a:ext uri="{FF2B5EF4-FFF2-40B4-BE49-F238E27FC236}">
                  <a16:creationId xmlns:a16="http://schemas.microsoft.com/office/drawing/2014/main" id="{C73E9B52-8C10-BCAA-4823-900CFF3D52B9}"/>
                </a:ext>
              </a:extLst>
            </p:cNvPr>
            <p:cNvSpPr/>
            <p:nvPr/>
          </p:nvSpPr>
          <p:spPr>
            <a:xfrm rot="10800000" flipH="1">
              <a:off x="4946284" y="3790417"/>
              <a:ext cx="378901" cy="761513"/>
            </a:xfrm>
            <a:prstGeom prst="rect">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4" name="Google Shape;579;p16">
              <a:extLst>
                <a:ext uri="{FF2B5EF4-FFF2-40B4-BE49-F238E27FC236}">
                  <a16:creationId xmlns:a16="http://schemas.microsoft.com/office/drawing/2014/main" id="{AACA6804-0B35-069E-A77E-E309CA2C5B23}"/>
                </a:ext>
              </a:extLst>
            </p:cNvPr>
            <p:cNvSpPr/>
            <p:nvPr/>
          </p:nvSpPr>
          <p:spPr>
            <a:xfrm rot="8100000" flipH="1">
              <a:off x="4920697" y="3683159"/>
              <a:ext cx="435338" cy="434158"/>
            </a:xfrm>
            <a:custGeom>
              <a:avLst/>
              <a:gdLst/>
              <a:ahLst/>
              <a:cxnLst/>
              <a:rect l="0" t="0" r="0" b="0"/>
              <a:pathLst>
                <a:path w="120000" h="120000" extrusionOk="0">
                  <a:moveTo>
                    <a:pt x="0" y="120000"/>
                  </a:moveTo>
                  <a:lnTo>
                    <a:pt x="120000" y="0"/>
                  </a:lnTo>
                  <a:lnTo>
                    <a:pt x="120000" y="120000"/>
                  </a:lnTo>
                  <a:lnTo>
                    <a:pt x="0" y="120000"/>
                  </a:lnTo>
                  <a:close/>
                </a:path>
              </a:pathLst>
            </a:cu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grpSp>
      <p:grpSp>
        <p:nvGrpSpPr>
          <p:cNvPr id="15" name="Google Shape;580;p16">
            <a:extLst>
              <a:ext uri="{FF2B5EF4-FFF2-40B4-BE49-F238E27FC236}">
                <a16:creationId xmlns:a16="http://schemas.microsoft.com/office/drawing/2014/main" id="{BEFA40BA-6838-D9F3-B9D3-957E3B8BEF6A}"/>
              </a:ext>
            </a:extLst>
          </p:cNvPr>
          <p:cNvGrpSpPr>
            <a:grpSpLocks/>
          </p:cNvGrpSpPr>
          <p:nvPr/>
        </p:nvGrpSpPr>
        <p:grpSpPr bwMode="auto">
          <a:xfrm>
            <a:off x="4892675" y="1608138"/>
            <a:ext cx="2505075" cy="2336800"/>
            <a:chOff x="4892567" y="1607951"/>
            <a:chExt cx="2504672" cy="2336330"/>
          </a:xfrm>
        </p:grpSpPr>
        <p:sp>
          <p:nvSpPr>
            <p:cNvPr id="16" name="Google Shape;581;p16">
              <a:extLst>
                <a:ext uri="{FF2B5EF4-FFF2-40B4-BE49-F238E27FC236}">
                  <a16:creationId xmlns:a16="http://schemas.microsoft.com/office/drawing/2014/main" id="{928008D7-D1FC-50B0-EE27-1211745994CA}"/>
                </a:ext>
              </a:extLst>
            </p:cNvPr>
            <p:cNvSpPr/>
            <p:nvPr/>
          </p:nvSpPr>
          <p:spPr>
            <a:xfrm rot="-5400000">
              <a:off x="4894179" y="1606339"/>
              <a:ext cx="1180862" cy="1184084"/>
            </a:xfrm>
            <a:custGeom>
              <a:avLst/>
              <a:gdLst/>
              <a:ahLst/>
              <a:cxnLst/>
              <a:rect l="0" t="0" r="0" b="0"/>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7" name="Google Shape;582;p16">
              <a:extLst>
                <a:ext uri="{FF2B5EF4-FFF2-40B4-BE49-F238E27FC236}">
                  <a16:creationId xmlns:a16="http://schemas.microsoft.com/office/drawing/2014/main" id="{9097E20F-11E5-236D-CB45-85B232BFBC4E}"/>
                </a:ext>
              </a:extLst>
            </p:cNvPr>
            <p:cNvSpPr/>
            <p:nvPr/>
          </p:nvSpPr>
          <p:spPr>
            <a:xfrm>
              <a:off x="6070303" y="1607951"/>
              <a:ext cx="1180910" cy="1184037"/>
            </a:xfrm>
            <a:custGeom>
              <a:avLst/>
              <a:gdLst/>
              <a:ahLst/>
              <a:cxnLst/>
              <a:rect l="0" t="0" r="0" b="0"/>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8" name="Google Shape;583;p16">
              <a:extLst>
                <a:ext uri="{FF2B5EF4-FFF2-40B4-BE49-F238E27FC236}">
                  <a16:creationId xmlns:a16="http://schemas.microsoft.com/office/drawing/2014/main" id="{1594D839-36A5-CB27-A4F4-672417192EC1}"/>
                </a:ext>
              </a:extLst>
            </p:cNvPr>
            <p:cNvSpPr/>
            <p:nvPr/>
          </p:nvSpPr>
          <p:spPr>
            <a:xfrm>
              <a:off x="4892567" y="2785639"/>
              <a:ext cx="455540" cy="918977"/>
            </a:xfrm>
            <a:prstGeom prst="rect">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9" name="Google Shape;584;p16">
              <a:extLst>
                <a:ext uri="{FF2B5EF4-FFF2-40B4-BE49-F238E27FC236}">
                  <a16:creationId xmlns:a16="http://schemas.microsoft.com/office/drawing/2014/main" id="{83F71CDC-81C7-88D2-E13E-F33E61DE2202}"/>
                </a:ext>
              </a:extLst>
            </p:cNvPr>
            <p:cNvSpPr/>
            <p:nvPr/>
          </p:nvSpPr>
          <p:spPr>
            <a:xfrm>
              <a:off x="6794086" y="2785639"/>
              <a:ext cx="457126" cy="918977"/>
            </a:xfrm>
            <a:prstGeom prst="rect">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20" name="Google Shape;585;p16">
              <a:extLst>
                <a:ext uri="{FF2B5EF4-FFF2-40B4-BE49-F238E27FC236}">
                  <a16:creationId xmlns:a16="http://schemas.microsoft.com/office/drawing/2014/main" id="{29CF905B-3ED8-AE9D-1AF2-C030D774E27A}"/>
                </a:ext>
              </a:extLst>
            </p:cNvPr>
            <p:cNvSpPr/>
            <p:nvPr/>
          </p:nvSpPr>
          <p:spPr>
            <a:xfrm rot="2700000">
              <a:off x="6762353" y="3309397"/>
              <a:ext cx="525356" cy="525378"/>
            </a:xfrm>
            <a:custGeom>
              <a:avLst/>
              <a:gdLst/>
              <a:ahLst/>
              <a:cxnLst/>
              <a:rect l="0" t="0" r="0" b="0"/>
              <a:pathLst>
                <a:path w="120000" h="120000" extrusionOk="0">
                  <a:moveTo>
                    <a:pt x="0" y="120000"/>
                  </a:moveTo>
                  <a:lnTo>
                    <a:pt x="120000" y="0"/>
                  </a:lnTo>
                  <a:lnTo>
                    <a:pt x="120000" y="120000"/>
                  </a:lnTo>
                  <a:lnTo>
                    <a:pt x="0" y="120000"/>
                  </a:lnTo>
                  <a:close/>
                </a:path>
              </a:pathLst>
            </a:cu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grpSp>
      <p:grpSp>
        <p:nvGrpSpPr>
          <p:cNvPr id="21" name="Google Shape;586;p16">
            <a:extLst>
              <a:ext uri="{FF2B5EF4-FFF2-40B4-BE49-F238E27FC236}">
                <a16:creationId xmlns:a16="http://schemas.microsoft.com/office/drawing/2014/main" id="{DCAEF66D-7AFB-6F66-C3BE-E5531E2F1F43}"/>
              </a:ext>
            </a:extLst>
          </p:cNvPr>
          <p:cNvGrpSpPr>
            <a:grpSpLocks/>
          </p:cNvGrpSpPr>
          <p:nvPr/>
        </p:nvGrpSpPr>
        <p:grpSpPr bwMode="auto">
          <a:xfrm>
            <a:off x="2992438" y="3441700"/>
            <a:ext cx="2503487" cy="2336800"/>
            <a:chOff x="3371475" y="3591818"/>
            <a:chExt cx="2074748" cy="1936007"/>
          </a:xfrm>
        </p:grpSpPr>
        <p:sp>
          <p:nvSpPr>
            <p:cNvPr id="22" name="Google Shape;587;p16">
              <a:extLst>
                <a:ext uri="{FF2B5EF4-FFF2-40B4-BE49-F238E27FC236}">
                  <a16:creationId xmlns:a16="http://schemas.microsoft.com/office/drawing/2014/main" id="{95BCC7DA-4967-FEB3-F99E-ECCA205F9405}"/>
                </a:ext>
              </a:extLst>
            </p:cNvPr>
            <p:cNvSpPr>
              <a:spLocks/>
            </p:cNvSpPr>
            <p:nvPr/>
          </p:nvSpPr>
          <p:spPr bwMode="auto">
            <a:xfrm rot="16200000" flipH="1">
              <a:off x="3372943" y="4547832"/>
              <a:ext cx="978525" cy="981460"/>
            </a:xfrm>
            <a:custGeom>
              <a:avLst/>
              <a:gdLst>
                <a:gd name="T0" fmla="*/ 0 w 120000"/>
                <a:gd name="T1" fmla="*/ 0 h 120000"/>
                <a:gd name="T2" fmla="*/ 120000 w 120000"/>
                <a:gd name="T3" fmla="*/ 120000 h 120000"/>
              </a:gdLst>
              <a:ahLst/>
              <a:cxnLst>
                <a:cxn ang="0">
                  <a:pos x="0" y="0"/>
                </a:cxn>
                <a:cxn ang="0">
                  <a:pos x="11979" y="603"/>
                </a:cxn>
                <a:cxn ang="0">
                  <a:pos x="120000" y="120000"/>
                </a:cxn>
                <a:cxn ang="0">
                  <a:pos x="73548" y="120000"/>
                </a:cxn>
                <a:cxn ang="0">
                  <a:pos x="73548" y="119999"/>
                </a:cxn>
                <a:cxn ang="0">
                  <a:pos x="7230" y="46697"/>
                </a:cxn>
                <a:cxn ang="0">
                  <a:pos x="0" y="46333"/>
                </a:cxn>
                <a:cxn ang="0">
                  <a:pos x="0" y="0"/>
                </a:cxn>
              </a:cxnLst>
              <a:rect l="T0" t="T1" r="T2" b="T3"/>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lnTo>
                    <a:pt x="0" y="0"/>
                  </a:lnTo>
                  <a:close/>
                </a:path>
              </a:pathLst>
            </a:custGeom>
            <a:solidFill>
              <a:schemeClr val="accent2"/>
            </a:solidFill>
            <a:ln w="9525">
              <a:noFill/>
              <a:round/>
              <a:headEnd/>
              <a:tailEnd/>
            </a:ln>
          </p:spPr>
          <p:txBody>
            <a:bodyPr lIns="91425" tIns="45700" rIns="91425" bIns="45700" anchor="ctr"/>
            <a:lstStyle/>
            <a:p>
              <a:pPr>
                <a:defRPr/>
              </a:pPr>
              <a:endParaRPr lang="en-US"/>
            </a:p>
          </p:txBody>
        </p:sp>
        <p:sp>
          <p:nvSpPr>
            <p:cNvPr id="23" name="Google Shape;588;p16">
              <a:extLst>
                <a:ext uri="{FF2B5EF4-FFF2-40B4-BE49-F238E27FC236}">
                  <a16:creationId xmlns:a16="http://schemas.microsoft.com/office/drawing/2014/main" id="{88F739FD-375D-BADC-C3D2-A5CC2DD296AC}"/>
                </a:ext>
              </a:extLst>
            </p:cNvPr>
            <p:cNvSpPr>
              <a:spLocks/>
            </p:cNvSpPr>
            <p:nvPr/>
          </p:nvSpPr>
          <p:spPr bwMode="auto">
            <a:xfrm rot="10800000" flipH="1">
              <a:off x="4346356" y="4546669"/>
              <a:ext cx="978829" cy="981156"/>
            </a:xfrm>
            <a:custGeom>
              <a:avLst/>
              <a:gdLst>
                <a:gd name="T0" fmla="*/ 0 w 120000"/>
                <a:gd name="T1" fmla="*/ 0 h 120000"/>
                <a:gd name="T2" fmla="*/ 120000 w 120000"/>
                <a:gd name="T3" fmla="*/ 120000 h 120000"/>
              </a:gdLst>
              <a:ahLst/>
              <a:cxnLst>
                <a:cxn ang="0">
                  <a:pos x="0" y="0"/>
                </a:cxn>
                <a:cxn ang="0">
                  <a:pos x="11979" y="603"/>
                </a:cxn>
                <a:cxn ang="0">
                  <a:pos x="120000" y="120000"/>
                </a:cxn>
                <a:cxn ang="0">
                  <a:pos x="73548" y="120000"/>
                </a:cxn>
                <a:cxn ang="0">
                  <a:pos x="73548" y="119999"/>
                </a:cxn>
                <a:cxn ang="0">
                  <a:pos x="7230" y="46697"/>
                </a:cxn>
                <a:cxn ang="0">
                  <a:pos x="0" y="46333"/>
                </a:cxn>
                <a:cxn ang="0">
                  <a:pos x="0" y="0"/>
                </a:cxn>
              </a:cxnLst>
              <a:rect l="T0" t="T1" r="T2" b="T3"/>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lnTo>
                    <a:pt x="0" y="0"/>
                  </a:lnTo>
                  <a:close/>
                </a:path>
              </a:pathLst>
            </a:custGeom>
            <a:solidFill>
              <a:schemeClr val="accent2"/>
            </a:solidFill>
            <a:ln w="9525">
              <a:noFill/>
              <a:round/>
              <a:headEnd/>
              <a:tailEnd/>
            </a:ln>
          </p:spPr>
          <p:txBody>
            <a:bodyPr lIns="91425" tIns="45700" rIns="91425" bIns="45700" anchor="ctr"/>
            <a:lstStyle/>
            <a:p>
              <a:pPr>
                <a:defRPr/>
              </a:pPr>
              <a:endParaRPr lang="en-US"/>
            </a:p>
          </p:txBody>
        </p:sp>
        <p:sp>
          <p:nvSpPr>
            <p:cNvPr id="24" name="Google Shape;589;p16">
              <a:extLst>
                <a:ext uri="{FF2B5EF4-FFF2-40B4-BE49-F238E27FC236}">
                  <a16:creationId xmlns:a16="http://schemas.microsoft.com/office/drawing/2014/main" id="{FB1C0931-B17D-3A87-01AC-E4EF35E4E76F}"/>
                </a:ext>
              </a:extLst>
            </p:cNvPr>
            <p:cNvSpPr>
              <a:spLocks noChangeArrowheads="1"/>
            </p:cNvSpPr>
            <p:nvPr/>
          </p:nvSpPr>
          <p:spPr bwMode="auto">
            <a:xfrm rot="10800000" flipH="1">
              <a:off x="3371475" y="3790417"/>
              <a:ext cx="377585" cy="761513"/>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25" name="Google Shape;590;p16">
              <a:extLst>
                <a:ext uri="{FF2B5EF4-FFF2-40B4-BE49-F238E27FC236}">
                  <a16:creationId xmlns:a16="http://schemas.microsoft.com/office/drawing/2014/main" id="{48D65A49-3C1A-A434-7B26-C8B5E6B9B9E0}"/>
                </a:ext>
              </a:extLst>
            </p:cNvPr>
            <p:cNvSpPr>
              <a:spLocks noChangeArrowheads="1"/>
            </p:cNvSpPr>
            <p:nvPr/>
          </p:nvSpPr>
          <p:spPr bwMode="auto">
            <a:xfrm rot="10800000" flipH="1">
              <a:off x="4946284" y="3790417"/>
              <a:ext cx="378901" cy="761513"/>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26" name="Google Shape;591;p16">
              <a:extLst>
                <a:ext uri="{FF2B5EF4-FFF2-40B4-BE49-F238E27FC236}">
                  <a16:creationId xmlns:a16="http://schemas.microsoft.com/office/drawing/2014/main" id="{D6806F6E-6F03-591D-24EB-2E65D9A62355}"/>
                </a:ext>
              </a:extLst>
            </p:cNvPr>
            <p:cNvSpPr>
              <a:spLocks/>
            </p:cNvSpPr>
            <p:nvPr/>
          </p:nvSpPr>
          <p:spPr bwMode="auto">
            <a:xfrm rot="8100000" flipH="1">
              <a:off x="4920697" y="3683158"/>
              <a:ext cx="435338" cy="434158"/>
            </a:xfrm>
            <a:custGeom>
              <a:avLst/>
              <a:gdLst>
                <a:gd name="T0" fmla="*/ 0 w 120000"/>
                <a:gd name="T1" fmla="*/ 0 h 120000"/>
                <a:gd name="T2" fmla="*/ 120000 w 120000"/>
                <a:gd name="T3" fmla="*/ 120000 h 120000"/>
              </a:gdLst>
              <a:ahLst/>
              <a:cxnLst>
                <a:cxn ang="0">
                  <a:pos x="0" y="120000"/>
                </a:cxn>
                <a:cxn ang="0">
                  <a:pos x="120000" y="0"/>
                </a:cxn>
                <a:cxn ang="0">
                  <a:pos x="120000" y="120000"/>
                </a:cxn>
                <a:cxn ang="0">
                  <a:pos x="0" y="120000"/>
                </a:cxn>
              </a:cxnLst>
              <a:rect l="T0" t="T1" r="T2" b="T3"/>
              <a:pathLst>
                <a:path w="120000" h="120000" extrusionOk="0">
                  <a:moveTo>
                    <a:pt x="0" y="120000"/>
                  </a:moveTo>
                  <a:lnTo>
                    <a:pt x="120000" y="0"/>
                  </a:lnTo>
                  <a:lnTo>
                    <a:pt x="120000" y="120000"/>
                  </a:lnTo>
                  <a:lnTo>
                    <a:pt x="0" y="120000"/>
                  </a:lnTo>
                  <a:close/>
                </a:path>
              </a:pathLst>
            </a:custGeom>
            <a:solidFill>
              <a:schemeClr val="accent2"/>
            </a:solidFill>
            <a:ln w="9525">
              <a:noFill/>
              <a:round/>
              <a:headEnd/>
              <a:tailEnd/>
            </a:ln>
          </p:spPr>
          <p:txBody>
            <a:bodyPr lIns="91425" tIns="45700" rIns="91425" bIns="45700" anchor="ctr"/>
            <a:lstStyle/>
            <a:p>
              <a:pPr>
                <a:defRPr/>
              </a:pPr>
              <a:endParaRPr lang="en-US"/>
            </a:p>
          </p:txBody>
        </p:sp>
      </p:grpSp>
      <p:grpSp>
        <p:nvGrpSpPr>
          <p:cNvPr id="27" name="Google Shape;592;p16">
            <a:extLst>
              <a:ext uri="{FF2B5EF4-FFF2-40B4-BE49-F238E27FC236}">
                <a16:creationId xmlns:a16="http://schemas.microsoft.com/office/drawing/2014/main" id="{4CD2E59C-7307-B325-4BFE-AAFC1590B6AA}"/>
              </a:ext>
            </a:extLst>
          </p:cNvPr>
          <p:cNvGrpSpPr>
            <a:grpSpLocks/>
          </p:cNvGrpSpPr>
          <p:nvPr/>
        </p:nvGrpSpPr>
        <p:grpSpPr bwMode="auto">
          <a:xfrm>
            <a:off x="1090613" y="1608138"/>
            <a:ext cx="2505075" cy="2336800"/>
            <a:chOff x="1090792" y="1607950"/>
            <a:chExt cx="2504672" cy="2336331"/>
          </a:xfrm>
        </p:grpSpPr>
        <p:sp>
          <p:nvSpPr>
            <p:cNvPr id="28" name="Google Shape;593;p16">
              <a:extLst>
                <a:ext uri="{FF2B5EF4-FFF2-40B4-BE49-F238E27FC236}">
                  <a16:creationId xmlns:a16="http://schemas.microsoft.com/office/drawing/2014/main" id="{104B4AFA-B7A4-C6EC-A35D-4FD26FD00B95}"/>
                </a:ext>
              </a:extLst>
            </p:cNvPr>
            <p:cNvSpPr>
              <a:spLocks/>
            </p:cNvSpPr>
            <p:nvPr/>
          </p:nvSpPr>
          <p:spPr bwMode="auto">
            <a:xfrm rot="-5400000">
              <a:off x="1092403" y="1606339"/>
              <a:ext cx="1180863" cy="1184084"/>
            </a:xfrm>
            <a:custGeom>
              <a:avLst/>
              <a:gdLst>
                <a:gd name="T0" fmla="*/ 0 w 120000"/>
                <a:gd name="T1" fmla="*/ 0 h 120000"/>
                <a:gd name="T2" fmla="*/ 120000 w 120000"/>
                <a:gd name="T3" fmla="*/ 120000 h 120000"/>
              </a:gdLst>
              <a:ahLst/>
              <a:cxnLst>
                <a:cxn ang="0">
                  <a:pos x="0" y="0"/>
                </a:cxn>
                <a:cxn ang="0">
                  <a:pos x="11979" y="603"/>
                </a:cxn>
                <a:cxn ang="0">
                  <a:pos x="120000" y="120000"/>
                </a:cxn>
                <a:cxn ang="0">
                  <a:pos x="73548" y="120000"/>
                </a:cxn>
                <a:cxn ang="0">
                  <a:pos x="73548" y="119999"/>
                </a:cxn>
                <a:cxn ang="0">
                  <a:pos x="7230" y="46697"/>
                </a:cxn>
                <a:cxn ang="0">
                  <a:pos x="0" y="46333"/>
                </a:cxn>
                <a:cxn ang="0">
                  <a:pos x="0" y="0"/>
                </a:cxn>
              </a:cxnLst>
              <a:rect l="T0" t="T1" r="T2" b="T3"/>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lnTo>
                    <a:pt x="0" y="0"/>
                  </a:lnTo>
                  <a:close/>
                </a:path>
              </a:pathLst>
            </a:custGeom>
            <a:solidFill>
              <a:schemeClr val="accent1"/>
            </a:solidFill>
            <a:ln w="9525">
              <a:noFill/>
              <a:round/>
              <a:headEnd/>
              <a:tailEnd/>
            </a:ln>
          </p:spPr>
          <p:txBody>
            <a:bodyPr lIns="91425" tIns="45700" rIns="91425" bIns="45700" anchor="ctr"/>
            <a:lstStyle/>
            <a:p>
              <a:pPr>
                <a:defRPr/>
              </a:pPr>
              <a:endParaRPr lang="en-US"/>
            </a:p>
          </p:txBody>
        </p:sp>
        <p:sp>
          <p:nvSpPr>
            <p:cNvPr id="29" name="Google Shape;594;p16">
              <a:extLst>
                <a:ext uri="{FF2B5EF4-FFF2-40B4-BE49-F238E27FC236}">
                  <a16:creationId xmlns:a16="http://schemas.microsoft.com/office/drawing/2014/main" id="{7AC6DAF9-96AD-44FA-2C68-E38E4A2C708F}"/>
                </a:ext>
              </a:extLst>
            </p:cNvPr>
            <p:cNvSpPr>
              <a:spLocks/>
            </p:cNvSpPr>
            <p:nvPr/>
          </p:nvSpPr>
          <p:spPr bwMode="auto">
            <a:xfrm>
              <a:off x="2268528" y="1607950"/>
              <a:ext cx="1180910" cy="1184037"/>
            </a:xfrm>
            <a:custGeom>
              <a:avLst/>
              <a:gdLst>
                <a:gd name="T0" fmla="*/ 0 w 120000"/>
                <a:gd name="T1" fmla="*/ 0 h 120000"/>
                <a:gd name="T2" fmla="*/ 120000 w 120000"/>
                <a:gd name="T3" fmla="*/ 120000 h 120000"/>
              </a:gdLst>
              <a:ahLst/>
              <a:cxnLst>
                <a:cxn ang="0">
                  <a:pos x="0" y="0"/>
                </a:cxn>
                <a:cxn ang="0">
                  <a:pos x="11979" y="603"/>
                </a:cxn>
                <a:cxn ang="0">
                  <a:pos x="120000" y="120000"/>
                </a:cxn>
                <a:cxn ang="0">
                  <a:pos x="73548" y="120000"/>
                </a:cxn>
                <a:cxn ang="0">
                  <a:pos x="73548" y="119999"/>
                </a:cxn>
                <a:cxn ang="0">
                  <a:pos x="7230" y="46697"/>
                </a:cxn>
                <a:cxn ang="0">
                  <a:pos x="0" y="46333"/>
                </a:cxn>
                <a:cxn ang="0">
                  <a:pos x="0" y="0"/>
                </a:cxn>
              </a:cxnLst>
              <a:rect l="T0" t="T1" r="T2" b="T3"/>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lnTo>
                    <a:pt x="0" y="0"/>
                  </a:lnTo>
                  <a:close/>
                </a:path>
              </a:pathLst>
            </a:custGeom>
            <a:solidFill>
              <a:schemeClr val="accent1"/>
            </a:solidFill>
            <a:ln w="9525">
              <a:noFill/>
              <a:round/>
              <a:headEnd/>
              <a:tailEnd/>
            </a:ln>
          </p:spPr>
          <p:txBody>
            <a:bodyPr lIns="91425" tIns="45700" rIns="91425" bIns="45700" anchor="ctr"/>
            <a:lstStyle/>
            <a:p>
              <a:pPr>
                <a:defRPr/>
              </a:pPr>
              <a:endParaRPr lang="en-US"/>
            </a:p>
          </p:txBody>
        </p:sp>
        <p:sp>
          <p:nvSpPr>
            <p:cNvPr id="30" name="Google Shape;595;p16">
              <a:extLst>
                <a:ext uri="{FF2B5EF4-FFF2-40B4-BE49-F238E27FC236}">
                  <a16:creationId xmlns:a16="http://schemas.microsoft.com/office/drawing/2014/main" id="{949C51EC-DB7A-2015-0CFA-179F0F5D7C82}"/>
                </a:ext>
              </a:extLst>
            </p:cNvPr>
            <p:cNvSpPr>
              <a:spLocks noChangeArrowheads="1"/>
            </p:cNvSpPr>
            <p:nvPr/>
          </p:nvSpPr>
          <p:spPr bwMode="auto">
            <a:xfrm>
              <a:off x="1090792" y="2785639"/>
              <a:ext cx="455539" cy="918978"/>
            </a:xfrm>
            <a:prstGeom prst="rect">
              <a:avLst/>
            </a:prstGeom>
            <a:solidFill>
              <a:schemeClr val="accent1"/>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31" name="Google Shape;596;p16">
              <a:extLst>
                <a:ext uri="{FF2B5EF4-FFF2-40B4-BE49-F238E27FC236}">
                  <a16:creationId xmlns:a16="http://schemas.microsoft.com/office/drawing/2014/main" id="{D7935CD0-8383-E4CD-682D-AA41FDB38CF3}"/>
                </a:ext>
              </a:extLst>
            </p:cNvPr>
            <p:cNvSpPr>
              <a:spLocks noChangeArrowheads="1"/>
            </p:cNvSpPr>
            <p:nvPr/>
          </p:nvSpPr>
          <p:spPr bwMode="auto">
            <a:xfrm>
              <a:off x="2992311" y="2785639"/>
              <a:ext cx="457126" cy="918978"/>
            </a:xfrm>
            <a:prstGeom prst="rect">
              <a:avLst/>
            </a:prstGeom>
            <a:solidFill>
              <a:schemeClr val="accent1"/>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32" name="Google Shape;597;p16">
              <a:extLst>
                <a:ext uri="{FF2B5EF4-FFF2-40B4-BE49-F238E27FC236}">
                  <a16:creationId xmlns:a16="http://schemas.microsoft.com/office/drawing/2014/main" id="{5C391249-5CC2-F5D5-F6A2-90106D0785F1}"/>
                </a:ext>
              </a:extLst>
            </p:cNvPr>
            <p:cNvSpPr>
              <a:spLocks/>
            </p:cNvSpPr>
            <p:nvPr/>
          </p:nvSpPr>
          <p:spPr bwMode="auto">
            <a:xfrm rot="2700000">
              <a:off x="2960577" y="3309398"/>
              <a:ext cx="525357" cy="525377"/>
            </a:xfrm>
            <a:custGeom>
              <a:avLst/>
              <a:gdLst>
                <a:gd name="T0" fmla="*/ 0 w 120000"/>
                <a:gd name="T1" fmla="*/ 0 h 120000"/>
                <a:gd name="T2" fmla="*/ 120000 w 120000"/>
                <a:gd name="T3" fmla="*/ 120000 h 120000"/>
              </a:gdLst>
              <a:ahLst/>
              <a:cxnLst>
                <a:cxn ang="0">
                  <a:pos x="0" y="120000"/>
                </a:cxn>
                <a:cxn ang="0">
                  <a:pos x="120000" y="0"/>
                </a:cxn>
                <a:cxn ang="0">
                  <a:pos x="120000" y="120000"/>
                </a:cxn>
                <a:cxn ang="0">
                  <a:pos x="0" y="120000"/>
                </a:cxn>
              </a:cxnLst>
              <a:rect l="T0" t="T1" r="T2" b="T3"/>
              <a:pathLst>
                <a:path w="120000" h="120000" extrusionOk="0">
                  <a:moveTo>
                    <a:pt x="0" y="120000"/>
                  </a:moveTo>
                  <a:lnTo>
                    <a:pt x="120000" y="0"/>
                  </a:lnTo>
                  <a:lnTo>
                    <a:pt x="120000" y="120000"/>
                  </a:lnTo>
                  <a:lnTo>
                    <a:pt x="0" y="120000"/>
                  </a:lnTo>
                  <a:close/>
                </a:path>
              </a:pathLst>
            </a:custGeom>
            <a:solidFill>
              <a:schemeClr val="accent1"/>
            </a:solidFill>
            <a:ln w="9525">
              <a:noFill/>
              <a:round/>
              <a:headEnd/>
              <a:tailEnd/>
            </a:ln>
          </p:spPr>
          <p:txBody>
            <a:bodyPr lIns="91425" tIns="45700" rIns="91425" bIns="45700" anchor="ctr"/>
            <a:lstStyle/>
            <a:p>
              <a:pPr>
                <a:defRPr/>
              </a:pPr>
              <a:endParaRPr lang="en-US"/>
            </a:p>
          </p:txBody>
        </p:sp>
      </p:grpSp>
      <p:sp>
        <p:nvSpPr>
          <p:cNvPr id="33" name="Google Shape;598;p16">
            <a:extLst>
              <a:ext uri="{FF2B5EF4-FFF2-40B4-BE49-F238E27FC236}">
                <a16:creationId xmlns:a16="http://schemas.microsoft.com/office/drawing/2014/main" id="{DEAF1415-D45F-E10E-BDF6-B9E22E9BA33E}"/>
              </a:ext>
            </a:extLst>
          </p:cNvPr>
          <p:cNvSpPr>
            <a:spLocks noChangeArrowheads="1"/>
          </p:cNvSpPr>
          <p:nvPr/>
        </p:nvSpPr>
        <p:spPr bwMode="auto">
          <a:xfrm>
            <a:off x="1981200" y="2447925"/>
            <a:ext cx="611188" cy="612775"/>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34" name="Google Shape;599;p16">
            <a:extLst>
              <a:ext uri="{FF2B5EF4-FFF2-40B4-BE49-F238E27FC236}">
                <a16:creationId xmlns:a16="http://schemas.microsoft.com/office/drawing/2014/main" id="{4CB38DA2-CD63-3D60-F68C-81EBDF431164}"/>
              </a:ext>
            </a:extLst>
          </p:cNvPr>
          <p:cNvSpPr>
            <a:spLocks/>
          </p:cNvSpPr>
          <p:nvPr/>
        </p:nvSpPr>
        <p:spPr bwMode="auto">
          <a:xfrm>
            <a:off x="2152650" y="2616200"/>
            <a:ext cx="279400" cy="279400"/>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1"/>
          </a:solidFill>
          <a:ln w="9525">
            <a:noFill/>
            <a:round/>
            <a:headEnd/>
            <a:tailEnd/>
          </a:ln>
        </p:spPr>
        <p:txBody>
          <a:bodyPr lIns="19025" tIns="19025" rIns="19025" bIns="19025" anchor="ctr"/>
          <a:lstStyle/>
          <a:p>
            <a:pPr>
              <a:defRPr/>
            </a:pPr>
            <a:endParaRPr lang="en-US"/>
          </a:p>
        </p:txBody>
      </p:sp>
      <p:sp>
        <p:nvSpPr>
          <p:cNvPr id="35" name="Google Shape;600;p16">
            <a:extLst>
              <a:ext uri="{FF2B5EF4-FFF2-40B4-BE49-F238E27FC236}">
                <a16:creationId xmlns:a16="http://schemas.microsoft.com/office/drawing/2014/main" id="{582F866D-445D-2583-1ED3-E91E633976CF}"/>
              </a:ext>
            </a:extLst>
          </p:cNvPr>
          <p:cNvSpPr>
            <a:spLocks noChangeArrowheads="1"/>
          </p:cNvSpPr>
          <p:nvPr/>
        </p:nvSpPr>
        <p:spPr bwMode="auto">
          <a:xfrm>
            <a:off x="3863975" y="4349750"/>
            <a:ext cx="612775" cy="611188"/>
          </a:xfrm>
          <a:prstGeom prst="ellipse">
            <a:avLst/>
          </a:prstGeom>
          <a:solidFill>
            <a:schemeClr val="accent2"/>
          </a:soli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36" name="Google Shape;601;p16">
            <a:extLst>
              <a:ext uri="{FF2B5EF4-FFF2-40B4-BE49-F238E27FC236}">
                <a16:creationId xmlns:a16="http://schemas.microsoft.com/office/drawing/2014/main" id="{34063B48-EC63-9483-B227-E2DB58CD95EB}"/>
              </a:ext>
            </a:extLst>
          </p:cNvPr>
          <p:cNvSpPr>
            <a:spLocks/>
          </p:cNvSpPr>
          <p:nvPr/>
        </p:nvSpPr>
        <p:spPr bwMode="auto">
          <a:xfrm>
            <a:off x="4046538" y="4516438"/>
            <a:ext cx="279400" cy="279400"/>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1"/>
          </a:solidFill>
          <a:ln w="9525">
            <a:noFill/>
            <a:round/>
            <a:headEnd/>
            <a:tailEnd/>
          </a:ln>
        </p:spPr>
        <p:txBody>
          <a:bodyPr lIns="19025" tIns="19025" rIns="19025" bIns="19025" anchor="ctr"/>
          <a:lstStyle/>
          <a:p>
            <a:pPr>
              <a:defRPr/>
            </a:pPr>
            <a:endParaRPr lang="en-US"/>
          </a:p>
        </p:txBody>
      </p:sp>
      <p:grpSp>
        <p:nvGrpSpPr>
          <p:cNvPr id="37" name="Google Shape;602;p16">
            <a:extLst>
              <a:ext uri="{FF2B5EF4-FFF2-40B4-BE49-F238E27FC236}">
                <a16:creationId xmlns:a16="http://schemas.microsoft.com/office/drawing/2014/main" id="{CC1C0DE0-E9DD-7059-A531-9626E80A56A9}"/>
              </a:ext>
            </a:extLst>
          </p:cNvPr>
          <p:cNvGrpSpPr>
            <a:grpSpLocks/>
          </p:cNvGrpSpPr>
          <p:nvPr/>
        </p:nvGrpSpPr>
        <p:grpSpPr bwMode="auto">
          <a:xfrm>
            <a:off x="5759450" y="2447925"/>
            <a:ext cx="611188" cy="612775"/>
            <a:chOff x="5759496" y="2448663"/>
            <a:chExt cx="611596" cy="611596"/>
          </a:xfrm>
        </p:grpSpPr>
        <p:sp>
          <p:nvSpPr>
            <p:cNvPr id="38" name="Google Shape;603;p16">
              <a:extLst>
                <a:ext uri="{FF2B5EF4-FFF2-40B4-BE49-F238E27FC236}">
                  <a16:creationId xmlns:a16="http://schemas.microsoft.com/office/drawing/2014/main" id="{AF0A7CAD-C7D7-0989-013A-649A0239ADA2}"/>
                </a:ext>
              </a:extLst>
            </p:cNvPr>
            <p:cNvSpPr/>
            <p:nvPr/>
          </p:nvSpPr>
          <p:spPr>
            <a:xfrm>
              <a:off x="5759496" y="2448663"/>
              <a:ext cx="611596" cy="611596"/>
            </a:xfrm>
            <a:prstGeom prst="ellipse">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39" name="Google Shape;604;p16">
              <a:extLst>
                <a:ext uri="{FF2B5EF4-FFF2-40B4-BE49-F238E27FC236}">
                  <a16:creationId xmlns:a16="http://schemas.microsoft.com/office/drawing/2014/main" id="{F916F620-8E06-3B4D-37DA-1AF8984EE75E}"/>
                </a:ext>
              </a:extLst>
            </p:cNvPr>
            <p:cNvSpPr>
              <a:spLocks/>
            </p:cNvSpPr>
            <p:nvPr/>
          </p:nvSpPr>
          <p:spPr bwMode="auto">
            <a:xfrm>
              <a:off x="5935827" y="2615030"/>
              <a:ext cx="279587" cy="278862"/>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40" name="Google Shape;605;p16">
            <a:extLst>
              <a:ext uri="{FF2B5EF4-FFF2-40B4-BE49-F238E27FC236}">
                <a16:creationId xmlns:a16="http://schemas.microsoft.com/office/drawing/2014/main" id="{98D0FCDF-69FE-B6C5-5F15-90D0D71AD44A}"/>
              </a:ext>
            </a:extLst>
          </p:cNvPr>
          <p:cNvGrpSpPr>
            <a:grpSpLocks/>
          </p:cNvGrpSpPr>
          <p:nvPr/>
        </p:nvGrpSpPr>
        <p:grpSpPr bwMode="auto">
          <a:xfrm>
            <a:off x="7681913" y="4349750"/>
            <a:ext cx="611187" cy="611188"/>
            <a:chOff x="7681647" y="4349703"/>
            <a:chExt cx="611596" cy="611596"/>
          </a:xfrm>
        </p:grpSpPr>
        <p:sp>
          <p:nvSpPr>
            <p:cNvPr id="41" name="Google Shape;606;p16">
              <a:extLst>
                <a:ext uri="{FF2B5EF4-FFF2-40B4-BE49-F238E27FC236}">
                  <a16:creationId xmlns:a16="http://schemas.microsoft.com/office/drawing/2014/main" id="{5F48FBA0-11E9-A115-D451-92EBF2E15427}"/>
                </a:ext>
              </a:extLst>
            </p:cNvPr>
            <p:cNvSpPr/>
            <p:nvPr/>
          </p:nvSpPr>
          <p:spPr>
            <a:xfrm>
              <a:off x="7681647" y="4349703"/>
              <a:ext cx="611596" cy="611596"/>
            </a:xfrm>
            <a:prstGeom prst="ellipse">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42" name="Google Shape;607;p16">
              <a:extLst>
                <a:ext uri="{FF2B5EF4-FFF2-40B4-BE49-F238E27FC236}">
                  <a16:creationId xmlns:a16="http://schemas.microsoft.com/office/drawing/2014/main" id="{662A0D33-EF97-7ABB-56DA-EE038B5331A7}"/>
                </a:ext>
              </a:extLst>
            </p:cNvPr>
            <p:cNvSpPr>
              <a:spLocks/>
            </p:cNvSpPr>
            <p:nvPr/>
          </p:nvSpPr>
          <p:spPr bwMode="auto">
            <a:xfrm>
              <a:off x="7846857" y="4516502"/>
              <a:ext cx="279587" cy="277997"/>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43" name="Google Shape;608;p16">
            <a:extLst>
              <a:ext uri="{FF2B5EF4-FFF2-40B4-BE49-F238E27FC236}">
                <a16:creationId xmlns:a16="http://schemas.microsoft.com/office/drawing/2014/main" id="{CE1C85AA-30D0-109A-1721-36579D90B58C}"/>
              </a:ext>
            </a:extLst>
          </p:cNvPr>
          <p:cNvGrpSpPr>
            <a:grpSpLocks/>
          </p:cNvGrpSpPr>
          <p:nvPr/>
        </p:nvGrpSpPr>
        <p:grpSpPr bwMode="auto">
          <a:xfrm>
            <a:off x="9577388" y="2447925"/>
            <a:ext cx="611187" cy="612775"/>
            <a:chOff x="9576939" y="2448663"/>
            <a:chExt cx="611596" cy="611596"/>
          </a:xfrm>
        </p:grpSpPr>
        <p:sp>
          <p:nvSpPr>
            <p:cNvPr id="44" name="Google Shape;609;p16">
              <a:extLst>
                <a:ext uri="{FF2B5EF4-FFF2-40B4-BE49-F238E27FC236}">
                  <a16:creationId xmlns:a16="http://schemas.microsoft.com/office/drawing/2014/main" id="{73582257-D9C2-EEDE-FD17-FC0C47B40E31}"/>
                </a:ext>
              </a:extLst>
            </p:cNvPr>
            <p:cNvSpPr/>
            <p:nvPr/>
          </p:nvSpPr>
          <p:spPr>
            <a:xfrm>
              <a:off x="9576939" y="2448663"/>
              <a:ext cx="611596" cy="611596"/>
            </a:xfrm>
            <a:prstGeom prst="ellipse">
              <a:avLst/>
            </a:prstGeom>
            <a:solidFill>
              <a:schemeClr val="accent6"/>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45" name="Google Shape;610;p16">
              <a:extLst>
                <a:ext uri="{FF2B5EF4-FFF2-40B4-BE49-F238E27FC236}">
                  <a16:creationId xmlns:a16="http://schemas.microsoft.com/office/drawing/2014/main" id="{2ACB85B1-E67E-89F6-827A-DC323D5AA195}"/>
                </a:ext>
              </a:extLst>
            </p:cNvPr>
            <p:cNvSpPr>
              <a:spLocks/>
            </p:cNvSpPr>
            <p:nvPr/>
          </p:nvSpPr>
          <p:spPr bwMode="auto">
            <a:xfrm>
              <a:off x="9750092" y="2615030"/>
              <a:ext cx="277999" cy="278862"/>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sp>
        <p:nvSpPr>
          <p:cNvPr id="565" name="Google Shape;565;p16"/>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11" name="Google Shape;611;p16"/>
          <p:cNvSpPr txBox="1">
            <a:spLocks noGrp="1"/>
          </p:cNvSpPr>
          <p:nvPr>
            <p:ph type="body" idx="2"/>
          </p:nvPr>
        </p:nvSpPr>
        <p:spPr>
          <a:xfrm>
            <a:off x="1584929" y="3111615"/>
            <a:ext cx="1334043" cy="396875"/>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2" name="Google Shape;612;p16"/>
          <p:cNvSpPr txBox="1">
            <a:spLocks noGrp="1"/>
          </p:cNvSpPr>
          <p:nvPr>
            <p:ph type="body" idx="3"/>
          </p:nvPr>
        </p:nvSpPr>
        <p:spPr>
          <a:xfrm>
            <a:off x="1575449" y="3523161"/>
            <a:ext cx="1334043" cy="129502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3" name="Google Shape;613;p16"/>
          <p:cNvSpPr txBox="1">
            <a:spLocks noGrp="1"/>
          </p:cNvSpPr>
          <p:nvPr>
            <p:ph type="body" idx="4"/>
          </p:nvPr>
        </p:nvSpPr>
        <p:spPr>
          <a:xfrm>
            <a:off x="3519528" y="3908411"/>
            <a:ext cx="1334043" cy="396875"/>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4" name="Google Shape;614;p16"/>
          <p:cNvSpPr txBox="1">
            <a:spLocks noGrp="1"/>
          </p:cNvSpPr>
          <p:nvPr>
            <p:ph type="body" idx="5"/>
          </p:nvPr>
        </p:nvSpPr>
        <p:spPr>
          <a:xfrm>
            <a:off x="3518381" y="2588973"/>
            <a:ext cx="1334043" cy="129502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5" name="Google Shape;615;p16"/>
          <p:cNvSpPr txBox="1">
            <a:spLocks noGrp="1"/>
          </p:cNvSpPr>
          <p:nvPr>
            <p:ph type="body" idx="6"/>
          </p:nvPr>
        </p:nvSpPr>
        <p:spPr>
          <a:xfrm>
            <a:off x="5400162" y="3111615"/>
            <a:ext cx="1334043" cy="396875"/>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6" name="Google Shape;616;p16"/>
          <p:cNvSpPr txBox="1">
            <a:spLocks noGrp="1"/>
          </p:cNvSpPr>
          <p:nvPr>
            <p:ph type="body" idx="7"/>
          </p:nvPr>
        </p:nvSpPr>
        <p:spPr>
          <a:xfrm>
            <a:off x="5390682" y="3523161"/>
            <a:ext cx="1334043" cy="129502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7" name="Google Shape;617;p16"/>
          <p:cNvSpPr txBox="1">
            <a:spLocks noGrp="1"/>
          </p:cNvSpPr>
          <p:nvPr>
            <p:ph type="body" idx="8"/>
          </p:nvPr>
        </p:nvSpPr>
        <p:spPr>
          <a:xfrm>
            <a:off x="7308390" y="3908411"/>
            <a:ext cx="1334043" cy="396875"/>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8" name="Google Shape;618;p16"/>
          <p:cNvSpPr txBox="1">
            <a:spLocks noGrp="1"/>
          </p:cNvSpPr>
          <p:nvPr>
            <p:ph type="body" idx="9"/>
          </p:nvPr>
        </p:nvSpPr>
        <p:spPr>
          <a:xfrm>
            <a:off x="7307243" y="2588973"/>
            <a:ext cx="1334043" cy="129502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9" name="Google Shape;619;p16"/>
          <p:cNvSpPr txBox="1">
            <a:spLocks noGrp="1"/>
          </p:cNvSpPr>
          <p:nvPr>
            <p:ph type="body" idx="13"/>
          </p:nvPr>
        </p:nvSpPr>
        <p:spPr>
          <a:xfrm>
            <a:off x="9250776" y="3111615"/>
            <a:ext cx="1334043" cy="396875"/>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20" name="Google Shape;620;p16"/>
          <p:cNvSpPr txBox="1">
            <a:spLocks noGrp="1"/>
          </p:cNvSpPr>
          <p:nvPr>
            <p:ph type="body" idx="14"/>
          </p:nvPr>
        </p:nvSpPr>
        <p:spPr>
          <a:xfrm>
            <a:off x="9241296" y="3523161"/>
            <a:ext cx="1334043" cy="129502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3272378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500"/>
                                        <p:tgtEl>
                                          <p:spTgt spid="3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par>
                                <p:cTn id="32" presetID="10" presetClass="entr" presetSubtype="0" fill="hold"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Tree-Infographic">
  <p:cSld name="Tree-Infographic">
    <p:spTree>
      <p:nvGrpSpPr>
        <p:cNvPr id="1" name="Shape 621"/>
        <p:cNvGrpSpPr/>
        <p:nvPr/>
      </p:nvGrpSpPr>
      <p:grpSpPr>
        <a:xfrm>
          <a:off x="0" y="0"/>
          <a:ext cx="0" cy="0"/>
          <a:chOff x="0" y="0"/>
          <a:chExt cx="0" cy="0"/>
        </a:xfrm>
      </p:grpSpPr>
      <p:grpSp>
        <p:nvGrpSpPr>
          <p:cNvPr id="2" name="Google Shape;624;p17">
            <a:extLst>
              <a:ext uri="{FF2B5EF4-FFF2-40B4-BE49-F238E27FC236}">
                <a16:creationId xmlns:a16="http://schemas.microsoft.com/office/drawing/2014/main" id="{1865EEBE-2470-70DF-BEC3-59D505D76022}"/>
              </a:ext>
            </a:extLst>
          </p:cNvPr>
          <p:cNvGrpSpPr>
            <a:grpSpLocks/>
          </p:cNvGrpSpPr>
          <p:nvPr/>
        </p:nvGrpSpPr>
        <p:grpSpPr bwMode="auto">
          <a:xfrm>
            <a:off x="6992938" y="1169988"/>
            <a:ext cx="4573587" cy="5345112"/>
            <a:chOff x="2813" y="961"/>
            <a:chExt cx="2052" cy="2397"/>
          </a:xfrm>
        </p:grpSpPr>
        <p:sp>
          <p:nvSpPr>
            <p:cNvPr id="3" name="Google Shape;625;p17">
              <a:extLst>
                <a:ext uri="{FF2B5EF4-FFF2-40B4-BE49-F238E27FC236}">
                  <a16:creationId xmlns:a16="http://schemas.microsoft.com/office/drawing/2014/main" id="{CDDCD6DB-033C-99C5-2E4C-5A6BA95DFDF7}"/>
                </a:ext>
              </a:extLst>
            </p:cNvPr>
            <p:cNvSpPr/>
            <p:nvPr/>
          </p:nvSpPr>
          <p:spPr>
            <a:xfrm>
              <a:off x="4415" y="1626"/>
              <a:ext cx="127" cy="168"/>
            </a:xfrm>
            <a:custGeom>
              <a:avLst/>
              <a:gdLst/>
              <a:ahLst/>
              <a:cxnLst/>
              <a:rect l="0" t="0" r="0" b="0"/>
              <a:pathLst>
                <a:path w="120000" h="120000" extrusionOk="0">
                  <a:moveTo>
                    <a:pt x="11111" y="55774"/>
                  </a:moveTo>
                  <a:cubicBezTo>
                    <a:pt x="0" y="77746"/>
                    <a:pt x="8888" y="101408"/>
                    <a:pt x="31111" y="120000"/>
                  </a:cubicBezTo>
                  <a:cubicBezTo>
                    <a:pt x="64444" y="116619"/>
                    <a:pt x="95555" y="103098"/>
                    <a:pt x="106666" y="81126"/>
                  </a:cubicBezTo>
                  <a:cubicBezTo>
                    <a:pt x="120000" y="59154"/>
                    <a:pt x="117777" y="16901"/>
                    <a:pt x="95555" y="0"/>
                  </a:cubicBezTo>
                  <a:cubicBezTo>
                    <a:pt x="60000" y="1690"/>
                    <a:pt x="22222" y="32112"/>
                    <a:pt x="11111" y="55774"/>
                  </a:cubicBez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4" name="Google Shape;626;p17">
              <a:extLst>
                <a:ext uri="{FF2B5EF4-FFF2-40B4-BE49-F238E27FC236}">
                  <a16:creationId xmlns:a16="http://schemas.microsoft.com/office/drawing/2014/main" id="{B0AA5C4D-4A2C-EFAB-92EE-6AF45BD5CBDD}"/>
                </a:ext>
              </a:extLst>
            </p:cNvPr>
            <p:cNvSpPr>
              <a:spLocks/>
            </p:cNvSpPr>
            <p:nvPr/>
          </p:nvSpPr>
          <p:spPr bwMode="auto">
            <a:xfrm>
              <a:off x="4261" y="1218"/>
              <a:ext cx="130" cy="166"/>
            </a:xfrm>
            <a:custGeom>
              <a:avLst/>
              <a:gdLst>
                <a:gd name="T0" fmla="*/ 0 w 120000"/>
                <a:gd name="T1" fmla="*/ 0 h 120000"/>
                <a:gd name="T2" fmla="*/ 120000 w 120000"/>
                <a:gd name="T3" fmla="*/ 120000 h 120000"/>
              </a:gdLst>
              <a:ahLst/>
              <a:cxnLst>
                <a:cxn ang="0">
                  <a:pos x="13090" y="82285"/>
                </a:cxn>
                <a:cxn ang="0">
                  <a:pos x="89454" y="120000"/>
                </a:cxn>
                <a:cxn ang="0">
                  <a:pos x="106909" y="54857"/>
                </a:cxn>
                <a:cxn ang="0">
                  <a:pos x="21818" y="0"/>
                </a:cxn>
                <a:cxn ang="0">
                  <a:pos x="13090" y="82285"/>
                </a:cxn>
              </a:cxnLst>
              <a:rect l="T0" t="T1" r="T2" b="T3"/>
              <a:pathLst>
                <a:path w="120000" h="120000" extrusionOk="0">
                  <a:moveTo>
                    <a:pt x="13090" y="82285"/>
                  </a:moveTo>
                  <a:cubicBezTo>
                    <a:pt x="26181" y="104571"/>
                    <a:pt x="54545" y="118285"/>
                    <a:pt x="89454" y="120000"/>
                  </a:cubicBezTo>
                  <a:cubicBezTo>
                    <a:pt x="111272" y="102857"/>
                    <a:pt x="120000" y="77142"/>
                    <a:pt x="106909" y="54857"/>
                  </a:cubicBezTo>
                  <a:cubicBezTo>
                    <a:pt x="93818" y="32571"/>
                    <a:pt x="54545" y="1714"/>
                    <a:pt x="21818" y="0"/>
                  </a:cubicBezTo>
                  <a:cubicBezTo>
                    <a:pt x="0" y="18857"/>
                    <a:pt x="2181" y="60000"/>
                    <a:pt x="13090" y="82285"/>
                  </a:cubicBezTo>
                  <a:close/>
                </a:path>
              </a:pathLst>
            </a:custGeom>
            <a:solidFill>
              <a:schemeClr val="accent2"/>
            </a:solidFill>
            <a:ln w="9525">
              <a:noFill/>
              <a:round/>
              <a:headEnd/>
              <a:tailEnd/>
            </a:ln>
          </p:spPr>
          <p:txBody>
            <a:bodyPr lIns="91425" tIns="45700" rIns="91425" bIns="45700"/>
            <a:lstStyle/>
            <a:p>
              <a:pPr>
                <a:defRPr/>
              </a:pPr>
              <a:endParaRPr lang="en-US"/>
            </a:p>
          </p:txBody>
        </p:sp>
        <p:sp>
          <p:nvSpPr>
            <p:cNvPr id="5" name="Google Shape;627;p17">
              <a:extLst>
                <a:ext uri="{FF2B5EF4-FFF2-40B4-BE49-F238E27FC236}">
                  <a16:creationId xmlns:a16="http://schemas.microsoft.com/office/drawing/2014/main" id="{B4D359E0-532A-7AED-A368-604F45CA0C4B}"/>
                </a:ext>
              </a:extLst>
            </p:cNvPr>
            <p:cNvSpPr>
              <a:spLocks/>
            </p:cNvSpPr>
            <p:nvPr/>
          </p:nvSpPr>
          <p:spPr bwMode="auto">
            <a:xfrm>
              <a:off x="3452" y="1219"/>
              <a:ext cx="120" cy="177"/>
            </a:xfrm>
            <a:custGeom>
              <a:avLst/>
              <a:gdLst>
                <a:gd name="T0" fmla="*/ 0 w 120000"/>
                <a:gd name="T1" fmla="*/ 0 h 120000"/>
                <a:gd name="T2" fmla="*/ 120000 w 120000"/>
                <a:gd name="T3" fmla="*/ 120000 h 120000"/>
              </a:gdLst>
              <a:ahLst/>
              <a:cxnLst>
                <a:cxn ang="0">
                  <a:pos x="7058" y="62400"/>
                </a:cxn>
                <a:cxn ang="0">
                  <a:pos x="44705" y="120000"/>
                </a:cxn>
                <a:cxn ang="0">
                  <a:pos x="112941" y="75200"/>
                </a:cxn>
                <a:cxn ang="0">
                  <a:pos x="80000" y="0"/>
                </a:cxn>
                <a:cxn ang="0">
                  <a:pos x="7058" y="62400"/>
                </a:cxn>
              </a:cxnLst>
              <a:rect l="T0" t="T1" r="T2" b="T3"/>
              <a:pathLst>
                <a:path w="120000" h="120000" extrusionOk="0">
                  <a:moveTo>
                    <a:pt x="7058" y="62400"/>
                  </a:moveTo>
                  <a:cubicBezTo>
                    <a:pt x="0" y="84800"/>
                    <a:pt x="16470" y="105600"/>
                    <a:pt x="44705" y="120000"/>
                  </a:cubicBezTo>
                  <a:cubicBezTo>
                    <a:pt x="80000" y="113600"/>
                    <a:pt x="105882" y="97600"/>
                    <a:pt x="112941" y="75200"/>
                  </a:cubicBezTo>
                  <a:cubicBezTo>
                    <a:pt x="120000" y="52800"/>
                    <a:pt x="108235" y="14400"/>
                    <a:pt x="80000" y="0"/>
                  </a:cubicBezTo>
                  <a:cubicBezTo>
                    <a:pt x="44705" y="6400"/>
                    <a:pt x="14117" y="40000"/>
                    <a:pt x="7058" y="62400"/>
                  </a:cubicBezTo>
                  <a:close/>
                </a:path>
              </a:pathLst>
            </a:custGeom>
            <a:solidFill>
              <a:schemeClr val="accent2"/>
            </a:solidFill>
            <a:ln w="9525">
              <a:noFill/>
              <a:round/>
              <a:headEnd/>
              <a:tailEnd/>
            </a:ln>
          </p:spPr>
          <p:txBody>
            <a:bodyPr lIns="91425" tIns="45700" rIns="91425" bIns="45700"/>
            <a:lstStyle/>
            <a:p>
              <a:pPr>
                <a:defRPr/>
              </a:pPr>
              <a:endParaRPr lang="en-US"/>
            </a:p>
          </p:txBody>
        </p:sp>
        <p:sp>
          <p:nvSpPr>
            <p:cNvPr id="6" name="Google Shape;628;p17">
              <a:extLst>
                <a:ext uri="{FF2B5EF4-FFF2-40B4-BE49-F238E27FC236}">
                  <a16:creationId xmlns:a16="http://schemas.microsoft.com/office/drawing/2014/main" id="{F096C623-566B-840E-3E8D-D438904EF73D}"/>
                </a:ext>
              </a:extLst>
            </p:cNvPr>
            <p:cNvSpPr/>
            <p:nvPr/>
          </p:nvSpPr>
          <p:spPr>
            <a:xfrm>
              <a:off x="2912" y="1464"/>
              <a:ext cx="186" cy="112"/>
            </a:xfrm>
            <a:custGeom>
              <a:avLst/>
              <a:gdLst/>
              <a:ahLst/>
              <a:cxnLst/>
              <a:rect l="0" t="0" r="0" b="0"/>
              <a:pathLst>
                <a:path w="120000" h="120000" extrusionOk="0">
                  <a:moveTo>
                    <a:pt x="75949" y="112500"/>
                  </a:moveTo>
                  <a:cubicBezTo>
                    <a:pt x="98734" y="105000"/>
                    <a:pt x="113924" y="77500"/>
                    <a:pt x="120000" y="42500"/>
                  </a:cubicBezTo>
                  <a:cubicBezTo>
                    <a:pt x="104810" y="15000"/>
                    <a:pt x="82025" y="0"/>
                    <a:pt x="59240" y="7500"/>
                  </a:cubicBezTo>
                  <a:cubicBezTo>
                    <a:pt x="37974" y="15000"/>
                    <a:pt x="4556" y="50000"/>
                    <a:pt x="0" y="85000"/>
                  </a:cubicBezTo>
                  <a:cubicBezTo>
                    <a:pt x="15189" y="112500"/>
                    <a:pt x="53164" y="120000"/>
                    <a:pt x="75949" y="112500"/>
                  </a:cubicBez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7" name="Google Shape;629;p17">
              <a:extLst>
                <a:ext uri="{FF2B5EF4-FFF2-40B4-BE49-F238E27FC236}">
                  <a16:creationId xmlns:a16="http://schemas.microsoft.com/office/drawing/2014/main" id="{3648A3F0-9DFB-021F-E3CA-C176487CBD1A}"/>
                </a:ext>
              </a:extLst>
            </p:cNvPr>
            <p:cNvSpPr>
              <a:spLocks/>
            </p:cNvSpPr>
            <p:nvPr/>
          </p:nvSpPr>
          <p:spPr bwMode="auto">
            <a:xfrm>
              <a:off x="3659" y="1071"/>
              <a:ext cx="173" cy="122"/>
            </a:xfrm>
            <a:custGeom>
              <a:avLst/>
              <a:gdLst>
                <a:gd name="T0" fmla="*/ 0 w 120000"/>
                <a:gd name="T1" fmla="*/ 0 h 120000"/>
                <a:gd name="T2" fmla="*/ 120000 w 120000"/>
                <a:gd name="T3" fmla="*/ 120000 h 120000"/>
              </a:gdLst>
              <a:ahLst/>
              <a:cxnLst>
                <a:cxn ang="0">
                  <a:pos x="50958" y="106153"/>
                </a:cxn>
                <a:cxn ang="0">
                  <a:pos x="119999" y="94615"/>
                </a:cxn>
                <a:cxn ang="0">
                  <a:pos x="83835" y="18461"/>
                </a:cxn>
                <a:cxn ang="0">
                  <a:pos x="0" y="18461"/>
                </a:cxn>
                <a:cxn ang="0">
                  <a:pos x="50958" y="106153"/>
                </a:cxn>
              </a:cxnLst>
              <a:rect l="T0" t="T1" r="T2" b="T3"/>
              <a:pathLst>
                <a:path w="120000" h="120000" extrusionOk="0">
                  <a:moveTo>
                    <a:pt x="50958" y="106153"/>
                  </a:moveTo>
                  <a:cubicBezTo>
                    <a:pt x="73972" y="120000"/>
                    <a:pt x="100273" y="115384"/>
                    <a:pt x="119999" y="94615"/>
                  </a:cubicBezTo>
                  <a:cubicBezTo>
                    <a:pt x="119999" y="62307"/>
                    <a:pt x="106849" y="32307"/>
                    <a:pt x="83835" y="18461"/>
                  </a:cubicBezTo>
                  <a:cubicBezTo>
                    <a:pt x="62465" y="4615"/>
                    <a:pt x="19726" y="0"/>
                    <a:pt x="0" y="18461"/>
                  </a:cubicBezTo>
                  <a:cubicBezTo>
                    <a:pt x="0" y="53076"/>
                    <a:pt x="29589" y="92307"/>
                    <a:pt x="50958" y="106153"/>
                  </a:cubicBezTo>
                  <a:close/>
                </a:path>
              </a:pathLst>
            </a:custGeom>
            <a:solidFill>
              <a:schemeClr val="accent2"/>
            </a:solidFill>
            <a:ln w="9525">
              <a:noFill/>
              <a:round/>
              <a:headEnd/>
              <a:tailEnd/>
            </a:ln>
          </p:spPr>
          <p:txBody>
            <a:bodyPr lIns="91425" tIns="45700" rIns="91425" bIns="45700"/>
            <a:lstStyle/>
            <a:p>
              <a:pPr>
                <a:defRPr/>
              </a:pPr>
              <a:endParaRPr lang="en-US"/>
            </a:p>
          </p:txBody>
        </p:sp>
        <p:sp>
          <p:nvSpPr>
            <p:cNvPr id="8" name="Google Shape;630;p17">
              <a:extLst>
                <a:ext uri="{FF2B5EF4-FFF2-40B4-BE49-F238E27FC236}">
                  <a16:creationId xmlns:a16="http://schemas.microsoft.com/office/drawing/2014/main" id="{F9F1D174-81B4-FB83-D68D-E0D24E37AF4E}"/>
                </a:ext>
              </a:extLst>
            </p:cNvPr>
            <p:cNvSpPr/>
            <p:nvPr/>
          </p:nvSpPr>
          <p:spPr>
            <a:xfrm>
              <a:off x="4702" y="1626"/>
              <a:ext cx="130" cy="168"/>
            </a:xfrm>
            <a:custGeom>
              <a:avLst/>
              <a:gdLst/>
              <a:ahLst/>
              <a:cxnLst/>
              <a:rect l="0" t="0" r="0" b="0"/>
              <a:pathLst>
                <a:path w="120000" h="120000" extrusionOk="0">
                  <a:moveTo>
                    <a:pt x="15272" y="81126"/>
                  </a:moveTo>
                  <a:cubicBezTo>
                    <a:pt x="26181" y="103098"/>
                    <a:pt x="56727" y="116619"/>
                    <a:pt x="89454" y="120000"/>
                  </a:cubicBezTo>
                  <a:cubicBezTo>
                    <a:pt x="111272" y="101408"/>
                    <a:pt x="120000" y="76056"/>
                    <a:pt x="109090" y="54084"/>
                  </a:cubicBezTo>
                  <a:cubicBezTo>
                    <a:pt x="96000" y="32112"/>
                    <a:pt x="56727" y="1690"/>
                    <a:pt x="24000" y="0"/>
                  </a:cubicBezTo>
                  <a:cubicBezTo>
                    <a:pt x="0" y="18591"/>
                    <a:pt x="2181" y="59154"/>
                    <a:pt x="15272" y="81126"/>
                  </a:cubicBez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9" name="Google Shape;631;p17">
              <a:extLst>
                <a:ext uri="{FF2B5EF4-FFF2-40B4-BE49-F238E27FC236}">
                  <a16:creationId xmlns:a16="http://schemas.microsoft.com/office/drawing/2014/main" id="{A1FF2AD4-F0BB-64FD-52CD-271C01FE47C5}"/>
                </a:ext>
              </a:extLst>
            </p:cNvPr>
            <p:cNvSpPr>
              <a:spLocks/>
            </p:cNvSpPr>
            <p:nvPr/>
          </p:nvSpPr>
          <p:spPr bwMode="auto">
            <a:xfrm>
              <a:off x="3194" y="1907"/>
              <a:ext cx="153" cy="150"/>
            </a:xfrm>
            <a:custGeom>
              <a:avLst/>
              <a:gdLst>
                <a:gd name="T0" fmla="*/ 0 w 120000"/>
                <a:gd name="T1" fmla="*/ 0 h 120000"/>
                <a:gd name="T2" fmla="*/ 120000 w 120000"/>
                <a:gd name="T3" fmla="*/ 120000 h 120000"/>
              </a:gdLst>
              <a:ahLst/>
              <a:cxnLst>
                <a:cxn ang="0">
                  <a:pos x="97846" y="80625"/>
                </a:cxn>
                <a:cxn ang="0">
                  <a:pos x="108923" y="7500"/>
                </a:cxn>
                <a:cxn ang="0">
                  <a:pos x="33230" y="26250"/>
                </a:cxn>
                <a:cxn ang="0">
                  <a:pos x="9230" y="114375"/>
                </a:cxn>
                <a:cxn ang="0">
                  <a:pos x="97846" y="80625"/>
                </a:cxn>
              </a:cxnLst>
              <a:rect l="T0" t="T1" r="T2" b="T3"/>
              <a:pathLst>
                <a:path w="120000" h="120000" extrusionOk="0">
                  <a:moveTo>
                    <a:pt x="97846" y="80625"/>
                  </a:moveTo>
                  <a:cubicBezTo>
                    <a:pt x="116307" y="60000"/>
                    <a:pt x="120000" y="31875"/>
                    <a:pt x="108923" y="7500"/>
                  </a:cubicBezTo>
                  <a:cubicBezTo>
                    <a:pt x="81230" y="0"/>
                    <a:pt x="51692" y="7500"/>
                    <a:pt x="33230" y="26250"/>
                  </a:cubicBezTo>
                  <a:cubicBezTo>
                    <a:pt x="14769" y="45000"/>
                    <a:pt x="0" y="88125"/>
                    <a:pt x="9230" y="114375"/>
                  </a:cubicBezTo>
                  <a:cubicBezTo>
                    <a:pt x="36923" y="120000"/>
                    <a:pt x="79384" y="99375"/>
                    <a:pt x="97846" y="80625"/>
                  </a:cubicBezTo>
                  <a:close/>
                </a:path>
              </a:pathLst>
            </a:custGeom>
            <a:solidFill>
              <a:schemeClr val="accent1"/>
            </a:solidFill>
            <a:ln w="9525">
              <a:noFill/>
              <a:round/>
              <a:headEnd/>
              <a:tailEnd/>
            </a:ln>
          </p:spPr>
          <p:txBody>
            <a:bodyPr lIns="91425" tIns="45700" rIns="91425" bIns="45700"/>
            <a:lstStyle/>
            <a:p>
              <a:pPr>
                <a:defRPr/>
              </a:pPr>
              <a:endParaRPr lang="en-US"/>
            </a:p>
          </p:txBody>
        </p:sp>
        <p:sp>
          <p:nvSpPr>
            <p:cNvPr id="10" name="Google Shape;632;p17">
              <a:extLst>
                <a:ext uri="{FF2B5EF4-FFF2-40B4-BE49-F238E27FC236}">
                  <a16:creationId xmlns:a16="http://schemas.microsoft.com/office/drawing/2014/main" id="{91B910C9-752D-3343-BC28-55B5E632F9C6}"/>
                </a:ext>
              </a:extLst>
            </p:cNvPr>
            <p:cNvSpPr>
              <a:spLocks/>
            </p:cNvSpPr>
            <p:nvPr/>
          </p:nvSpPr>
          <p:spPr bwMode="auto">
            <a:xfrm>
              <a:off x="2886" y="2504"/>
              <a:ext cx="1838" cy="854"/>
            </a:xfrm>
            <a:custGeom>
              <a:avLst/>
              <a:gdLst>
                <a:gd name="T0" fmla="*/ 0 w 120000"/>
                <a:gd name="T1" fmla="*/ 0 h 120000"/>
                <a:gd name="T2" fmla="*/ 120000 w 120000"/>
                <a:gd name="T3" fmla="*/ 120000 h 120000"/>
              </a:gdLst>
              <a:ahLst/>
              <a:cxnLst>
                <a:cxn ang="0">
                  <a:pos x="60077" y="120000"/>
                </a:cxn>
                <a:cxn ang="0">
                  <a:pos x="120000" y="0"/>
                </a:cxn>
                <a:cxn ang="0">
                  <a:pos x="0" y="0"/>
                </a:cxn>
                <a:cxn ang="0">
                  <a:pos x="60077" y="120000"/>
                </a:cxn>
              </a:cxnLst>
              <a:rect l="T0" t="T1" r="T2" b="T3"/>
              <a:pathLst>
                <a:path w="120000" h="120000" extrusionOk="0">
                  <a:moveTo>
                    <a:pt x="60077" y="120000"/>
                  </a:moveTo>
                  <a:cubicBezTo>
                    <a:pt x="93212" y="120000"/>
                    <a:pt x="120000" y="66149"/>
                    <a:pt x="120000" y="0"/>
                  </a:cubicBezTo>
                  <a:cubicBezTo>
                    <a:pt x="0" y="0"/>
                    <a:pt x="0" y="0"/>
                    <a:pt x="0" y="0"/>
                  </a:cubicBezTo>
                  <a:cubicBezTo>
                    <a:pt x="0" y="66149"/>
                    <a:pt x="26941" y="120000"/>
                    <a:pt x="60077" y="120000"/>
                  </a:cubicBezTo>
                  <a:close/>
                </a:path>
              </a:pathLst>
            </a:custGeom>
            <a:solidFill>
              <a:schemeClr val="accent2"/>
            </a:solidFill>
            <a:ln w="9525">
              <a:noFill/>
              <a:round/>
              <a:headEnd/>
              <a:tailEnd/>
            </a:ln>
          </p:spPr>
          <p:txBody>
            <a:bodyPr lIns="91425" tIns="45700" rIns="91425" bIns="45700"/>
            <a:lstStyle/>
            <a:p>
              <a:pPr>
                <a:defRPr/>
              </a:pPr>
              <a:endParaRPr lang="en-US"/>
            </a:p>
          </p:txBody>
        </p:sp>
        <p:sp>
          <p:nvSpPr>
            <p:cNvPr id="11" name="Google Shape;633;p17">
              <a:extLst>
                <a:ext uri="{FF2B5EF4-FFF2-40B4-BE49-F238E27FC236}">
                  <a16:creationId xmlns:a16="http://schemas.microsoft.com/office/drawing/2014/main" id="{E10D3661-1BF1-F246-659F-6B342129019F}"/>
                </a:ext>
              </a:extLst>
            </p:cNvPr>
            <p:cNvSpPr>
              <a:spLocks/>
            </p:cNvSpPr>
            <p:nvPr/>
          </p:nvSpPr>
          <p:spPr bwMode="auto">
            <a:xfrm>
              <a:off x="3081" y="2504"/>
              <a:ext cx="1446" cy="674"/>
            </a:xfrm>
            <a:custGeom>
              <a:avLst/>
              <a:gdLst>
                <a:gd name="T0" fmla="*/ 0 w 120000"/>
                <a:gd name="T1" fmla="*/ 0 h 120000"/>
                <a:gd name="T2" fmla="*/ 120000 w 120000"/>
                <a:gd name="T3" fmla="*/ 120000 h 120000"/>
              </a:gdLst>
              <a:ahLst/>
              <a:cxnLst>
                <a:cxn ang="0">
                  <a:pos x="60000" y="119999"/>
                </a:cxn>
                <a:cxn ang="0">
                  <a:pos x="120000" y="0"/>
                </a:cxn>
                <a:cxn ang="0">
                  <a:pos x="0" y="0"/>
                </a:cxn>
                <a:cxn ang="0">
                  <a:pos x="60000" y="119999"/>
                </a:cxn>
              </a:cxnLst>
              <a:rect l="T0" t="T1" r="T2" b="T3"/>
              <a:pathLst>
                <a:path w="120000" h="120000" extrusionOk="0">
                  <a:moveTo>
                    <a:pt x="60000" y="119999"/>
                  </a:moveTo>
                  <a:cubicBezTo>
                    <a:pt x="93245" y="119999"/>
                    <a:pt x="120000" y="66105"/>
                    <a:pt x="120000" y="0"/>
                  </a:cubicBezTo>
                  <a:cubicBezTo>
                    <a:pt x="0" y="0"/>
                    <a:pt x="0" y="0"/>
                    <a:pt x="0" y="0"/>
                  </a:cubicBezTo>
                  <a:cubicBezTo>
                    <a:pt x="0" y="66105"/>
                    <a:pt x="26754" y="119999"/>
                    <a:pt x="60000" y="119999"/>
                  </a:cubicBezTo>
                  <a:close/>
                </a:path>
              </a:pathLst>
            </a:custGeom>
            <a:solidFill>
              <a:srgbClr val="D8DADD"/>
            </a:solidFill>
            <a:ln w="9525">
              <a:noFill/>
              <a:round/>
              <a:headEnd/>
              <a:tailEnd/>
            </a:ln>
          </p:spPr>
          <p:txBody>
            <a:bodyPr lIns="91425" tIns="45700" rIns="91425" bIns="45700"/>
            <a:lstStyle/>
            <a:p>
              <a:pPr>
                <a:defRPr/>
              </a:pPr>
              <a:endParaRPr lang="en-US"/>
            </a:p>
          </p:txBody>
        </p:sp>
        <p:sp>
          <p:nvSpPr>
            <p:cNvPr id="12" name="Google Shape;634;p17">
              <a:extLst>
                <a:ext uri="{FF2B5EF4-FFF2-40B4-BE49-F238E27FC236}">
                  <a16:creationId xmlns:a16="http://schemas.microsoft.com/office/drawing/2014/main" id="{414EACB4-E140-947E-6E9A-AF1FD2080E5B}"/>
                </a:ext>
              </a:extLst>
            </p:cNvPr>
            <p:cNvSpPr/>
            <p:nvPr/>
          </p:nvSpPr>
          <p:spPr>
            <a:xfrm>
              <a:off x="3266" y="2504"/>
              <a:ext cx="1076" cy="501"/>
            </a:xfrm>
            <a:custGeom>
              <a:avLst/>
              <a:gdLst/>
              <a:ahLst/>
              <a:cxnLst/>
              <a:rect l="0" t="0" r="0" b="0"/>
              <a:pathLst>
                <a:path w="120000" h="120000" extrusionOk="0">
                  <a:moveTo>
                    <a:pt x="60000" y="120000"/>
                  </a:moveTo>
                  <a:cubicBezTo>
                    <a:pt x="93039" y="120000"/>
                    <a:pt x="120000" y="66226"/>
                    <a:pt x="120000" y="0"/>
                  </a:cubicBezTo>
                  <a:cubicBezTo>
                    <a:pt x="0" y="0"/>
                    <a:pt x="0" y="0"/>
                    <a:pt x="0" y="0"/>
                  </a:cubicBezTo>
                  <a:cubicBezTo>
                    <a:pt x="0" y="66226"/>
                    <a:pt x="26960" y="120000"/>
                    <a:pt x="60000" y="120000"/>
                  </a:cubicBez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3" name="Google Shape;635;p17">
              <a:extLst>
                <a:ext uri="{FF2B5EF4-FFF2-40B4-BE49-F238E27FC236}">
                  <a16:creationId xmlns:a16="http://schemas.microsoft.com/office/drawing/2014/main" id="{503D2F2C-AEA8-63EB-3F24-59A08F58B82F}"/>
                </a:ext>
              </a:extLst>
            </p:cNvPr>
            <p:cNvSpPr>
              <a:spLocks/>
            </p:cNvSpPr>
            <p:nvPr/>
          </p:nvSpPr>
          <p:spPr bwMode="auto">
            <a:xfrm>
              <a:off x="2813" y="961"/>
              <a:ext cx="2052" cy="1860"/>
            </a:xfrm>
            <a:custGeom>
              <a:avLst/>
              <a:gdLst>
                <a:gd name="T0" fmla="*/ 0 w 120000"/>
                <a:gd name="T1" fmla="*/ 0 h 120000"/>
                <a:gd name="T2" fmla="*/ 120000 w 120000"/>
                <a:gd name="T3" fmla="*/ 120000 h 120000"/>
              </a:gdLst>
              <a:ahLst/>
              <a:cxnLst>
                <a:cxn ang="0">
                  <a:pos x="119445" y="48152"/>
                </a:cxn>
                <a:cxn ang="0">
                  <a:pos x="119445" y="48458"/>
                </a:cxn>
                <a:cxn ang="0">
                  <a:pos x="115838" y="56407"/>
                </a:cxn>
                <a:cxn ang="0">
                  <a:pos x="98219" y="61605"/>
                </a:cxn>
                <a:cxn ang="0">
                  <a:pos x="95167" y="58089"/>
                </a:cxn>
                <a:cxn ang="0">
                  <a:pos x="105294" y="51515"/>
                </a:cxn>
                <a:cxn ang="0">
                  <a:pos x="101410" y="53044"/>
                </a:cxn>
                <a:cxn ang="0">
                  <a:pos x="87537" y="59006"/>
                </a:cxn>
                <a:cxn ang="0">
                  <a:pos x="83930" y="54878"/>
                </a:cxn>
                <a:cxn ang="0">
                  <a:pos x="92947" y="42038"/>
                </a:cxn>
                <a:cxn ang="0">
                  <a:pos x="92393" y="40815"/>
                </a:cxn>
                <a:cxn ang="0">
                  <a:pos x="85040" y="50598"/>
                </a:cxn>
                <a:cxn ang="0">
                  <a:pos x="78381" y="64203"/>
                </a:cxn>
                <a:cxn ang="0">
                  <a:pos x="61456" y="69248"/>
                </a:cxn>
                <a:cxn ang="0">
                  <a:pos x="63121" y="60993"/>
                </a:cxn>
                <a:cxn ang="0">
                  <a:pos x="80878" y="38675"/>
                </a:cxn>
                <a:cxn ang="0">
                  <a:pos x="88231" y="35159"/>
                </a:cxn>
                <a:cxn ang="0">
                  <a:pos x="90312" y="31490"/>
                </a:cxn>
                <a:cxn ang="0">
                  <a:pos x="80462" y="36993"/>
                </a:cxn>
                <a:cxn ang="0">
                  <a:pos x="74774" y="36382"/>
                </a:cxn>
                <a:cxn ang="0">
                  <a:pos x="84208" y="15898"/>
                </a:cxn>
                <a:cxn ang="0">
                  <a:pos x="82127" y="0"/>
                </a:cxn>
                <a:cxn ang="0">
                  <a:pos x="83930" y="13757"/>
                </a:cxn>
                <a:cxn ang="0">
                  <a:pos x="71722" y="24305"/>
                </a:cxn>
                <a:cxn ang="0">
                  <a:pos x="62843" y="15133"/>
                </a:cxn>
                <a:cxn ang="0">
                  <a:pos x="72138" y="31184"/>
                </a:cxn>
                <a:cxn ang="0">
                  <a:pos x="57294" y="59312"/>
                </a:cxn>
                <a:cxn ang="0">
                  <a:pos x="53687" y="42191"/>
                </a:cxn>
                <a:cxn ang="0">
                  <a:pos x="52855" y="29503"/>
                </a:cxn>
                <a:cxn ang="0">
                  <a:pos x="53410" y="38675"/>
                </a:cxn>
                <a:cxn ang="0">
                  <a:pos x="47722" y="36229"/>
                </a:cxn>
                <a:cxn ang="0">
                  <a:pos x="34265" y="23388"/>
                </a:cxn>
                <a:cxn ang="0">
                  <a:pos x="39537" y="32407"/>
                </a:cxn>
                <a:cxn ang="0">
                  <a:pos x="49109" y="46165"/>
                </a:cxn>
                <a:cxn ang="0">
                  <a:pos x="49803" y="56713"/>
                </a:cxn>
                <a:cxn ang="0">
                  <a:pos x="28578" y="37757"/>
                </a:cxn>
                <a:cxn ang="0">
                  <a:pos x="24416" y="29044"/>
                </a:cxn>
                <a:cxn ang="0">
                  <a:pos x="23028" y="37299"/>
                </a:cxn>
                <a:cxn ang="0">
                  <a:pos x="20947" y="36993"/>
                </a:cxn>
                <a:cxn ang="0">
                  <a:pos x="31768" y="44331"/>
                </a:cxn>
                <a:cxn ang="0">
                  <a:pos x="48971" y="63592"/>
                </a:cxn>
                <a:cxn ang="0">
                  <a:pos x="29687" y="54114"/>
                </a:cxn>
                <a:cxn ang="0">
                  <a:pos x="16508" y="46012"/>
                </a:cxn>
                <a:cxn ang="0">
                  <a:pos x="2913" y="36535"/>
                </a:cxn>
                <a:cxn ang="0">
                  <a:pos x="5132" y="41426"/>
                </a:cxn>
                <a:cxn ang="0">
                  <a:pos x="23028" y="50140"/>
                </a:cxn>
                <a:cxn ang="0">
                  <a:pos x="12346" y="52127"/>
                </a:cxn>
                <a:cxn ang="0">
                  <a:pos x="25526" y="54267"/>
                </a:cxn>
                <a:cxn ang="0">
                  <a:pos x="14150" y="59770"/>
                </a:cxn>
                <a:cxn ang="0">
                  <a:pos x="0" y="60535"/>
                </a:cxn>
                <a:cxn ang="0">
                  <a:pos x="27606" y="59617"/>
                </a:cxn>
                <a:cxn ang="0">
                  <a:pos x="52161" y="74445"/>
                </a:cxn>
                <a:cxn ang="0">
                  <a:pos x="52439" y="92178"/>
                </a:cxn>
                <a:cxn ang="0">
                  <a:pos x="38150" y="99515"/>
                </a:cxn>
                <a:cxn ang="0">
                  <a:pos x="69502" y="99515"/>
                </a:cxn>
                <a:cxn ang="0">
                  <a:pos x="62843" y="85757"/>
                </a:cxn>
                <a:cxn ang="0">
                  <a:pos x="63260" y="75363"/>
                </a:cxn>
                <a:cxn ang="0">
                  <a:pos x="81572" y="66496"/>
                </a:cxn>
                <a:cxn ang="0">
                  <a:pos x="94890" y="63439"/>
                </a:cxn>
                <a:cxn ang="0">
                  <a:pos x="116670" y="56560"/>
                </a:cxn>
              </a:cxnLst>
              <a:rect l="T0" t="T1" r="T2" b="T3"/>
              <a:pathLst>
                <a:path w="120000" h="120000" extrusionOk="0">
                  <a:moveTo>
                    <a:pt x="119445" y="48152"/>
                  </a:moveTo>
                  <a:cubicBezTo>
                    <a:pt x="119583" y="48000"/>
                    <a:pt x="119583" y="48000"/>
                    <a:pt x="119445" y="48152"/>
                  </a:cubicBezTo>
                  <a:cubicBezTo>
                    <a:pt x="119445" y="48152"/>
                    <a:pt x="119445" y="48152"/>
                    <a:pt x="119445" y="48152"/>
                  </a:cubicBezTo>
                  <a:cubicBezTo>
                    <a:pt x="119445" y="48152"/>
                    <a:pt x="119445" y="48305"/>
                    <a:pt x="119445" y="48305"/>
                  </a:cubicBezTo>
                  <a:cubicBezTo>
                    <a:pt x="119445" y="48458"/>
                    <a:pt x="119445" y="48611"/>
                    <a:pt x="119445" y="48611"/>
                  </a:cubicBezTo>
                  <a:cubicBezTo>
                    <a:pt x="119445" y="48611"/>
                    <a:pt x="119445" y="48611"/>
                    <a:pt x="119445" y="48458"/>
                  </a:cubicBezTo>
                  <a:cubicBezTo>
                    <a:pt x="119028" y="49834"/>
                    <a:pt x="118612" y="51210"/>
                    <a:pt x="118196" y="52585"/>
                  </a:cubicBezTo>
                  <a:cubicBezTo>
                    <a:pt x="117780" y="53808"/>
                    <a:pt x="117364" y="54726"/>
                    <a:pt x="116531" y="55643"/>
                  </a:cubicBezTo>
                  <a:cubicBezTo>
                    <a:pt x="116393" y="55949"/>
                    <a:pt x="115976" y="56254"/>
                    <a:pt x="115838" y="56407"/>
                  </a:cubicBezTo>
                  <a:cubicBezTo>
                    <a:pt x="114312" y="57936"/>
                    <a:pt x="112508" y="59312"/>
                    <a:pt x="110843" y="60382"/>
                  </a:cubicBezTo>
                  <a:cubicBezTo>
                    <a:pt x="109317" y="61299"/>
                    <a:pt x="107653" y="61757"/>
                    <a:pt x="105988" y="61757"/>
                  </a:cubicBezTo>
                  <a:cubicBezTo>
                    <a:pt x="103491" y="61910"/>
                    <a:pt x="100855" y="61605"/>
                    <a:pt x="98219" y="61605"/>
                  </a:cubicBezTo>
                  <a:cubicBezTo>
                    <a:pt x="94890" y="61452"/>
                    <a:pt x="91421" y="61452"/>
                    <a:pt x="88092" y="61299"/>
                  </a:cubicBezTo>
                  <a:cubicBezTo>
                    <a:pt x="88924" y="60535"/>
                    <a:pt x="90312" y="60229"/>
                    <a:pt x="91283" y="59923"/>
                  </a:cubicBezTo>
                  <a:cubicBezTo>
                    <a:pt x="92670" y="59312"/>
                    <a:pt x="94057" y="58853"/>
                    <a:pt x="95167" y="58089"/>
                  </a:cubicBezTo>
                  <a:cubicBezTo>
                    <a:pt x="97109" y="57019"/>
                    <a:pt x="98913" y="55796"/>
                    <a:pt x="100716" y="54573"/>
                  </a:cubicBezTo>
                  <a:cubicBezTo>
                    <a:pt x="101549" y="54114"/>
                    <a:pt x="102381" y="53503"/>
                    <a:pt x="103213" y="53044"/>
                  </a:cubicBezTo>
                  <a:cubicBezTo>
                    <a:pt x="103907" y="52585"/>
                    <a:pt x="104739" y="52127"/>
                    <a:pt x="105294" y="51515"/>
                  </a:cubicBezTo>
                  <a:cubicBezTo>
                    <a:pt x="106959" y="49834"/>
                    <a:pt x="107791" y="47694"/>
                    <a:pt x="108624" y="45401"/>
                  </a:cubicBezTo>
                  <a:cubicBezTo>
                    <a:pt x="107514" y="47388"/>
                    <a:pt x="106682" y="49528"/>
                    <a:pt x="104878" y="51057"/>
                  </a:cubicBezTo>
                  <a:cubicBezTo>
                    <a:pt x="104046" y="51974"/>
                    <a:pt x="102381" y="52433"/>
                    <a:pt x="101410" y="53044"/>
                  </a:cubicBezTo>
                  <a:cubicBezTo>
                    <a:pt x="100439" y="53656"/>
                    <a:pt x="99468" y="54114"/>
                    <a:pt x="98358" y="54573"/>
                  </a:cubicBezTo>
                  <a:cubicBezTo>
                    <a:pt x="96554" y="55337"/>
                    <a:pt x="95028" y="56407"/>
                    <a:pt x="93225" y="57019"/>
                  </a:cubicBezTo>
                  <a:cubicBezTo>
                    <a:pt x="91421" y="57783"/>
                    <a:pt x="89341" y="58242"/>
                    <a:pt x="87537" y="59006"/>
                  </a:cubicBezTo>
                  <a:cubicBezTo>
                    <a:pt x="85456" y="59923"/>
                    <a:pt x="83791" y="61299"/>
                    <a:pt x="81988" y="62522"/>
                  </a:cubicBezTo>
                  <a:cubicBezTo>
                    <a:pt x="82265" y="61146"/>
                    <a:pt x="82543" y="58853"/>
                    <a:pt x="82820" y="57783"/>
                  </a:cubicBezTo>
                  <a:cubicBezTo>
                    <a:pt x="83098" y="56713"/>
                    <a:pt x="83514" y="55796"/>
                    <a:pt x="83930" y="54878"/>
                  </a:cubicBezTo>
                  <a:cubicBezTo>
                    <a:pt x="85179" y="53197"/>
                    <a:pt x="86705" y="51363"/>
                    <a:pt x="88369" y="50140"/>
                  </a:cubicBezTo>
                  <a:cubicBezTo>
                    <a:pt x="90173" y="48917"/>
                    <a:pt x="91421" y="47541"/>
                    <a:pt x="92393" y="45707"/>
                  </a:cubicBezTo>
                  <a:cubicBezTo>
                    <a:pt x="92670" y="44484"/>
                    <a:pt x="92947" y="43261"/>
                    <a:pt x="92947" y="42038"/>
                  </a:cubicBezTo>
                  <a:cubicBezTo>
                    <a:pt x="92947" y="41579"/>
                    <a:pt x="92947" y="41121"/>
                    <a:pt x="92947" y="40662"/>
                  </a:cubicBezTo>
                  <a:cubicBezTo>
                    <a:pt x="92670" y="38980"/>
                    <a:pt x="92254" y="37146"/>
                    <a:pt x="91976" y="35312"/>
                  </a:cubicBezTo>
                  <a:cubicBezTo>
                    <a:pt x="92115" y="37146"/>
                    <a:pt x="92254" y="38980"/>
                    <a:pt x="92393" y="40815"/>
                  </a:cubicBezTo>
                  <a:cubicBezTo>
                    <a:pt x="92393" y="41121"/>
                    <a:pt x="92393" y="41579"/>
                    <a:pt x="92393" y="42038"/>
                  </a:cubicBezTo>
                  <a:cubicBezTo>
                    <a:pt x="92254" y="44178"/>
                    <a:pt x="91144" y="46012"/>
                    <a:pt x="89479" y="47541"/>
                  </a:cubicBezTo>
                  <a:cubicBezTo>
                    <a:pt x="88092" y="48611"/>
                    <a:pt x="86566" y="49528"/>
                    <a:pt x="85040" y="50598"/>
                  </a:cubicBezTo>
                  <a:cubicBezTo>
                    <a:pt x="83236" y="52127"/>
                    <a:pt x="81710" y="54114"/>
                    <a:pt x="80739" y="56254"/>
                  </a:cubicBezTo>
                  <a:cubicBezTo>
                    <a:pt x="80184" y="57477"/>
                    <a:pt x="79907" y="58700"/>
                    <a:pt x="79630" y="59923"/>
                  </a:cubicBezTo>
                  <a:cubicBezTo>
                    <a:pt x="79352" y="61299"/>
                    <a:pt x="78797" y="62828"/>
                    <a:pt x="78381" y="64203"/>
                  </a:cubicBezTo>
                  <a:cubicBezTo>
                    <a:pt x="74358" y="65579"/>
                    <a:pt x="70196" y="67108"/>
                    <a:pt x="66173" y="68484"/>
                  </a:cubicBezTo>
                  <a:cubicBezTo>
                    <a:pt x="65341" y="68789"/>
                    <a:pt x="64508" y="69095"/>
                    <a:pt x="63537" y="69401"/>
                  </a:cubicBezTo>
                  <a:cubicBezTo>
                    <a:pt x="62843" y="69707"/>
                    <a:pt x="62011" y="70012"/>
                    <a:pt x="61456" y="69248"/>
                  </a:cubicBezTo>
                  <a:cubicBezTo>
                    <a:pt x="61040" y="68484"/>
                    <a:pt x="60763" y="67566"/>
                    <a:pt x="60485" y="66649"/>
                  </a:cubicBezTo>
                  <a:cubicBezTo>
                    <a:pt x="60069" y="65579"/>
                    <a:pt x="59791" y="64662"/>
                    <a:pt x="60763" y="63592"/>
                  </a:cubicBezTo>
                  <a:cubicBezTo>
                    <a:pt x="61456" y="62675"/>
                    <a:pt x="62289" y="61910"/>
                    <a:pt x="63121" y="60993"/>
                  </a:cubicBezTo>
                  <a:cubicBezTo>
                    <a:pt x="65618" y="58089"/>
                    <a:pt x="68670" y="55337"/>
                    <a:pt x="70890" y="52127"/>
                  </a:cubicBezTo>
                  <a:cubicBezTo>
                    <a:pt x="72000" y="50445"/>
                    <a:pt x="72554" y="48611"/>
                    <a:pt x="72971" y="46624"/>
                  </a:cubicBezTo>
                  <a:cubicBezTo>
                    <a:pt x="75606" y="44025"/>
                    <a:pt x="78242" y="41426"/>
                    <a:pt x="80878" y="38675"/>
                  </a:cubicBezTo>
                  <a:cubicBezTo>
                    <a:pt x="81433" y="38216"/>
                    <a:pt x="81988" y="37605"/>
                    <a:pt x="82682" y="37299"/>
                  </a:cubicBezTo>
                  <a:cubicBezTo>
                    <a:pt x="83514" y="36840"/>
                    <a:pt x="84485" y="36687"/>
                    <a:pt x="85317" y="36535"/>
                  </a:cubicBezTo>
                  <a:cubicBezTo>
                    <a:pt x="86289" y="36229"/>
                    <a:pt x="87260" y="35770"/>
                    <a:pt x="88231" y="35159"/>
                  </a:cubicBezTo>
                  <a:cubicBezTo>
                    <a:pt x="90034" y="33783"/>
                    <a:pt x="91005" y="31949"/>
                    <a:pt x="92115" y="29808"/>
                  </a:cubicBezTo>
                  <a:cubicBezTo>
                    <a:pt x="93502" y="26904"/>
                    <a:pt x="95028" y="24000"/>
                    <a:pt x="96554" y="21095"/>
                  </a:cubicBezTo>
                  <a:cubicBezTo>
                    <a:pt x="94473" y="24611"/>
                    <a:pt x="92531" y="28127"/>
                    <a:pt x="90312" y="31490"/>
                  </a:cubicBezTo>
                  <a:cubicBezTo>
                    <a:pt x="88924" y="33783"/>
                    <a:pt x="86705" y="34853"/>
                    <a:pt x="84208" y="35312"/>
                  </a:cubicBezTo>
                  <a:cubicBezTo>
                    <a:pt x="82959" y="35617"/>
                    <a:pt x="81433" y="36076"/>
                    <a:pt x="80462" y="36840"/>
                  </a:cubicBezTo>
                  <a:cubicBezTo>
                    <a:pt x="80462" y="36840"/>
                    <a:pt x="80462" y="36840"/>
                    <a:pt x="80462" y="36993"/>
                  </a:cubicBezTo>
                  <a:cubicBezTo>
                    <a:pt x="80046" y="37146"/>
                    <a:pt x="79491" y="37605"/>
                    <a:pt x="79213" y="37910"/>
                  </a:cubicBezTo>
                  <a:cubicBezTo>
                    <a:pt x="77549" y="39286"/>
                    <a:pt x="75468" y="42038"/>
                    <a:pt x="73664" y="42496"/>
                  </a:cubicBezTo>
                  <a:cubicBezTo>
                    <a:pt x="73942" y="40509"/>
                    <a:pt x="74774" y="38522"/>
                    <a:pt x="74774" y="36382"/>
                  </a:cubicBezTo>
                  <a:cubicBezTo>
                    <a:pt x="74913" y="33783"/>
                    <a:pt x="74635" y="31337"/>
                    <a:pt x="73664" y="29044"/>
                  </a:cubicBezTo>
                  <a:cubicBezTo>
                    <a:pt x="75745" y="26598"/>
                    <a:pt x="77687" y="24305"/>
                    <a:pt x="79630" y="22012"/>
                  </a:cubicBezTo>
                  <a:cubicBezTo>
                    <a:pt x="81294" y="20178"/>
                    <a:pt x="83098" y="18191"/>
                    <a:pt x="84208" y="15898"/>
                  </a:cubicBezTo>
                  <a:cubicBezTo>
                    <a:pt x="84763" y="14828"/>
                    <a:pt x="85040" y="13757"/>
                    <a:pt x="85179" y="12687"/>
                  </a:cubicBezTo>
                  <a:cubicBezTo>
                    <a:pt x="85317" y="10700"/>
                    <a:pt x="84763" y="9171"/>
                    <a:pt x="84208" y="7337"/>
                  </a:cubicBezTo>
                  <a:cubicBezTo>
                    <a:pt x="83514" y="4891"/>
                    <a:pt x="82820" y="2445"/>
                    <a:pt x="82127" y="0"/>
                  </a:cubicBezTo>
                  <a:cubicBezTo>
                    <a:pt x="82404" y="1681"/>
                    <a:pt x="82820" y="3363"/>
                    <a:pt x="83098" y="5044"/>
                  </a:cubicBezTo>
                  <a:cubicBezTo>
                    <a:pt x="83791" y="7949"/>
                    <a:pt x="84763" y="10700"/>
                    <a:pt x="83930" y="13605"/>
                  </a:cubicBezTo>
                  <a:cubicBezTo>
                    <a:pt x="83930" y="13605"/>
                    <a:pt x="83930" y="13757"/>
                    <a:pt x="83930" y="13757"/>
                  </a:cubicBezTo>
                  <a:cubicBezTo>
                    <a:pt x="83098" y="15745"/>
                    <a:pt x="81849" y="17273"/>
                    <a:pt x="80462" y="18649"/>
                  </a:cubicBezTo>
                  <a:cubicBezTo>
                    <a:pt x="77826" y="21248"/>
                    <a:pt x="75190" y="23847"/>
                    <a:pt x="72693" y="26445"/>
                  </a:cubicBezTo>
                  <a:cubicBezTo>
                    <a:pt x="72416" y="25834"/>
                    <a:pt x="72000" y="25070"/>
                    <a:pt x="71722" y="24305"/>
                  </a:cubicBezTo>
                  <a:cubicBezTo>
                    <a:pt x="69641" y="20178"/>
                    <a:pt x="64924" y="18038"/>
                    <a:pt x="63121" y="13605"/>
                  </a:cubicBezTo>
                  <a:cubicBezTo>
                    <a:pt x="61595" y="10089"/>
                    <a:pt x="60069" y="6573"/>
                    <a:pt x="58543" y="2904"/>
                  </a:cubicBezTo>
                  <a:cubicBezTo>
                    <a:pt x="59930" y="7031"/>
                    <a:pt x="61179" y="11159"/>
                    <a:pt x="62843" y="15133"/>
                  </a:cubicBezTo>
                  <a:cubicBezTo>
                    <a:pt x="62843" y="15286"/>
                    <a:pt x="62982" y="15439"/>
                    <a:pt x="62982" y="15592"/>
                  </a:cubicBezTo>
                  <a:cubicBezTo>
                    <a:pt x="64924" y="19108"/>
                    <a:pt x="68531" y="21401"/>
                    <a:pt x="70057" y="25070"/>
                  </a:cubicBezTo>
                  <a:cubicBezTo>
                    <a:pt x="70751" y="27210"/>
                    <a:pt x="71445" y="29197"/>
                    <a:pt x="72138" y="31184"/>
                  </a:cubicBezTo>
                  <a:cubicBezTo>
                    <a:pt x="73248" y="36535"/>
                    <a:pt x="71445" y="42191"/>
                    <a:pt x="69086" y="46929"/>
                  </a:cubicBezTo>
                  <a:cubicBezTo>
                    <a:pt x="66728" y="51821"/>
                    <a:pt x="62843" y="55490"/>
                    <a:pt x="58682" y="58853"/>
                  </a:cubicBezTo>
                  <a:cubicBezTo>
                    <a:pt x="58265" y="59159"/>
                    <a:pt x="57849" y="59464"/>
                    <a:pt x="57294" y="59312"/>
                  </a:cubicBezTo>
                  <a:cubicBezTo>
                    <a:pt x="56739" y="59159"/>
                    <a:pt x="56323" y="58700"/>
                    <a:pt x="56046" y="58394"/>
                  </a:cubicBezTo>
                  <a:cubicBezTo>
                    <a:pt x="53271" y="55031"/>
                    <a:pt x="50774" y="51974"/>
                    <a:pt x="51745" y="47541"/>
                  </a:cubicBezTo>
                  <a:cubicBezTo>
                    <a:pt x="52023" y="45554"/>
                    <a:pt x="52855" y="43872"/>
                    <a:pt x="53687" y="42191"/>
                  </a:cubicBezTo>
                  <a:cubicBezTo>
                    <a:pt x="54520" y="40662"/>
                    <a:pt x="54797" y="39286"/>
                    <a:pt x="54797" y="37452"/>
                  </a:cubicBezTo>
                  <a:cubicBezTo>
                    <a:pt x="54797" y="35617"/>
                    <a:pt x="54104" y="33630"/>
                    <a:pt x="53549" y="31796"/>
                  </a:cubicBezTo>
                  <a:cubicBezTo>
                    <a:pt x="53271" y="31031"/>
                    <a:pt x="52994" y="30267"/>
                    <a:pt x="52855" y="29503"/>
                  </a:cubicBezTo>
                  <a:cubicBezTo>
                    <a:pt x="52855" y="30114"/>
                    <a:pt x="52994" y="30878"/>
                    <a:pt x="53132" y="31643"/>
                  </a:cubicBezTo>
                  <a:cubicBezTo>
                    <a:pt x="53410" y="33477"/>
                    <a:pt x="53965" y="35464"/>
                    <a:pt x="53687" y="37452"/>
                  </a:cubicBezTo>
                  <a:cubicBezTo>
                    <a:pt x="53549" y="37910"/>
                    <a:pt x="53410" y="38216"/>
                    <a:pt x="53410" y="38675"/>
                  </a:cubicBezTo>
                  <a:cubicBezTo>
                    <a:pt x="52994" y="40203"/>
                    <a:pt x="52023" y="41579"/>
                    <a:pt x="51190" y="42955"/>
                  </a:cubicBezTo>
                  <a:cubicBezTo>
                    <a:pt x="51052" y="43261"/>
                    <a:pt x="49387" y="40050"/>
                    <a:pt x="49387" y="39745"/>
                  </a:cubicBezTo>
                  <a:cubicBezTo>
                    <a:pt x="48832" y="38675"/>
                    <a:pt x="48416" y="37146"/>
                    <a:pt x="47722" y="36229"/>
                  </a:cubicBezTo>
                  <a:cubicBezTo>
                    <a:pt x="45919" y="33630"/>
                    <a:pt x="42867" y="32713"/>
                    <a:pt x="40231" y="31337"/>
                  </a:cubicBezTo>
                  <a:cubicBezTo>
                    <a:pt x="38982" y="30573"/>
                    <a:pt x="38011" y="29808"/>
                    <a:pt x="37179" y="28585"/>
                  </a:cubicBezTo>
                  <a:cubicBezTo>
                    <a:pt x="36069" y="27057"/>
                    <a:pt x="35236" y="25070"/>
                    <a:pt x="34265" y="23388"/>
                  </a:cubicBezTo>
                  <a:cubicBezTo>
                    <a:pt x="32878" y="20942"/>
                    <a:pt x="31630" y="18496"/>
                    <a:pt x="30242" y="16203"/>
                  </a:cubicBezTo>
                  <a:cubicBezTo>
                    <a:pt x="32184" y="20178"/>
                    <a:pt x="34127" y="24305"/>
                    <a:pt x="35930" y="28433"/>
                  </a:cubicBezTo>
                  <a:cubicBezTo>
                    <a:pt x="36901" y="30114"/>
                    <a:pt x="37872" y="31337"/>
                    <a:pt x="39537" y="32407"/>
                  </a:cubicBezTo>
                  <a:cubicBezTo>
                    <a:pt x="42173" y="33936"/>
                    <a:pt x="45364" y="35159"/>
                    <a:pt x="46751" y="38216"/>
                  </a:cubicBezTo>
                  <a:cubicBezTo>
                    <a:pt x="47445" y="39439"/>
                    <a:pt x="47583" y="40815"/>
                    <a:pt x="48000" y="42191"/>
                  </a:cubicBezTo>
                  <a:cubicBezTo>
                    <a:pt x="48416" y="43566"/>
                    <a:pt x="49248" y="44789"/>
                    <a:pt x="49109" y="46165"/>
                  </a:cubicBezTo>
                  <a:cubicBezTo>
                    <a:pt x="49109" y="47235"/>
                    <a:pt x="48416" y="48305"/>
                    <a:pt x="48277" y="49375"/>
                  </a:cubicBezTo>
                  <a:cubicBezTo>
                    <a:pt x="48000" y="50445"/>
                    <a:pt x="48000" y="51668"/>
                    <a:pt x="48277" y="52738"/>
                  </a:cubicBezTo>
                  <a:cubicBezTo>
                    <a:pt x="48554" y="54114"/>
                    <a:pt x="48971" y="55490"/>
                    <a:pt x="49803" y="56713"/>
                  </a:cubicBezTo>
                  <a:cubicBezTo>
                    <a:pt x="46890" y="54420"/>
                    <a:pt x="44115" y="52280"/>
                    <a:pt x="41341" y="49834"/>
                  </a:cubicBezTo>
                  <a:cubicBezTo>
                    <a:pt x="39121" y="47694"/>
                    <a:pt x="36763" y="45554"/>
                    <a:pt x="34543" y="43566"/>
                  </a:cubicBezTo>
                  <a:cubicBezTo>
                    <a:pt x="32462" y="41732"/>
                    <a:pt x="29826" y="40050"/>
                    <a:pt x="28578" y="37757"/>
                  </a:cubicBezTo>
                  <a:cubicBezTo>
                    <a:pt x="27329" y="35770"/>
                    <a:pt x="26774" y="33324"/>
                    <a:pt x="25942" y="31337"/>
                  </a:cubicBezTo>
                  <a:cubicBezTo>
                    <a:pt x="24832" y="28585"/>
                    <a:pt x="23861" y="25834"/>
                    <a:pt x="22751" y="23235"/>
                  </a:cubicBezTo>
                  <a:cubicBezTo>
                    <a:pt x="23306" y="25222"/>
                    <a:pt x="23861" y="27210"/>
                    <a:pt x="24416" y="29044"/>
                  </a:cubicBezTo>
                  <a:cubicBezTo>
                    <a:pt x="24832" y="30726"/>
                    <a:pt x="25387" y="32560"/>
                    <a:pt x="25803" y="34242"/>
                  </a:cubicBezTo>
                  <a:cubicBezTo>
                    <a:pt x="26358" y="36076"/>
                    <a:pt x="26635" y="37910"/>
                    <a:pt x="27606" y="39439"/>
                  </a:cubicBezTo>
                  <a:cubicBezTo>
                    <a:pt x="26080" y="38675"/>
                    <a:pt x="24554" y="37910"/>
                    <a:pt x="23028" y="37299"/>
                  </a:cubicBezTo>
                  <a:cubicBezTo>
                    <a:pt x="22890" y="37146"/>
                    <a:pt x="22196" y="36687"/>
                    <a:pt x="21780" y="36535"/>
                  </a:cubicBezTo>
                  <a:cubicBezTo>
                    <a:pt x="19699" y="34547"/>
                    <a:pt x="17895" y="32407"/>
                    <a:pt x="15953" y="30420"/>
                  </a:cubicBezTo>
                  <a:cubicBezTo>
                    <a:pt x="17479" y="32560"/>
                    <a:pt x="19005" y="35006"/>
                    <a:pt x="20947" y="36993"/>
                  </a:cubicBezTo>
                  <a:cubicBezTo>
                    <a:pt x="21225" y="37299"/>
                    <a:pt x="21502" y="37452"/>
                    <a:pt x="21641" y="37757"/>
                  </a:cubicBezTo>
                  <a:cubicBezTo>
                    <a:pt x="23167" y="38828"/>
                    <a:pt x="24693" y="39745"/>
                    <a:pt x="26219" y="40815"/>
                  </a:cubicBezTo>
                  <a:cubicBezTo>
                    <a:pt x="28161" y="42038"/>
                    <a:pt x="29965" y="43108"/>
                    <a:pt x="31768" y="44331"/>
                  </a:cubicBezTo>
                  <a:cubicBezTo>
                    <a:pt x="36208" y="49375"/>
                    <a:pt x="40786" y="54267"/>
                    <a:pt x="45502" y="59006"/>
                  </a:cubicBezTo>
                  <a:cubicBezTo>
                    <a:pt x="46473" y="59770"/>
                    <a:pt x="47722" y="60840"/>
                    <a:pt x="48277" y="61910"/>
                  </a:cubicBezTo>
                  <a:cubicBezTo>
                    <a:pt x="48554" y="62369"/>
                    <a:pt x="48693" y="62980"/>
                    <a:pt x="48971" y="63592"/>
                  </a:cubicBezTo>
                  <a:cubicBezTo>
                    <a:pt x="49387" y="64815"/>
                    <a:pt x="49803" y="66191"/>
                    <a:pt x="50219" y="67566"/>
                  </a:cubicBezTo>
                  <a:cubicBezTo>
                    <a:pt x="43838" y="63898"/>
                    <a:pt x="37456" y="60382"/>
                    <a:pt x="31491" y="56407"/>
                  </a:cubicBezTo>
                  <a:cubicBezTo>
                    <a:pt x="30658" y="55796"/>
                    <a:pt x="30104" y="54878"/>
                    <a:pt x="29687" y="54114"/>
                  </a:cubicBezTo>
                  <a:cubicBezTo>
                    <a:pt x="28994" y="53044"/>
                    <a:pt x="28300" y="52127"/>
                    <a:pt x="27606" y="51363"/>
                  </a:cubicBezTo>
                  <a:cubicBezTo>
                    <a:pt x="26219" y="49987"/>
                    <a:pt x="24554" y="48764"/>
                    <a:pt x="22751" y="48000"/>
                  </a:cubicBezTo>
                  <a:cubicBezTo>
                    <a:pt x="20809" y="47235"/>
                    <a:pt x="18589" y="46777"/>
                    <a:pt x="16508" y="46012"/>
                  </a:cubicBezTo>
                  <a:cubicBezTo>
                    <a:pt x="14289" y="44942"/>
                    <a:pt x="11930" y="44178"/>
                    <a:pt x="9710" y="43261"/>
                  </a:cubicBezTo>
                  <a:cubicBezTo>
                    <a:pt x="8184" y="42802"/>
                    <a:pt x="6658" y="42343"/>
                    <a:pt x="5687" y="41121"/>
                  </a:cubicBezTo>
                  <a:cubicBezTo>
                    <a:pt x="4578" y="39745"/>
                    <a:pt x="3745" y="38063"/>
                    <a:pt x="2913" y="36535"/>
                  </a:cubicBezTo>
                  <a:cubicBezTo>
                    <a:pt x="1942" y="34853"/>
                    <a:pt x="832" y="33171"/>
                    <a:pt x="0" y="31337"/>
                  </a:cubicBezTo>
                  <a:cubicBezTo>
                    <a:pt x="693" y="33019"/>
                    <a:pt x="1526" y="34547"/>
                    <a:pt x="2358" y="36076"/>
                  </a:cubicBezTo>
                  <a:cubicBezTo>
                    <a:pt x="3190" y="37757"/>
                    <a:pt x="3884" y="39745"/>
                    <a:pt x="5132" y="41426"/>
                  </a:cubicBezTo>
                  <a:cubicBezTo>
                    <a:pt x="6658" y="43414"/>
                    <a:pt x="8878" y="44025"/>
                    <a:pt x="11098" y="44942"/>
                  </a:cubicBezTo>
                  <a:cubicBezTo>
                    <a:pt x="13179" y="45859"/>
                    <a:pt x="15121" y="46777"/>
                    <a:pt x="17202" y="47694"/>
                  </a:cubicBezTo>
                  <a:cubicBezTo>
                    <a:pt x="19144" y="48458"/>
                    <a:pt x="21086" y="49375"/>
                    <a:pt x="23028" y="50140"/>
                  </a:cubicBezTo>
                  <a:cubicBezTo>
                    <a:pt x="24277" y="50751"/>
                    <a:pt x="25109" y="51668"/>
                    <a:pt x="25942" y="52738"/>
                  </a:cubicBezTo>
                  <a:cubicBezTo>
                    <a:pt x="23306" y="51363"/>
                    <a:pt x="20670" y="51668"/>
                    <a:pt x="17895" y="51821"/>
                  </a:cubicBezTo>
                  <a:cubicBezTo>
                    <a:pt x="16092" y="51821"/>
                    <a:pt x="14150" y="51974"/>
                    <a:pt x="12346" y="52127"/>
                  </a:cubicBezTo>
                  <a:cubicBezTo>
                    <a:pt x="14427" y="52127"/>
                    <a:pt x="16508" y="52280"/>
                    <a:pt x="18589" y="52433"/>
                  </a:cubicBezTo>
                  <a:cubicBezTo>
                    <a:pt x="20254" y="52433"/>
                    <a:pt x="22057" y="52433"/>
                    <a:pt x="23722" y="53197"/>
                  </a:cubicBezTo>
                  <a:cubicBezTo>
                    <a:pt x="24416" y="53503"/>
                    <a:pt x="24971" y="53808"/>
                    <a:pt x="25526" y="54267"/>
                  </a:cubicBezTo>
                  <a:cubicBezTo>
                    <a:pt x="26635" y="55031"/>
                    <a:pt x="27884" y="56101"/>
                    <a:pt x="28994" y="57019"/>
                  </a:cubicBezTo>
                  <a:cubicBezTo>
                    <a:pt x="28994" y="57019"/>
                    <a:pt x="28994" y="57019"/>
                    <a:pt x="28994" y="57019"/>
                  </a:cubicBezTo>
                  <a:cubicBezTo>
                    <a:pt x="24000" y="57936"/>
                    <a:pt x="19144" y="59006"/>
                    <a:pt x="14150" y="59770"/>
                  </a:cubicBezTo>
                  <a:cubicBezTo>
                    <a:pt x="12763" y="59923"/>
                    <a:pt x="11375" y="60229"/>
                    <a:pt x="9988" y="60382"/>
                  </a:cubicBezTo>
                  <a:cubicBezTo>
                    <a:pt x="8601" y="60687"/>
                    <a:pt x="7491" y="61146"/>
                    <a:pt x="6104" y="61452"/>
                  </a:cubicBezTo>
                  <a:cubicBezTo>
                    <a:pt x="4023" y="62063"/>
                    <a:pt x="1942" y="61605"/>
                    <a:pt x="0" y="60535"/>
                  </a:cubicBezTo>
                  <a:cubicBezTo>
                    <a:pt x="2219" y="62063"/>
                    <a:pt x="4439" y="62369"/>
                    <a:pt x="6936" y="61910"/>
                  </a:cubicBezTo>
                  <a:cubicBezTo>
                    <a:pt x="10543" y="61299"/>
                    <a:pt x="14011" y="60840"/>
                    <a:pt x="17618" y="60382"/>
                  </a:cubicBezTo>
                  <a:cubicBezTo>
                    <a:pt x="20947" y="60229"/>
                    <a:pt x="24277" y="59923"/>
                    <a:pt x="27606" y="59617"/>
                  </a:cubicBezTo>
                  <a:cubicBezTo>
                    <a:pt x="28578" y="59464"/>
                    <a:pt x="29549" y="59464"/>
                    <a:pt x="30520" y="59312"/>
                  </a:cubicBezTo>
                  <a:cubicBezTo>
                    <a:pt x="30797" y="59312"/>
                    <a:pt x="31491" y="59312"/>
                    <a:pt x="31491" y="59159"/>
                  </a:cubicBezTo>
                  <a:cubicBezTo>
                    <a:pt x="38150" y="64509"/>
                    <a:pt x="45225" y="69401"/>
                    <a:pt x="52161" y="74445"/>
                  </a:cubicBezTo>
                  <a:cubicBezTo>
                    <a:pt x="53687" y="75515"/>
                    <a:pt x="53271" y="77656"/>
                    <a:pt x="53132" y="79337"/>
                  </a:cubicBezTo>
                  <a:cubicBezTo>
                    <a:pt x="52994" y="81783"/>
                    <a:pt x="52855" y="84229"/>
                    <a:pt x="52716" y="86675"/>
                  </a:cubicBezTo>
                  <a:cubicBezTo>
                    <a:pt x="52578" y="88509"/>
                    <a:pt x="52578" y="90343"/>
                    <a:pt x="52439" y="92178"/>
                  </a:cubicBezTo>
                  <a:cubicBezTo>
                    <a:pt x="52300" y="93401"/>
                    <a:pt x="52023" y="94471"/>
                    <a:pt x="51606" y="95388"/>
                  </a:cubicBezTo>
                  <a:cubicBezTo>
                    <a:pt x="50497" y="97987"/>
                    <a:pt x="47861" y="99515"/>
                    <a:pt x="45225" y="99515"/>
                  </a:cubicBezTo>
                  <a:cubicBezTo>
                    <a:pt x="38150" y="99515"/>
                    <a:pt x="38150" y="99515"/>
                    <a:pt x="38150" y="99515"/>
                  </a:cubicBezTo>
                  <a:cubicBezTo>
                    <a:pt x="38150" y="110828"/>
                    <a:pt x="47028" y="120000"/>
                    <a:pt x="57988" y="120000"/>
                  </a:cubicBezTo>
                  <a:cubicBezTo>
                    <a:pt x="68947" y="120000"/>
                    <a:pt x="77826" y="110828"/>
                    <a:pt x="77826" y="99515"/>
                  </a:cubicBezTo>
                  <a:cubicBezTo>
                    <a:pt x="69502" y="99515"/>
                    <a:pt x="69502" y="99515"/>
                    <a:pt x="69502" y="99515"/>
                  </a:cubicBezTo>
                  <a:cubicBezTo>
                    <a:pt x="65757" y="99515"/>
                    <a:pt x="62566" y="96458"/>
                    <a:pt x="62427" y="92636"/>
                  </a:cubicBezTo>
                  <a:cubicBezTo>
                    <a:pt x="62427" y="92331"/>
                    <a:pt x="62427" y="92178"/>
                    <a:pt x="62427" y="91872"/>
                  </a:cubicBezTo>
                  <a:cubicBezTo>
                    <a:pt x="62566" y="89885"/>
                    <a:pt x="62705" y="87745"/>
                    <a:pt x="62843" y="85757"/>
                  </a:cubicBezTo>
                  <a:cubicBezTo>
                    <a:pt x="62982" y="83464"/>
                    <a:pt x="63121" y="81324"/>
                    <a:pt x="63260" y="79184"/>
                  </a:cubicBezTo>
                  <a:cubicBezTo>
                    <a:pt x="63260" y="78726"/>
                    <a:pt x="63260" y="78267"/>
                    <a:pt x="63260" y="77808"/>
                  </a:cubicBezTo>
                  <a:cubicBezTo>
                    <a:pt x="63398" y="77044"/>
                    <a:pt x="63121" y="76127"/>
                    <a:pt x="63260" y="75363"/>
                  </a:cubicBezTo>
                  <a:cubicBezTo>
                    <a:pt x="63537" y="74445"/>
                    <a:pt x="64647" y="74140"/>
                    <a:pt x="65341" y="73834"/>
                  </a:cubicBezTo>
                  <a:cubicBezTo>
                    <a:pt x="69780" y="71847"/>
                    <a:pt x="74219" y="69859"/>
                    <a:pt x="78658" y="67872"/>
                  </a:cubicBezTo>
                  <a:cubicBezTo>
                    <a:pt x="79630" y="67414"/>
                    <a:pt x="80601" y="66955"/>
                    <a:pt x="81572" y="66496"/>
                  </a:cubicBezTo>
                  <a:cubicBezTo>
                    <a:pt x="82543" y="65885"/>
                    <a:pt x="83375" y="65121"/>
                    <a:pt x="84208" y="64509"/>
                  </a:cubicBezTo>
                  <a:cubicBezTo>
                    <a:pt x="85872" y="63286"/>
                    <a:pt x="87676" y="63745"/>
                    <a:pt x="89479" y="63592"/>
                  </a:cubicBezTo>
                  <a:cubicBezTo>
                    <a:pt x="91283" y="63592"/>
                    <a:pt x="93086" y="63592"/>
                    <a:pt x="94890" y="63439"/>
                  </a:cubicBezTo>
                  <a:cubicBezTo>
                    <a:pt x="98497" y="63439"/>
                    <a:pt x="101965" y="63286"/>
                    <a:pt x="105572" y="63133"/>
                  </a:cubicBezTo>
                  <a:cubicBezTo>
                    <a:pt x="107375" y="63133"/>
                    <a:pt x="109317" y="62828"/>
                    <a:pt x="110843" y="61605"/>
                  </a:cubicBezTo>
                  <a:cubicBezTo>
                    <a:pt x="112786" y="60076"/>
                    <a:pt x="114867" y="58394"/>
                    <a:pt x="116670" y="56560"/>
                  </a:cubicBezTo>
                  <a:cubicBezTo>
                    <a:pt x="118751" y="53808"/>
                    <a:pt x="119167" y="49987"/>
                    <a:pt x="120000" y="46624"/>
                  </a:cubicBezTo>
                  <a:cubicBezTo>
                    <a:pt x="119861" y="47082"/>
                    <a:pt x="119722" y="47694"/>
                    <a:pt x="119445" y="48152"/>
                  </a:cubicBezTo>
                  <a:close/>
                </a:path>
              </a:pathLst>
            </a:custGeom>
            <a:solidFill>
              <a:srgbClr val="D8DADD"/>
            </a:solidFill>
            <a:ln w="9525">
              <a:noFill/>
              <a:round/>
              <a:headEnd/>
              <a:tailEnd/>
            </a:ln>
          </p:spPr>
          <p:txBody>
            <a:bodyPr lIns="91425" tIns="45700" rIns="91425" bIns="45700"/>
            <a:lstStyle/>
            <a:p>
              <a:pPr>
                <a:defRPr/>
              </a:pPr>
              <a:endParaRPr lang="en-US"/>
            </a:p>
          </p:txBody>
        </p:sp>
      </p:grpSp>
      <p:grpSp>
        <p:nvGrpSpPr>
          <p:cNvPr id="14" name="Google Shape;636;p17">
            <a:extLst>
              <a:ext uri="{FF2B5EF4-FFF2-40B4-BE49-F238E27FC236}">
                <a16:creationId xmlns:a16="http://schemas.microsoft.com/office/drawing/2014/main" id="{DB42A14B-8BB5-5937-FD66-9D7405710B86}"/>
              </a:ext>
            </a:extLst>
          </p:cNvPr>
          <p:cNvGrpSpPr>
            <a:grpSpLocks/>
          </p:cNvGrpSpPr>
          <p:nvPr/>
        </p:nvGrpSpPr>
        <p:grpSpPr bwMode="auto">
          <a:xfrm>
            <a:off x="1044575" y="1414463"/>
            <a:ext cx="698500" cy="700087"/>
            <a:chOff x="1044399" y="1577809"/>
            <a:chExt cx="699075" cy="699074"/>
          </a:xfrm>
        </p:grpSpPr>
        <p:sp>
          <p:nvSpPr>
            <p:cNvPr id="15" name="Google Shape;637;p17">
              <a:extLst>
                <a:ext uri="{FF2B5EF4-FFF2-40B4-BE49-F238E27FC236}">
                  <a16:creationId xmlns:a16="http://schemas.microsoft.com/office/drawing/2014/main" id="{AEE79B71-E51D-ECDF-8874-6D2E7A4025E8}"/>
                </a:ext>
              </a:extLst>
            </p:cNvPr>
            <p:cNvSpPr>
              <a:spLocks noChangeArrowheads="1"/>
            </p:cNvSpPr>
            <p:nvPr/>
          </p:nvSpPr>
          <p:spPr bwMode="auto">
            <a:xfrm>
              <a:off x="1044399" y="157780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16" name="Google Shape;638;p17">
              <a:extLst>
                <a:ext uri="{FF2B5EF4-FFF2-40B4-BE49-F238E27FC236}">
                  <a16:creationId xmlns:a16="http://schemas.microsoft.com/office/drawing/2014/main" id="{7719837D-1CB3-8D0E-07C2-4D7F238BA7E1}"/>
                </a:ext>
              </a:extLst>
            </p:cNvPr>
            <p:cNvSpPr>
              <a:spLocks/>
            </p:cNvSpPr>
            <p:nvPr/>
          </p:nvSpPr>
          <p:spPr bwMode="auto">
            <a:xfrm>
              <a:off x="1254122" y="1787056"/>
              <a:ext cx="279630" cy="28058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17" name="Google Shape;640;p17">
            <a:extLst>
              <a:ext uri="{FF2B5EF4-FFF2-40B4-BE49-F238E27FC236}">
                <a16:creationId xmlns:a16="http://schemas.microsoft.com/office/drawing/2014/main" id="{271CA5C4-7AAA-CD3C-D6A7-372462DD08E4}"/>
              </a:ext>
            </a:extLst>
          </p:cNvPr>
          <p:cNvCxnSpPr>
            <a:cxnSpLocks noChangeShapeType="1"/>
          </p:cNvCxnSpPr>
          <p:nvPr/>
        </p:nvCxnSpPr>
        <p:spPr bwMode="auto">
          <a:xfrm>
            <a:off x="1187450" y="2463800"/>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18" name="Google Shape;641;p17">
            <a:extLst>
              <a:ext uri="{FF2B5EF4-FFF2-40B4-BE49-F238E27FC236}">
                <a16:creationId xmlns:a16="http://schemas.microsoft.com/office/drawing/2014/main" id="{6E2323F3-7372-D800-BB15-EB2BCDB2CBC9}"/>
              </a:ext>
            </a:extLst>
          </p:cNvPr>
          <p:cNvGrpSpPr>
            <a:grpSpLocks/>
          </p:cNvGrpSpPr>
          <p:nvPr/>
        </p:nvGrpSpPr>
        <p:grpSpPr bwMode="auto">
          <a:xfrm>
            <a:off x="1044575" y="2792413"/>
            <a:ext cx="698500" cy="698500"/>
            <a:chOff x="1044399" y="1577809"/>
            <a:chExt cx="699075" cy="699074"/>
          </a:xfrm>
        </p:grpSpPr>
        <p:sp>
          <p:nvSpPr>
            <p:cNvPr id="19" name="Google Shape;642;p17">
              <a:extLst>
                <a:ext uri="{FF2B5EF4-FFF2-40B4-BE49-F238E27FC236}">
                  <a16:creationId xmlns:a16="http://schemas.microsoft.com/office/drawing/2014/main" id="{20BD97EA-4A05-9642-5AD6-653402B2BD0C}"/>
                </a:ext>
              </a:extLst>
            </p:cNvPr>
            <p:cNvSpPr>
              <a:spLocks noChangeArrowheads="1"/>
            </p:cNvSpPr>
            <p:nvPr/>
          </p:nvSpPr>
          <p:spPr bwMode="auto">
            <a:xfrm>
              <a:off x="1044399" y="157780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20" name="Google Shape;643;p17">
              <a:extLst>
                <a:ext uri="{FF2B5EF4-FFF2-40B4-BE49-F238E27FC236}">
                  <a16:creationId xmlns:a16="http://schemas.microsoft.com/office/drawing/2014/main" id="{A33039E7-0A49-3500-7CBF-7A92A0BEB2DD}"/>
                </a:ext>
              </a:extLst>
            </p:cNvPr>
            <p:cNvSpPr>
              <a:spLocks/>
            </p:cNvSpPr>
            <p:nvPr/>
          </p:nvSpPr>
          <p:spPr bwMode="auto">
            <a:xfrm>
              <a:off x="1254122" y="1787531"/>
              <a:ext cx="279630"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21" name="Google Shape;645;p17">
            <a:extLst>
              <a:ext uri="{FF2B5EF4-FFF2-40B4-BE49-F238E27FC236}">
                <a16:creationId xmlns:a16="http://schemas.microsoft.com/office/drawing/2014/main" id="{28AFB7EE-0BBC-B986-4FCA-2EB5EE149739}"/>
              </a:ext>
            </a:extLst>
          </p:cNvPr>
          <p:cNvCxnSpPr>
            <a:cxnSpLocks noChangeShapeType="1"/>
          </p:cNvCxnSpPr>
          <p:nvPr/>
        </p:nvCxnSpPr>
        <p:spPr bwMode="auto">
          <a:xfrm>
            <a:off x="1187450" y="3835400"/>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22" name="Google Shape;646;p17">
            <a:extLst>
              <a:ext uri="{FF2B5EF4-FFF2-40B4-BE49-F238E27FC236}">
                <a16:creationId xmlns:a16="http://schemas.microsoft.com/office/drawing/2014/main" id="{202B41E6-B322-97F3-B12A-EA694448ACE7}"/>
              </a:ext>
            </a:extLst>
          </p:cNvPr>
          <p:cNvGrpSpPr>
            <a:grpSpLocks/>
          </p:cNvGrpSpPr>
          <p:nvPr/>
        </p:nvGrpSpPr>
        <p:grpSpPr bwMode="auto">
          <a:xfrm>
            <a:off x="1044575" y="4089400"/>
            <a:ext cx="698500" cy="700088"/>
            <a:chOff x="1044399" y="1577809"/>
            <a:chExt cx="699075" cy="699074"/>
          </a:xfrm>
        </p:grpSpPr>
        <p:sp>
          <p:nvSpPr>
            <p:cNvPr id="23" name="Google Shape;647;p17">
              <a:extLst>
                <a:ext uri="{FF2B5EF4-FFF2-40B4-BE49-F238E27FC236}">
                  <a16:creationId xmlns:a16="http://schemas.microsoft.com/office/drawing/2014/main" id="{FA91846B-E348-AB6D-564E-C12284DB1B48}"/>
                </a:ext>
              </a:extLst>
            </p:cNvPr>
            <p:cNvSpPr>
              <a:spLocks noChangeArrowheads="1"/>
            </p:cNvSpPr>
            <p:nvPr/>
          </p:nvSpPr>
          <p:spPr bwMode="auto">
            <a:xfrm>
              <a:off x="1044399" y="157780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24" name="Google Shape;648;p17">
              <a:extLst>
                <a:ext uri="{FF2B5EF4-FFF2-40B4-BE49-F238E27FC236}">
                  <a16:creationId xmlns:a16="http://schemas.microsoft.com/office/drawing/2014/main" id="{FF3FDA3B-D34C-5CF7-85B9-458DC300D0F0}"/>
                </a:ext>
              </a:extLst>
            </p:cNvPr>
            <p:cNvSpPr>
              <a:spLocks/>
            </p:cNvSpPr>
            <p:nvPr/>
          </p:nvSpPr>
          <p:spPr bwMode="auto">
            <a:xfrm>
              <a:off x="1254122" y="1787055"/>
              <a:ext cx="279630" cy="280581"/>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25" name="Google Shape;650;p17">
            <a:extLst>
              <a:ext uri="{FF2B5EF4-FFF2-40B4-BE49-F238E27FC236}">
                <a16:creationId xmlns:a16="http://schemas.microsoft.com/office/drawing/2014/main" id="{15CAAF26-FF99-460F-8E19-D1096F32F430}"/>
              </a:ext>
            </a:extLst>
          </p:cNvPr>
          <p:cNvCxnSpPr>
            <a:cxnSpLocks noChangeShapeType="1"/>
          </p:cNvCxnSpPr>
          <p:nvPr/>
        </p:nvCxnSpPr>
        <p:spPr bwMode="auto">
          <a:xfrm>
            <a:off x="1187450" y="5133975"/>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26" name="Google Shape;651;p17">
            <a:extLst>
              <a:ext uri="{FF2B5EF4-FFF2-40B4-BE49-F238E27FC236}">
                <a16:creationId xmlns:a16="http://schemas.microsoft.com/office/drawing/2014/main" id="{23152882-A59C-D743-B25E-39EDD8F02F8E}"/>
              </a:ext>
            </a:extLst>
          </p:cNvPr>
          <p:cNvGrpSpPr>
            <a:grpSpLocks/>
          </p:cNvGrpSpPr>
          <p:nvPr/>
        </p:nvGrpSpPr>
        <p:grpSpPr bwMode="auto">
          <a:xfrm>
            <a:off x="1044575" y="5329238"/>
            <a:ext cx="698500" cy="698500"/>
            <a:chOff x="1044399" y="1577809"/>
            <a:chExt cx="699075" cy="699074"/>
          </a:xfrm>
        </p:grpSpPr>
        <p:sp>
          <p:nvSpPr>
            <p:cNvPr id="27" name="Google Shape;652;p17">
              <a:extLst>
                <a:ext uri="{FF2B5EF4-FFF2-40B4-BE49-F238E27FC236}">
                  <a16:creationId xmlns:a16="http://schemas.microsoft.com/office/drawing/2014/main" id="{FB495C18-9D81-8E65-B2B9-B3C77B95A4A1}"/>
                </a:ext>
              </a:extLst>
            </p:cNvPr>
            <p:cNvSpPr>
              <a:spLocks noChangeArrowheads="1"/>
            </p:cNvSpPr>
            <p:nvPr/>
          </p:nvSpPr>
          <p:spPr bwMode="auto">
            <a:xfrm>
              <a:off x="1044399" y="157780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28" name="Google Shape;653;p17">
              <a:extLst>
                <a:ext uri="{FF2B5EF4-FFF2-40B4-BE49-F238E27FC236}">
                  <a16:creationId xmlns:a16="http://schemas.microsoft.com/office/drawing/2014/main" id="{FDC9FFA1-DD10-117F-A026-B628659AF264}"/>
                </a:ext>
              </a:extLst>
            </p:cNvPr>
            <p:cNvSpPr>
              <a:spLocks/>
            </p:cNvSpPr>
            <p:nvPr/>
          </p:nvSpPr>
          <p:spPr bwMode="auto">
            <a:xfrm>
              <a:off x="1254122" y="1787531"/>
              <a:ext cx="279630"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sp>
        <p:nvSpPr>
          <p:cNvPr id="622" name="Google Shape;622;p17"/>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39" name="Google Shape;639;p17"/>
          <p:cNvSpPr txBox="1">
            <a:spLocks noGrp="1"/>
          </p:cNvSpPr>
          <p:nvPr>
            <p:ph type="body" idx="2"/>
          </p:nvPr>
        </p:nvSpPr>
        <p:spPr>
          <a:xfrm>
            <a:off x="1890220" y="1569374"/>
            <a:ext cx="4030291" cy="364504"/>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44" name="Google Shape;644;p17"/>
          <p:cNvSpPr txBox="1">
            <a:spLocks noGrp="1"/>
          </p:cNvSpPr>
          <p:nvPr>
            <p:ph type="body" idx="3"/>
          </p:nvPr>
        </p:nvSpPr>
        <p:spPr>
          <a:xfrm>
            <a:off x="1890220" y="2929171"/>
            <a:ext cx="4045444" cy="335238"/>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49" name="Google Shape;649;p17"/>
          <p:cNvSpPr txBox="1">
            <a:spLocks noGrp="1"/>
          </p:cNvSpPr>
          <p:nvPr>
            <p:ph type="body" idx="4"/>
          </p:nvPr>
        </p:nvSpPr>
        <p:spPr>
          <a:xfrm>
            <a:off x="1906182" y="4366292"/>
            <a:ext cx="3967163" cy="396875"/>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54" name="Google Shape;654;p17"/>
          <p:cNvSpPr txBox="1">
            <a:spLocks noGrp="1"/>
          </p:cNvSpPr>
          <p:nvPr>
            <p:ph type="body" idx="5"/>
          </p:nvPr>
        </p:nvSpPr>
        <p:spPr>
          <a:xfrm>
            <a:off x="1906182" y="5522107"/>
            <a:ext cx="3967163" cy="396875"/>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3247773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Steps-Infographic">
  <p:cSld name="Steps-Infographic">
    <p:spTree>
      <p:nvGrpSpPr>
        <p:cNvPr id="1" name="Shape 655"/>
        <p:cNvGrpSpPr/>
        <p:nvPr/>
      </p:nvGrpSpPr>
      <p:grpSpPr>
        <a:xfrm>
          <a:off x="0" y="0"/>
          <a:ext cx="0" cy="0"/>
          <a:chOff x="0" y="0"/>
          <a:chExt cx="0" cy="0"/>
        </a:xfrm>
      </p:grpSpPr>
      <p:sp>
        <p:nvSpPr>
          <p:cNvPr id="2" name="Google Shape;658;p18">
            <a:extLst>
              <a:ext uri="{FF2B5EF4-FFF2-40B4-BE49-F238E27FC236}">
                <a16:creationId xmlns:a16="http://schemas.microsoft.com/office/drawing/2014/main" id="{B10A0E68-6421-EC70-FE35-6BDFF630180D}"/>
              </a:ext>
            </a:extLst>
          </p:cNvPr>
          <p:cNvSpPr>
            <a:spLocks noChangeArrowheads="1"/>
          </p:cNvSpPr>
          <p:nvPr/>
        </p:nvSpPr>
        <p:spPr bwMode="auto">
          <a:xfrm>
            <a:off x="609600" y="3441700"/>
            <a:ext cx="3200400" cy="609600"/>
          </a:xfrm>
          <a:prstGeom prst="roundRect">
            <a:avLst>
              <a:gd name="adj" fmla="val 50000"/>
            </a:avLst>
          </a:prstGeom>
          <a:solidFill>
            <a:schemeClr val="accent2"/>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3" name="Google Shape;659;p18">
            <a:extLst>
              <a:ext uri="{FF2B5EF4-FFF2-40B4-BE49-F238E27FC236}">
                <a16:creationId xmlns:a16="http://schemas.microsoft.com/office/drawing/2014/main" id="{C5DB067B-5D19-CFAD-3839-75063ACD7717}"/>
              </a:ext>
            </a:extLst>
          </p:cNvPr>
          <p:cNvSpPr>
            <a:spLocks noChangeArrowheads="1"/>
          </p:cNvSpPr>
          <p:nvPr/>
        </p:nvSpPr>
        <p:spPr bwMode="auto">
          <a:xfrm>
            <a:off x="2087563" y="3267075"/>
            <a:ext cx="236537" cy="174625"/>
          </a:xfrm>
          <a:prstGeom prst="triangle">
            <a:avLst>
              <a:gd name="adj" fmla="val 50000"/>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4" name="Google Shape;660;p18">
            <a:extLst>
              <a:ext uri="{FF2B5EF4-FFF2-40B4-BE49-F238E27FC236}">
                <a16:creationId xmlns:a16="http://schemas.microsoft.com/office/drawing/2014/main" id="{31BDA635-47AA-8167-F239-D1A09B187F3E}"/>
              </a:ext>
            </a:extLst>
          </p:cNvPr>
          <p:cNvSpPr/>
          <p:nvPr/>
        </p:nvSpPr>
        <p:spPr>
          <a:xfrm>
            <a:off x="3144838" y="3441700"/>
            <a:ext cx="3200400" cy="609600"/>
          </a:xfrm>
          <a:prstGeom prst="roundRect">
            <a:avLst>
              <a:gd name="adj" fmla="val 50000"/>
            </a:avLst>
          </a:prstGeom>
          <a:solidFill>
            <a:schemeClr val="accent3"/>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5" name="Google Shape;661;p18">
            <a:extLst>
              <a:ext uri="{FF2B5EF4-FFF2-40B4-BE49-F238E27FC236}">
                <a16:creationId xmlns:a16="http://schemas.microsoft.com/office/drawing/2014/main" id="{02F4E067-4F8B-396A-3312-B076742ADAB6}"/>
              </a:ext>
            </a:extLst>
          </p:cNvPr>
          <p:cNvSpPr/>
          <p:nvPr/>
        </p:nvSpPr>
        <p:spPr>
          <a:xfrm rot="10800000" flipH="1">
            <a:off x="4621213" y="4054475"/>
            <a:ext cx="236537" cy="174625"/>
          </a:xfrm>
          <a:prstGeom prst="triangle">
            <a:avLst>
              <a:gd name="adj" fmla="val 50000"/>
            </a:avLst>
          </a:prstGeom>
          <a:solidFill>
            <a:schemeClr val="accent3"/>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6" name="Google Shape;662;p18">
            <a:extLst>
              <a:ext uri="{FF2B5EF4-FFF2-40B4-BE49-F238E27FC236}">
                <a16:creationId xmlns:a16="http://schemas.microsoft.com/office/drawing/2014/main" id="{36F6691C-AC6B-7FB5-F826-E484060AAEC0}"/>
              </a:ext>
            </a:extLst>
          </p:cNvPr>
          <p:cNvSpPr txBox="1"/>
          <p:nvPr/>
        </p:nvSpPr>
        <p:spPr>
          <a:xfrm>
            <a:off x="1312863" y="2227263"/>
            <a:ext cx="1693862" cy="1230312"/>
          </a:xfrm>
          <a:prstGeom prst="rect">
            <a:avLst/>
          </a:prstGeom>
          <a:noFill/>
          <a:ln>
            <a:noFill/>
          </a:ln>
          <a:effectLst>
            <a:outerShdw blurRad="101599" dist="50800" dir="2700000" algn="tl" rotWithShape="0">
              <a:srgbClr val="000000">
                <a:alpha val="40000"/>
              </a:srgbClr>
            </a:outerShdw>
          </a:effectLst>
        </p:spPr>
        <p:txBody>
          <a:bodyPr spcFirstLastPara="1" lIns="121900" tIns="60950" rIns="121900" bIns="60950" anchor="ctr"/>
          <a:lstStyle/>
          <a:p>
            <a:pPr algn="ctr" eaLnBrk="1" fontAlgn="auto" hangingPunct="1">
              <a:spcBef>
                <a:spcPts val="0"/>
              </a:spcBef>
              <a:spcAft>
                <a:spcPts val="0"/>
              </a:spcAft>
              <a:buClr>
                <a:schemeClr val="accent2"/>
              </a:buClr>
              <a:buSzPts val="1800"/>
              <a:buFont typeface="Source Sans Pro"/>
              <a:buNone/>
              <a:defRPr/>
            </a:pPr>
            <a:r>
              <a:rPr lang="en-US" sz="7200" b="1" kern="0" dirty="0">
                <a:solidFill>
                  <a:schemeClr val="accent2"/>
                </a:solidFill>
                <a:latin typeface="Arial"/>
                <a:ea typeface="Arial"/>
                <a:cs typeface="Arial"/>
                <a:sym typeface="Arial"/>
              </a:rPr>
              <a:t>01</a:t>
            </a:r>
            <a:endParaRPr sz="1867" kern="0" dirty="0">
              <a:latin typeface="Arial"/>
              <a:ea typeface="Arial"/>
              <a:cs typeface="Arial"/>
              <a:sym typeface="Arial"/>
            </a:endParaRPr>
          </a:p>
        </p:txBody>
      </p:sp>
      <p:sp>
        <p:nvSpPr>
          <p:cNvPr id="7" name="Google Shape;663;p18">
            <a:extLst>
              <a:ext uri="{FF2B5EF4-FFF2-40B4-BE49-F238E27FC236}">
                <a16:creationId xmlns:a16="http://schemas.microsoft.com/office/drawing/2014/main" id="{73AEC89D-0531-4FB9-73E5-748A4523B6D4}"/>
              </a:ext>
            </a:extLst>
          </p:cNvPr>
          <p:cNvSpPr txBox="1"/>
          <p:nvPr/>
        </p:nvSpPr>
        <p:spPr>
          <a:xfrm>
            <a:off x="6438900" y="2179638"/>
            <a:ext cx="1692275" cy="1231900"/>
          </a:xfrm>
          <a:prstGeom prst="rect">
            <a:avLst/>
          </a:prstGeom>
          <a:noFill/>
          <a:ln>
            <a:noFill/>
          </a:ln>
          <a:effectLst>
            <a:outerShdw blurRad="101599" dist="50800" dir="2700000" algn="tl" rotWithShape="0">
              <a:srgbClr val="000000">
                <a:alpha val="40000"/>
              </a:srgbClr>
            </a:outerShdw>
          </a:effectLst>
        </p:spPr>
        <p:txBody>
          <a:bodyPr spcFirstLastPara="1" lIns="121900" tIns="60950" rIns="121900" bIns="60950" anchor="ctr"/>
          <a:lstStyle/>
          <a:p>
            <a:pPr algn="ctr" eaLnBrk="1" fontAlgn="auto" hangingPunct="1">
              <a:spcBef>
                <a:spcPts val="0"/>
              </a:spcBef>
              <a:spcAft>
                <a:spcPts val="0"/>
              </a:spcAft>
              <a:buClr>
                <a:schemeClr val="accent4"/>
              </a:buClr>
              <a:buSzPts val="1800"/>
              <a:buFont typeface="Source Sans Pro"/>
              <a:buNone/>
              <a:defRPr/>
            </a:pPr>
            <a:r>
              <a:rPr lang="en-US" sz="7200" b="1" kern="0">
                <a:solidFill>
                  <a:schemeClr val="accent4"/>
                </a:solidFill>
                <a:latin typeface="Arial"/>
                <a:ea typeface="Arial"/>
                <a:cs typeface="Arial"/>
                <a:sym typeface="Arial"/>
              </a:rPr>
              <a:t>03</a:t>
            </a:r>
            <a:endParaRPr sz="1867" kern="0">
              <a:latin typeface="Arial"/>
              <a:ea typeface="Arial"/>
              <a:cs typeface="Arial"/>
              <a:sym typeface="Arial"/>
            </a:endParaRPr>
          </a:p>
        </p:txBody>
      </p:sp>
      <p:sp>
        <p:nvSpPr>
          <p:cNvPr id="8" name="Google Shape;664;p18">
            <a:extLst>
              <a:ext uri="{FF2B5EF4-FFF2-40B4-BE49-F238E27FC236}">
                <a16:creationId xmlns:a16="http://schemas.microsoft.com/office/drawing/2014/main" id="{D4D44AEB-26D7-D038-D805-D5188908BF92}"/>
              </a:ext>
            </a:extLst>
          </p:cNvPr>
          <p:cNvSpPr txBox="1"/>
          <p:nvPr/>
        </p:nvSpPr>
        <p:spPr>
          <a:xfrm>
            <a:off x="3836988" y="4232275"/>
            <a:ext cx="1692275" cy="1231900"/>
          </a:xfrm>
          <a:prstGeom prst="rect">
            <a:avLst/>
          </a:prstGeom>
          <a:noFill/>
          <a:ln>
            <a:noFill/>
          </a:ln>
          <a:effectLst>
            <a:outerShdw blurRad="101599" dist="50800" dir="2700000" algn="tl" rotWithShape="0">
              <a:srgbClr val="000000">
                <a:alpha val="40000"/>
              </a:srgbClr>
            </a:outerShdw>
          </a:effectLst>
        </p:spPr>
        <p:txBody>
          <a:bodyPr spcFirstLastPara="1" lIns="121900" tIns="60950" rIns="121900" bIns="60950" anchor="ctr"/>
          <a:lstStyle/>
          <a:p>
            <a:pPr algn="ctr" eaLnBrk="1" fontAlgn="auto" hangingPunct="1">
              <a:spcBef>
                <a:spcPts val="0"/>
              </a:spcBef>
              <a:spcAft>
                <a:spcPts val="0"/>
              </a:spcAft>
              <a:buClr>
                <a:schemeClr val="accent3"/>
              </a:buClr>
              <a:buSzPts val="1800"/>
              <a:buFont typeface="Source Sans Pro"/>
              <a:buNone/>
              <a:defRPr/>
            </a:pPr>
            <a:r>
              <a:rPr lang="en-US" sz="7200" b="1" kern="0">
                <a:solidFill>
                  <a:schemeClr val="accent3"/>
                </a:solidFill>
                <a:latin typeface="Arial"/>
                <a:ea typeface="Arial"/>
                <a:cs typeface="Arial"/>
                <a:sym typeface="Arial"/>
              </a:rPr>
              <a:t>02</a:t>
            </a:r>
            <a:endParaRPr sz="1867" kern="0">
              <a:latin typeface="Arial"/>
              <a:ea typeface="Arial"/>
              <a:cs typeface="Arial"/>
              <a:sym typeface="Arial"/>
            </a:endParaRPr>
          </a:p>
        </p:txBody>
      </p:sp>
      <p:sp>
        <p:nvSpPr>
          <p:cNvPr id="9" name="Google Shape;665;p18">
            <a:extLst>
              <a:ext uri="{FF2B5EF4-FFF2-40B4-BE49-F238E27FC236}">
                <a16:creationId xmlns:a16="http://schemas.microsoft.com/office/drawing/2014/main" id="{03755917-AC68-78EE-5C0D-B3F628EB19DF}"/>
              </a:ext>
            </a:extLst>
          </p:cNvPr>
          <p:cNvSpPr txBox="1"/>
          <p:nvPr/>
        </p:nvSpPr>
        <p:spPr>
          <a:xfrm>
            <a:off x="9140825" y="4229100"/>
            <a:ext cx="1693863" cy="1231900"/>
          </a:xfrm>
          <a:prstGeom prst="rect">
            <a:avLst/>
          </a:prstGeom>
          <a:noFill/>
          <a:ln>
            <a:noFill/>
          </a:ln>
          <a:effectLst>
            <a:outerShdw blurRad="101599" dist="50800" dir="2700000" algn="tl" rotWithShape="0">
              <a:srgbClr val="000000">
                <a:alpha val="40000"/>
              </a:srgbClr>
            </a:outerShdw>
          </a:effectLst>
        </p:spPr>
        <p:txBody>
          <a:bodyPr spcFirstLastPara="1" lIns="121900" tIns="60950" rIns="121900" bIns="60950" anchor="ctr"/>
          <a:lstStyle/>
          <a:p>
            <a:pPr algn="ctr" eaLnBrk="1" fontAlgn="auto" hangingPunct="1">
              <a:spcBef>
                <a:spcPts val="0"/>
              </a:spcBef>
              <a:spcAft>
                <a:spcPts val="0"/>
              </a:spcAft>
              <a:buClr>
                <a:schemeClr val="accent5"/>
              </a:buClr>
              <a:buSzPts val="1800"/>
              <a:buFont typeface="Source Sans Pro"/>
              <a:buNone/>
              <a:defRPr/>
            </a:pPr>
            <a:r>
              <a:rPr lang="en-US" sz="7200" b="1" kern="0">
                <a:solidFill>
                  <a:schemeClr val="accent5"/>
                </a:solidFill>
                <a:latin typeface="Arial"/>
                <a:ea typeface="Arial"/>
                <a:cs typeface="Arial"/>
                <a:sym typeface="Arial"/>
              </a:rPr>
              <a:t>04</a:t>
            </a:r>
            <a:endParaRPr sz="1867" kern="0">
              <a:latin typeface="Arial"/>
              <a:ea typeface="Arial"/>
              <a:cs typeface="Arial"/>
              <a:sym typeface="Arial"/>
            </a:endParaRPr>
          </a:p>
        </p:txBody>
      </p:sp>
      <p:sp>
        <p:nvSpPr>
          <p:cNvPr id="10" name="Google Shape;666;p18">
            <a:extLst>
              <a:ext uri="{FF2B5EF4-FFF2-40B4-BE49-F238E27FC236}">
                <a16:creationId xmlns:a16="http://schemas.microsoft.com/office/drawing/2014/main" id="{30AD6556-F309-D1C7-82D7-87179822174B}"/>
              </a:ext>
            </a:extLst>
          </p:cNvPr>
          <p:cNvSpPr/>
          <p:nvPr/>
        </p:nvSpPr>
        <p:spPr>
          <a:xfrm>
            <a:off x="5783263" y="3441700"/>
            <a:ext cx="3200400" cy="609600"/>
          </a:xfrm>
          <a:prstGeom prst="roundRect">
            <a:avLst>
              <a:gd name="adj" fmla="val 50000"/>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1" name="Google Shape;667;p18">
            <a:extLst>
              <a:ext uri="{FF2B5EF4-FFF2-40B4-BE49-F238E27FC236}">
                <a16:creationId xmlns:a16="http://schemas.microsoft.com/office/drawing/2014/main" id="{63AD3A79-712B-C10F-8FAF-E233460F7CA8}"/>
              </a:ext>
            </a:extLst>
          </p:cNvPr>
          <p:cNvSpPr/>
          <p:nvPr/>
        </p:nvSpPr>
        <p:spPr>
          <a:xfrm>
            <a:off x="7165975" y="3267075"/>
            <a:ext cx="238125" cy="174625"/>
          </a:xfrm>
          <a:prstGeom prst="triangle">
            <a:avLst>
              <a:gd name="adj" fmla="val 50000"/>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2" name="Google Shape;668;p18">
            <a:extLst>
              <a:ext uri="{FF2B5EF4-FFF2-40B4-BE49-F238E27FC236}">
                <a16:creationId xmlns:a16="http://schemas.microsoft.com/office/drawing/2014/main" id="{79658264-1934-2175-6AD5-7D97FAB6F772}"/>
              </a:ext>
            </a:extLst>
          </p:cNvPr>
          <p:cNvSpPr/>
          <p:nvPr/>
        </p:nvSpPr>
        <p:spPr>
          <a:xfrm>
            <a:off x="8388350" y="3441700"/>
            <a:ext cx="3200400" cy="609600"/>
          </a:xfrm>
          <a:prstGeom prst="roundRect">
            <a:avLst>
              <a:gd name="adj" fmla="val 50000"/>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3" name="Google Shape;669;p18">
            <a:extLst>
              <a:ext uri="{FF2B5EF4-FFF2-40B4-BE49-F238E27FC236}">
                <a16:creationId xmlns:a16="http://schemas.microsoft.com/office/drawing/2014/main" id="{430D25D1-E129-03A8-6F4C-0859C4119077}"/>
              </a:ext>
            </a:extLst>
          </p:cNvPr>
          <p:cNvSpPr/>
          <p:nvPr/>
        </p:nvSpPr>
        <p:spPr>
          <a:xfrm rot="10800000" flipH="1">
            <a:off x="9869488" y="4054475"/>
            <a:ext cx="236537" cy="174625"/>
          </a:xfrm>
          <a:prstGeom prst="triangle">
            <a:avLst>
              <a:gd name="adj" fmla="val 50000"/>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656" name="Google Shape;656;p1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70" name="Google Shape;670;p18"/>
          <p:cNvSpPr txBox="1">
            <a:spLocks noGrp="1"/>
          </p:cNvSpPr>
          <p:nvPr>
            <p:ph type="body" idx="2"/>
          </p:nvPr>
        </p:nvSpPr>
        <p:spPr>
          <a:xfrm>
            <a:off x="861881" y="3551958"/>
            <a:ext cx="2269863" cy="396875"/>
          </a:xfrm>
          <a:prstGeom prst="rect">
            <a:avLst/>
          </a:prstGeom>
          <a:solidFill>
            <a:schemeClr val="accent2"/>
          </a:solidFill>
          <a:ln>
            <a:noFill/>
          </a:ln>
        </p:spPr>
        <p:txBody>
          <a:bodyPr spcFirstLastPara="1" wrap="square" lIns="121900" tIns="60950" rIns="121900" bIns="60950" anchor="t" anchorCtr="0"/>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dirty="0"/>
              <a:t>Click to edit Master text styles</a:t>
            </a:r>
          </a:p>
        </p:txBody>
      </p:sp>
      <p:sp>
        <p:nvSpPr>
          <p:cNvPr id="671" name="Google Shape;671;p18"/>
          <p:cNvSpPr txBox="1">
            <a:spLocks noGrp="1"/>
          </p:cNvSpPr>
          <p:nvPr>
            <p:ph type="body" idx="3"/>
          </p:nvPr>
        </p:nvSpPr>
        <p:spPr>
          <a:xfrm>
            <a:off x="3434369" y="3551958"/>
            <a:ext cx="2269863" cy="396875"/>
          </a:xfrm>
          <a:prstGeom prst="rect">
            <a:avLst/>
          </a:prstGeom>
          <a:solidFill>
            <a:schemeClr val="accent3"/>
          </a:solidFill>
          <a:ln>
            <a:noFill/>
          </a:ln>
        </p:spPr>
        <p:txBody>
          <a:bodyPr spcFirstLastPara="1" wrap="square" lIns="121900" tIns="60950" rIns="121900" bIns="60950" anchor="t" anchorCtr="0"/>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72" name="Google Shape;672;p18"/>
          <p:cNvSpPr txBox="1">
            <a:spLocks noGrp="1"/>
          </p:cNvSpPr>
          <p:nvPr>
            <p:ph type="body" idx="4"/>
          </p:nvPr>
        </p:nvSpPr>
        <p:spPr>
          <a:xfrm>
            <a:off x="5932984" y="3551958"/>
            <a:ext cx="2384252" cy="396875"/>
          </a:xfrm>
          <a:prstGeom prst="rect">
            <a:avLst/>
          </a:prstGeom>
          <a:solidFill>
            <a:schemeClr val="accent3"/>
          </a:solidFill>
          <a:ln>
            <a:noFill/>
          </a:ln>
        </p:spPr>
        <p:txBody>
          <a:bodyPr spcFirstLastPara="1" wrap="square" lIns="121900" tIns="60950" rIns="121900" bIns="60950" anchor="t" anchorCtr="0"/>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73" name="Google Shape;673;p18"/>
          <p:cNvSpPr txBox="1">
            <a:spLocks noGrp="1"/>
          </p:cNvSpPr>
          <p:nvPr>
            <p:ph type="body" idx="5"/>
          </p:nvPr>
        </p:nvSpPr>
        <p:spPr>
          <a:xfrm>
            <a:off x="8789087" y="3551958"/>
            <a:ext cx="2384252" cy="396875"/>
          </a:xfrm>
          <a:prstGeom prst="rect">
            <a:avLst/>
          </a:prstGeom>
          <a:solidFill>
            <a:schemeClr val="accent5"/>
          </a:solidFill>
          <a:ln>
            <a:noFill/>
          </a:ln>
        </p:spPr>
        <p:txBody>
          <a:bodyPr spcFirstLastPara="1" wrap="square" lIns="121900" tIns="60950" rIns="121900" bIns="60950" anchor="t" anchorCtr="0"/>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1123376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p:bldP spid="7" grpId="0"/>
      <p:bldP spid="8" grpId="0"/>
      <p:bldP spid="9" grpId="0"/>
      <p:bldP spid="10" grpId="0" animBg="1"/>
      <p:bldP spid="11" grpId="0" animBg="1"/>
      <p:bldP spid="12" grpId="0" animBg="1"/>
      <p:bldP spid="13" grpId="0" animBg="1"/>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CoverPage">
  <p:cSld name="CoverPage">
    <p:spTree>
      <p:nvGrpSpPr>
        <p:cNvPr id="1" name="Shape 14"/>
        <p:cNvGrpSpPr/>
        <p:nvPr/>
      </p:nvGrpSpPr>
      <p:grpSpPr>
        <a:xfrm>
          <a:off x="0" y="0"/>
          <a:ext cx="0" cy="0"/>
          <a:chOff x="0" y="0"/>
          <a:chExt cx="0" cy="0"/>
        </a:xfrm>
      </p:grpSpPr>
      <p:pic>
        <p:nvPicPr>
          <p:cNvPr id="2" name="Picture 1">
            <a:extLst>
              <a:ext uri="{FF2B5EF4-FFF2-40B4-BE49-F238E27FC236}">
                <a16:creationId xmlns:a16="http://schemas.microsoft.com/office/drawing/2014/main" id="{61B6BF85-9358-2F2F-E505-DB3D89A69E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8" y="23813"/>
            <a:ext cx="12230101" cy="694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Google Shape;16;p2">
            <a:extLst>
              <a:ext uri="{FF2B5EF4-FFF2-40B4-BE49-F238E27FC236}">
                <a16:creationId xmlns:a16="http://schemas.microsoft.com/office/drawing/2014/main" id="{F30CB842-80B8-26FF-B25F-16437FBA5092}"/>
              </a:ext>
            </a:extLst>
          </p:cNvPr>
          <p:cNvSpPr>
            <a:spLocks noChangeArrowheads="1"/>
          </p:cNvSpPr>
          <p:nvPr/>
        </p:nvSpPr>
        <p:spPr bwMode="auto">
          <a:xfrm>
            <a:off x="4800600" y="2689225"/>
            <a:ext cx="6553200" cy="455613"/>
          </a:xfrm>
          <a:prstGeom prst="rect">
            <a:avLst/>
          </a:prstGeom>
          <a:noFill/>
          <a:ln w="9525">
            <a:noFill/>
            <a:miter lim="800000"/>
            <a:headEnd/>
            <a:tailEnd/>
          </a:ln>
        </p:spPr>
        <p:txBody>
          <a:bodyPr lIns="91425" tIns="45700" rIns="91425" bIns="45700"/>
          <a:lstStyle/>
          <a:p>
            <a:pPr algn="r" eaLnBrk="1" hangingPunct="1">
              <a:lnSpc>
                <a:spcPct val="167000"/>
              </a:lnSpc>
              <a:buClr>
                <a:srgbClr val="595959"/>
              </a:buClr>
              <a:buSzPts val="900"/>
              <a:buFont typeface="Arial" pitchFamily="34" charset="0"/>
              <a:buNone/>
              <a:defRPr/>
            </a:pPr>
            <a:r>
              <a:rPr lang="en-US" sz="900">
                <a:solidFill>
                  <a:srgbClr val="595959"/>
                </a:solidFill>
              </a:rPr>
              <a:t>Copyright © 2018, Xebia Group. All rights reserved.</a:t>
            </a:r>
            <a:endParaRPr lang="en-US" sz="800"/>
          </a:p>
        </p:txBody>
      </p:sp>
      <p:sp>
        <p:nvSpPr>
          <p:cNvPr id="4" name="Google Shape;21;p2">
            <a:extLst>
              <a:ext uri="{FF2B5EF4-FFF2-40B4-BE49-F238E27FC236}">
                <a16:creationId xmlns:a16="http://schemas.microsoft.com/office/drawing/2014/main" id="{7C999FD5-99EB-A7B9-9932-F639416FD8FD}"/>
              </a:ext>
            </a:extLst>
          </p:cNvPr>
          <p:cNvSpPr>
            <a:spLocks noChangeArrowheads="1"/>
          </p:cNvSpPr>
          <p:nvPr/>
        </p:nvSpPr>
        <p:spPr bwMode="auto">
          <a:xfrm>
            <a:off x="11430000" y="381000"/>
            <a:ext cx="103188" cy="1306513"/>
          </a:xfrm>
          <a:prstGeom prst="rect">
            <a:avLst/>
          </a:prstGeom>
          <a:solidFill>
            <a:srgbClr val="0EC07D"/>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E60141"/>
              </a:solidFill>
            </a:endParaRPr>
          </a:p>
        </p:txBody>
      </p:sp>
      <p:sp>
        <p:nvSpPr>
          <p:cNvPr id="5" name="Google Shape;23;p2">
            <a:extLst>
              <a:ext uri="{FF2B5EF4-FFF2-40B4-BE49-F238E27FC236}">
                <a16:creationId xmlns:a16="http://schemas.microsoft.com/office/drawing/2014/main" id="{AB396EC5-D9C6-DF61-23F8-FD7E245FC78E}"/>
              </a:ext>
            </a:extLst>
          </p:cNvPr>
          <p:cNvSpPr>
            <a:spLocks noChangeArrowheads="1"/>
          </p:cNvSpPr>
          <p:nvPr/>
        </p:nvSpPr>
        <p:spPr bwMode="auto">
          <a:xfrm>
            <a:off x="11430000" y="1647825"/>
            <a:ext cx="103188" cy="1308100"/>
          </a:xfrm>
          <a:prstGeom prst="rect">
            <a:avLst/>
          </a:prstGeom>
          <a:solidFill>
            <a:srgbClr val="647486"/>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E60141"/>
              </a:solidFill>
            </a:endParaRPr>
          </a:p>
        </p:txBody>
      </p:sp>
      <p:sp>
        <p:nvSpPr>
          <p:cNvPr id="6" name="Google Shape;18;p2">
            <a:extLst>
              <a:ext uri="{FF2B5EF4-FFF2-40B4-BE49-F238E27FC236}">
                <a16:creationId xmlns:a16="http://schemas.microsoft.com/office/drawing/2014/main" id="{B9790E28-7E75-E2E2-92F4-4C61CA9836EC}"/>
              </a:ext>
            </a:extLst>
          </p:cNvPr>
          <p:cNvSpPr txBox="1">
            <a:spLocks noChangeArrowheads="1"/>
          </p:cNvSpPr>
          <p:nvPr/>
        </p:nvSpPr>
        <p:spPr bwMode="auto">
          <a:xfrm>
            <a:off x="5722938" y="381000"/>
            <a:ext cx="5630862" cy="338138"/>
          </a:xfrm>
          <a:prstGeom prst="rect">
            <a:avLst/>
          </a:prstGeom>
          <a:noFill/>
          <a:ln w="9525">
            <a:noFill/>
            <a:miter lim="800000"/>
            <a:headEnd/>
            <a:tailEnd/>
          </a:ln>
        </p:spPr>
        <p:txBody>
          <a:bodyPr lIns="91425" tIns="45700" rIns="91425" bIns="45700"/>
          <a:lstStyle/>
          <a:p>
            <a:pPr algn="r" eaLnBrk="1" hangingPunct="1">
              <a:buClr>
                <a:srgbClr val="000000"/>
              </a:buClr>
              <a:buFont typeface="Arial" pitchFamily="34" charset="0"/>
              <a:buNone/>
              <a:defRPr/>
            </a:pPr>
            <a:r>
              <a:rPr lang="en-US" sz="2000">
                <a:solidFill>
                  <a:srgbClr val="5C6584"/>
                </a:solidFill>
                <a:latin typeface="ProximaNova-Bold"/>
              </a:rPr>
              <a:t>DevSecOps Overview</a:t>
            </a:r>
          </a:p>
        </p:txBody>
      </p:sp>
      <p:sp>
        <p:nvSpPr>
          <p:cNvPr id="17" name="Google Shape;17;p2"/>
          <p:cNvSpPr txBox="1">
            <a:spLocks noGrp="1"/>
          </p:cNvSpPr>
          <p:nvPr>
            <p:ph type="body" idx="1"/>
          </p:nvPr>
        </p:nvSpPr>
        <p:spPr>
          <a:xfrm>
            <a:off x="4840365" y="1346032"/>
            <a:ext cx="6474378" cy="1398560"/>
          </a:xfrm>
          <a:prstGeom prst="rect">
            <a:avLst/>
          </a:prstGeom>
          <a:noFill/>
          <a:ln>
            <a:noFill/>
          </a:ln>
        </p:spPr>
        <p:txBody>
          <a:bodyPr spcFirstLastPara="1" wrap="square" lIns="91425" tIns="45700" rIns="91425" bIns="45700" anchor="ctr" anchorCtr="0"/>
          <a:lstStyle>
            <a:lvl1pPr marL="457200" marR="0" lvl="0" indent="-228600" algn="r" rtl="0">
              <a:lnSpc>
                <a:spcPct val="111111"/>
              </a:lnSpc>
              <a:spcBef>
                <a:spcPts val="0"/>
              </a:spcBef>
              <a:spcAft>
                <a:spcPts val="0"/>
              </a:spcAft>
              <a:buClr>
                <a:srgbClr val="000000"/>
              </a:buClr>
              <a:buSzPts val="5400"/>
              <a:buFont typeface="Arial"/>
              <a:buNone/>
              <a:defRPr sz="4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 name="Google Shape;20;p2"/>
          <p:cNvSpPr txBox="1">
            <a:spLocks noGrp="1"/>
          </p:cNvSpPr>
          <p:nvPr>
            <p:ph type="body" idx="3"/>
          </p:nvPr>
        </p:nvSpPr>
        <p:spPr>
          <a:xfrm>
            <a:off x="4880131" y="704162"/>
            <a:ext cx="6474378" cy="430887"/>
          </a:xfrm>
          <a:prstGeom prst="rect">
            <a:avLst/>
          </a:prstGeom>
          <a:noFill/>
          <a:ln>
            <a:noFill/>
          </a:ln>
        </p:spPr>
        <p:txBody>
          <a:bodyPr spcFirstLastPara="1" wrap="square" lIns="91425" tIns="45700" rIns="91425" bIns="45700" anchor="ctr" anchorCtr="0"/>
          <a:lstStyle>
            <a:lvl1pPr marL="457200" marR="0" lvl="0" indent="-228600" algn="r" rtl="0">
              <a:lnSpc>
                <a:spcPct val="100000"/>
              </a:lnSpc>
              <a:spcBef>
                <a:spcPts val="0"/>
              </a:spcBef>
              <a:spcAft>
                <a:spcPts val="0"/>
              </a:spcAft>
              <a:buClr>
                <a:srgbClr val="7F7F7F"/>
              </a:buClr>
              <a:buSzPts val="2200"/>
              <a:buFont typeface="Arial"/>
              <a:buNone/>
              <a:defRPr sz="2200" b="1" i="0" u="none" strike="noStrike" cap="none">
                <a:solidFill>
                  <a:srgbClr val="7F7F7F"/>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29208978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RunningMan-Infographic">
  <p:cSld name="RunningMan-Infographic">
    <p:spTree>
      <p:nvGrpSpPr>
        <p:cNvPr id="1" name="Shape 33"/>
        <p:cNvGrpSpPr/>
        <p:nvPr/>
      </p:nvGrpSpPr>
      <p:grpSpPr>
        <a:xfrm>
          <a:off x="0" y="0"/>
          <a:ext cx="0" cy="0"/>
          <a:chOff x="0" y="0"/>
          <a:chExt cx="0" cy="0"/>
        </a:xfrm>
      </p:grpSpPr>
      <p:grpSp>
        <p:nvGrpSpPr>
          <p:cNvPr id="2" name="Google Shape;36;p4">
            <a:extLst>
              <a:ext uri="{FF2B5EF4-FFF2-40B4-BE49-F238E27FC236}">
                <a16:creationId xmlns:a16="http://schemas.microsoft.com/office/drawing/2014/main" id="{1F43ABA9-34FC-8A38-83ED-2DAB558BA2E6}"/>
              </a:ext>
            </a:extLst>
          </p:cNvPr>
          <p:cNvGrpSpPr>
            <a:grpSpLocks/>
          </p:cNvGrpSpPr>
          <p:nvPr/>
        </p:nvGrpSpPr>
        <p:grpSpPr bwMode="auto">
          <a:xfrm flipH="1">
            <a:off x="0" y="1966913"/>
            <a:ext cx="6132513" cy="3824287"/>
            <a:chOff x="6625864" y="1832110"/>
            <a:chExt cx="6820169" cy="4367731"/>
          </a:xfrm>
        </p:grpSpPr>
        <p:sp>
          <p:nvSpPr>
            <p:cNvPr id="3" name="Google Shape;37;p4">
              <a:extLst>
                <a:ext uri="{FF2B5EF4-FFF2-40B4-BE49-F238E27FC236}">
                  <a16:creationId xmlns:a16="http://schemas.microsoft.com/office/drawing/2014/main" id="{BDAB9482-B403-8FCF-B017-469D8834D313}"/>
                </a:ext>
              </a:extLst>
            </p:cNvPr>
            <p:cNvSpPr>
              <a:spLocks/>
            </p:cNvSpPr>
            <p:nvPr/>
          </p:nvSpPr>
          <p:spPr bwMode="auto">
            <a:xfrm>
              <a:off x="8677388" y="2559158"/>
              <a:ext cx="4768645" cy="727049"/>
            </a:xfrm>
            <a:custGeom>
              <a:avLst/>
              <a:gdLst>
                <a:gd name="T0" fmla="*/ 0 w 120000"/>
                <a:gd name="T1" fmla="*/ 0 h 120000"/>
                <a:gd name="T2" fmla="*/ 120000 w 120000"/>
                <a:gd name="T3" fmla="*/ 120000 h 120000"/>
              </a:gdLst>
              <a:ahLst/>
              <a:cxnLst>
                <a:cxn ang="0">
                  <a:pos x="3056" y="0"/>
                </a:cxn>
                <a:cxn ang="0">
                  <a:pos x="30729" y="0"/>
                </a:cxn>
                <a:cxn ang="0">
                  <a:pos x="31059" y="1124"/>
                </a:cxn>
                <a:cxn ang="0">
                  <a:pos x="32174" y="7124"/>
                </a:cxn>
                <a:cxn ang="0">
                  <a:pos x="36994" y="41901"/>
                </a:cxn>
                <a:cxn ang="0">
                  <a:pos x="39939" y="49629"/>
                </a:cxn>
                <a:cxn ang="0">
                  <a:pos x="43420" y="50683"/>
                </a:cxn>
                <a:cxn ang="0">
                  <a:pos x="44009" y="7475"/>
                </a:cxn>
                <a:cxn ang="0">
                  <a:pos x="43628" y="565"/>
                </a:cxn>
                <a:cxn ang="0">
                  <a:pos x="43539" y="0"/>
                </a:cxn>
                <a:cxn ang="0">
                  <a:pos x="120000" y="0"/>
                </a:cxn>
                <a:cxn ang="0">
                  <a:pos x="120000" y="119999"/>
                </a:cxn>
                <a:cxn ang="0">
                  <a:pos x="7713" y="119999"/>
                </a:cxn>
                <a:cxn ang="0">
                  <a:pos x="7648" y="118480"/>
                </a:cxn>
                <a:cxn ang="0">
                  <a:pos x="312" y="15203"/>
                </a:cxn>
                <a:cxn ang="0">
                  <a:pos x="633" y="3259"/>
                </a:cxn>
                <a:cxn ang="0">
                  <a:pos x="2738" y="573"/>
                </a:cxn>
                <a:cxn ang="0">
                  <a:pos x="3056" y="0"/>
                </a:cxn>
              </a:cxnLst>
              <a:rect l="T0" t="T1" r="T2" b="T3"/>
              <a:pathLst>
                <a:path w="120000" h="120000" extrusionOk="0">
                  <a:moveTo>
                    <a:pt x="3056" y="0"/>
                  </a:moveTo>
                  <a:lnTo>
                    <a:pt x="30729" y="0"/>
                  </a:lnTo>
                  <a:lnTo>
                    <a:pt x="31059" y="1124"/>
                  </a:lnTo>
                  <a:cubicBezTo>
                    <a:pt x="31475" y="2886"/>
                    <a:pt x="31840" y="4840"/>
                    <a:pt x="32174" y="7124"/>
                  </a:cubicBezTo>
                  <a:cubicBezTo>
                    <a:pt x="33513" y="15906"/>
                    <a:pt x="35923" y="41198"/>
                    <a:pt x="36994" y="41901"/>
                  </a:cubicBezTo>
                  <a:cubicBezTo>
                    <a:pt x="38119" y="42252"/>
                    <a:pt x="38868" y="47170"/>
                    <a:pt x="39939" y="49629"/>
                  </a:cubicBezTo>
                  <a:cubicBezTo>
                    <a:pt x="41064" y="52088"/>
                    <a:pt x="41921" y="61221"/>
                    <a:pt x="43420" y="50683"/>
                  </a:cubicBezTo>
                  <a:cubicBezTo>
                    <a:pt x="44973" y="40144"/>
                    <a:pt x="44223" y="18365"/>
                    <a:pt x="44009" y="7475"/>
                  </a:cubicBezTo>
                  <a:cubicBezTo>
                    <a:pt x="43942" y="4753"/>
                    <a:pt x="43818" y="2491"/>
                    <a:pt x="43628" y="565"/>
                  </a:cubicBezTo>
                  <a:lnTo>
                    <a:pt x="43539" y="0"/>
                  </a:lnTo>
                  <a:lnTo>
                    <a:pt x="120000" y="0"/>
                  </a:lnTo>
                  <a:lnTo>
                    <a:pt x="120000" y="119999"/>
                  </a:lnTo>
                  <a:lnTo>
                    <a:pt x="7713" y="119999"/>
                  </a:lnTo>
                  <a:lnTo>
                    <a:pt x="7648" y="118480"/>
                  </a:lnTo>
                  <a:cubicBezTo>
                    <a:pt x="6577" y="86514"/>
                    <a:pt x="848" y="23985"/>
                    <a:pt x="312" y="15203"/>
                  </a:cubicBezTo>
                  <a:cubicBezTo>
                    <a:pt x="-276" y="6421"/>
                    <a:pt x="44" y="3259"/>
                    <a:pt x="633" y="3259"/>
                  </a:cubicBezTo>
                  <a:cubicBezTo>
                    <a:pt x="834" y="3259"/>
                    <a:pt x="1652" y="2370"/>
                    <a:pt x="2738" y="573"/>
                  </a:cubicBezTo>
                  <a:lnTo>
                    <a:pt x="3056" y="0"/>
                  </a:lnTo>
                  <a:close/>
                </a:path>
              </a:pathLst>
            </a:custGeom>
            <a:solidFill>
              <a:schemeClr val="accent2"/>
            </a:solidFill>
            <a:ln w="9525">
              <a:noFill/>
              <a:round/>
              <a:headEnd/>
              <a:tailEnd/>
            </a:ln>
          </p:spPr>
          <p:txBody>
            <a:bodyPr lIns="91425" tIns="45700" rIns="91425" bIns="45700"/>
            <a:lstStyle/>
            <a:p>
              <a:pPr>
                <a:defRPr/>
              </a:pPr>
              <a:endParaRPr lang="en-US"/>
            </a:p>
          </p:txBody>
        </p:sp>
        <p:sp>
          <p:nvSpPr>
            <p:cNvPr id="4" name="Google Shape;38;p4">
              <a:extLst>
                <a:ext uri="{FF2B5EF4-FFF2-40B4-BE49-F238E27FC236}">
                  <a16:creationId xmlns:a16="http://schemas.microsoft.com/office/drawing/2014/main" id="{C3E2F982-BBB4-329B-C53C-7AA534C3A088}"/>
                </a:ext>
              </a:extLst>
            </p:cNvPr>
            <p:cNvSpPr/>
            <p:nvPr/>
          </p:nvSpPr>
          <p:spPr>
            <a:xfrm>
              <a:off x="7565116" y="1832110"/>
              <a:ext cx="5880917" cy="727048"/>
            </a:xfrm>
            <a:custGeom>
              <a:avLst/>
              <a:gdLst/>
              <a:ahLst/>
              <a:cxnLst/>
              <a:rect l="0" t="0" r="0" b="0"/>
              <a:pathLst>
                <a:path w="120000" h="120000" extrusionOk="0">
                  <a:moveTo>
                    <a:pt x="34007" y="85837"/>
                  </a:moveTo>
                  <a:cubicBezTo>
                    <a:pt x="34641" y="85606"/>
                    <a:pt x="35365" y="85672"/>
                    <a:pt x="36603" y="89888"/>
                  </a:cubicBezTo>
                  <a:cubicBezTo>
                    <a:pt x="38297" y="95859"/>
                    <a:pt x="40295" y="99372"/>
                    <a:pt x="43249" y="106749"/>
                  </a:cubicBezTo>
                  <a:cubicBezTo>
                    <a:pt x="44726" y="110438"/>
                    <a:pt x="45833" y="113248"/>
                    <a:pt x="46707" y="116278"/>
                  </a:cubicBezTo>
                  <a:lnTo>
                    <a:pt x="47593" y="120000"/>
                  </a:lnTo>
                  <a:lnTo>
                    <a:pt x="25147" y="120000"/>
                  </a:lnTo>
                  <a:lnTo>
                    <a:pt x="25832" y="118473"/>
                  </a:lnTo>
                  <a:cubicBezTo>
                    <a:pt x="27156" y="115268"/>
                    <a:pt x="28698" y="110438"/>
                    <a:pt x="29784" y="103939"/>
                  </a:cubicBezTo>
                  <a:cubicBezTo>
                    <a:pt x="31956" y="90941"/>
                    <a:pt x="32564" y="86024"/>
                    <a:pt x="33389" y="86024"/>
                  </a:cubicBezTo>
                  <a:cubicBezTo>
                    <a:pt x="33595" y="86024"/>
                    <a:pt x="33796" y="85914"/>
                    <a:pt x="34007" y="85837"/>
                  </a:cubicBezTo>
                  <a:close/>
                  <a:moveTo>
                    <a:pt x="0" y="0"/>
                  </a:moveTo>
                  <a:lnTo>
                    <a:pt x="120000" y="0"/>
                  </a:lnTo>
                  <a:lnTo>
                    <a:pt x="120000" y="120000"/>
                  </a:lnTo>
                  <a:lnTo>
                    <a:pt x="57982" y="120000"/>
                  </a:lnTo>
                  <a:lnTo>
                    <a:pt x="57425" y="115663"/>
                  </a:lnTo>
                  <a:cubicBezTo>
                    <a:pt x="56887" y="112897"/>
                    <a:pt x="56105" y="110965"/>
                    <a:pt x="55019" y="108857"/>
                  </a:cubicBezTo>
                  <a:cubicBezTo>
                    <a:pt x="52804" y="104642"/>
                    <a:pt x="52457" y="108857"/>
                    <a:pt x="49416" y="94103"/>
                  </a:cubicBezTo>
                  <a:cubicBezTo>
                    <a:pt x="46376" y="79700"/>
                    <a:pt x="39296" y="52652"/>
                    <a:pt x="38341" y="47734"/>
                  </a:cubicBezTo>
                  <a:cubicBezTo>
                    <a:pt x="37385" y="43167"/>
                    <a:pt x="34605" y="37898"/>
                    <a:pt x="31261" y="44221"/>
                  </a:cubicBezTo>
                  <a:cubicBezTo>
                    <a:pt x="27916" y="50544"/>
                    <a:pt x="24268" y="61785"/>
                    <a:pt x="23616" y="61785"/>
                  </a:cubicBezTo>
                  <a:cubicBezTo>
                    <a:pt x="22965" y="61785"/>
                    <a:pt x="21532" y="64947"/>
                    <a:pt x="21532" y="69162"/>
                  </a:cubicBezTo>
                  <a:cubicBezTo>
                    <a:pt x="21532" y="69162"/>
                    <a:pt x="17622" y="65649"/>
                    <a:pt x="15842" y="75485"/>
                  </a:cubicBezTo>
                  <a:cubicBezTo>
                    <a:pt x="14017" y="85321"/>
                    <a:pt x="13887" y="90941"/>
                    <a:pt x="12758" y="94806"/>
                  </a:cubicBezTo>
                  <a:cubicBezTo>
                    <a:pt x="11585" y="98318"/>
                    <a:pt x="10890" y="98318"/>
                    <a:pt x="10282" y="97265"/>
                  </a:cubicBezTo>
                  <a:cubicBezTo>
                    <a:pt x="10282" y="97265"/>
                    <a:pt x="6938" y="87077"/>
                    <a:pt x="7589" y="71270"/>
                  </a:cubicBezTo>
                  <a:cubicBezTo>
                    <a:pt x="8241" y="55813"/>
                    <a:pt x="8371" y="30872"/>
                    <a:pt x="5157" y="10849"/>
                  </a:cubicBezTo>
                  <a:cubicBezTo>
                    <a:pt x="3951" y="3472"/>
                    <a:pt x="2551" y="245"/>
                    <a:pt x="1186" y="0"/>
                  </a:cubicBezTo>
                  <a:lnTo>
                    <a:pt x="0" y="623"/>
                  </a:lnTo>
                  <a:close/>
                </a:path>
              </a:pathLst>
            </a:custGeom>
            <a:solidFill>
              <a:schemeClr val="accent5"/>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5" name="Google Shape;39;p4">
              <a:extLst>
                <a:ext uri="{FF2B5EF4-FFF2-40B4-BE49-F238E27FC236}">
                  <a16:creationId xmlns:a16="http://schemas.microsoft.com/office/drawing/2014/main" id="{B719F3D0-2783-C312-70C4-AF4A34D9041E}"/>
                </a:ext>
              </a:extLst>
            </p:cNvPr>
            <p:cNvSpPr>
              <a:spLocks/>
            </p:cNvSpPr>
            <p:nvPr/>
          </p:nvSpPr>
          <p:spPr bwMode="auto">
            <a:xfrm>
              <a:off x="9897356" y="2559158"/>
              <a:ext cx="543777" cy="337235"/>
            </a:xfrm>
            <a:custGeom>
              <a:avLst/>
              <a:gdLst>
                <a:gd name="T0" fmla="*/ 0 w 120000"/>
                <a:gd name="T1" fmla="*/ 0 h 120000"/>
                <a:gd name="T2" fmla="*/ 120000 w 120000"/>
                <a:gd name="T3" fmla="*/ 120000 h 120000"/>
              </a:gdLst>
              <a:ahLst/>
              <a:cxnLst>
                <a:cxn ang="0">
                  <a:pos x="0" y="0"/>
                </a:cxn>
                <a:cxn ang="0">
                  <a:pos x="112616" y="0"/>
                </a:cxn>
                <a:cxn ang="0">
                  <a:pos x="113404" y="1218"/>
                </a:cxn>
                <a:cxn ang="0">
                  <a:pos x="116751" y="16119"/>
                </a:cxn>
                <a:cxn ang="0">
                  <a:pos x="111572" y="109292"/>
                </a:cxn>
                <a:cxn ang="0">
                  <a:pos x="80971" y="107020"/>
                </a:cxn>
                <a:cxn ang="0">
                  <a:pos x="55077" y="90355"/>
                </a:cxn>
                <a:cxn ang="0">
                  <a:pos x="12706" y="15362"/>
                </a:cxn>
                <a:cxn ang="0">
                  <a:pos x="2900" y="2425"/>
                </a:cxn>
                <a:cxn ang="0">
                  <a:pos x="0" y="0"/>
                </a:cxn>
              </a:cxnLst>
              <a:rect l="T0" t="T1" r="T2" b="T3"/>
              <a:pathLst>
                <a:path w="120000" h="120000" extrusionOk="0">
                  <a:moveTo>
                    <a:pt x="0" y="0"/>
                  </a:moveTo>
                  <a:lnTo>
                    <a:pt x="112616" y="0"/>
                  </a:lnTo>
                  <a:lnTo>
                    <a:pt x="113404" y="1218"/>
                  </a:lnTo>
                  <a:cubicBezTo>
                    <a:pt x="115074" y="5372"/>
                    <a:pt x="116163" y="10249"/>
                    <a:pt x="116751" y="16119"/>
                  </a:cubicBezTo>
                  <a:cubicBezTo>
                    <a:pt x="118634" y="39602"/>
                    <a:pt x="125225" y="86567"/>
                    <a:pt x="111572" y="109292"/>
                  </a:cubicBezTo>
                  <a:cubicBezTo>
                    <a:pt x="98390" y="132017"/>
                    <a:pt x="90857" y="112322"/>
                    <a:pt x="80971" y="107020"/>
                  </a:cubicBezTo>
                  <a:cubicBezTo>
                    <a:pt x="71555" y="101717"/>
                    <a:pt x="64964" y="91112"/>
                    <a:pt x="55077" y="90355"/>
                  </a:cubicBezTo>
                  <a:cubicBezTo>
                    <a:pt x="45661" y="88840"/>
                    <a:pt x="24476" y="34299"/>
                    <a:pt x="12706" y="15362"/>
                  </a:cubicBezTo>
                  <a:cubicBezTo>
                    <a:pt x="9763" y="10438"/>
                    <a:pt x="6556" y="6225"/>
                    <a:pt x="2900" y="2425"/>
                  </a:cubicBezTo>
                  <a:lnTo>
                    <a:pt x="0" y="0"/>
                  </a:lnTo>
                  <a:close/>
                </a:path>
              </a:pathLst>
            </a:custGeom>
            <a:solidFill>
              <a:schemeClr val="bg2"/>
            </a:solidFill>
            <a:ln w="9525">
              <a:noFill/>
              <a:round/>
              <a:headEnd/>
              <a:tailEnd/>
            </a:ln>
          </p:spPr>
          <p:txBody>
            <a:bodyPr lIns="91425" tIns="45700" rIns="91425" bIns="45700"/>
            <a:lstStyle/>
            <a:p>
              <a:pPr>
                <a:defRPr/>
              </a:pPr>
              <a:endParaRPr lang="en-US"/>
            </a:p>
          </p:txBody>
        </p:sp>
        <p:sp>
          <p:nvSpPr>
            <p:cNvPr id="6" name="Google Shape;40;p4">
              <a:extLst>
                <a:ext uri="{FF2B5EF4-FFF2-40B4-BE49-F238E27FC236}">
                  <a16:creationId xmlns:a16="http://schemas.microsoft.com/office/drawing/2014/main" id="{1775E82A-3A29-1151-CBC9-3351561DAEC3}"/>
                </a:ext>
              </a:extLst>
            </p:cNvPr>
            <p:cNvSpPr/>
            <p:nvPr/>
          </p:nvSpPr>
          <p:spPr>
            <a:xfrm>
              <a:off x="9307676" y="4013256"/>
              <a:ext cx="4138357" cy="727049"/>
            </a:xfrm>
            <a:custGeom>
              <a:avLst/>
              <a:gdLst/>
              <a:ahLst/>
              <a:cxnLst/>
              <a:rect l="0" t="0" r="0" b="0"/>
              <a:pathLst>
                <a:path w="120000" h="120000" extrusionOk="0">
                  <a:moveTo>
                    <a:pt x="2944" y="0"/>
                  </a:moveTo>
                  <a:lnTo>
                    <a:pt x="120000" y="0"/>
                  </a:lnTo>
                  <a:lnTo>
                    <a:pt x="120000" y="119999"/>
                  </a:lnTo>
                  <a:lnTo>
                    <a:pt x="8271" y="119999"/>
                  </a:lnTo>
                  <a:lnTo>
                    <a:pt x="8003" y="116458"/>
                  </a:lnTo>
                  <a:cubicBezTo>
                    <a:pt x="6446" y="97506"/>
                    <a:pt x="3101" y="64573"/>
                    <a:pt x="0" y="47448"/>
                  </a:cubicBezTo>
                  <a:cubicBezTo>
                    <a:pt x="0" y="47448"/>
                    <a:pt x="3308" y="30773"/>
                    <a:pt x="3018" y="2600"/>
                  </a:cubicBezTo>
                  <a:lnTo>
                    <a:pt x="2944" y="0"/>
                  </a:lnTo>
                  <a:close/>
                </a:path>
              </a:pathLst>
            </a:custGeom>
            <a:gradFill>
              <a:gsLst>
                <a:gs pos="0">
                  <a:schemeClr val="accent4"/>
                </a:gs>
                <a:gs pos="41000">
                  <a:srgbClr val="8296B0"/>
                </a:gs>
                <a:gs pos="83000">
                  <a:srgbClr val="ACB8CA"/>
                </a:gs>
                <a:gs pos="100000">
                  <a:srgbClr val="D5DBE5"/>
                </a:gs>
              </a:gsLst>
              <a:lin ang="0" scaled="0"/>
            </a:gra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7" name="Google Shape;41;p4">
              <a:extLst>
                <a:ext uri="{FF2B5EF4-FFF2-40B4-BE49-F238E27FC236}">
                  <a16:creationId xmlns:a16="http://schemas.microsoft.com/office/drawing/2014/main" id="{3A2E9EF9-6F9C-0660-EFD3-C88B820998F4}"/>
                </a:ext>
              </a:extLst>
            </p:cNvPr>
            <p:cNvSpPr/>
            <p:nvPr/>
          </p:nvSpPr>
          <p:spPr>
            <a:xfrm>
              <a:off x="8982822" y="3286207"/>
              <a:ext cx="4463211" cy="727048"/>
            </a:xfrm>
            <a:custGeom>
              <a:avLst/>
              <a:gdLst/>
              <a:ahLst/>
              <a:cxnLst/>
              <a:rect l="0" t="0" r="0" b="0"/>
              <a:pathLst>
                <a:path w="120000" h="120000" extrusionOk="0">
                  <a:moveTo>
                    <a:pt x="0" y="0"/>
                  </a:moveTo>
                  <a:lnTo>
                    <a:pt x="120000" y="0"/>
                  </a:lnTo>
                  <a:lnTo>
                    <a:pt x="120000" y="120000"/>
                  </a:lnTo>
                  <a:lnTo>
                    <a:pt x="11474" y="120000"/>
                  </a:lnTo>
                  <a:lnTo>
                    <a:pt x="11205" y="109837"/>
                  </a:lnTo>
                  <a:cubicBezTo>
                    <a:pt x="9717" y="73655"/>
                    <a:pt x="7485" y="62414"/>
                    <a:pt x="5539" y="55037"/>
                  </a:cubicBezTo>
                  <a:cubicBezTo>
                    <a:pt x="3837" y="48582"/>
                    <a:pt x="1740" y="34328"/>
                    <a:pt x="437" y="9685"/>
                  </a:cubicBezTo>
                  <a:lnTo>
                    <a:pt x="0" y="0"/>
                  </a:lnTo>
                  <a:close/>
                </a:path>
              </a:pathLst>
            </a:custGeom>
            <a:gradFill>
              <a:gsLst>
                <a:gs pos="0">
                  <a:schemeClr val="accent3"/>
                </a:gs>
                <a:gs pos="41000">
                  <a:srgbClr val="93A3B5"/>
                </a:gs>
                <a:gs pos="83000">
                  <a:srgbClr val="B7C1CD"/>
                </a:gs>
                <a:gs pos="100000">
                  <a:srgbClr val="DBDFE5"/>
                </a:gs>
              </a:gsLst>
              <a:lin ang="0" scaled="0"/>
            </a:gra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8" name="Google Shape;42;p4">
              <a:extLst>
                <a:ext uri="{FF2B5EF4-FFF2-40B4-BE49-F238E27FC236}">
                  <a16:creationId xmlns:a16="http://schemas.microsoft.com/office/drawing/2014/main" id="{80DF9E1B-7CB0-E07F-B7C3-D3A2A67A77E5}"/>
                </a:ext>
              </a:extLst>
            </p:cNvPr>
            <p:cNvSpPr/>
            <p:nvPr/>
          </p:nvSpPr>
          <p:spPr>
            <a:xfrm>
              <a:off x="10167479" y="5467353"/>
              <a:ext cx="3278554" cy="727049"/>
            </a:xfrm>
            <a:custGeom>
              <a:avLst/>
              <a:gdLst/>
              <a:ahLst/>
              <a:cxnLst/>
              <a:rect l="0" t="0" r="0" b="0"/>
              <a:pathLst>
                <a:path w="120000" h="120000" extrusionOk="0">
                  <a:moveTo>
                    <a:pt x="0" y="0"/>
                  </a:moveTo>
                  <a:lnTo>
                    <a:pt x="120000" y="0"/>
                  </a:lnTo>
                  <a:lnTo>
                    <a:pt x="120000" y="119999"/>
                  </a:lnTo>
                  <a:lnTo>
                    <a:pt x="0" y="119999"/>
                  </a:lnTo>
                  <a:lnTo>
                    <a:pt x="0" y="0"/>
                  </a:ln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9" name="Google Shape;43;p4">
              <a:extLst>
                <a:ext uri="{FF2B5EF4-FFF2-40B4-BE49-F238E27FC236}">
                  <a16:creationId xmlns:a16="http://schemas.microsoft.com/office/drawing/2014/main" id="{46B96ACF-0F93-E9EA-4633-92DB051ABADB}"/>
                </a:ext>
              </a:extLst>
            </p:cNvPr>
            <p:cNvSpPr/>
            <p:nvPr/>
          </p:nvSpPr>
          <p:spPr>
            <a:xfrm>
              <a:off x="9593688" y="4740305"/>
              <a:ext cx="3852345" cy="727048"/>
            </a:xfrm>
            <a:custGeom>
              <a:avLst/>
              <a:gdLst/>
              <a:ahLst/>
              <a:cxnLst/>
              <a:rect l="0" t="0" r="0" b="0"/>
              <a:pathLst>
                <a:path w="120000" h="120000" extrusionOk="0">
                  <a:moveTo>
                    <a:pt x="0" y="0"/>
                  </a:moveTo>
                  <a:lnTo>
                    <a:pt x="120000" y="0"/>
                  </a:lnTo>
                  <a:lnTo>
                    <a:pt x="120000" y="120000"/>
                  </a:lnTo>
                  <a:lnTo>
                    <a:pt x="17886" y="120000"/>
                  </a:lnTo>
                  <a:lnTo>
                    <a:pt x="17886" y="110928"/>
                  </a:lnTo>
                  <a:lnTo>
                    <a:pt x="17510" y="108667"/>
                  </a:lnTo>
                  <a:cubicBezTo>
                    <a:pt x="16026" y="99577"/>
                    <a:pt x="14286" y="88160"/>
                    <a:pt x="13258" y="78851"/>
                  </a:cubicBezTo>
                  <a:cubicBezTo>
                    <a:pt x="11203" y="60233"/>
                    <a:pt x="6960" y="33184"/>
                    <a:pt x="1524" y="20187"/>
                  </a:cubicBezTo>
                  <a:cubicBezTo>
                    <a:pt x="1524" y="20187"/>
                    <a:pt x="861" y="18079"/>
                    <a:pt x="662" y="9648"/>
                  </a:cubicBezTo>
                  <a:cubicBezTo>
                    <a:pt x="637" y="8594"/>
                    <a:pt x="539" y="6876"/>
                    <a:pt x="377" y="4632"/>
                  </a:cubicBezTo>
                  <a:lnTo>
                    <a:pt x="0" y="0"/>
                  </a:lnTo>
                  <a:close/>
                </a:path>
              </a:pathLst>
            </a:custGeom>
            <a:gradFill>
              <a:gsLst>
                <a:gs pos="0">
                  <a:schemeClr val="accent5"/>
                </a:gs>
                <a:gs pos="41000">
                  <a:srgbClr val="65E9B8"/>
                </a:gs>
                <a:gs pos="83000">
                  <a:srgbClr val="98F0CF"/>
                </a:gs>
                <a:gs pos="100000">
                  <a:srgbClr val="CAF8E7"/>
                </a:gs>
              </a:gsLst>
              <a:lin ang="0" scaled="0"/>
            </a:gra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0" name="Google Shape;44;p4">
              <a:extLst>
                <a:ext uri="{FF2B5EF4-FFF2-40B4-BE49-F238E27FC236}">
                  <a16:creationId xmlns:a16="http://schemas.microsoft.com/office/drawing/2014/main" id="{5EE19DAB-0582-5561-69E2-4CAE2C979220}"/>
                </a:ext>
              </a:extLst>
            </p:cNvPr>
            <p:cNvSpPr>
              <a:spLocks/>
            </p:cNvSpPr>
            <p:nvPr/>
          </p:nvSpPr>
          <p:spPr bwMode="auto">
            <a:xfrm>
              <a:off x="10167479" y="6194402"/>
              <a:ext cx="3278554" cy="5439"/>
            </a:xfrm>
            <a:custGeom>
              <a:avLst/>
              <a:gdLst>
                <a:gd name="T0" fmla="*/ 0 w 120000"/>
                <a:gd name="T1" fmla="*/ 0 h 120000"/>
                <a:gd name="T2" fmla="*/ 120000 w 120000"/>
                <a:gd name="T3" fmla="*/ 120000 h 120000"/>
              </a:gdLst>
              <a:ahLst/>
              <a:cxnLst>
                <a:cxn ang="0">
                  <a:pos x="0" y="0"/>
                </a:cxn>
                <a:cxn ang="0">
                  <a:pos x="120000" y="0"/>
                </a:cxn>
                <a:cxn ang="0">
                  <a:pos x="120000" y="122"/>
                </a:cxn>
                <a:cxn ang="0">
                  <a:pos x="120000" y="120000"/>
                </a:cxn>
                <a:cxn ang="0">
                  <a:pos x="3889" y="120000"/>
                </a:cxn>
                <a:cxn ang="0">
                  <a:pos x="3889" y="106718"/>
                </a:cxn>
                <a:cxn ang="0">
                  <a:pos x="0" y="106718"/>
                </a:cxn>
                <a:cxn ang="0">
                  <a:pos x="0" y="0"/>
                </a:cxn>
              </a:cxnLst>
              <a:rect l="T0" t="T1" r="T2" b="T3"/>
              <a:pathLst>
                <a:path w="120000" h="120000" extrusionOk="0">
                  <a:moveTo>
                    <a:pt x="0" y="0"/>
                  </a:moveTo>
                  <a:lnTo>
                    <a:pt x="120000" y="0"/>
                  </a:lnTo>
                  <a:lnTo>
                    <a:pt x="120000" y="122"/>
                  </a:lnTo>
                  <a:lnTo>
                    <a:pt x="120000" y="120000"/>
                  </a:lnTo>
                  <a:lnTo>
                    <a:pt x="3889" y="120000"/>
                  </a:lnTo>
                  <a:lnTo>
                    <a:pt x="3889" y="106718"/>
                  </a:lnTo>
                  <a:lnTo>
                    <a:pt x="0" y="106718"/>
                  </a:lnTo>
                  <a:lnTo>
                    <a:pt x="0" y="0"/>
                  </a:lnTo>
                  <a:close/>
                </a:path>
              </a:pathLst>
            </a:custGeom>
            <a:solidFill>
              <a:schemeClr val="bg2"/>
            </a:solidFill>
            <a:ln w="9525">
              <a:noFill/>
              <a:round/>
              <a:headEnd/>
              <a:tailEnd/>
            </a:ln>
          </p:spPr>
          <p:txBody>
            <a:bodyPr lIns="91425" tIns="45700" rIns="91425" bIns="45700"/>
            <a:lstStyle/>
            <a:p>
              <a:pPr>
                <a:defRPr/>
              </a:pPr>
              <a:endParaRPr lang="en-US"/>
            </a:p>
          </p:txBody>
        </p:sp>
        <p:sp>
          <p:nvSpPr>
            <p:cNvPr id="11" name="Google Shape;45;p4">
              <a:extLst>
                <a:ext uri="{FF2B5EF4-FFF2-40B4-BE49-F238E27FC236}">
                  <a16:creationId xmlns:a16="http://schemas.microsoft.com/office/drawing/2014/main" id="{C5C2DFEB-42DE-3C77-CE9E-8771E00B690F}"/>
                </a:ext>
              </a:extLst>
            </p:cNvPr>
            <p:cNvSpPr>
              <a:spLocks/>
            </p:cNvSpPr>
            <p:nvPr/>
          </p:nvSpPr>
          <p:spPr bwMode="auto">
            <a:xfrm>
              <a:off x="8126548" y="5964139"/>
              <a:ext cx="522591" cy="175870"/>
            </a:xfrm>
            <a:custGeom>
              <a:avLst/>
              <a:gdLst>
                <a:gd name="T0" fmla="*/ 0 w 120000"/>
                <a:gd name="T1" fmla="*/ 0 h 120000"/>
                <a:gd name="T2" fmla="*/ 120000 w 120000"/>
                <a:gd name="T3" fmla="*/ 120000 h 120000"/>
              </a:gdLst>
              <a:ahLst/>
              <a:cxnLst>
                <a:cxn ang="0">
                  <a:pos x="17967" y="0"/>
                </a:cxn>
                <a:cxn ang="0">
                  <a:pos x="120000" y="0"/>
                </a:cxn>
                <a:cxn ang="0">
                  <a:pos x="114365" y="10088"/>
                </a:cxn>
                <a:cxn ang="0">
                  <a:pos x="814" y="99809"/>
                </a:cxn>
                <a:cxn ang="0">
                  <a:pos x="11231" y="12303"/>
                </a:cxn>
                <a:cxn ang="0">
                  <a:pos x="17967" y="0"/>
                </a:cxn>
              </a:cxnLst>
              <a:rect l="T0" t="T1" r="T2" b="T3"/>
              <a:pathLst>
                <a:path w="120000" h="120000" extrusionOk="0">
                  <a:moveTo>
                    <a:pt x="17967" y="0"/>
                  </a:moveTo>
                  <a:lnTo>
                    <a:pt x="120000" y="0"/>
                  </a:lnTo>
                  <a:lnTo>
                    <a:pt x="114365" y="10088"/>
                  </a:lnTo>
                  <a:cubicBezTo>
                    <a:pt x="63194" y="104150"/>
                    <a:pt x="4712" y="149011"/>
                    <a:pt x="814" y="99809"/>
                  </a:cubicBezTo>
                  <a:cubicBezTo>
                    <a:pt x="-1744" y="62908"/>
                    <a:pt x="1727" y="34960"/>
                    <a:pt x="11231" y="12303"/>
                  </a:cubicBezTo>
                  <a:lnTo>
                    <a:pt x="17967" y="0"/>
                  </a:lnTo>
                  <a:close/>
                </a:path>
              </a:pathLst>
            </a:custGeom>
            <a:solidFill>
              <a:schemeClr val="bg2"/>
            </a:solidFill>
            <a:ln w="9525">
              <a:noFill/>
              <a:round/>
              <a:headEnd/>
              <a:tailEnd/>
            </a:ln>
          </p:spPr>
          <p:txBody>
            <a:bodyPr lIns="91425" tIns="45700" rIns="91425" bIns="45700"/>
            <a:lstStyle/>
            <a:p>
              <a:pPr>
                <a:defRPr/>
              </a:pPr>
              <a:endParaRPr lang="en-US"/>
            </a:p>
          </p:txBody>
        </p:sp>
        <p:sp>
          <p:nvSpPr>
            <p:cNvPr id="12" name="Google Shape;46;p4">
              <a:extLst>
                <a:ext uri="{FF2B5EF4-FFF2-40B4-BE49-F238E27FC236}">
                  <a16:creationId xmlns:a16="http://schemas.microsoft.com/office/drawing/2014/main" id="{930505DC-0FE2-52B0-4B2A-65D32C1D9F0B}"/>
                </a:ext>
              </a:extLst>
            </p:cNvPr>
            <p:cNvSpPr/>
            <p:nvPr/>
          </p:nvSpPr>
          <p:spPr>
            <a:xfrm>
              <a:off x="10075672" y="5964139"/>
              <a:ext cx="197737" cy="230263"/>
            </a:xfrm>
            <a:custGeom>
              <a:avLst/>
              <a:gdLst/>
              <a:ahLst/>
              <a:cxnLst/>
              <a:rect l="0" t="0" r="0" b="0"/>
              <a:pathLst>
                <a:path w="120000" h="120000" extrusionOk="0">
                  <a:moveTo>
                    <a:pt x="44039" y="0"/>
                  </a:moveTo>
                  <a:lnTo>
                    <a:pt x="119999" y="0"/>
                  </a:lnTo>
                  <a:lnTo>
                    <a:pt x="119999" y="88431"/>
                  </a:lnTo>
                  <a:lnTo>
                    <a:pt x="99120" y="103121"/>
                  </a:lnTo>
                  <a:cubicBezTo>
                    <a:pt x="57682" y="127594"/>
                    <a:pt x="19878" y="123041"/>
                    <a:pt x="5339" y="104829"/>
                  </a:cubicBezTo>
                  <a:cubicBezTo>
                    <a:pt x="-14046" y="79441"/>
                    <a:pt x="24725" y="66196"/>
                    <a:pt x="36357" y="47431"/>
                  </a:cubicBezTo>
                  <a:cubicBezTo>
                    <a:pt x="38942" y="42464"/>
                    <a:pt x="40881" y="33219"/>
                    <a:pt x="42335" y="21733"/>
                  </a:cubicBezTo>
                  <a:lnTo>
                    <a:pt x="44039" y="0"/>
                  </a:ln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3" name="Google Shape;47;p4">
              <a:extLst>
                <a:ext uri="{FF2B5EF4-FFF2-40B4-BE49-F238E27FC236}">
                  <a16:creationId xmlns:a16="http://schemas.microsoft.com/office/drawing/2014/main" id="{546A2765-41F0-6EF1-BA79-862A68AA1BEA}"/>
                </a:ext>
              </a:extLst>
            </p:cNvPr>
            <p:cNvSpPr>
              <a:spLocks/>
            </p:cNvSpPr>
            <p:nvPr/>
          </p:nvSpPr>
          <p:spPr bwMode="auto">
            <a:xfrm>
              <a:off x="6625864" y="2559158"/>
              <a:ext cx="3815270" cy="727049"/>
            </a:xfrm>
            <a:custGeom>
              <a:avLst/>
              <a:gdLst>
                <a:gd name="T0" fmla="*/ 0 w 120000"/>
                <a:gd name="T1" fmla="*/ 0 h 120000"/>
                <a:gd name="T2" fmla="*/ 120000 w 120000"/>
                <a:gd name="T3" fmla="*/ 120000 h 120000"/>
              </a:gdLst>
              <a:ahLst/>
              <a:cxnLst>
                <a:cxn ang="0">
                  <a:pos x="6569" y="21185"/>
                </a:cxn>
                <a:cxn ang="0">
                  <a:pos x="9669" y="40847"/>
                </a:cxn>
                <a:cxn ang="0">
                  <a:pos x="10808" y="77732"/>
                </a:cxn>
                <a:cxn ang="0">
                  <a:pos x="15700" y="118449"/>
                </a:cxn>
                <a:cxn ang="0">
                  <a:pos x="15989" y="120000"/>
                </a:cxn>
                <a:cxn ang="0">
                  <a:pos x="8525" y="120000"/>
                </a:cxn>
                <a:cxn ang="0">
                  <a:pos x="8524" y="119990"/>
                </a:cxn>
                <a:cxn ang="0">
                  <a:pos x="6590" y="101970"/>
                </a:cxn>
                <a:cxn ang="0">
                  <a:pos x="1970" y="77732"/>
                </a:cxn>
                <a:cxn ang="0">
                  <a:pos x="95" y="57006"/>
                </a:cxn>
                <a:cxn ang="0">
                  <a:pos x="1836" y="42603"/>
                </a:cxn>
                <a:cxn ang="0">
                  <a:pos x="4112" y="31714"/>
                </a:cxn>
                <a:cxn ang="0">
                  <a:pos x="5384" y="25039"/>
                </a:cxn>
                <a:cxn ang="0">
                  <a:pos x="6054" y="22229"/>
                </a:cxn>
                <a:cxn ang="0">
                  <a:pos x="6569" y="21185"/>
                </a:cxn>
                <a:cxn ang="0">
                  <a:pos x="102934" y="0"/>
                </a:cxn>
                <a:cxn ang="0">
                  <a:pos x="118950" y="0"/>
                </a:cxn>
                <a:cxn ang="0">
                  <a:pos x="119062" y="565"/>
                </a:cxn>
                <a:cxn ang="0">
                  <a:pos x="119538" y="7475"/>
                </a:cxn>
                <a:cxn ang="0">
                  <a:pos x="118801" y="50683"/>
                </a:cxn>
                <a:cxn ang="0">
                  <a:pos x="114449" y="49629"/>
                </a:cxn>
                <a:cxn ang="0">
                  <a:pos x="110767" y="41901"/>
                </a:cxn>
                <a:cxn ang="0">
                  <a:pos x="104741" y="7124"/>
                </a:cxn>
                <a:cxn ang="0">
                  <a:pos x="103347" y="1124"/>
                </a:cxn>
                <a:cxn ang="0">
                  <a:pos x="102934" y="0"/>
                </a:cxn>
                <a:cxn ang="0">
                  <a:pos x="24322" y="0"/>
                </a:cxn>
                <a:cxn ang="0">
                  <a:pos x="68335" y="0"/>
                </a:cxn>
                <a:cxn ang="0">
                  <a:pos x="67938" y="573"/>
                </a:cxn>
                <a:cxn ang="0">
                  <a:pos x="65306" y="3259"/>
                </a:cxn>
                <a:cxn ang="0">
                  <a:pos x="64905" y="15203"/>
                </a:cxn>
                <a:cxn ang="0">
                  <a:pos x="74077" y="118480"/>
                </a:cxn>
                <a:cxn ang="0">
                  <a:pos x="74157" y="119999"/>
                </a:cxn>
                <a:cxn ang="0">
                  <a:pos x="39407" y="119999"/>
                </a:cxn>
                <a:cxn ang="0">
                  <a:pos x="39209" y="119120"/>
                </a:cxn>
                <a:cxn ang="0">
                  <a:pos x="35848" y="104078"/>
                </a:cxn>
                <a:cxn ang="0">
                  <a:pos x="35379" y="106537"/>
                </a:cxn>
                <a:cxn ang="0">
                  <a:pos x="33721" y="117992"/>
                </a:cxn>
                <a:cxn ang="0">
                  <a:pos x="33409" y="119999"/>
                </a:cxn>
                <a:cxn ang="0">
                  <a:pos x="21293" y="119999"/>
                </a:cxn>
                <a:cxn ang="0">
                  <a:pos x="21604" y="117492"/>
                </a:cxn>
                <a:cxn ang="0">
                  <a:pos x="25068" y="99511"/>
                </a:cxn>
                <a:cxn ang="0">
                  <a:pos x="28416" y="69652"/>
                </a:cxn>
                <a:cxn ang="0">
                  <a:pos x="28916" y="61804"/>
                </a:cxn>
                <a:cxn ang="0">
                  <a:pos x="29572" y="55412"/>
                </a:cxn>
                <a:cxn ang="0">
                  <a:pos x="29693" y="54229"/>
                </a:cxn>
                <a:cxn ang="0">
                  <a:pos x="34241" y="27849"/>
                </a:cxn>
                <a:cxn ang="0">
                  <a:pos x="31897" y="13447"/>
                </a:cxn>
                <a:cxn ang="0">
                  <a:pos x="29914" y="12086"/>
                </a:cxn>
                <a:cxn ang="0">
                  <a:pos x="29572" y="12670"/>
                </a:cxn>
                <a:cxn ang="0">
                  <a:pos x="29572" y="12670"/>
                </a:cxn>
                <a:cxn ang="0">
                  <a:pos x="28856" y="13892"/>
                </a:cxn>
                <a:cxn ang="0">
                  <a:pos x="27680" y="15203"/>
                </a:cxn>
                <a:cxn ang="0">
                  <a:pos x="25336" y="7124"/>
                </a:cxn>
                <a:cxn ang="0">
                  <a:pos x="24332" y="98"/>
                </a:cxn>
                <a:cxn ang="0">
                  <a:pos x="24322" y="0"/>
                </a:cxn>
              </a:cxnLst>
              <a:rect l="T0" t="T1" r="T2" b="T3"/>
              <a:pathLst>
                <a:path w="120000" h="120000" extrusionOk="0">
                  <a:moveTo>
                    <a:pt x="6569" y="21185"/>
                  </a:moveTo>
                  <a:cubicBezTo>
                    <a:pt x="7692" y="20791"/>
                    <a:pt x="8322" y="33777"/>
                    <a:pt x="9669" y="40847"/>
                  </a:cubicBezTo>
                  <a:cubicBezTo>
                    <a:pt x="11209" y="48926"/>
                    <a:pt x="10875" y="73165"/>
                    <a:pt x="10808" y="77732"/>
                  </a:cubicBezTo>
                  <a:cubicBezTo>
                    <a:pt x="10749" y="81420"/>
                    <a:pt x="14279" y="109583"/>
                    <a:pt x="15700" y="118449"/>
                  </a:cubicBezTo>
                  <a:lnTo>
                    <a:pt x="15989" y="120000"/>
                  </a:lnTo>
                  <a:lnTo>
                    <a:pt x="8525" y="120000"/>
                  </a:lnTo>
                  <a:lnTo>
                    <a:pt x="8524" y="119990"/>
                  </a:lnTo>
                  <a:cubicBezTo>
                    <a:pt x="7669" y="112091"/>
                    <a:pt x="6975" y="105571"/>
                    <a:pt x="6590" y="101970"/>
                  </a:cubicBezTo>
                  <a:cubicBezTo>
                    <a:pt x="4983" y="87216"/>
                    <a:pt x="4648" y="89675"/>
                    <a:pt x="1970" y="77732"/>
                  </a:cubicBezTo>
                  <a:cubicBezTo>
                    <a:pt x="-640" y="65437"/>
                    <a:pt x="95" y="60519"/>
                    <a:pt x="95" y="57006"/>
                  </a:cubicBezTo>
                  <a:cubicBezTo>
                    <a:pt x="95" y="53493"/>
                    <a:pt x="1367" y="45062"/>
                    <a:pt x="1836" y="42603"/>
                  </a:cubicBezTo>
                  <a:cubicBezTo>
                    <a:pt x="2372" y="40144"/>
                    <a:pt x="3778" y="34524"/>
                    <a:pt x="4112" y="31714"/>
                  </a:cubicBezTo>
                  <a:cubicBezTo>
                    <a:pt x="4447" y="28903"/>
                    <a:pt x="4983" y="26093"/>
                    <a:pt x="5384" y="25039"/>
                  </a:cubicBezTo>
                  <a:cubicBezTo>
                    <a:pt x="5786" y="23985"/>
                    <a:pt x="6054" y="22229"/>
                    <a:pt x="6054" y="22229"/>
                  </a:cubicBezTo>
                  <a:cubicBezTo>
                    <a:pt x="6238" y="21570"/>
                    <a:pt x="6409" y="21241"/>
                    <a:pt x="6569" y="21185"/>
                  </a:cubicBezTo>
                  <a:close/>
                  <a:moveTo>
                    <a:pt x="102934" y="0"/>
                  </a:moveTo>
                  <a:lnTo>
                    <a:pt x="118950" y="0"/>
                  </a:lnTo>
                  <a:lnTo>
                    <a:pt x="119062" y="565"/>
                  </a:lnTo>
                  <a:cubicBezTo>
                    <a:pt x="119299" y="2491"/>
                    <a:pt x="119454" y="4753"/>
                    <a:pt x="119538" y="7475"/>
                  </a:cubicBezTo>
                  <a:cubicBezTo>
                    <a:pt x="119805" y="18365"/>
                    <a:pt x="120743" y="40144"/>
                    <a:pt x="118801" y="50683"/>
                  </a:cubicBezTo>
                  <a:cubicBezTo>
                    <a:pt x="116926" y="61221"/>
                    <a:pt x="115855" y="52088"/>
                    <a:pt x="114449" y="49629"/>
                  </a:cubicBezTo>
                  <a:cubicBezTo>
                    <a:pt x="113110" y="47170"/>
                    <a:pt x="112173" y="42252"/>
                    <a:pt x="110767" y="41901"/>
                  </a:cubicBezTo>
                  <a:cubicBezTo>
                    <a:pt x="109428" y="41198"/>
                    <a:pt x="106415" y="15906"/>
                    <a:pt x="104741" y="7124"/>
                  </a:cubicBezTo>
                  <a:cubicBezTo>
                    <a:pt x="104323" y="4840"/>
                    <a:pt x="103867" y="2886"/>
                    <a:pt x="103347" y="1124"/>
                  </a:cubicBezTo>
                  <a:lnTo>
                    <a:pt x="102934" y="0"/>
                  </a:lnTo>
                  <a:close/>
                  <a:moveTo>
                    <a:pt x="24322" y="0"/>
                  </a:moveTo>
                  <a:lnTo>
                    <a:pt x="68335" y="0"/>
                  </a:lnTo>
                  <a:lnTo>
                    <a:pt x="67938" y="573"/>
                  </a:lnTo>
                  <a:cubicBezTo>
                    <a:pt x="66581" y="2370"/>
                    <a:pt x="65558" y="3259"/>
                    <a:pt x="65306" y="3259"/>
                  </a:cubicBezTo>
                  <a:cubicBezTo>
                    <a:pt x="64570" y="3259"/>
                    <a:pt x="64168" y="6421"/>
                    <a:pt x="64905" y="15203"/>
                  </a:cubicBezTo>
                  <a:cubicBezTo>
                    <a:pt x="65574" y="23985"/>
                    <a:pt x="72738" y="86514"/>
                    <a:pt x="74077" y="118480"/>
                  </a:cubicBezTo>
                  <a:lnTo>
                    <a:pt x="74157" y="119999"/>
                  </a:lnTo>
                  <a:lnTo>
                    <a:pt x="39407" y="119999"/>
                  </a:lnTo>
                  <a:lnTo>
                    <a:pt x="39209" y="119120"/>
                  </a:lnTo>
                  <a:cubicBezTo>
                    <a:pt x="37298" y="110598"/>
                    <a:pt x="35848" y="104078"/>
                    <a:pt x="35848" y="104078"/>
                  </a:cubicBezTo>
                  <a:cubicBezTo>
                    <a:pt x="35848" y="104078"/>
                    <a:pt x="35848" y="104078"/>
                    <a:pt x="35379" y="106537"/>
                  </a:cubicBezTo>
                  <a:cubicBezTo>
                    <a:pt x="35362" y="107064"/>
                    <a:pt x="34718" y="111477"/>
                    <a:pt x="33721" y="117992"/>
                  </a:cubicBezTo>
                  <a:lnTo>
                    <a:pt x="33409" y="119999"/>
                  </a:lnTo>
                  <a:lnTo>
                    <a:pt x="21293" y="119999"/>
                  </a:lnTo>
                  <a:lnTo>
                    <a:pt x="21604" y="117492"/>
                  </a:lnTo>
                  <a:cubicBezTo>
                    <a:pt x="22909" y="107744"/>
                    <a:pt x="23763" y="106097"/>
                    <a:pt x="25068" y="99511"/>
                  </a:cubicBezTo>
                  <a:cubicBezTo>
                    <a:pt x="26809" y="90378"/>
                    <a:pt x="27613" y="90729"/>
                    <a:pt x="28416" y="69652"/>
                  </a:cubicBezTo>
                  <a:cubicBezTo>
                    <a:pt x="28525" y="67017"/>
                    <a:pt x="28697" y="64388"/>
                    <a:pt x="28916" y="61804"/>
                  </a:cubicBezTo>
                  <a:lnTo>
                    <a:pt x="29572" y="55412"/>
                  </a:lnTo>
                  <a:lnTo>
                    <a:pt x="29693" y="54229"/>
                  </a:lnTo>
                  <a:cubicBezTo>
                    <a:pt x="31454" y="39508"/>
                    <a:pt x="34241" y="27849"/>
                    <a:pt x="34241" y="27849"/>
                  </a:cubicBezTo>
                  <a:cubicBezTo>
                    <a:pt x="34241" y="27849"/>
                    <a:pt x="33236" y="18716"/>
                    <a:pt x="31897" y="13447"/>
                  </a:cubicBezTo>
                  <a:cubicBezTo>
                    <a:pt x="31228" y="10812"/>
                    <a:pt x="30592" y="11076"/>
                    <a:pt x="29914" y="12086"/>
                  </a:cubicBezTo>
                  <a:lnTo>
                    <a:pt x="29572" y="12670"/>
                  </a:lnTo>
                  <a:lnTo>
                    <a:pt x="28856" y="13892"/>
                  </a:lnTo>
                  <a:cubicBezTo>
                    <a:pt x="28487" y="14501"/>
                    <a:pt x="28098" y="15028"/>
                    <a:pt x="27680" y="15203"/>
                  </a:cubicBezTo>
                  <a:cubicBezTo>
                    <a:pt x="25939" y="15906"/>
                    <a:pt x="25537" y="10285"/>
                    <a:pt x="25336" y="7124"/>
                  </a:cubicBezTo>
                  <a:cubicBezTo>
                    <a:pt x="25135" y="3962"/>
                    <a:pt x="24734" y="2206"/>
                    <a:pt x="24332" y="98"/>
                  </a:cubicBezTo>
                  <a:lnTo>
                    <a:pt x="24322" y="0"/>
                  </a:lnTo>
                  <a:close/>
                </a:path>
              </a:pathLst>
            </a:custGeom>
            <a:solidFill>
              <a:srgbClr val="4CCD93"/>
            </a:solidFill>
            <a:ln w="9525">
              <a:noFill/>
              <a:round/>
              <a:headEnd/>
              <a:tailEnd/>
            </a:ln>
          </p:spPr>
          <p:txBody>
            <a:bodyPr lIns="91425" tIns="45700" rIns="91425" bIns="45700"/>
            <a:lstStyle/>
            <a:p>
              <a:pPr>
                <a:defRPr/>
              </a:pPr>
              <a:endParaRPr lang="en-US"/>
            </a:p>
          </p:txBody>
        </p:sp>
        <p:sp>
          <p:nvSpPr>
            <p:cNvPr id="14" name="Google Shape;48;p4">
              <a:extLst>
                <a:ext uri="{FF2B5EF4-FFF2-40B4-BE49-F238E27FC236}">
                  <a16:creationId xmlns:a16="http://schemas.microsoft.com/office/drawing/2014/main" id="{59FBFDB3-9FD4-B100-EF67-3859C14AFA6E}"/>
                </a:ext>
              </a:extLst>
            </p:cNvPr>
            <p:cNvSpPr>
              <a:spLocks/>
            </p:cNvSpPr>
            <p:nvPr/>
          </p:nvSpPr>
          <p:spPr bwMode="auto">
            <a:xfrm>
              <a:off x="7296758" y="1832110"/>
              <a:ext cx="3110830" cy="727048"/>
            </a:xfrm>
            <a:custGeom>
              <a:avLst/>
              <a:gdLst>
                <a:gd name="T0" fmla="*/ 0 w 120000"/>
                <a:gd name="T1" fmla="*/ 0 h 120000"/>
                <a:gd name="T2" fmla="*/ 120000 w 120000"/>
                <a:gd name="T3" fmla="*/ 120000 h 120000"/>
              </a:gdLst>
              <a:ahLst/>
              <a:cxnLst>
                <a:cxn ang="0">
                  <a:pos x="12605" y="0"/>
                </a:cxn>
                <a:cxn ang="0">
                  <a:pos x="20113" y="10849"/>
                </a:cxn>
                <a:cxn ang="0">
                  <a:pos x="24713" y="71270"/>
                </a:cxn>
                <a:cxn ang="0">
                  <a:pos x="29805" y="97265"/>
                </a:cxn>
                <a:cxn ang="0">
                  <a:pos x="34486" y="94806"/>
                </a:cxn>
                <a:cxn ang="0">
                  <a:pos x="40317" y="75485"/>
                </a:cxn>
                <a:cxn ang="0">
                  <a:pos x="51076" y="69162"/>
                </a:cxn>
                <a:cxn ang="0">
                  <a:pos x="55018" y="61785"/>
                </a:cxn>
                <a:cxn ang="0">
                  <a:pos x="69473" y="44221"/>
                </a:cxn>
                <a:cxn ang="0">
                  <a:pos x="82860" y="47734"/>
                </a:cxn>
                <a:cxn ang="0">
                  <a:pos x="103802" y="94103"/>
                </a:cxn>
                <a:cxn ang="0">
                  <a:pos x="114397" y="108857"/>
                </a:cxn>
                <a:cxn ang="0">
                  <a:pos x="118945" y="115663"/>
                </a:cxn>
                <a:cxn ang="0">
                  <a:pos x="120000" y="119999"/>
                </a:cxn>
                <a:cxn ang="0">
                  <a:pos x="100354" y="119999"/>
                </a:cxn>
                <a:cxn ang="0">
                  <a:pos x="98680" y="116278"/>
                </a:cxn>
                <a:cxn ang="0">
                  <a:pos x="92140" y="106749"/>
                </a:cxn>
                <a:cxn ang="0">
                  <a:pos x="79574" y="89888"/>
                </a:cxn>
                <a:cxn ang="0">
                  <a:pos x="73497" y="86024"/>
                </a:cxn>
                <a:cxn ang="0">
                  <a:pos x="66680" y="103939"/>
                </a:cxn>
                <a:cxn ang="0">
                  <a:pos x="59207" y="118473"/>
                </a:cxn>
                <a:cxn ang="0">
                  <a:pos x="57912" y="119999"/>
                </a:cxn>
                <a:cxn ang="0">
                  <a:pos x="3922" y="119999"/>
                </a:cxn>
                <a:cxn ang="0">
                  <a:pos x="3730" y="118485"/>
                </a:cxn>
                <a:cxn ang="0">
                  <a:pos x="3441" y="114829"/>
                </a:cxn>
                <a:cxn ang="0">
                  <a:pos x="2456" y="104993"/>
                </a:cxn>
                <a:cxn ang="0">
                  <a:pos x="1142" y="101831"/>
                </a:cxn>
                <a:cxn ang="0">
                  <a:pos x="1717" y="78296"/>
                </a:cxn>
                <a:cxn ang="0">
                  <a:pos x="156" y="71270"/>
                </a:cxn>
                <a:cxn ang="0">
                  <a:pos x="2292" y="18226"/>
                </a:cxn>
                <a:cxn ang="0">
                  <a:pos x="10063" y="706"/>
                </a:cxn>
                <a:cxn ang="0">
                  <a:pos x="10362" y="623"/>
                </a:cxn>
                <a:cxn ang="0">
                  <a:pos x="10362" y="622"/>
                </a:cxn>
                <a:cxn ang="0">
                  <a:pos x="12605" y="0"/>
                </a:cxn>
              </a:cxnLst>
              <a:rect l="T0" t="T1" r="T2" b="T3"/>
              <a:pathLst>
                <a:path w="120000" h="120000" extrusionOk="0">
                  <a:moveTo>
                    <a:pt x="12605" y="0"/>
                  </a:moveTo>
                  <a:cubicBezTo>
                    <a:pt x="15186" y="245"/>
                    <a:pt x="17834" y="3472"/>
                    <a:pt x="20113" y="10849"/>
                  </a:cubicBezTo>
                  <a:cubicBezTo>
                    <a:pt x="26191" y="30872"/>
                    <a:pt x="25945" y="55813"/>
                    <a:pt x="24713" y="71270"/>
                  </a:cubicBezTo>
                  <a:cubicBezTo>
                    <a:pt x="23481" y="87077"/>
                    <a:pt x="29805" y="97265"/>
                    <a:pt x="29805" y="97265"/>
                  </a:cubicBezTo>
                  <a:cubicBezTo>
                    <a:pt x="30954" y="98318"/>
                    <a:pt x="32269" y="98318"/>
                    <a:pt x="34486" y="94806"/>
                  </a:cubicBezTo>
                  <a:cubicBezTo>
                    <a:pt x="36621" y="90941"/>
                    <a:pt x="36868" y="85321"/>
                    <a:pt x="40317" y="75485"/>
                  </a:cubicBezTo>
                  <a:cubicBezTo>
                    <a:pt x="43684" y="65649"/>
                    <a:pt x="51076" y="69162"/>
                    <a:pt x="51076" y="69162"/>
                  </a:cubicBezTo>
                  <a:cubicBezTo>
                    <a:pt x="51076" y="64946"/>
                    <a:pt x="53786" y="61785"/>
                    <a:pt x="55018" y="61785"/>
                  </a:cubicBezTo>
                  <a:cubicBezTo>
                    <a:pt x="56250" y="61785"/>
                    <a:pt x="63149" y="50544"/>
                    <a:pt x="69473" y="44221"/>
                  </a:cubicBezTo>
                  <a:cubicBezTo>
                    <a:pt x="75797" y="37898"/>
                    <a:pt x="81053" y="43167"/>
                    <a:pt x="82860" y="47734"/>
                  </a:cubicBezTo>
                  <a:cubicBezTo>
                    <a:pt x="84666" y="52652"/>
                    <a:pt x="98053" y="79700"/>
                    <a:pt x="103802" y="94103"/>
                  </a:cubicBezTo>
                  <a:cubicBezTo>
                    <a:pt x="109551" y="108857"/>
                    <a:pt x="110208" y="104642"/>
                    <a:pt x="114397" y="108857"/>
                  </a:cubicBezTo>
                  <a:cubicBezTo>
                    <a:pt x="116450" y="110965"/>
                    <a:pt x="117928" y="112897"/>
                    <a:pt x="118945" y="115663"/>
                  </a:cubicBezTo>
                  <a:lnTo>
                    <a:pt x="120000" y="119999"/>
                  </a:lnTo>
                  <a:lnTo>
                    <a:pt x="100354" y="119999"/>
                  </a:lnTo>
                  <a:lnTo>
                    <a:pt x="98680" y="116278"/>
                  </a:lnTo>
                  <a:cubicBezTo>
                    <a:pt x="97027" y="113248"/>
                    <a:pt x="94933" y="110438"/>
                    <a:pt x="92140" y="106749"/>
                  </a:cubicBezTo>
                  <a:cubicBezTo>
                    <a:pt x="86555" y="99372"/>
                    <a:pt x="82777" y="95859"/>
                    <a:pt x="79574" y="89888"/>
                  </a:cubicBezTo>
                  <a:cubicBezTo>
                    <a:pt x="76454" y="84267"/>
                    <a:pt x="75057" y="86024"/>
                    <a:pt x="73497" y="86024"/>
                  </a:cubicBezTo>
                  <a:cubicBezTo>
                    <a:pt x="71937" y="86024"/>
                    <a:pt x="70787" y="90941"/>
                    <a:pt x="66680" y="103939"/>
                  </a:cubicBezTo>
                  <a:cubicBezTo>
                    <a:pt x="64627" y="110438"/>
                    <a:pt x="61712" y="115268"/>
                    <a:pt x="59207" y="118473"/>
                  </a:cubicBezTo>
                  <a:lnTo>
                    <a:pt x="57912" y="119999"/>
                  </a:lnTo>
                  <a:lnTo>
                    <a:pt x="3922" y="119999"/>
                  </a:lnTo>
                  <a:lnTo>
                    <a:pt x="3730" y="118485"/>
                  </a:lnTo>
                  <a:cubicBezTo>
                    <a:pt x="3657" y="116871"/>
                    <a:pt x="3873" y="115356"/>
                    <a:pt x="3441" y="114829"/>
                  </a:cubicBezTo>
                  <a:cubicBezTo>
                    <a:pt x="2867" y="113775"/>
                    <a:pt x="2456" y="107101"/>
                    <a:pt x="2456" y="104993"/>
                  </a:cubicBezTo>
                  <a:cubicBezTo>
                    <a:pt x="2456" y="102885"/>
                    <a:pt x="2456" y="103237"/>
                    <a:pt x="1142" y="101831"/>
                  </a:cubicBezTo>
                  <a:cubicBezTo>
                    <a:pt x="-253" y="100426"/>
                    <a:pt x="1799" y="80754"/>
                    <a:pt x="1717" y="78296"/>
                  </a:cubicBezTo>
                  <a:cubicBezTo>
                    <a:pt x="1635" y="75836"/>
                    <a:pt x="649" y="77593"/>
                    <a:pt x="156" y="71270"/>
                  </a:cubicBezTo>
                  <a:cubicBezTo>
                    <a:pt x="-335" y="64947"/>
                    <a:pt x="321" y="30170"/>
                    <a:pt x="2292" y="18226"/>
                  </a:cubicBezTo>
                  <a:cubicBezTo>
                    <a:pt x="3811" y="9620"/>
                    <a:pt x="6747" y="2857"/>
                    <a:pt x="10063" y="706"/>
                  </a:cubicBezTo>
                  <a:lnTo>
                    <a:pt x="10362" y="623"/>
                  </a:lnTo>
                  <a:lnTo>
                    <a:pt x="10362" y="622"/>
                  </a:lnTo>
                  <a:lnTo>
                    <a:pt x="12605"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15" name="Google Shape;49;p4">
              <a:extLst>
                <a:ext uri="{FF2B5EF4-FFF2-40B4-BE49-F238E27FC236}">
                  <a16:creationId xmlns:a16="http://schemas.microsoft.com/office/drawing/2014/main" id="{CBDFE8F6-9D32-5EB2-6754-84D4C1794BFE}"/>
                </a:ext>
              </a:extLst>
            </p:cNvPr>
            <p:cNvSpPr>
              <a:spLocks/>
            </p:cNvSpPr>
            <p:nvPr/>
          </p:nvSpPr>
          <p:spPr bwMode="auto">
            <a:xfrm>
              <a:off x="7776977" y="4013256"/>
              <a:ext cx="1816711" cy="727049"/>
            </a:xfrm>
            <a:custGeom>
              <a:avLst/>
              <a:gdLst>
                <a:gd name="T0" fmla="*/ 0 w 120000"/>
                <a:gd name="T1" fmla="*/ 0 h 120000"/>
                <a:gd name="T2" fmla="*/ 120000 w 120000"/>
                <a:gd name="T3" fmla="*/ 120000 h 120000"/>
              </a:gdLst>
              <a:ahLst/>
              <a:cxnLst>
                <a:cxn ang="0">
                  <a:pos x="35488" y="0"/>
                </a:cxn>
                <a:cxn ang="0">
                  <a:pos x="107866" y="0"/>
                </a:cxn>
                <a:cxn ang="0">
                  <a:pos x="108035" y="2600"/>
                </a:cxn>
                <a:cxn ang="0">
                  <a:pos x="101160" y="47448"/>
                </a:cxn>
                <a:cxn ang="0">
                  <a:pos x="119388" y="116458"/>
                </a:cxn>
                <a:cxn ang="0">
                  <a:pos x="120000" y="119999"/>
                </a:cxn>
                <a:cxn ang="0">
                  <a:pos x="84908" y="119999"/>
                </a:cxn>
                <a:cxn ang="0">
                  <a:pos x="81530" y="112567"/>
                </a:cxn>
                <a:cxn ang="0">
                  <a:pos x="68121" y="82927"/>
                </a:cxn>
                <a:cxn ang="0">
                  <a:pos x="29178" y="90655"/>
                </a:cxn>
                <a:cxn ang="0">
                  <a:pos x="34094" y="103823"/>
                </a:cxn>
                <a:cxn ang="0">
                  <a:pos x="37377" y="119999"/>
                </a:cxn>
                <a:cxn ang="0">
                  <a:pos x="7167" y="119999"/>
                </a:cxn>
                <a:cxn ang="0">
                  <a:pos x="2466" y="99086"/>
                </a:cxn>
                <a:cxn ang="0">
                  <a:pos x="8371" y="38665"/>
                </a:cxn>
                <a:cxn ang="0">
                  <a:pos x="28335" y="6347"/>
                </a:cxn>
                <a:cxn ang="0">
                  <a:pos x="35171" y="293"/>
                </a:cxn>
                <a:cxn ang="0">
                  <a:pos x="35488" y="0"/>
                </a:cxn>
              </a:cxnLst>
              <a:rect l="T0" t="T1" r="T2" b="T3"/>
              <a:pathLst>
                <a:path w="120000" h="120000" extrusionOk="0">
                  <a:moveTo>
                    <a:pt x="35488" y="0"/>
                  </a:moveTo>
                  <a:lnTo>
                    <a:pt x="107866" y="0"/>
                  </a:lnTo>
                  <a:lnTo>
                    <a:pt x="108035" y="2600"/>
                  </a:lnTo>
                  <a:cubicBezTo>
                    <a:pt x="108694" y="30773"/>
                    <a:pt x="101160" y="47448"/>
                    <a:pt x="101160" y="47448"/>
                  </a:cubicBezTo>
                  <a:cubicBezTo>
                    <a:pt x="108224" y="64572"/>
                    <a:pt x="115842" y="97505"/>
                    <a:pt x="119388" y="116458"/>
                  </a:cubicBezTo>
                  <a:lnTo>
                    <a:pt x="120000" y="119999"/>
                  </a:lnTo>
                  <a:lnTo>
                    <a:pt x="84908" y="119999"/>
                  </a:lnTo>
                  <a:lnTo>
                    <a:pt x="81530" y="112567"/>
                  </a:lnTo>
                  <a:cubicBezTo>
                    <a:pt x="74377" y="96803"/>
                    <a:pt x="68121" y="82927"/>
                    <a:pt x="68121" y="82927"/>
                  </a:cubicBezTo>
                  <a:cubicBezTo>
                    <a:pt x="63904" y="88196"/>
                    <a:pt x="29178" y="90655"/>
                    <a:pt x="29178" y="90655"/>
                  </a:cubicBezTo>
                  <a:cubicBezTo>
                    <a:pt x="31111" y="94080"/>
                    <a:pt x="32728" y="98647"/>
                    <a:pt x="34094" y="103823"/>
                  </a:cubicBezTo>
                  <a:lnTo>
                    <a:pt x="37377" y="119999"/>
                  </a:lnTo>
                  <a:lnTo>
                    <a:pt x="7167" y="119999"/>
                  </a:lnTo>
                  <a:lnTo>
                    <a:pt x="2466" y="99086"/>
                  </a:lnTo>
                  <a:cubicBezTo>
                    <a:pt x="-4140" y="65714"/>
                    <a:pt x="4153" y="42881"/>
                    <a:pt x="8371" y="38665"/>
                  </a:cubicBezTo>
                  <a:cubicBezTo>
                    <a:pt x="12448" y="34450"/>
                    <a:pt x="20462" y="13022"/>
                    <a:pt x="28335" y="6347"/>
                  </a:cubicBezTo>
                  <a:cubicBezTo>
                    <a:pt x="30303" y="4679"/>
                    <a:pt x="32693" y="2549"/>
                    <a:pt x="35171" y="293"/>
                  </a:cubicBezTo>
                  <a:lnTo>
                    <a:pt x="35488" y="0"/>
                  </a:lnTo>
                  <a:close/>
                </a:path>
              </a:pathLst>
            </a:custGeom>
            <a:solidFill>
              <a:srgbClr val="323F4F"/>
            </a:solidFill>
            <a:ln w="9525">
              <a:noFill/>
              <a:round/>
              <a:headEnd/>
              <a:tailEnd/>
            </a:ln>
          </p:spPr>
          <p:txBody>
            <a:bodyPr lIns="91425" tIns="45700" rIns="91425" bIns="45700"/>
            <a:lstStyle/>
            <a:p>
              <a:pPr>
                <a:defRPr/>
              </a:pPr>
              <a:endParaRPr lang="en-US"/>
            </a:p>
          </p:txBody>
        </p:sp>
        <p:sp>
          <p:nvSpPr>
            <p:cNvPr id="16" name="Google Shape;50;p4">
              <a:extLst>
                <a:ext uri="{FF2B5EF4-FFF2-40B4-BE49-F238E27FC236}">
                  <a16:creationId xmlns:a16="http://schemas.microsoft.com/office/drawing/2014/main" id="{E909A67C-909E-5D36-12F8-034DCAF5B53E}"/>
                </a:ext>
              </a:extLst>
            </p:cNvPr>
            <p:cNvSpPr>
              <a:spLocks/>
            </p:cNvSpPr>
            <p:nvPr/>
          </p:nvSpPr>
          <p:spPr bwMode="auto">
            <a:xfrm>
              <a:off x="6897753" y="3286207"/>
              <a:ext cx="2512323" cy="727048"/>
            </a:xfrm>
            <a:custGeom>
              <a:avLst/>
              <a:gdLst>
                <a:gd name="T0" fmla="*/ 0 w 120000"/>
                <a:gd name="T1" fmla="*/ 0 h 120000"/>
                <a:gd name="T2" fmla="*/ 120000 w 120000"/>
                <a:gd name="T3" fmla="*/ 120000 h 120000"/>
              </a:gdLst>
              <a:ahLst/>
              <a:cxnLst>
                <a:cxn ang="0">
                  <a:pos x="46875" y="0"/>
                </a:cxn>
                <a:cxn ang="0">
                  <a:pos x="99623" y="0"/>
                </a:cxn>
                <a:cxn ang="0">
                  <a:pos x="100400" y="9685"/>
                </a:cxn>
                <a:cxn ang="0">
                  <a:pos x="109461" y="55037"/>
                </a:cxn>
                <a:cxn ang="0">
                  <a:pos x="119522" y="109837"/>
                </a:cxn>
                <a:cxn ang="0">
                  <a:pos x="120000" y="119999"/>
                </a:cxn>
                <a:cxn ang="0">
                  <a:pos x="67680" y="119999"/>
                </a:cxn>
                <a:cxn ang="0">
                  <a:pos x="72774" y="113482"/>
                </a:cxn>
                <a:cxn ang="0">
                  <a:pos x="78770" y="105622"/>
                </a:cxn>
                <a:cxn ang="0">
                  <a:pos x="59969" y="37473"/>
                </a:cxn>
                <a:cxn ang="0">
                  <a:pos x="49654" y="8141"/>
                </a:cxn>
                <a:cxn ang="0">
                  <a:pos x="46875" y="0"/>
                </a:cxn>
                <a:cxn ang="0">
                  <a:pos x="0" y="0"/>
                </a:cxn>
                <a:cxn ang="0">
                  <a:pos x="11329" y="0"/>
                </a:cxn>
                <a:cxn ang="0">
                  <a:pos x="11594" y="939"/>
                </a:cxn>
                <a:cxn ang="0">
                  <a:pos x="17590" y="10424"/>
                </a:cxn>
                <a:cxn ang="0">
                  <a:pos x="18797" y="3102"/>
                </a:cxn>
                <a:cxn ang="0">
                  <a:pos x="19380" y="0"/>
                </a:cxn>
                <a:cxn ang="0">
                  <a:pos x="37772" y="0"/>
                </a:cxn>
                <a:cxn ang="0">
                  <a:pos x="35625" y="9118"/>
                </a:cxn>
                <a:cxn ang="0">
                  <a:pos x="32517" y="22060"/>
                </a:cxn>
                <a:cxn ang="0">
                  <a:pos x="31947" y="24390"/>
                </a:cxn>
                <a:cxn ang="0">
                  <a:pos x="29232" y="35480"/>
                </a:cxn>
                <a:cxn ang="0">
                  <a:pos x="21452" y="65224"/>
                </a:cxn>
                <a:cxn ang="0">
                  <a:pos x="12103" y="66629"/>
                </a:cxn>
                <a:cxn ang="0">
                  <a:pos x="2098" y="12678"/>
                </a:cxn>
                <a:cxn ang="0">
                  <a:pos x="0" y="0"/>
                </a:cxn>
              </a:cxnLst>
              <a:rect l="T0" t="T1" r="T2" b="T3"/>
              <a:pathLst>
                <a:path w="120000" h="120000" extrusionOk="0">
                  <a:moveTo>
                    <a:pt x="46875" y="0"/>
                  </a:moveTo>
                  <a:lnTo>
                    <a:pt x="99623" y="0"/>
                  </a:lnTo>
                  <a:lnTo>
                    <a:pt x="100400" y="9685"/>
                  </a:lnTo>
                  <a:cubicBezTo>
                    <a:pt x="102714" y="34328"/>
                    <a:pt x="106437" y="48582"/>
                    <a:pt x="109461" y="55037"/>
                  </a:cubicBezTo>
                  <a:cubicBezTo>
                    <a:pt x="112916" y="62414"/>
                    <a:pt x="116879" y="73655"/>
                    <a:pt x="119522" y="109837"/>
                  </a:cubicBezTo>
                  <a:lnTo>
                    <a:pt x="120000" y="119999"/>
                  </a:lnTo>
                  <a:lnTo>
                    <a:pt x="67680" y="119999"/>
                  </a:lnTo>
                  <a:lnTo>
                    <a:pt x="72774" y="113482"/>
                  </a:lnTo>
                  <a:cubicBezTo>
                    <a:pt x="76127" y="109134"/>
                    <a:pt x="78770" y="105622"/>
                    <a:pt x="78770" y="105622"/>
                  </a:cubicBezTo>
                  <a:cubicBezTo>
                    <a:pt x="78770" y="105622"/>
                    <a:pt x="62916" y="44498"/>
                    <a:pt x="59969" y="37473"/>
                  </a:cubicBezTo>
                  <a:cubicBezTo>
                    <a:pt x="58546" y="33960"/>
                    <a:pt x="53922" y="20611"/>
                    <a:pt x="49654" y="8141"/>
                  </a:cubicBezTo>
                  <a:lnTo>
                    <a:pt x="46875" y="0"/>
                  </a:lnTo>
                  <a:close/>
                  <a:moveTo>
                    <a:pt x="0" y="0"/>
                  </a:moveTo>
                  <a:lnTo>
                    <a:pt x="11329" y="0"/>
                  </a:lnTo>
                  <a:lnTo>
                    <a:pt x="11594" y="939"/>
                  </a:lnTo>
                  <a:cubicBezTo>
                    <a:pt x="12814" y="3750"/>
                    <a:pt x="17590" y="10424"/>
                    <a:pt x="17590" y="10424"/>
                  </a:cubicBezTo>
                  <a:cubicBezTo>
                    <a:pt x="18022" y="7658"/>
                    <a:pt x="18422" y="5237"/>
                    <a:pt x="18797" y="3102"/>
                  </a:cubicBezTo>
                  <a:lnTo>
                    <a:pt x="19380" y="0"/>
                  </a:lnTo>
                  <a:lnTo>
                    <a:pt x="37772" y="0"/>
                  </a:lnTo>
                  <a:lnTo>
                    <a:pt x="35625" y="9118"/>
                  </a:lnTo>
                  <a:cubicBezTo>
                    <a:pt x="34653" y="13204"/>
                    <a:pt x="33600" y="17592"/>
                    <a:pt x="32517" y="22060"/>
                  </a:cubicBezTo>
                  <a:lnTo>
                    <a:pt x="31947" y="24390"/>
                  </a:lnTo>
                  <a:lnTo>
                    <a:pt x="29232" y="35480"/>
                  </a:lnTo>
                  <a:cubicBezTo>
                    <a:pt x="25963" y="48692"/>
                    <a:pt x="22900" y="60613"/>
                    <a:pt x="21452" y="65224"/>
                  </a:cubicBezTo>
                  <a:cubicBezTo>
                    <a:pt x="17692" y="77168"/>
                    <a:pt x="14846" y="75411"/>
                    <a:pt x="12103" y="66629"/>
                  </a:cubicBezTo>
                  <a:cubicBezTo>
                    <a:pt x="10324" y="60921"/>
                    <a:pt x="5806" y="34904"/>
                    <a:pt x="2098" y="12678"/>
                  </a:cubicBezTo>
                  <a:lnTo>
                    <a:pt x="0" y="0"/>
                  </a:lnTo>
                  <a:close/>
                </a:path>
              </a:pathLst>
            </a:custGeom>
            <a:solidFill>
              <a:srgbClr val="404E5C"/>
            </a:solidFill>
            <a:ln w="9525">
              <a:noFill/>
              <a:round/>
              <a:headEnd/>
              <a:tailEnd/>
            </a:ln>
          </p:spPr>
          <p:txBody>
            <a:bodyPr lIns="91425" tIns="45700" rIns="91425" bIns="45700"/>
            <a:lstStyle/>
            <a:p>
              <a:pPr>
                <a:defRPr/>
              </a:pPr>
              <a:endParaRPr lang="en-US"/>
            </a:p>
          </p:txBody>
        </p:sp>
        <p:sp>
          <p:nvSpPr>
            <p:cNvPr id="17" name="Google Shape;51;p4">
              <a:extLst>
                <a:ext uri="{FF2B5EF4-FFF2-40B4-BE49-F238E27FC236}">
                  <a16:creationId xmlns:a16="http://schemas.microsoft.com/office/drawing/2014/main" id="{C7894079-3010-8E8C-1F53-8BF4AF9B9882}"/>
                </a:ext>
              </a:extLst>
            </p:cNvPr>
            <p:cNvSpPr>
              <a:spLocks/>
            </p:cNvSpPr>
            <p:nvPr/>
          </p:nvSpPr>
          <p:spPr bwMode="auto">
            <a:xfrm>
              <a:off x="8126548" y="5467353"/>
              <a:ext cx="2385206" cy="727049"/>
            </a:xfrm>
            <a:custGeom>
              <a:avLst/>
              <a:gdLst>
                <a:gd name="T0" fmla="*/ 0 w 120000"/>
                <a:gd name="T1" fmla="*/ 0 h 120000"/>
                <a:gd name="T2" fmla="*/ 120000 w 120000"/>
                <a:gd name="T3" fmla="*/ 120000 h 120000"/>
              </a:gdLst>
              <a:ahLst/>
              <a:cxnLst>
                <a:cxn ang="0">
                  <a:pos x="91906" y="0"/>
                </a:cxn>
                <a:cxn ang="0">
                  <a:pos x="105217" y="0"/>
                </a:cxn>
                <a:cxn ang="0">
                  <a:pos x="105217" y="0"/>
                </a:cxn>
                <a:cxn ang="0">
                  <a:pos x="106507" y="4517"/>
                </a:cxn>
                <a:cxn ang="0">
                  <a:pos x="107150" y="4517"/>
                </a:cxn>
                <a:cxn ang="0">
                  <a:pos x="109934" y="12597"/>
                </a:cxn>
                <a:cxn ang="0">
                  <a:pos x="118286" y="20676"/>
                </a:cxn>
                <a:cxn ang="0">
                  <a:pos x="114538" y="60371"/>
                </a:cxn>
                <a:cxn ang="0">
                  <a:pos x="109827" y="103579"/>
                </a:cxn>
                <a:cxn ang="0">
                  <a:pos x="98583" y="115171"/>
                </a:cxn>
                <a:cxn ang="0">
                  <a:pos x="101153" y="96905"/>
                </a:cxn>
                <a:cxn ang="0">
                  <a:pos x="102010" y="54048"/>
                </a:cxn>
                <a:cxn ang="0">
                  <a:pos x="99975" y="36484"/>
                </a:cxn>
                <a:cxn ang="0">
                  <a:pos x="95050" y="8381"/>
                </a:cxn>
                <a:cxn ang="0">
                  <a:pos x="93656" y="4575"/>
                </a:cxn>
                <a:cxn ang="0">
                  <a:pos x="91906" y="0"/>
                </a:cxn>
                <a:cxn ang="0">
                  <a:pos x="16536" y="0"/>
                </a:cxn>
                <a:cxn ang="0">
                  <a:pos x="28710" y="0"/>
                </a:cxn>
                <a:cxn ang="0">
                  <a:pos x="28822" y="829"/>
                </a:cxn>
                <a:cxn ang="0">
                  <a:pos x="30803" y="12597"/>
                </a:cxn>
                <a:cxn ang="0">
                  <a:pos x="37549" y="41753"/>
                </a:cxn>
                <a:cxn ang="0">
                  <a:pos x="25128" y="84258"/>
                </a:cxn>
                <a:cxn ang="0">
                  <a:pos x="178" y="106038"/>
                </a:cxn>
                <a:cxn ang="0">
                  <a:pos x="4997" y="79692"/>
                </a:cxn>
                <a:cxn ang="0">
                  <a:pos x="15919" y="30161"/>
                </a:cxn>
                <a:cxn ang="0">
                  <a:pos x="16561" y="16110"/>
                </a:cxn>
                <a:cxn ang="0">
                  <a:pos x="16374" y="4034"/>
                </a:cxn>
                <a:cxn ang="0">
                  <a:pos x="16536" y="0"/>
                </a:cxn>
              </a:cxnLst>
              <a:rect l="T0" t="T1" r="T2" b="T3"/>
              <a:pathLst>
                <a:path w="120000" h="120000" extrusionOk="0">
                  <a:moveTo>
                    <a:pt x="91906" y="0"/>
                  </a:moveTo>
                  <a:lnTo>
                    <a:pt x="105217" y="0"/>
                  </a:lnTo>
                  <a:cubicBezTo>
                    <a:pt x="106012" y="2827"/>
                    <a:pt x="106507" y="4517"/>
                    <a:pt x="106507" y="4517"/>
                  </a:cubicBezTo>
                  <a:cubicBezTo>
                    <a:pt x="106507" y="4517"/>
                    <a:pt x="106507" y="4517"/>
                    <a:pt x="107150" y="4517"/>
                  </a:cubicBezTo>
                  <a:cubicBezTo>
                    <a:pt x="107792" y="4517"/>
                    <a:pt x="108435" y="11894"/>
                    <a:pt x="109934" y="12597"/>
                  </a:cubicBezTo>
                  <a:cubicBezTo>
                    <a:pt x="111540" y="12948"/>
                    <a:pt x="113681" y="12597"/>
                    <a:pt x="118286" y="20676"/>
                  </a:cubicBezTo>
                  <a:cubicBezTo>
                    <a:pt x="122783" y="29107"/>
                    <a:pt x="117322" y="49481"/>
                    <a:pt x="114538" y="60371"/>
                  </a:cubicBezTo>
                  <a:cubicBezTo>
                    <a:pt x="111861" y="71261"/>
                    <a:pt x="114431" y="84259"/>
                    <a:pt x="109827" y="103579"/>
                  </a:cubicBezTo>
                  <a:cubicBezTo>
                    <a:pt x="105222" y="122900"/>
                    <a:pt x="100189" y="122900"/>
                    <a:pt x="98583" y="115171"/>
                  </a:cubicBezTo>
                  <a:cubicBezTo>
                    <a:pt x="96977" y="107092"/>
                    <a:pt x="100189" y="102877"/>
                    <a:pt x="101153" y="96905"/>
                  </a:cubicBezTo>
                  <a:cubicBezTo>
                    <a:pt x="102010" y="90582"/>
                    <a:pt x="102010" y="62479"/>
                    <a:pt x="102010" y="54048"/>
                  </a:cubicBezTo>
                  <a:cubicBezTo>
                    <a:pt x="102010" y="45969"/>
                    <a:pt x="99975" y="40699"/>
                    <a:pt x="99975" y="36484"/>
                  </a:cubicBezTo>
                  <a:cubicBezTo>
                    <a:pt x="99975" y="32269"/>
                    <a:pt x="98262" y="17164"/>
                    <a:pt x="95050" y="8381"/>
                  </a:cubicBezTo>
                  <a:cubicBezTo>
                    <a:pt x="94662" y="7284"/>
                    <a:pt x="94193" y="6005"/>
                    <a:pt x="93656" y="4575"/>
                  </a:cubicBezTo>
                  <a:lnTo>
                    <a:pt x="91906" y="0"/>
                  </a:lnTo>
                  <a:close/>
                  <a:moveTo>
                    <a:pt x="16536" y="0"/>
                  </a:moveTo>
                  <a:lnTo>
                    <a:pt x="28710" y="0"/>
                  </a:lnTo>
                  <a:lnTo>
                    <a:pt x="28822" y="829"/>
                  </a:lnTo>
                  <a:cubicBezTo>
                    <a:pt x="29411" y="5922"/>
                    <a:pt x="29946" y="11016"/>
                    <a:pt x="30803" y="12597"/>
                  </a:cubicBezTo>
                  <a:cubicBezTo>
                    <a:pt x="32623" y="15758"/>
                    <a:pt x="33480" y="26648"/>
                    <a:pt x="37549" y="41753"/>
                  </a:cubicBezTo>
                  <a:cubicBezTo>
                    <a:pt x="41511" y="56858"/>
                    <a:pt x="36371" y="61425"/>
                    <a:pt x="25128" y="84258"/>
                  </a:cubicBezTo>
                  <a:cubicBezTo>
                    <a:pt x="13884" y="107092"/>
                    <a:pt x="1035" y="117982"/>
                    <a:pt x="178" y="106038"/>
                  </a:cubicBezTo>
                  <a:cubicBezTo>
                    <a:pt x="-570" y="94094"/>
                    <a:pt x="1035" y="86015"/>
                    <a:pt x="4997" y="79692"/>
                  </a:cubicBezTo>
                  <a:cubicBezTo>
                    <a:pt x="8959" y="73369"/>
                    <a:pt x="15919" y="30161"/>
                    <a:pt x="15919" y="30161"/>
                  </a:cubicBezTo>
                  <a:cubicBezTo>
                    <a:pt x="15919" y="30161"/>
                    <a:pt x="17204" y="23486"/>
                    <a:pt x="16561" y="16110"/>
                  </a:cubicBezTo>
                  <a:cubicBezTo>
                    <a:pt x="16240" y="12421"/>
                    <a:pt x="16267" y="7767"/>
                    <a:pt x="16374" y="4034"/>
                  </a:cubicBezTo>
                  <a:lnTo>
                    <a:pt x="16536" y="0"/>
                  </a:lnTo>
                  <a:close/>
                </a:path>
              </a:pathLst>
            </a:custGeom>
            <a:solidFill>
              <a:srgbClr val="4CCD93"/>
            </a:solidFill>
            <a:ln w="9525">
              <a:noFill/>
              <a:round/>
              <a:headEnd/>
              <a:tailEnd/>
            </a:ln>
          </p:spPr>
          <p:txBody>
            <a:bodyPr lIns="91425" tIns="45700" rIns="91425" bIns="45700"/>
            <a:lstStyle/>
            <a:p>
              <a:pPr>
                <a:defRPr/>
              </a:pPr>
              <a:endParaRPr lang="en-US"/>
            </a:p>
          </p:txBody>
        </p:sp>
        <p:sp>
          <p:nvSpPr>
            <p:cNvPr id="18" name="Google Shape;52;p4">
              <a:extLst>
                <a:ext uri="{FF2B5EF4-FFF2-40B4-BE49-F238E27FC236}">
                  <a16:creationId xmlns:a16="http://schemas.microsoft.com/office/drawing/2014/main" id="{353DDCCD-2FE3-15D3-FC1B-3D1215ACB1AF}"/>
                </a:ext>
              </a:extLst>
            </p:cNvPr>
            <p:cNvSpPr>
              <a:spLocks/>
            </p:cNvSpPr>
            <p:nvPr/>
          </p:nvSpPr>
          <p:spPr bwMode="auto">
            <a:xfrm>
              <a:off x="7884674" y="4740305"/>
              <a:ext cx="2332239" cy="727048"/>
            </a:xfrm>
            <a:custGeom>
              <a:avLst/>
              <a:gdLst>
                <a:gd name="T0" fmla="*/ 0 w 120000"/>
                <a:gd name="T1" fmla="*/ 0 h 120000"/>
                <a:gd name="T2" fmla="*/ 120000 w 120000"/>
                <a:gd name="T3" fmla="*/ 120000 h 120000"/>
              </a:gdLst>
              <a:ahLst/>
              <a:cxnLst>
                <a:cxn ang="0">
                  <a:pos x="60570" y="0"/>
                </a:cxn>
                <a:cxn ang="0">
                  <a:pos x="87911" y="0"/>
                </a:cxn>
                <a:cxn ang="0">
                  <a:pos x="88535" y="4632"/>
                </a:cxn>
                <a:cxn ang="0">
                  <a:pos x="89006" y="9648"/>
                </a:cxn>
                <a:cxn ang="0">
                  <a:pos x="90430" y="20186"/>
                </a:cxn>
                <a:cxn ang="0">
                  <a:pos x="109818" y="78850"/>
                </a:cxn>
                <a:cxn ang="0">
                  <a:pos x="118575" y="114977"/>
                </a:cxn>
                <a:cxn ang="0">
                  <a:pos x="120000" y="119999"/>
                </a:cxn>
                <a:cxn ang="0">
                  <a:pos x="106383" y="119999"/>
                </a:cxn>
                <a:cxn ang="0">
                  <a:pos x="106330" y="119863"/>
                </a:cxn>
                <a:cxn ang="0">
                  <a:pos x="90649" y="82715"/>
                </a:cxn>
                <a:cxn ang="0">
                  <a:pos x="81995" y="68663"/>
                </a:cxn>
                <a:cxn ang="0">
                  <a:pos x="74875" y="41263"/>
                </a:cxn>
                <a:cxn ang="0">
                  <a:pos x="72575" y="33535"/>
                </a:cxn>
                <a:cxn ang="0">
                  <a:pos x="62183" y="4556"/>
                </a:cxn>
                <a:cxn ang="0">
                  <a:pos x="60570" y="0"/>
                </a:cxn>
                <a:cxn ang="0">
                  <a:pos x="0" y="0"/>
                </a:cxn>
                <a:cxn ang="0">
                  <a:pos x="23537" y="0"/>
                </a:cxn>
                <a:cxn ang="0">
                  <a:pos x="23639" y="646"/>
                </a:cxn>
                <a:cxn ang="0">
                  <a:pos x="26679" y="32481"/>
                </a:cxn>
                <a:cxn ang="0">
                  <a:pos x="38837" y="109763"/>
                </a:cxn>
                <a:cxn ang="0">
                  <a:pos x="39495" y="109061"/>
                </a:cxn>
                <a:cxn ang="0">
                  <a:pos x="40857" y="113627"/>
                </a:cxn>
                <a:cxn ang="0">
                  <a:pos x="41735" y="120000"/>
                </a:cxn>
                <a:cxn ang="0">
                  <a:pos x="29282" y="120000"/>
                </a:cxn>
                <a:cxn ang="0">
                  <a:pos x="29308" y="119363"/>
                </a:cxn>
                <a:cxn ang="0">
                  <a:pos x="29417" y="117492"/>
                </a:cxn>
                <a:cxn ang="0">
                  <a:pos x="13753" y="56368"/>
                </a:cxn>
                <a:cxn ang="0">
                  <a:pos x="398" y="2276"/>
                </a:cxn>
                <a:cxn ang="0">
                  <a:pos x="0" y="0"/>
                </a:cxn>
              </a:cxnLst>
              <a:rect l="T0" t="T1" r="T2" b="T3"/>
              <a:pathLst>
                <a:path w="120000" h="120000" extrusionOk="0">
                  <a:moveTo>
                    <a:pt x="60570" y="0"/>
                  </a:moveTo>
                  <a:lnTo>
                    <a:pt x="87911" y="0"/>
                  </a:lnTo>
                  <a:lnTo>
                    <a:pt x="88535" y="4632"/>
                  </a:lnTo>
                  <a:cubicBezTo>
                    <a:pt x="88802" y="6876"/>
                    <a:pt x="88965" y="8594"/>
                    <a:pt x="89006" y="9648"/>
                  </a:cubicBezTo>
                  <a:cubicBezTo>
                    <a:pt x="89334" y="18078"/>
                    <a:pt x="90430" y="20186"/>
                    <a:pt x="90430" y="20186"/>
                  </a:cubicBezTo>
                  <a:cubicBezTo>
                    <a:pt x="99412" y="33184"/>
                    <a:pt x="106422" y="60232"/>
                    <a:pt x="109818" y="78850"/>
                  </a:cubicBezTo>
                  <a:cubicBezTo>
                    <a:pt x="111940" y="90487"/>
                    <a:pt x="115902" y="105416"/>
                    <a:pt x="118575" y="114977"/>
                  </a:cubicBezTo>
                  <a:lnTo>
                    <a:pt x="120000" y="119999"/>
                  </a:lnTo>
                  <a:lnTo>
                    <a:pt x="106383" y="119999"/>
                  </a:lnTo>
                  <a:lnTo>
                    <a:pt x="106330" y="119863"/>
                  </a:lnTo>
                  <a:cubicBezTo>
                    <a:pt x="102273" y="109653"/>
                    <a:pt x="96153" y="95097"/>
                    <a:pt x="90649" y="82715"/>
                  </a:cubicBezTo>
                  <a:cubicBezTo>
                    <a:pt x="83310" y="65853"/>
                    <a:pt x="86267" y="72527"/>
                    <a:pt x="81995" y="68663"/>
                  </a:cubicBezTo>
                  <a:cubicBezTo>
                    <a:pt x="77833" y="64448"/>
                    <a:pt x="76080" y="45478"/>
                    <a:pt x="74875" y="41263"/>
                  </a:cubicBezTo>
                  <a:cubicBezTo>
                    <a:pt x="73780" y="37399"/>
                    <a:pt x="72575" y="33535"/>
                    <a:pt x="72575" y="33535"/>
                  </a:cubicBezTo>
                  <a:cubicBezTo>
                    <a:pt x="70480" y="27870"/>
                    <a:pt x="66429" y="16525"/>
                    <a:pt x="62183" y="4556"/>
                  </a:cubicBezTo>
                  <a:lnTo>
                    <a:pt x="60570" y="0"/>
                  </a:lnTo>
                  <a:close/>
                  <a:moveTo>
                    <a:pt x="0" y="0"/>
                  </a:moveTo>
                  <a:lnTo>
                    <a:pt x="23537" y="0"/>
                  </a:lnTo>
                  <a:lnTo>
                    <a:pt x="23639" y="646"/>
                  </a:lnTo>
                  <a:cubicBezTo>
                    <a:pt x="25090" y="12370"/>
                    <a:pt x="25967" y="24402"/>
                    <a:pt x="26679" y="32481"/>
                  </a:cubicBezTo>
                  <a:cubicBezTo>
                    <a:pt x="28212" y="48640"/>
                    <a:pt x="38837" y="109763"/>
                    <a:pt x="38837" y="109763"/>
                  </a:cubicBezTo>
                  <a:cubicBezTo>
                    <a:pt x="38837" y="109763"/>
                    <a:pt x="38837" y="109763"/>
                    <a:pt x="39495" y="109061"/>
                  </a:cubicBezTo>
                  <a:cubicBezTo>
                    <a:pt x="40042" y="109851"/>
                    <a:pt x="40480" y="111520"/>
                    <a:pt x="40857" y="113627"/>
                  </a:cubicBezTo>
                  <a:lnTo>
                    <a:pt x="41735" y="120000"/>
                  </a:lnTo>
                  <a:lnTo>
                    <a:pt x="29282" y="120000"/>
                  </a:lnTo>
                  <a:lnTo>
                    <a:pt x="29308" y="119363"/>
                  </a:lnTo>
                  <a:cubicBezTo>
                    <a:pt x="29369" y="118194"/>
                    <a:pt x="29417" y="117492"/>
                    <a:pt x="29417" y="117492"/>
                  </a:cubicBezTo>
                  <a:cubicBezTo>
                    <a:pt x="29417" y="117492"/>
                    <a:pt x="19887" y="77797"/>
                    <a:pt x="13753" y="56368"/>
                  </a:cubicBezTo>
                  <a:cubicBezTo>
                    <a:pt x="9071" y="40561"/>
                    <a:pt x="4573" y="23765"/>
                    <a:pt x="398" y="2276"/>
                  </a:cubicBezTo>
                  <a:lnTo>
                    <a:pt x="0" y="0"/>
                  </a:lnTo>
                  <a:close/>
                </a:path>
              </a:pathLst>
            </a:custGeom>
            <a:solidFill>
              <a:srgbClr val="149062"/>
            </a:solidFill>
            <a:ln w="9525">
              <a:noFill/>
              <a:round/>
              <a:headEnd/>
              <a:tailEnd/>
            </a:ln>
          </p:spPr>
          <p:txBody>
            <a:bodyPr lIns="91425" tIns="45700" rIns="91425" bIns="45700"/>
            <a:lstStyle/>
            <a:p>
              <a:pPr>
                <a:defRPr/>
              </a:pPr>
              <a:endParaRPr lang="en-US"/>
            </a:p>
          </p:txBody>
        </p:sp>
      </p:grpSp>
      <p:pic>
        <p:nvPicPr>
          <p:cNvPr id="19" name="Google Shape;1266;p52">
            <a:extLst>
              <a:ext uri="{FF2B5EF4-FFF2-40B4-BE49-F238E27FC236}">
                <a16:creationId xmlns:a16="http://schemas.microsoft.com/office/drawing/2014/main" id="{420DCFF2-9C49-CEA1-4EC1-BEC1DBA3D0B8}"/>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175" y="2387600"/>
            <a:ext cx="2408238" cy="249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Google Shape;34;p4"/>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53" name="Google Shape;53;p4"/>
          <p:cNvSpPr txBox="1">
            <a:spLocks noGrp="1"/>
          </p:cNvSpPr>
          <p:nvPr>
            <p:ph type="body" idx="2"/>
          </p:nvPr>
        </p:nvSpPr>
        <p:spPr>
          <a:xfrm>
            <a:off x="6213746" y="1967241"/>
            <a:ext cx="5285919" cy="3749409"/>
          </a:xfrm>
          <a:prstGeom prst="rect">
            <a:avLst/>
          </a:prstGeom>
          <a:noFill/>
          <a:ln>
            <a:noFill/>
          </a:ln>
        </p:spPr>
        <p:txBody>
          <a:bodyPr spcFirstLastPara="1" wrap="square" lIns="0" tIns="45700" rIns="91425" bIns="45700" anchor="t" anchorCtr="0"/>
          <a:lstStyle>
            <a:lvl1pPr marL="347472" marR="0" lvl="0" indent="-342900" algn="l" rtl="0">
              <a:lnSpc>
                <a:spcPct val="100000"/>
              </a:lnSpc>
              <a:spcBef>
                <a:spcPts val="0"/>
              </a:spcBef>
              <a:spcAft>
                <a:spcPts val="600"/>
              </a:spcAft>
              <a:buClr>
                <a:schemeClr val="dk1"/>
              </a:buClr>
              <a:buSzPts val="1800"/>
              <a:buFont typeface="+mj-lt"/>
              <a:buAutoNum type="arabicPeriod"/>
              <a:defRPr sz="1800" b="0" i="0" u="none" strike="noStrike" cap="none">
                <a:solidFill>
                  <a:schemeClr val="dk1"/>
                </a:solidFill>
                <a:latin typeface="Arial"/>
                <a:ea typeface="Arial"/>
                <a:cs typeface="Arial"/>
                <a:sym typeface="Arial"/>
              </a:defRPr>
            </a:lvl1pPr>
            <a:lvl2pPr marL="688975" marR="0" lvl="1" indent="-347663" algn="l" rtl="0">
              <a:lnSpc>
                <a:spcPct val="100000"/>
              </a:lnSpc>
              <a:spcBef>
                <a:spcPts val="0"/>
              </a:spcBef>
              <a:spcAft>
                <a:spcPts val="0"/>
              </a:spcAft>
              <a:buClr>
                <a:schemeClr val="dk1"/>
              </a:buClr>
              <a:buSzPts val="1800"/>
              <a:buFont typeface="Wingdings 3" panose="05040102010807070707" pitchFamily="18" charset="2"/>
              <a:buChar char="*"/>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a:p>
            <a:pPr lvl="1"/>
            <a:r>
              <a:rPr lang="en-US"/>
              <a:t>Second level</a:t>
            </a:r>
          </a:p>
        </p:txBody>
      </p:sp>
      <p:sp>
        <p:nvSpPr>
          <p:cNvPr id="20" name="Google Shape;54;p4">
            <a:extLst>
              <a:ext uri="{FF2B5EF4-FFF2-40B4-BE49-F238E27FC236}">
                <a16:creationId xmlns:a16="http://schemas.microsoft.com/office/drawing/2014/main" id="{CD450382-ACE4-F787-45E6-965A3C52E459}"/>
              </a:ext>
            </a:extLst>
          </p:cNvPr>
          <p:cNvSpPr txBox="1">
            <a:spLocks noGrp="1" noChangeArrowheads="1"/>
          </p:cNvSpPr>
          <p:nvPr>
            <p:ph type="sldNum" idx="10"/>
          </p:nvPr>
        </p:nvSpPr>
        <p:spPr/>
        <p:txBody>
          <a:bodyPr/>
          <a:lstStyle>
            <a:lvl1pPr>
              <a:defRPr/>
            </a:lvl1pPr>
          </a:lstStyle>
          <a:p>
            <a:fld id="{A54B23A7-C5EB-D749-A1BD-CDF5C97B95B9}" type="slidenum">
              <a:rPr lang="en-IN" altLang="en-US"/>
              <a:pPr/>
              <a:t>‹#›</a:t>
            </a:fld>
            <a:endParaRPr lang="en-IN" altLang="en-US"/>
          </a:p>
        </p:txBody>
      </p:sp>
    </p:spTree>
    <p:extLst>
      <p:ext uri="{BB962C8B-B14F-4D97-AF65-F5344CB8AC3E}">
        <p14:creationId xmlns:p14="http://schemas.microsoft.com/office/powerpoint/2010/main" val="26792982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Title+Content" preserve="1" userDrawn="1">
  <p:cSld name="Title+Content">
    <p:spTree>
      <p:nvGrpSpPr>
        <p:cNvPr id="1" name="Shape 679"/>
        <p:cNvGrpSpPr/>
        <p:nvPr/>
      </p:nvGrpSpPr>
      <p:grpSpPr>
        <a:xfrm>
          <a:off x="0" y="0"/>
          <a:ext cx="0" cy="0"/>
          <a:chOff x="0" y="0"/>
          <a:chExt cx="0" cy="0"/>
        </a:xfrm>
      </p:grpSpPr>
      <p:pic>
        <p:nvPicPr>
          <p:cNvPr id="2" name="Google Shape;722;p27">
            <a:extLst>
              <a:ext uri="{FF2B5EF4-FFF2-40B4-BE49-F238E27FC236}">
                <a16:creationId xmlns:a16="http://schemas.microsoft.com/office/drawing/2014/main" id="{7E2D2AE8-19C8-2EE6-588E-8DB7942EA3E2}"/>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1708150"/>
            <a:ext cx="3713163" cy="357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13">
            <a:extLst>
              <a:ext uri="{FF2B5EF4-FFF2-40B4-BE49-F238E27FC236}">
                <a16:creationId xmlns:a16="http://schemas.microsoft.com/office/drawing/2014/main" id="{1EAF33F2-2D88-7D4F-790D-C24FE907E060}"/>
              </a:ext>
            </a:extLst>
          </p:cNvPr>
          <p:cNvGrpSpPr>
            <a:grpSpLocks/>
          </p:cNvGrpSpPr>
          <p:nvPr userDrawn="1"/>
        </p:nvGrpSpPr>
        <p:grpSpPr bwMode="auto">
          <a:xfrm>
            <a:off x="487363" y="1319213"/>
            <a:ext cx="700087" cy="700087"/>
            <a:chOff x="487887" y="1402089"/>
            <a:chExt cx="699075" cy="699074"/>
          </a:xfrm>
        </p:grpSpPr>
        <p:sp>
          <p:nvSpPr>
            <p:cNvPr id="4" name="Google Shape;637;p17">
              <a:extLst>
                <a:ext uri="{FF2B5EF4-FFF2-40B4-BE49-F238E27FC236}">
                  <a16:creationId xmlns:a16="http://schemas.microsoft.com/office/drawing/2014/main" id="{2CD0D99D-7815-850F-ACF8-E4E57D73EE3D}"/>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5" name="Google Shape;638;p17">
              <a:extLst>
                <a:ext uri="{FF2B5EF4-FFF2-40B4-BE49-F238E27FC236}">
                  <a16:creationId xmlns:a16="http://schemas.microsoft.com/office/drawing/2014/main" id="{A7617033-B64E-637E-5B1C-15EDC8564FE7}"/>
                </a:ext>
              </a:extLst>
            </p:cNvPr>
            <p:cNvSpPr>
              <a:spLocks/>
            </p:cNvSpPr>
            <p:nvPr/>
          </p:nvSpPr>
          <p:spPr bwMode="auto">
            <a:xfrm>
              <a:off x="697134" y="1611336"/>
              <a:ext cx="280581" cy="28058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6" name="Google Shape;640;p17">
            <a:extLst>
              <a:ext uri="{FF2B5EF4-FFF2-40B4-BE49-F238E27FC236}">
                <a16:creationId xmlns:a16="http://schemas.microsoft.com/office/drawing/2014/main" id="{12024F70-43BC-0521-2848-A003FC3A411E}"/>
              </a:ext>
            </a:extLst>
          </p:cNvPr>
          <p:cNvCxnSpPr>
            <a:cxnSpLocks noChangeShapeType="1"/>
          </p:cNvCxnSpPr>
          <p:nvPr userDrawn="1"/>
        </p:nvCxnSpPr>
        <p:spPr bwMode="auto">
          <a:xfrm>
            <a:off x="1192213" y="2147888"/>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7" name="Group 17">
            <a:extLst>
              <a:ext uri="{FF2B5EF4-FFF2-40B4-BE49-F238E27FC236}">
                <a16:creationId xmlns:a16="http://schemas.microsoft.com/office/drawing/2014/main" id="{FDB6253F-69A9-54ED-2DA2-906B5400B1B8}"/>
              </a:ext>
            </a:extLst>
          </p:cNvPr>
          <p:cNvGrpSpPr>
            <a:grpSpLocks/>
          </p:cNvGrpSpPr>
          <p:nvPr userDrawn="1"/>
        </p:nvGrpSpPr>
        <p:grpSpPr bwMode="auto">
          <a:xfrm>
            <a:off x="487363" y="2225675"/>
            <a:ext cx="700087" cy="698500"/>
            <a:chOff x="487887" y="1402089"/>
            <a:chExt cx="699075" cy="699074"/>
          </a:xfrm>
        </p:grpSpPr>
        <p:sp>
          <p:nvSpPr>
            <p:cNvPr id="8" name="Google Shape;637;p17">
              <a:extLst>
                <a:ext uri="{FF2B5EF4-FFF2-40B4-BE49-F238E27FC236}">
                  <a16:creationId xmlns:a16="http://schemas.microsoft.com/office/drawing/2014/main" id="{75664563-EADF-7C88-55F9-CC5249BC8587}"/>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10" name="Google Shape;638;p17">
              <a:extLst>
                <a:ext uri="{FF2B5EF4-FFF2-40B4-BE49-F238E27FC236}">
                  <a16:creationId xmlns:a16="http://schemas.microsoft.com/office/drawing/2014/main" id="{C9201198-25E1-878E-4AB9-B9B4CD31C77C}"/>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11" name="Google Shape;640;p17">
            <a:extLst>
              <a:ext uri="{FF2B5EF4-FFF2-40B4-BE49-F238E27FC236}">
                <a16:creationId xmlns:a16="http://schemas.microsoft.com/office/drawing/2014/main" id="{78061D0A-A3E6-AB4F-A29D-8E36C30AFA7D}"/>
              </a:ext>
            </a:extLst>
          </p:cNvPr>
          <p:cNvCxnSpPr>
            <a:cxnSpLocks noChangeShapeType="1"/>
          </p:cNvCxnSpPr>
          <p:nvPr userDrawn="1"/>
        </p:nvCxnSpPr>
        <p:spPr bwMode="auto">
          <a:xfrm>
            <a:off x="1192213" y="3052763"/>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12" name="Group 22">
            <a:extLst>
              <a:ext uri="{FF2B5EF4-FFF2-40B4-BE49-F238E27FC236}">
                <a16:creationId xmlns:a16="http://schemas.microsoft.com/office/drawing/2014/main" id="{638696CA-DA7A-4ED8-F783-12BA1FC56D43}"/>
              </a:ext>
            </a:extLst>
          </p:cNvPr>
          <p:cNvGrpSpPr>
            <a:grpSpLocks/>
          </p:cNvGrpSpPr>
          <p:nvPr userDrawn="1"/>
        </p:nvGrpSpPr>
        <p:grpSpPr bwMode="auto">
          <a:xfrm>
            <a:off x="487363" y="3130550"/>
            <a:ext cx="700087" cy="698500"/>
            <a:chOff x="487887" y="1402089"/>
            <a:chExt cx="699075" cy="699074"/>
          </a:xfrm>
        </p:grpSpPr>
        <p:sp>
          <p:nvSpPr>
            <p:cNvPr id="13" name="Google Shape;637;p17">
              <a:extLst>
                <a:ext uri="{FF2B5EF4-FFF2-40B4-BE49-F238E27FC236}">
                  <a16:creationId xmlns:a16="http://schemas.microsoft.com/office/drawing/2014/main" id="{AF349A16-F584-5C68-561D-55E786D1D029}"/>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14" name="Google Shape;638;p17">
              <a:extLst>
                <a:ext uri="{FF2B5EF4-FFF2-40B4-BE49-F238E27FC236}">
                  <a16:creationId xmlns:a16="http://schemas.microsoft.com/office/drawing/2014/main" id="{65F71482-3C98-8F9A-9766-515FC446DB50}"/>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15" name="Google Shape;640;p17">
            <a:extLst>
              <a:ext uri="{FF2B5EF4-FFF2-40B4-BE49-F238E27FC236}">
                <a16:creationId xmlns:a16="http://schemas.microsoft.com/office/drawing/2014/main" id="{7BFF922A-7C4F-A14A-DFDC-7B4589F2626A}"/>
              </a:ext>
            </a:extLst>
          </p:cNvPr>
          <p:cNvCxnSpPr>
            <a:cxnSpLocks noChangeShapeType="1"/>
          </p:cNvCxnSpPr>
          <p:nvPr userDrawn="1"/>
        </p:nvCxnSpPr>
        <p:spPr bwMode="auto">
          <a:xfrm>
            <a:off x="1192213" y="3957638"/>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16" name="Group 26">
            <a:extLst>
              <a:ext uri="{FF2B5EF4-FFF2-40B4-BE49-F238E27FC236}">
                <a16:creationId xmlns:a16="http://schemas.microsoft.com/office/drawing/2014/main" id="{C7AA4986-B535-B4ED-BCA4-FADDC3066EB2}"/>
              </a:ext>
            </a:extLst>
          </p:cNvPr>
          <p:cNvGrpSpPr>
            <a:grpSpLocks/>
          </p:cNvGrpSpPr>
          <p:nvPr userDrawn="1"/>
        </p:nvGrpSpPr>
        <p:grpSpPr bwMode="auto">
          <a:xfrm>
            <a:off x="487363" y="4016375"/>
            <a:ext cx="700087" cy="700088"/>
            <a:chOff x="487887" y="1402089"/>
            <a:chExt cx="699075" cy="699074"/>
          </a:xfrm>
        </p:grpSpPr>
        <p:sp>
          <p:nvSpPr>
            <p:cNvPr id="17" name="Google Shape;637;p17">
              <a:extLst>
                <a:ext uri="{FF2B5EF4-FFF2-40B4-BE49-F238E27FC236}">
                  <a16:creationId xmlns:a16="http://schemas.microsoft.com/office/drawing/2014/main" id="{BDC5ADE0-D790-C7A8-87C6-2A64847C059D}"/>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18" name="Google Shape;638;p17">
              <a:extLst>
                <a:ext uri="{FF2B5EF4-FFF2-40B4-BE49-F238E27FC236}">
                  <a16:creationId xmlns:a16="http://schemas.microsoft.com/office/drawing/2014/main" id="{41C2C58A-E417-5544-A7B9-CAE149EA15E4}"/>
                </a:ext>
              </a:extLst>
            </p:cNvPr>
            <p:cNvSpPr>
              <a:spLocks/>
            </p:cNvSpPr>
            <p:nvPr/>
          </p:nvSpPr>
          <p:spPr bwMode="auto">
            <a:xfrm>
              <a:off x="697134" y="1611335"/>
              <a:ext cx="280581" cy="280581"/>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20" name="Google Shape;640;p17">
            <a:extLst>
              <a:ext uri="{FF2B5EF4-FFF2-40B4-BE49-F238E27FC236}">
                <a16:creationId xmlns:a16="http://schemas.microsoft.com/office/drawing/2014/main" id="{FAEF109C-6974-FBC7-2F3F-85AE802E106D}"/>
              </a:ext>
            </a:extLst>
          </p:cNvPr>
          <p:cNvCxnSpPr>
            <a:cxnSpLocks noChangeShapeType="1"/>
          </p:cNvCxnSpPr>
          <p:nvPr userDrawn="1"/>
        </p:nvCxnSpPr>
        <p:spPr bwMode="auto">
          <a:xfrm>
            <a:off x="1192213" y="4864100"/>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21" name="Group 30">
            <a:extLst>
              <a:ext uri="{FF2B5EF4-FFF2-40B4-BE49-F238E27FC236}">
                <a16:creationId xmlns:a16="http://schemas.microsoft.com/office/drawing/2014/main" id="{72AD6568-142D-76F5-C23E-D74639750B5C}"/>
              </a:ext>
            </a:extLst>
          </p:cNvPr>
          <p:cNvGrpSpPr>
            <a:grpSpLocks/>
          </p:cNvGrpSpPr>
          <p:nvPr userDrawn="1"/>
        </p:nvGrpSpPr>
        <p:grpSpPr bwMode="auto">
          <a:xfrm>
            <a:off x="487363" y="4929188"/>
            <a:ext cx="700087" cy="698500"/>
            <a:chOff x="487887" y="1402089"/>
            <a:chExt cx="699075" cy="699074"/>
          </a:xfrm>
        </p:grpSpPr>
        <p:sp>
          <p:nvSpPr>
            <p:cNvPr id="22" name="Google Shape;637;p17">
              <a:extLst>
                <a:ext uri="{FF2B5EF4-FFF2-40B4-BE49-F238E27FC236}">
                  <a16:creationId xmlns:a16="http://schemas.microsoft.com/office/drawing/2014/main" id="{F09DF3A6-7453-1A5E-BCBB-65EB85C1A045}"/>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23" name="Google Shape;638;p17">
              <a:extLst>
                <a:ext uri="{FF2B5EF4-FFF2-40B4-BE49-F238E27FC236}">
                  <a16:creationId xmlns:a16="http://schemas.microsoft.com/office/drawing/2014/main" id="{E5D6A06C-5F45-97FF-7D4D-CCB425DE459C}"/>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24" name="Google Shape;640;p17">
            <a:extLst>
              <a:ext uri="{FF2B5EF4-FFF2-40B4-BE49-F238E27FC236}">
                <a16:creationId xmlns:a16="http://schemas.microsoft.com/office/drawing/2014/main" id="{20497A7F-EB79-127D-1EAE-77530F5099CB}"/>
              </a:ext>
            </a:extLst>
          </p:cNvPr>
          <p:cNvCxnSpPr>
            <a:cxnSpLocks noChangeShapeType="1"/>
          </p:cNvCxnSpPr>
          <p:nvPr userDrawn="1"/>
        </p:nvCxnSpPr>
        <p:spPr bwMode="auto">
          <a:xfrm>
            <a:off x="1192213" y="5756275"/>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sp>
        <p:nvSpPr>
          <p:cNvPr id="680" name="Google Shape;680;p2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9" name="Text Placeholder 8"/>
          <p:cNvSpPr>
            <a:spLocks noGrp="1"/>
          </p:cNvSpPr>
          <p:nvPr>
            <p:ph type="body" sz="quarter" idx="13"/>
          </p:nvPr>
        </p:nvSpPr>
        <p:spPr>
          <a:xfrm>
            <a:off x="1320800" y="1670189"/>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19" name="Content Placeholder 18"/>
          <p:cNvSpPr>
            <a:spLocks noGrp="1"/>
          </p:cNvSpPr>
          <p:nvPr>
            <p:ph sz="quarter" idx="14"/>
          </p:nvPr>
        </p:nvSpPr>
        <p:spPr>
          <a:xfrm>
            <a:off x="1320800" y="1319897"/>
            <a:ext cx="4775200" cy="327025"/>
          </a:xfrm>
          <a:prstGeom prst="rect">
            <a:avLst/>
          </a:prstGeom>
        </p:spPr>
        <p:txBody>
          <a:bodyPr/>
          <a:lstStyle>
            <a:lvl1pPr>
              <a:defRPr b="1"/>
            </a:lvl1pPr>
          </a:lstStyle>
          <a:p>
            <a:pPr lvl="0"/>
            <a:r>
              <a:rPr lang="en-US"/>
              <a:t>Click to edit Master text styles</a:t>
            </a:r>
          </a:p>
        </p:txBody>
      </p:sp>
      <p:sp>
        <p:nvSpPr>
          <p:cNvPr id="661" name="Text Placeholder 8"/>
          <p:cNvSpPr>
            <a:spLocks noGrp="1"/>
          </p:cNvSpPr>
          <p:nvPr>
            <p:ph type="body" sz="quarter" idx="15"/>
          </p:nvPr>
        </p:nvSpPr>
        <p:spPr>
          <a:xfrm>
            <a:off x="1320800" y="2575364"/>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62" name="Content Placeholder 18"/>
          <p:cNvSpPr>
            <a:spLocks noGrp="1"/>
          </p:cNvSpPr>
          <p:nvPr>
            <p:ph sz="quarter" idx="16"/>
          </p:nvPr>
        </p:nvSpPr>
        <p:spPr>
          <a:xfrm>
            <a:off x="1320800" y="2225072"/>
            <a:ext cx="4775200" cy="327025"/>
          </a:xfrm>
          <a:prstGeom prst="rect">
            <a:avLst/>
          </a:prstGeom>
        </p:spPr>
        <p:txBody>
          <a:bodyPr/>
          <a:lstStyle>
            <a:lvl1pPr>
              <a:defRPr b="1"/>
            </a:lvl1pPr>
          </a:lstStyle>
          <a:p>
            <a:pPr lvl="0"/>
            <a:r>
              <a:rPr lang="en-US"/>
              <a:t>Click to edit Master text styles</a:t>
            </a:r>
          </a:p>
        </p:txBody>
      </p:sp>
      <p:sp>
        <p:nvSpPr>
          <p:cNvPr id="667" name="Text Placeholder 8"/>
          <p:cNvSpPr>
            <a:spLocks noGrp="1"/>
          </p:cNvSpPr>
          <p:nvPr>
            <p:ph type="body" sz="quarter" idx="17"/>
          </p:nvPr>
        </p:nvSpPr>
        <p:spPr>
          <a:xfrm>
            <a:off x="1320800" y="3480539"/>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68" name="Content Placeholder 18"/>
          <p:cNvSpPr>
            <a:spLocks noGrp="1"/>
          </p:cNvSpPr>
          <p:nvPr>
            <p:ph sz="quarter" idx="18"/>
          </p:nvPr>
        </p:nvSpPr>
        <p:spPr>
          <a:xfrm>
            <a:off x="1320800" y="3130247"/>
            <a:ext cx="4775200" cy="327025"/>
          </a:xfrm>
          <a:prstGeom prst="rect">
            <a:avLst/>
          </a:prstGeom>
        </p:spPr>
        <p:txBody>
          <a:bodyPr/>
          <a:lstStyle>
            <a:lvl1pPr>
              <a:defRPr b="1"/>
            </a:lvl1pPr>
          </a:lstStyle>
          <a:p>
            <a:pPr lvl="0"/>
            <a:r>
              <a:rPr lang="en-US"/>
              <a:t>Click to edit Master text styles</a:t>
            </a:r>
          </a:p>
        </p:txBody>
      </p:sp>
      <p:sp>
        <p:nvSpPr>
          <p:cNvPr id="673" name="Text Placeholder 8"/>
          <p:cNvSpPr>
            <a:spLocks noGrp="1"/>
          </p:cNvSpPr>
          <p:nvPr>
            <p:ph type="body" sz="quarter" idx="19"/>
          </p:nvPr>
        </p:nvSpPr>
        <p:spPr>
          <a:xfrm>
            <a:off x="1320800" y="4385714"/>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74" name="Content Placeholder 18"/>
          <p:cNvSpPr>
            <a:spLocks noGrp="1"/>
          </p:cNvSpPr>
          <p:nvPr>
            <p:ph sz="quarter" idx="20"/>
          </p:nvPr>
        </p:nvSpPr>
        <p:spPr>
          <a:xfrm>
            <a:off x="1320800" y="4016875"/>
            <a:ext cx="4775200" cy="327025"/>
          </a:xfrm>
          <a:prstGeom prst="rect">
            <a:avLst/>
          </a:prstGeom>
        </p:spPr>
        <p:txBody>
          <a:bodyPr/>
          <a:lstStyle>
            <a:lvl1pPr>
              <a:defRPr b="1"/>
            </a:lvl1pPr>
          </a:lstStyle>
          <a:p>
            <a:pPr lvl="0"/>
            <a:r>
              <a:rPr lang="en-US"/>
              <a:t>Click to edit Master text styles</a:t>
            </a:r>
          </a:p>
        </p:txBody>
      </p:sp>
      <p:sp>
        <p:nvSpPr>
          <p:cNvPr id="679" name="Text Placeholder 8"/>
          <p:cNvSpPr>
            <a:spLocks noGrp="1"/>
          </p:cNvSpPr>
          <p:nvPr>
            <p:ph type="body" sz="quarter" idx="21"/>
          </p:nvPr>
        </p:nvSpPr>
        <p:spPr>
          <a:xfrm>
            <a:off x="1320800" y="5279268"/>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81" name="Content Placeholder 18"/>
          <p:cNvSpPr>
            <a:spLocks noGrp="1"/>
          </p:cNvSpPr>
          <p:nvPr>
            <p:ph sz="quarter" idx="22"/>
          </p:nvPr>
        </p:nvSpPr>
        <p:spPr>
          <a:xfrm>
            <a:off x="1320800" y="4928976"/>
            <a:ext cx="4775200" cy="327025"/>
          </a:xfrm>
          <a:prstGeom prst="rect">
            <a:avLst/>
          </a:prstGeom>
        </p:spPr>
        <p:txBody>
          <a:bodyPr/>
          <a:lstStyle>
            <a:lvl1pPr>
              <a:defRPr b="1"/>
            </a:lvl1pPr>
          </a:lstStyle>
          <a:p>
            <a:pPr lvl="0"/>
            <a:r>
              <a:rPr lang="en-US"/>
              <a:t>Click to edit Master text styles</a:t>
            </a:r>
          </a:p>
        </p:txBody>
      </p:sp>
      <p:sp>
        <p:nvSpPr>
          <p:cNvPr id="25" name="Google Shape;683;p20">
            <a:extLst>
              <a:ext uri="{FF2B5EF4-FFF2-40B4-BE49-F238E27FC236}">
                <a16:creationId xmlns:a16="http://schemas.microsoft.com/office/drawing/2014/main" id="{4ADB7D15-C52F-BE85-99B4-624879D08908}"/>
              </a:ext>
            </a:extLst>
          </p:cNvPr>
          <p:cNvSpPr txBox="1">
            <a:spLocks noGrp="1" noChangeArrowheads="1"/>
          </p:cNvSpPr>
          <p:nvPr>
            <p:ph type="sldNum" idx="23"/>
          </p:nvPr>
        </p:nvSpPr>
        <p:spPr/>
        <p:txBody>
          <a:bodyPr/>
          <a:lstStyle>
            <a:lvl1pPr>
              <a:defRPr/>
            </a:lvl1pPr>
          </a:lstStyle>
          <a:p>
            <a:fld id="{365802E8-DDC8-FD43-A611-27FD2557B844}" type="slidenum">
              <a:rPr lang="en-IN" altLang="en-US"/>
              <a:pPr/>
              <a:t>‹#›</a:t>
            </a:fld>
            <a:endParaRPr lang="en-IN" altLang="en-US"/>
          </a:p>
        </p:txBody>
      </p:sp>
    </p:spTree>
    <p:extLst>
      <p:ext uri="{BB962C8B-B14F-4D97-AF65-F5344CB8AC3E}">
        <p14:creationId xmlns:p14="http://schemas.microsoft.com/office/powerpoint/2010/main" val="369932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Title+Content" preserve="1">
  <p:cSld name="1_Title+Content">
    <p:spTree>
      <p:nvGrpSpPr>
        <p:cNvPr id="1" name="Shape 679"/>
        <p:cNvGrpSpPr/>
        <p:nvPr/>
      </p:nvGrpSpPr>
      <p:grpSpPr>
        <a:xfrm>
          <a:off x="0" y="0"/>
          <a:ext cx="0" cy="0"/>
          <a:chOff x="0" y="0"/>
          <a:chExt cx="0" cy="0"/>
        </a:xfrm>
      </p:grpSpPr>
      <p:sp>
        <p:nvSpPr>
          <p:cNvPr id="680" name="Google Shape;680;p20"/>
          <p:cNvSpPr txBox="1">
            <a:spLocks noGrp="1"/>
          </p:cNvSpPr>
          <p:nvPr>
            <p:ph type="title"/>
          </p:nvPr>
        </p:nvSpPr>
        <p:spPr>
          <a:xfrm>
            <a:off x="208634" y="633245"/>
            <a:ext cx="11307531" cy="492172"/>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82" name="Google Shape;682;p20"/>
          <p:cNvSpPr txBox="1">
            <a:spLocks noGrp="1"/>
          </p:cNvSpPr>
          <p:nvPr>
            <p:ph type="body" idx="2"/>
          </p:nvPr>
        </p:nvSpPr>
        <p:spPr>
          <a:xfrm>
            <a:off x="514350" y="1304995"/>
            <a:ext cx="11047534" cy="4840828"/>
          </a:xfrm>
          <a:prstGeom prst="rect">
            <a:avLst/>
          </a:prstGeom>
          <a:noFill/>
          <a:ln>
            <a:noFill/>
          </a:ln>
        </p:spPr>
        <p:txBody>
          <a:bodyPr spcFirstLastPara="1" wrap="square" lIns="0" tIns="0" rIns="0" bIns="0" anchor="t" anchorCtr="0"/>
          <a:lstStyle>
            <a:lvl1pPr marL="0" marR="0" lvl="0" indent="0" algn="l" rtl="0">
              <a:lnSpc>
                <a:spcPct val="100000"/>
              </a:lnSpc>
              <a:spcBef>
                <a:spcPts val="0"/>
              </a:spcBef>
              <a:spcAft>
                <a:spcPts val="60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344488" marR="0" lvl="1" indent="-342900" algn="l" rtl="0">
              <a:lnSpc>
                <a:spcPct val="100000"/>
              </a:lnSpc>
              <a:spcBef>
                <a:spcPts val="0"/>
              </a:spcBef>
              <a:spcAft>
                <a:spcPts val="60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666750" marR="0" lvl="2" indent="-330200" algn="l" rtl="0">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dk1"/>
                </a:solidFill>
                <a:latin typeface="Arial"/>
                <a:ea typeface="Arial"/>
                <a:cs typeface="Arial"/>
                <a:sym typeface="Arial"/>
              </a:defRPr>
            </a:lvl3pPr>
            <a:lvl4pPr marL="968375" marR="0" lvl="3" indent="-323850" algn="l" rtl="0">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dk1"/>
                </a:solidFill>
                <a:latin typeface="Arial"/>
                <a:ea typeface="Arial"/>
                <a:cs typeface="Arial"/>
                <a:sym typeface="Arial"/>
              </a:defRPr>
            </a:lvl4pPr>
            <a:lvl5pPr marL="2286000" marR="0" lvl="4" indent="-298450" algn="l" rtl="0">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Google Shape;683;p20">
            <a:extLst>
              <a:ext uri="{FF2B5EF4-FFF2-40B4-BE49-F238E27FC236}">
                <a16:creationId xmlns:a16="http://schemas.microsoft.com/office/drawing/2014/main" id="{52526A50-5818-0DC6-285B-C4895407B177}"/>
              </a:ext>
            </a:extLst>
          </p:cNvPr>
          <p:cNvSpPr txBox="1">
            <a:spLocks noGrp="1" noChangeArrowheads="1"/>
          </p:cNvSpPr>
          <p:nvPr>
            <p:ph type="sldNum" idx="10"/>
          </p:nvPr>
        </p:nvSpPr>
        <p:spPr/>
        <p:txBody>
          <a:bodyPr/>
          <a:lstStyle>
            <a:lvl1pPr>
              <a:defRPr/>
            </a:lvl1pPr>
          </a:lstStyle>
          <a:p>
            <a:fld id="{73960BBE-2624-AD4B-8264-87E1ACB4B12C}" type="slidenum">
              <a:rPr lang="en-US" altLang="en-US"/>
              <a:pPr/>
              <a:t>‹#›</a:t>
            </a:fld>
            <a:endParaRPr lang="en-US" altLang="en-US"/>
          </a:p>
        </p:txBody>
      </p:sp>
    </p:spTree>
    <p:extLst>
      <p:ext uri="{BB962C8B-B14F-4D97-AF65-F5344CB8AC3E}">
        <p14:creationId xmlns:p14="http://schemas.microsoft.com/office/powerpoint/2010/main" val="33565875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Title+Content" preserve="1">
  <p:cSld name="1_Title+Content">
    <p:bg>
      <p:bgPr>
        <a:solidFill>
          <a:srgbClr val="181717"/>
        </a:solidFill>
        <a:effectLst/>
      </p:bgPr>
    </p:bg>
    <p:spTree>
      <p:nvGrpSpPr>
        <p:cNvPr id="1" name="Shape 679"/>
        <p:cNvGrpSpPr/>
        <p:nvPr/>
      </p:nvGrpSpPr>
      <p:grpSpPr>
        <a:xfrm>
          <a:off x="0" y="0"/>
          <a:ext cx="0" cy="0"/>
          <a:chOff x="0" y="0"/>
          <a:chExt cx="0" cy="0"/>
        </a:xfrm>
      </p:grpSpPr>
      <p:sp>
        <p:nvSpPr>
          <p:cNvPr id="680" name="Google Shape;680;p20"/>
          <p:cNvSpPr txBox="1">
            <a:spLocks noGrp="1"/>
          </p:cNvSpPr>
          <p:nvPr>
            <p:ph type="title"/>
          </p:nvPr>
        </p:nvSpPr>
        <p:spPr>
          <a:xfrm>
            <a:off x="208634" y="633245"/>
            <a:ext cx="11353249" cy="492172"/>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bg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82" name="Google Shape;682;p20"/>
          <p:cNvSpPr txBox="1">
            <a:spLocks noGrp="1"/>
          </p:cNvSpPr>
          <p:nvPr>
            <p:ph type="body" idx="2"/>
          </p:nvPr>
        </p:nvSpPr>
        <p:spPr>
          <a:xfrm>
            <a:off x="514350" y="1304995"/>
            <a:ext cx="11047534" cy="4840828"/>
          </a:xfrm>
          <a:prstGeom prst="rect">
            <a:avLst/>
          </a:prstGeom>
          <a:noFill/>
          <a:ln>
            <a:noFill/>
          </a:ln>
        </p:spPr>
        <p:txBody>
          <a:bodyPr spcFirstLastPara="1" wrap="square" lIns="0" tIns="0" rIns="0" bIns="0" anchor="t" anchorCtr="0"/>
          <a:lstStyle>
            <a:lvl1pPr marL="0" marR="0" lvl="0" indent="0" algn="l" rtl="0">
              <a:lnSpc>
                <a:spcPct val="100000"/>
              </a:lnSpc>
              <a:spcBef>
                <a:spcPts val="0"/>
              </a:spcBef>
              <a:spcAft>
                <a:spcPts val="600"/>
              </a:spcAft>
              <a:buClr>
                <a:schemeClr val="dk1"/>
              </a:buClr>
              <a:buSzPts val="1800"/>
              <a:buFont typeface="Arial"/>
              <a:buNone/>
              <a:defRPr sz="1800" b="0" i="0" u="none" strike="noStrike" cap="none">
                <a:solidFill>
                  <a:schemeClr val="bg1"/>
                </a:solidFill>
                <a:latin typeface="Arial"/>
                <a:ea typeface="Arial"/>
                <a:cs typeface="Arial"/>
                <a:sym typeface="Arial"/>
              </a:defRPr>
            </a:lvl1pPr>
            <a:lvl2pPr marL="344488" marR="0" lvl="1" indent="-342900" algn="l" rtl="0">
              <a:lnSpc>
                <a:spcPct val="100000"/>
              </a:lnSpc>
              <a:spcBef>
                <a:spcPts val="0"/>
              </a:spcBef>
              <a:spcAft>
                <a:spcPts val="600"/>
              </a:spcAft>
              <a:buClr>
                <a:schemeClr val="dk1"/>
              </a:buClr>
              <a:buSzPts val="1800"/>
              <a:buFont typeface="Noto Sans Symbols"/>
              <a:buChar char="⇥"/>
              <a:defRPr sz="1800" b="0" i="0" u="none" strike="noStrike" cap="none">
                <a:solidFill>
                  <a:schemeClr val="bg1"/>
                </a:solidFill>
                <a:latin typeface="Arial"/>
                <a:ea typeface="Arial"/>
                <a:cs typeface="Arial"/>
                <a:sym typeface="Arial"/>
              </a:defRPr>
            </a:lvl2pPr>
            <a:lvl3pPr marL="666750" marR="0" lvl="2" indent="-330200" algn="l" rtl="0">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bg1"/>
                </a:solidFill>
                <a:latin typeface="Arial"/>
                <a:ea typeface="Arial"/>
                <a:cs typeface="Arial"/>
                <a:sym typeface="Arial"/>
              </a:defRPr>
            </a:lvl3pPr>
            <a:lvl4pPr marL="968375" marR="0" lvl="3" indent="-323850" algn="l" rtl="0">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bg1"/>
                </a:solidFill>
                <a:latin typeface="Arial"/>
                <a:ea typeface="Arial"/>
                <a:cs typeface="Arial"/>
                <a:sym typeface="Arial"/>
              </a:defRPr>
            </a:lvl4pPr>
            <a:lvl5pPr marL="2286000" marR="0" lvl="4" indent="-298450" algn="l" rtl="0">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Google Shape;683;p20">
            <a:extLst>
              <a:ext uri="{FF2B5EF4-FFF2-40B4-BE49-F238E27FC236}">
                <a16:creationId xmlns:a16="http://schemas.microsoft.com/office/drawing/2014/main" id="{DF7F3D0D-98C6-146A-F7B7-FD1C7E3231B5}"/>
              </a:ext>
            </a:extLst>
          </p:cNvPr>
          <p:cNvSpPr txBox="1">
            <a:spLocks noGrp="1" noChangeArrowheads="1"/>
          </p:cNvSpPr>
          <p:nvPr>
            <p:ph type="sldNum" idx="10"/>
          </p:nvPr>
        </p:nvSpPr>
        <p:spPr/>
        <p:txBody>
          <a:bodyPr/>
          <a:lstStyle>
            <a:lvl1pPr>
              <a:defRPr/>
            </a:lvl1pPr>
          </a:lstStyle>
          <a:p>
            <a:fld id="{EAF2076D-DF0C-6E43-9DE5-E64292D88AED}" type="slidenum">
              <a:rPr lang="en-US" altLang="en-US"/>
              <a:pPr/>
              <a:t>‹#›</a:t>
            </a:fld>
            <a:endParaRPr lang="en-US" altLang="en-US"/>
          </a:p>
        </p:txBody>
      </p:sp>
    </p:spTree>
    <p:extLst>
      <p:ext uri="{BB962C8B-B14F-4D97-AF65-F5344CB8AC3E}">
        <p14:creationId xmlns:p14="http://schemas.microsoft.com/office/powerpoint/2010/main" val="39915590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Title+Content" preserve="1" userDrawn="1">
  <p:cSld name="1_Title+Content">
    <p:bg>
      <p:bgPr>
        <a:solidFill>
          <a:srgbClr val="EAF9F2"/>
        </a:solidFill>
        <a:effectLst/>
      </p:bgPr>
    </p:bg>
    <p:spTree>
      <p:nvGrpSpPr>
        <p:cNvPr id="1" name="Shape 679"/>
        <p:cNvGrpSpPr/>
        <p:nvPr/>
      </p:nvGrpSpPr>
      <p:grpSpPr>
        <a:xfrm>
          <a:off x="0" y="0"/>
          <a:ext cx="0" cy="0"/>
          <a:chOff x="0" y="0"/>
          <a:chExt cx="0" cy="0"/>
        </a:xfrm>
      </p:grpSpPr>
      <p:sp>
        <p:nvSpPr>
          <p:cNvPr id="2" name="Rectangle 1">
            <a:extLst>
              <a:ext uri="{FF2B5EF4-FFF2-40B4-BE49-F238E27FC236}">
                <a16:creationId xmlns:a16="http://schemas.microsoft.com/office/drawing/2014/main" id="{FEB6BC1C-83A5-CDE5-063C-146EF6689931}"/>
              </a:ext>
            </a:extLst>
          </p:cNvPr>
          <p:cNvSpPr/>
          <p:nvPr userDrawn="1"/>
        </p:nvSpPr>
        <p:spPr>
          <a:xfrm>
            <a:off x="0" y="0"/>
            <a:ext cx="12192000" cy="4254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IN" sz="1867" kern="0">
              <a:solidFill>
                <a:schemeClr val="accent2">
                  <a:lumMod val="20000"/>
                  <a:lumOff val="80000"/>
                </a:schemeClr>
              </a:solidFill>
              <a:sym typeface="Arial"/>
            </a:endParaRPr>
          </a:p>
        </p:txBody>
      </p:sp>
      <p:sp>
        <p:nvSpPr>
          <p:cNvPr id="682" name="Google Shape;682;p20"/>
          <p:cNvSpPr txBox="1">
            <a:spLocks noGrp="1"/>
          </p:cNvSpPr>
          <p:nvPr>
            <p:ph type="body" idx="2"/>
          </p:nvPr>
        </p:nvSpPr>
        <p:spPr>
          <a:xfrm>
            <a:off x="514350" y="4368799"/>
            <a:ext cx="11047534" cy="1777023"/>
          </a:xfrm>
          <a:prstGeom prst="rect">
            <a:avLst/>
          </a:prstGeom>
          <a:noFill/>
          <a:ln>
            <a:noFill/>
          </a:ln>
        </p:spPr>
        <p:txBody>
          <a:bodyPr spcFirstLastPara="1" wrap="square" lIns="0" tIns="0" rIns="0" bIns="0" anchor="t" anchorCtr="0"/>
          <a:lstStyle>
            <a:lvl1pPr marL="0" marR="0" lvl="0" indent="0" algn="l" rtl="0">
              <a:lnSpc>
                <a:spcPct val="100000"/>
              </a:lnSpc>
              <a:spcBef>
                <a:spcPts val="0"/>
              </a:spcBef>
              <a:spcAft>
                <a:spcPts val="600"/>
              </a:spcAft>
              <a:buClr>
                <a:schemeClr val="dk1"/>
              </a:buClr>
              <a:buSzPts val="1800"/>
              <a:buFont typeface="Arial"/>
              <a:buNone/>
              <a:defRPr sz="1800" b="0" i="0" u="none" strike="noStrike" cap="none">
                <a:solidFill>
                  <a:schemeClr val="bg2">
                    <a:lumMod val="50000"/>
                  </a:schemeClr>
                </a:solidFill>
                <a:latin typeface="Arial"/>
                <a:ea typeface="Arial"/>
                <a:cs typeface="Arial"/>
                <a:sym typeface="Arial"/>
              </a:defRPr>
            </a:lvl1pPr>
            <a:lvl2pPr marL="344488" marR="0" lvl="1" indent="-342900" algn="l" rtl="0">
              <a:lnSpc>
                <a:spcPct val="100000"/>
              </a:lnSpc>
              <a:spcBef>
                <a:spcPts val="0"/>
              </a:spcBef>
              <a:spcAft>
                <a:spcPts val="600"/>
              </a:spcAft>
              <a:buClr>
                <a:schemeClr val="dk1"/>
              </a:buClr>
              <a:buSzPts val="1800"/>
              <a:buFont typeface="Noto Sans Symbols"/>
              <a:buChar char="⇥"/>
              <a:defRPr sz="1800" b="0" i="0" u="none" strike="noStrike" cap="none">
                <a:solidFill>
                  <a:schemeClr val="bg2">
                    <a:lumMod val="50000"/>
                  </a:schemeClr>
                </a:solidFill>
                <a:latin typeface="Arial"/>
                <a:ea typeface="Arial"/>
                <a:cs typeface="Arial"/>
                <a:sym typeface="Arial"/>
              </a:defRPr>
            </a:lvl2pPr>
            <a:lvl3pPr marL="666750" marR="0" lvl="2" indent="-330200" algn="l" rtl="0">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bg2">
                    <a:lumMod val="50000"/>
                  </a:schemeClr>
                </a:solidFill>
                <a:latin typeface="Arial"/>
                <a:ea typeface="Arial"/>
                <a:cs typeface="Arial"/>
                <a:sym typeface="Arial"/>
              </a:defRPr>
            </a:lvl3pPr>
            <a:lvl4pPr marL="968375" marR="0" lvl="3" indent="-323850" algn="l" rtl="0">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bg2">
                    <a:lumMod val="50000"/>
                  </a:schemeClr>
                </a:solidFill>
                <a:latin typeface="Arial"/>
                <a:ea typeface="Arial"/>
                <a:cs typeface="Arial"/>
                <a:sym typeface="Arial"/>
              </a:defRPr>
            </a:lvl4pPr>
            <a:lvl5pPr marL="2286000" marR="0" lvl="4" indent="-298450" algn="l" rtl="0">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itle 2"/>
          <p:cNvSpPr>
            <a:spLocks noGrp="1"/>
          </p:cNvSpPr>
          <p:nvPr>
            <p:ph type="title"/>
          </p:nvPr>
        </p:nvSpPr>
        <p:spPr>
          <a:xfrm>
            <a:off x="514350" y="952500"/>
            <a:ext cx="11047534" cy="2744483"/>
          </a:xfrm>
          <a:prstGeom prst="rect">
            <a:avLst/>
          </a:prstGeom>
        </p:spPr>
        <p:txBody>
          <a:bodyPr/>
          <a:lstStyle>
            <a:lvl1pPr>
              <a:defRPr sz="5400" b="1">
                <a:solidFill>
                  <a:schemeClr val="accent2">
                    <a:lumMod val="20000"/>
                    <a:lumOff val="80000"/>
                  </a:schemeClr>
                </a:solidFill>
                <a:latin typeface="Congenial Black" panose="020F0502020204030204" pitchFamily="2" charset="0"/>
              </a:defRPr>
            </a:lvl1pPr>
          </a:lstStyle>
          <a:p>
            <a:r>
              <a:rPr lang="en-US"/>
              <a:t>Click to edit Master title style</a:t>
            </a:r>
            <a:endParaRPr lang="en-IN"/>
          </a:p>
        </p:txBody>
      </p:sp>
      <p:sp>
        <p:nvSpPr>
          <p:cNvPr id="4" name="Google Shape;683;p20">
            <a:extLst>
              <a:ext uri="{FF2B5EF4-FFF2-40B4-BE49-F238E27FC236}">
                <a16:creationId xmlns:a16="http://schemas.microsoft.com/office/drawing/2014/main" id="{44ACE1EB-D337-1E76-4386-2B9D1AA873F2}"/>
              </a:ext>
            </a:extLst>
          </p:cNvPr>
          <p:cNvSpPr txBox="1">
            <a:spLocks noGrp="1" noChangeArrowheads="1"/>
          </p:cNvSpPr>
          <p:nvPr>
            <p:ph type="sldNum" idx="10"/>
          </p:nvPr>
        </p:nvSpPr>
        <p:spPr/>
        <p:txBody>
          <a:bodyPr/>
          <a:lstStyle>
            <a:lvl1pPr>
              <a:defRPr/>
            </a:lvl1pPr>
          </a:lstStyle>
          <a:p>
            <a:fld id="{3BFEF3EE-9A00-F049-808A-70A61D1E4FC8}" type="slidenum">
              <a:rPr lang="en-US" altLang="en-US"/>
              <a:pPr/>
              <a:t>‹#›</a:t>
            </a:fld>
            <a:endParaRPr lang="en-US" altLang="en-US"/>
          </a:p>
        </p:txBody>
      </p:sp>
    </p:spTree>
    <p:extLst>
      <p:ext uri="{BB962C8B-B14F-4D97-AF65-F5344CB8AC3E}">
        <p14:creationId xmlns:p14="http://schemas.microsoft.com/office/powerpoint/2010/main" val="40307832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Title+Content" preserve="1" userDrawn="1">
  <p:cSld name="1_Title+Content">
    <p:bg>
      <p:bgPr>
        <a:solidFill>
          <a:srgbClr val="EAF9F2"/>
        </a:solidFill>
        <a:effectLst/>
      </p:bgPr>
    </p:bg>
    <p:spTree>
      <p:nvGrpSpPr>
        <p:cNvPr id="1" name="Shape 679"/>
        <p:cNvGrpSpPr/>
        <p:nvPr/>
      </p:nvGrpSpPr>
      <p:grpSpPr>
        <a:xfrm>
          <a:off x="0" y="0"/>
          <a:ext cx="0" cy="0"/>
          <a:chOff x="0" y="0"/>
          <a:chExt cx="0" cy="0"/>
        </a:xfrm>
      </p:grpSpPr>
      <p:sp>
        <p:nvSpPr>
          <p:cNvPr id="2" name="Rectangle 1">
            <a:extLst>
              <a:ext uri="{FF2B5EF4-FFF2-40B4-BE49-F238E27FC236}">
                <a16:creationId xmlns:a16="http://schemas.microsoft.com/office/drawing/2014/main" id="{388DFF80-114B-2CE8-7E03-EBCCAE767B8D}"/>
              </a:ext>
            </a:extLst>
          </p:cNvPr>
          <p:cNvSpPr/>
          <p:nvPr userDrawn="1"/>
        </p:nvSpPr>
        <p:spPr>
          <a:xfrm>
            <a:off x="0" y="0"/>
            <a:ext cx="12192000" cy="635635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IN" sz="1867" kern="0">
              <a:solidFill>
                <a:schemeClr val="accent2">
                  <a:lumMod val="20000"/>
                  <a:lumOff val="80000"/>
                </a:schemeClr>
              </a:solidFill>
              <a:sym typeface="Arial"/>
            </a:endParaRPr>
          </a:p>
        </p:txBody>
      </p:sp>
      <p:sp>
        <p:nvSpPr>
          <p:cNvPr id="4" name="Title 2">
            <a:extLst>
              <a:ext uri="{FF2B5EF4-FFF2-40B4-BE49-F238E27FC236}">
                <a16:creationId xmlns:a16="http://schemas.microsoft.com/office/drawing/2014/main" id="{7311AD83-C30B-0473-0183-1AA3F3744059}"/>
              </a:ext>
            </a:extLst>
          </p:cNvPr>
          <p:cNvSpPr txBox="1">
            <a:spLocks noChangeArrowheads="1"/>
          </p:cNvSpPr>
          <p:nvPr userDrawn="1"/>
        </p:nvSpPr>
        <p:spPr bwMode="auto">
          <a:xfrm>
            <a:off x="514350" y="1117600"/>
            <a:ext cx="11047413" cy="1174750"/>
          </a:xfrm>
          <a:prstGeom prst="rect">
            <a:avLst/>
          </a:prstGeom>
          <a:noFill/>
          <a:ln w="9525">
            <a:noFill/>
            <a:miter lim="800000"/>
            <a:headEnd/>
            <a:tailEnd/>
          </a:ln>
        </p:spPr>
        <p:txBody>
          <a:bodyPr/>
          <a:lstStyle/>
          <a:p>
            <a:pPr algn="ctr" eaLnBrk="1" hangingPunct="1">
              <a:buClr>
                <a:srgbClr val="000000"/>
              </a:buClr>
              <a:buFont typeface="Arial" pitchFamily="34" charset="0"/>
              <a:buNone/>
              <a:defRPr/>
            </a:pPr>
            <a:r>
              <a:rPr lang="en-US" sz="5400" b="1">
                <a:solidFill>
                  <a:schemeClr val="bg1"/>
                </a:solidFill>
                <a:latin typeface="Congenial Black" pitchFamily="2" charset="0"/>
              </a:rPr>
              <a:t>Question</a:t>
            </a:r>
            <a:endParaRPr lang="en-IN" sz="5400" b="1">
              <a:solidFill>
                <a:schemeClr val="bg1"/>
              </a:solidFill>
              <a:latin typeface="Congenial Black" pitchFamily="2" charset="0"/>
            </a:endParaRPr>
          </a:p>
        </p:txBody>
      </p:sp>
      <p:sp>
        <p:nvSpPr>
          <p:cNvPr id="3" name="Title 2"/>
          <p:cNvSpPr>
            <a:spLocks noGrp="1"/>
          </p:cNvSpPr>
          <p:nvPr>
            <p:ph type="title"/>
          </p:nvPr>
        </p:nvSpPr>
        <p:spPr>
          <a:xfrm>
            <a:off x="514350" y="2495550"/>
            <a:ext cx="11047534" cy="3576333"/>
          </a:xfrm>
          <a:prstGeom prst="rect">
            <a:avLst/>
          </a:prstGeom>
        </p:spPr>
        <p:txBody>
          <a:bodyPr/>
          <a:lstStyle>
            <a:lvl1pPr>
              <a:defRPr sz="5400" b="1">
                <a:solidFill>
                  <a:schemeClr val="accent2">
                    <a:lumMod val="75000"/>
                  </a:schemeClr>
                </a:solidFill>
                <a:latin typeface="Congenial Black" panose="020F0502020204030204" pitchFamily="2" charset="0"/>
              </a:defRPr>
            </a:lvl1pPr>
          </a:lstStyle>
          <a:p>
            <a:r>
              <a:rPr lang="en-US"/>
              <a:t>Click to edit Master title style</a:t>
            </a:r>
            <a:endParaRPr lang="en-IN" dirty="0"/>
          </a:p>
        </p:txBody>
      </p:sp>
      <p:sp>
        <p:nvSpPr>
          <p:cNvPr id="5" name="Google Shape;683;p20">
            <a:extLst>
              <a:ext uri="{FF2B5EF4-FFF2-40B4-BE49-F238E27FC236}">
                <a16:creationId xmlns:a16="http://schemas.microsoft.com/office/drawing/2014/main" id="{E356B9A9-3C01-47DA-A48D-824CD8150C1F}"/>
              </a:ext>
            </a:extLst>
          </p:cNvPr>
          <p:cNvSpPr txBox="1">
            <a:spLocks noGrp="1" noChangeArrowheads="1"/>
          </p:cNvSpPr>
          <p:nvPr>
            <p:ph type="sldNum" idx="10"/>
          </p:nvPr>
        </p:nvSpPr>
        <p:spPr/>
        <p:txBody>
          <a:bodyPr/>
          <a:lstStyle>
            <a:lvl1pPr>
              <a:defRPr/>
            </a:lvl1pPr>
          </a:lstStyle>
          <a:p>
            <a:fld id="{6269037A-7D22-5F40-BF82-D2051F943486}" type="slidenum">
              <a:rPr lang="en-US" altLang="en-US"/>
              <a:pPr/>
              <a:t>‹#›</a:t>
            </a:fld>
            <a:endParaRPr lang="en-US" altLang="en-US"/>
          </a:p>
        </p:txBody>
      </p:sp>
    </p:spTree>
    <p:extLst>
      <p:ext uri="{BB962C8B-B14F-4D97-AF65-F5344CB8AC3E}">
        <p14:creationId xmlns:p14="http://schemas.microsoft.com/office/powerpoint/2010/main" val="377108777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Title+Content" preserve="1" userDrawn="1">
  <p:cSld name="1_Title+Content">
    <p:spTree>
      <p:nvGrpSpPr>
        <p:cNvPr id="1" name="Shape 679"/>
        <p:cNvGrpSpPr/>
        <p:nvPr/>
      </p:nvGrpSpPr>
      <p:grpSpPr>
        <a:xfrm>
          <a:off x="0" y="0"/>
          <a:ext cx="0" cy="0"/>
          <a:chOff x="0" y="0"/>
          <a:chExt cx="0" cy="0"/>
        </a:xfrm>
      </p:grpSpPr>
      <p:sp>
        <p:nvSpPr>
          <p:cNvPr id="2" name="Rectangle 1">
            <a:extLst>
              <a:ext uri="{FF2B5EF4-FFF2-40B4-BE49-F238E27FC236}">
                <a16:creationId xmlns:a16="http://schemas.microsoft.com/office/drawing/2014/main" id="{1FA88CA8-9CC0-6D68-2496-AEFCA812F543}"/>
              </a:ext>
            </a:extLst>
          </p:cNvPr>
          <p:cNvSpPr/>
          <p:nvPr userDrawn="1"/>
        </p:nvSpPr>
        <p:spPr>
          <a:xfrm>
            <a:off x="0" y="0"/>
            <a:ext cx="12192000" cy="63563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IN" sz="1867" kern="0">
              <a:solidFill>
                <a:schemeClr val="accent2">
                  <a:lumMod val="20000"/>
                  <a:lumOff val="80000"/>
                </a:schemeClr>
              </a:solidFill>
              <a:sym typeface="Arial"/>
            </a:endParaRPr>
          </a:p>
        </p:txBody>
      </p:sp>
      <p:sp>
        <p:nvSpPr>
          <p:cNvPr id="6" name="Text Placeholder 5"/>
          <p:cNvSpPr>
            <a:spLocks noGrp="1"/>
          </p:cNvSpPr>
          <p:nvPr>
            <p:ph type="body" sz="quarter" idx="13"/>
          </p:nvPr>
        </p:nvSpPr>
        <p:spPr>
          <a:xfrm>
            <a:off x="1295400" y="2774950"/>
            <a:ext cx="9601200" cy="1308100"/>
          </a:xfrm>
          <a:prstGeom prst="rect">
            <a:avLst/>
          </a:prstGeom>
          <a:solidFill>
            <a:schemeClr val="bg1"/>
          </a:solidFill>
          <a:ln>
            <a:solidFill>
              <a:schemeClr val="tx1">
                <a:lumMod val="85000"/>
                <a:lumOff val="15000"/>
              </a:schemeClr>
            </a:solidFill>
          </a:ln>
        </p:spPr>
        <p:txBody>
          <a:bodyPr/>
          <a:lstStyle>
            <a:lvl1pPr marL="285750" indent="-285750">
              <a:buFont typeface="Arial" panose="020B0604020202020204" pitchFamily="34" charset="0"/>
              <a:buChar char="•"/>
              <a:defRPr/>
            </a:lvl1pPr>
            <a:lvl2pPr marL="285750" indent="-285750">
              <a:buFont typeface="Arial" panose="020B0604020202020204" pitchFamily="34" charset="0"/>
              <a:buChar char="•"/>
              <a:defRPr/>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ntent Placeholder 7"/>
          <p:cNvSpPr>
            <a:spLocks noGrp="1"/>
          </p:cNvSpPr>
          <p:nvPr>
            <p:ph sz="quarter" idx="14"/>
          </p:nvPr>
        </p:nvSpPr>
        <p:spPr>
          <a:xfrm>
            <a:off x="3095625" y="2012950"/>
            <a:ext cx="6000750" cy="762000"/>
          </a:xfrm>
          <a:prstGeom prst="rect">
            <a:avLst/>
          </a:prstGeom>
          <a:solidFill>
            <a:schemeClr val="accent1"/>
          </a:solidFill>
        </p:spPr>
        <p:txBody>
          <a:bodyPr/>
          <a:lstStyle>
            <a:lvl1pPr algn="ctr">
              <a:defRPr sz="3600">
                <a:solidFill>
                  <a:schemeClr val="bg1"/>
                </a:solidFill>
              </a:defRPr>
            </a:lvl1pPr>
          </a:lstStyle>
          <a:p>
            <a:pPr lvl="0"/>
            <a:r>
              <a:rPr lang="en-US"/>
              <a:t>Click to edit Master text styles</a:t>
            </a:r>
          </a:p>
        </p:txBody>
      </p:sp>
      <p:sp>
        <p:nvSpPr>
          <p:cNvPr id="3" name="Google Shape;683;p20">
            <a:extLst>
              <a:ext uri="{FF2B5EF4-FFF2-40B4-BE49-F238E27FC236}">
                <a16:creationId xmlns:a16="http://schemas.microsoft.com/office/drawing/2014/main" id="{00D45D3C-1D34-8876-DB96-081943646FCC}"/>
              </a:ext>
            </a:extLst>
          </p:cNvPr>
          <p:cNvSpPr txBox="1">
            <a:spLocks noGrp="1" noChangeArrowheads="1"/>
          </p:cNvSpPr>
          <p:nvPr>
            <p:ph type="sldNum" idx="15"/>
          </p:nvPr>
        </p:nvSpPr>
        <p:spPr/>
        <p:txBody>
          <a:bodyPr/>
          <a:lstStyle>
            <a:lvl1pPr>
              <a:defRPr/>
            </a:lvl1pPr>
          </a:lstStyle>
          <a:p>
            <a:fld id="{7ED79BC7-F89A-1C40-B36C-0AF025AE6B22}" type="slidenum">
              <a:rPr lang="en-US" altLang="en-US"/>
              <a:pPr/>
              <a:t>‹#›</a:t>
            </a:fld>
            <a:endParaRPr lang="en-US" altLang="en-US"/>
          </a:p>
        </p:txBody>
      </p:sp>
    </p:spTree>
    <p:extLst>
      <p:ext uri="{BB962C8B-B14F-4D97-AF65-F5344CB8AC3E}">
        <p14:creationId xmlns:p14="http://schemas.microsoft.com/office/powerpoint/2010/main" val="28308663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80BAA9-932A-138C-53C3-C93841B54EDE}"/>
              </a:ext>
            </a:extLst>
          </p:cNvPr>
          <p:cNvSpPr>
            <a:spLocks noGrp="1"/>
          </p:cNvSpPr>
          <p:nvPr>
            <p:ph type="dt" sz="half" idx="10"/>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fld id="{E05AA3C3-E084-2F4B-AD30-77D6700B3A77}" type="datetimeFigureOut">
              <a:rPr lang="en-IN"/>
              <a:pPr>
                <a:defRPr/>
              </a:pPr>
              <a:t>15/01/25</a:t>
            </a:fld>
            <a:endParaRPr lang="en-IN"/>
          </a:p>
        </p:txBody>
      </p:sp>
      <p:sp>
        <p:nvSpPr>
          <p:cNvPr id="5" name="Footer Placeholder 4">
            <a:extLst>
              <a:ext uri="{FF2B5EF4-FFF2-40B4-BE49-F238E27FC236}">
                <a16:creationId xmlns:a16="http://schemas.microsoft.com/office/drawing/2014/main" id="{C4CA23A7-9425-AA51-245A-2EF5DE299F7A}"/>
              </a:ext>
            </a:extLst>
          </p:cNvPr>
          <p:cNvSpPr>
            <a:spLocks noGrp="1"/>
          </p:cNvSpPr>
          <p:nvPr>
            <p:ph type="ftr" sz="quarter" idx="11"/>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endParaRPr lang="en-IN"/>
          </a:p>
        </p:txBody>
      </p:sp>
      <p:sp>
        <p:nvSpPr>
          <p:cNvPr id="6" name="Slide Number Placeholder 5">
            <a:extLst>
              <a:ext uri="{FF2B5EF4-FFF2-40B4-BE49-F238E27FC236}">
                <a16:creationId xmlns:a16="http://schemas.microsoft.com/office/drawing/2014/main" id="{17393F34-15A6-529A-F086-6FFB167CA87C}"/>
              </a:ext>
            </a:extLst>
          </p:cNvPr>
          <p:cNvSpPr>
            <a:spLocks noGrp="1" noChangeArrowheads="1"/>
          </p:cNvSpPr>
          <p:nvPr>
            <p:ph type="sldNum" sz="quarter" idx="12"/>
          </p:nvPr>
        </p:nvSpPr>
        <p:spPr/>
        <p:txBody>
          <a:bodyPr/>
          <a:lstStyle>
            <a:lvl1pPr>
              <a:defRPr/>
            </a:lvl1pPr>
          </a:lstStyle>
          <a:p>
            <a:fld id="{FE5FD3F7-CF7A-9E4C-B3A8-C987D612F60A}" type="slidenum">
              <a:rPr lang="en-IN" altLang="en-US"/>
              <a:pPr/>
              <a:t>‹#›</a:t>
            </a:fld>
            <a:endParaRPr lang="en-IN" altLang="en-US"/>
          </a:p>
        </p:txBody>
      </p:sp>
    </p:spTree>
    <p:extLst>
      <p:ext uri="{BB962C8B-B14F-4D97-AF65-F5344CB8AC3E}">
        <p14:creationId xmlns:p14="http://schemas.microsoft.com/office/powerpoint/2010/main" val="38863081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a:xfrm>
            <a:off x="151512" y="714587"/>
            <a:ext cx="11887200" cy="153806"/>
          </a:xfrm>
        </p:spPr>
        <p:txBody>
          <a:bodyPr anchor="t">
            <a:noAutofit/>
          </a:bodyPr>
          <a:lstStyle>
            <a:lvl1pPr marL="0" indent="0">
              <a:lnSpc>
                <a:spcPct val="100000"/>
              </a:lnSpc>
              <a:spcBef>
                <a:spcPts val="0"/>
              </a:spcBef>
              <a:buNone/>
              <a:defRPr sz="800">
                <a:solidFill>
                  <a:schemeClr val="tx2">
                    <a:lumMod val="65000"/>
                    <a:lumOff val="35000"/>
                  </a:schemeClr>
                </a:solidFill>
              </a:defRPr>
            </a:lvl1pPr>
          </a:lstStyle>
          <a:p>
            <a:pPr lvl="0"/>
            <a:r>
              <a:rPr lang="en-US"/>
              <a:t>Click to edit Master text styles</a:t>
            </a:r>
          </a:p>
        </p:txBody>
      </p:sp>
      <p:sp>
        <p:nvSpPr>
          <p:cNvPr id="2" name="Title 1"/>
          <p:cNvSpPr>
            <a:spLocks noGrp="1"/>
          </p:cNvSpPr>
          <p:nvPr>
            <p:ph type="title"/>
          </p:nvPr>
        </p:nvSpPr>
        <p:spPr>
          <a:xfrm>
            <a:off x="151512" y="162106"/>
            <a:ext cx="11888976" cy="528814"/>
          </a:xfrm>
        </p:spPr>
        <p:txBody>
          <a:bodyPr/>
          <a:lstStyle/>
          <a:p>
            <a:r>
              <a:rPr lang="en-US"/>
              <a:t>Click to edit Master title style</a:t>
            </a:r>
          </a:p>
        </p:txBody>
      </p:sp>
      <p:sp>
        <p:nvSpPr>
          <p:cNvPr id="10" name="Picture Placeholder 9"/>
          <p:cNvSpPr>
            <a:spLocks noGrp="1"/>
          </p:cNvSpPr>
          <p:nvPr>
            <p:ph type="pic" sz="quarter" idx="14"/>
          </p:nvPr>
        </p:nvSpPr>
        <p:spPr>
          <a:xfrm>
            <a:off x="507056" y="2078710"/>
            <a:ext cx="3971063" cy="3636755"/>
          </a:xfrm>
          <a:custGeom>
            <a:avLst/>
            <a:gdLst>
              <a:gd name="connsiteX0" fmla="*/ 0 w 3636755"/>
              <a:gd name="connsiteY0" fmla="*/ 0 h 3636755"/>
              <a:gd name="connsiteX1" fmla="*/ 3636755 w 3636755"/>
              <a:gd name="connsiteY1" fmla="*/ 0 h 3636755"/>
              <a:gd name="connsiteX2" fmla="*/ 3636755 w 3636755"/>
              <a:gd name="connsiteY2" fmla="*/ 3636755 h 3636755"/>
              <a:gd name="connsiteX3" fmla="*/ 0 w 3636755"/>
              <a:gd name="connsiteY3" fmla="*/ 3636755 h 3636755"/>
            </a:gdLst>
            <a:ahLst/>
            <a:cxnLst>
              <a:cxn ang="0">
                <a:pos x="connsiteX0" y="connsiteY0"/>
              </a:cxn>
              <a:cxn ang="0">
                <a:pos x="connsiteX1" y="connsiteY1"/>
              </a:cxn>
              <a:cxn ang="0">
                <a:pos x="connsiteX2" y="connsiteY2"/>
              </a:cxn>
              <a:cxn ang="0">
                <a:pos x="connsiteX3" y="connsiteY3"/>
              </a:cxn>
            </a:cxnLst>
            <a:rect l="l" t="t" r="r" b="b"/>
            <a:pathLst>
              <a:path w="3636755" h="3636755">
                <a:moveTo>
                  <a:pt x="0" y="0"/>
                </a:moveTo>
                <a:lnTo>
                  <a:pt x="3636755" y="0"/>
                </a:lnTo>
                <a:lnTo>
                  <a:pt x="3636755" y="3636755"/>
                </a:lnTo>
                <a:lnTo>
                  <a:pt x="0" y="3636755"/>
                </a:lnTo>
                <a:close/>
              </a:path>
            </a:pathLst>
          </a:custGeom>
        </p:spPr>
        <p:txBody>
          <a:bodyPr wrap="square">
            <a:noAutofit/>
          </a:bodyPr>
          <a:lstStyle/>
          <a:p>
            <a:pPr lvl="0"/>
            <a:endParaRPr lang="en-US" noProof="0">
              <a:sym typeface="Arial"/>
            </a:endParaRPr>
          </a:p>
        </p:txBody>
      </p:sp>
      <p:sp>
        <p:nvSpPr>
          <p:cNvPr id="3" name="Date Placeholder 2">
            <a:extLst>
              <a:ext uri="{FF2B5EF4-FFF2-40B4-BE49-F238E27FC236}">
                <a16:creationId xmlns:a16="http://schemas.microsoft.com/office/drawing/2014/main" id="{2018CC0A-0BEC-F284-A321-459150168931}"/>
              </a:ext>
            </a:extLst>
          </p:cNvPr>
          <p:cNvSpPr>
            <a:spLocks noGrp="1"/>
          </p:cNvSpPr>
          <p:nvPr>
            <p:ph type="dt" sz="half" idx="15"/>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fld id="{A73D2FC9-E9C4-4D9F-8732-26979ECD6181}" type="datetime1">
              <a:rPr lang="en-US"/>
              <a:pPr>
                <a:defRPr/>
              </a:pPr>
              <a:t>1/15/25</a:t>
            </a:fld>
            <a:endParaRPr lang="en-US"/>
          </a:p>
        </p:txBody>
      </p:sp>
      <p:sp>
        <p:nvSpPr>
          <p:cNvPr id="4" name="Footer Placeholder 3">
            <a:extLst>
              <a:ext uri="{FF2B5EF4-FFF2-40B4-BE49-F238E27FC236}">
                <a16:creationId xmlns:a16="http://schemas.microsoft.com/office/drawing/2014/main" id="{E4FA2623-C28B-B94D-AD0A-233DEAA65C27}"/>
              </a:ext>
            </a:extLst>
          </p:cNvPr>
          <p:cNvSpPr>
            <a:spLocks noGrp="1"/>
          </p:cNvSpPr>
          <p:nvPr>
            <p:ph type="ftr" sz="quarter" idx="16"/>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endParaRPr lang="en-US"/>
          </a:p>
        </p:txBody>
      </p:sp>
      <p:sp>
        <p:nvSpPr>
          <p:cNvPr id="5" name="Slide Number Placeholder 4">
            <a:extLst>
              <a:ext uri="{FF2B5EF4-FFF2-40B4-BE49-F238E27FC236}">
                <a16:creationId xmlns:a16="http://schemas.microsoft.com/office/drawing/2014/main" id="{40A6D8F5-2634-BCFE-AA32-98674F7C6CE3}"/>
              </a:ext>
            </a:extLst>
          </p:cNvPr>
          <p:cNvSpPr>
            <a:spLocks noGrp="1" noChangeArrowheads="1"/>
          </p:cNvSpPr>
          <p:nvPr>
            <p:ph type="sldNum" sz="quarter" idx="17"/>
          </p:nvPr>
        </p:nvSpPr>
        <p:spPr>
          <a:xfrm>
            <a:off x="11801475" y="6645275"/>
            <a:ext cx="377825" cy="195263"/>
          </a:xfrm>
        </p:spPr>
        <p:txBody>
          <a:bodyPr/>
          <a:lstStyle>
            <a:lvl1pPr>
              <a:defRPr/>
            </a:lvl1pPr>
          </a:lstStyle>
          <a:p>
            <a:fld id="{F818F668-D607-C04D-BD1A-16527CCE01C6}" type="slidenum">
              <a:rPr lang="en-US" altLang="en-US"/>
              <a:pPr/>
              <a:t>‹#›</a:t>
            </a:fld>
            <a:endParaRPr lang="en-US" altLang="en-US"/>
          </a:p>
        </p:txBody>
      </p:sp>
    </p:spTree>
    <p:extLst>
      <p:ext uri="{BB962C8B-B14F-4D97-AF65-F5344CB8AC3E}">
        <p14:creationId xmlns:p14="http://schemas.microsoft.com/office/powerpoint/2010/main" val="1978692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1_Title Only">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a:xfrm>
            <a:off x="151512" y="714587"/>
            <a:ext cx="11887200" cy="153806"/>
          </a:xfrm>
        </p:spPr>
        <p:txBody>
          <a:bodyPr anchor="t">
            <a:noAutofit/>
          </a:bodyPr>
          <a:lstStyle>
            <a:lvl1pPr marL="0" indent="0">
              <a:lnSpc>
                <a:spcPct val="100000"/>
              </a:lnSpc>
              <a:spcBef>
                <a:spcPts val="0"/>
              </a:spcBef>
              <a:buNone/>
              <a:defRPr sz="800">
                <a:solidFill>
                  <a:schemeClr val="tx2">
                    <a:lumMod val="65000"/>
                    <a:lumOff val="35000"/>
                  </a:schemeClr>
                </a:solidFill>
              </a:defRPr>
            </a:lvl1pPr>
          </a:lstStyle>
          <a:p>
            <a:pPr lvl="0"/>
            <a:r>
              <a:rPr lang="en-US"/>
              <a:t>Click to edit Master text styles</a:t>
            </a:r>
          </a:p>
        </p:txBody>
      </p:sp>
      <p:sp>
        <p:nvSpPr>
          <p:cNvPr id="2" name="Title 1"/>
          <p:cNvSpPr>
            <a:spLocks noGrp="1"/>
          </p:cNvSpPr>
          <p:nvPr>
            <p:ph type="title"/>
          </p:nvPr>
        </p:nvSpPr>
        <p:spPr>
          <a:xfrm>
            <a:off x="151512" y="162106"/>
            <a:ext cx="11888976" cy="528814"/>
          </a:xfrm>
        </p:spPr>
        <p:txBody>
          <a:bodyPr/>
          <a:lstStyle/>
          <a:p>
            <a:r>
              <a:rPr lang="en-US"/>
              <a:t>Click to edit Master title style</a:t>
            </a:r>
          </a:p>
        </p:txBody>
      </p:sp>
      <p:sp>
        <p:nvSpPr>
          <p:cNvPr id="3" name="Date Placeholder 2">
            <a:extLst>
              <a:ext uri="{FF2B5EF4-FFF2-40B4-BE49-F238E27FC236}">
                <a16:creationId xmlns:a16="http://schemas.microsoft.com/office/drawing/2014/main" id="{DA9F658B-4E8E-0A5E-9EA6-26D31395A866}"/>
              </a:ext>
            </a:extLst>
          </p:cNvPr>
          <p:cNvSpPr>
            <a:spLocks noGrp="1"/>
          </p:cNvSpPr>
          <p:nvPr>
            <p:ph type="dt" sz="half" idx="14"/>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fld id="{A73D2FC9-E9C4-4D9F-8732-26979ECD6181}" type="datetime1">
              <a:rPr lang="en-US"/>
              <a:pPr>
                <a:defRPr/>
              </a:pPr>
              <a:t>1/15/25</a:t>
            </a:fld>
            <a:endParaRPr lang="en-US"/>
          </a:p>
        </p:txBody>
      </p:sp>
      <p:sp>
        <p:nvSpPr>
          <p:cNvPr id="4" name="Footer Placeholder 3">
            <a:extLst>
              <a:ext uri="{FF2B5EF4-FFF2-40B4-BE49-F238E27FC236}">
                <a16:creationId xmlns:a16="http://schemas.microsoft.com/office/drawing/2014/main" id="{99920448-AFE4-372C-E126-5B72AABBE723}"/>
              </a:ext>
            </a:extLst>
          </p:cNvPr>
          <p:cNvSpPr>
            <a:spLocks noGrp="1"/>
          </p:cNvSpPr>
          <p:nvPr>
            <p:ph type="ftr" sz="quarter" idx="15"/>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endParaRPr lang="en-US"/>
          </a:p>
        </p:txBody>
      </p:sp>
      <p:sp>
        <p:nvSpPr>
          <p:cNvPr id="5" name="Slide Number Placeholder 4">
            <a:extLst>
              <a:ext uri="{FF2B5EF4-FFF2-40B4-BE49-F238E27FC236}">
                <a16:creationId xmlns:a16="http://schemas.microsoft.com/office/drawing/2014/main" id="{6455E190-57AE-FF51-A1FE-0ABB68D1AB53}"/>
              </a:ext>
            </a:extLst>
          </p:cNvPr>
          <p:cNvSpPr>
            <a:spLocks noGrp="1" noChangeArrowheads="1"/>
          </p:cNvSpPr>
          <p:nvPr>
            <p:ph type="sldNum" sz="quarter" idx="16"/>
          </p:nvPr>
        </p:nvSpPr>
        <p:spPr>
          <a:xfrm>
            <a:off x="11801475" y="6645275"/>
            <a:ext cx="377825" cy="195263"/>
          </a:xfrm>
        </p:spPr>
        <p:txBody>
          <a:bodyPr/>
          <a:lstStyle>
            <a:lvl1pPr>
              <a:defRPr/>
            </a:lvl1pPr>
          </a:lstStyle>
          <a:p>
            <a:fld id="{1F30D0B5-BE93-9F4B-B21C-4202BAE99B29}" type="slidenum">
              <a:rPr lang="en-US" altLang="en-US"/>
              <a:pPr/>
              <a:t>‹#›</a:t>
            </a:fld>
            <a:endParaRPr lang="en-US" altLang="en-US"/>
          </a:p>
        </p:txBody>
      </p:sp>
    </p:spTree>
    <p:extLst>
      <p:ext uri="{BB962C8B-B14F-4D97-AF65-F5344CB8AC3E}">
        <p14:creationId xmlns:p14="http://schemas.microsoft.com/office/powerpoint/2010/main" val="50993300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3_Title Only">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a:xfrm>
            <a:off x="151512" y="714587"/>
            <a:ext cx="11887200" cy="153806"/>
          </a:xfrm>
        </p:spPr>
        <p:txBody>
          <a:bodyPr anchor="t">
            <a:noAutofit/>
          </a:bodyPr>
          <a:lstStyle>
            <a:lvl1pPr marL="0" indent="0">
              <a:lnSpc>
                <a:spcPct val="100000"/>
              </a:lnSpc>
              <a:spcBef>
                <a:spcPts val="0"/>
              </a:spcBef>
              <a:buNone/>
              <a:defRPr sz="800">
                <a:solidFill>
                  <a:schemeClr val="tx2">
                    <a:lumMod val="65000"/>
                    <a:lumOff val="35000"/>
                  </a:schemeClr>
                </a:solidFill>
              </a:defRPr>
            </a:lvl1pPr>
          </a:lstStyle>
          <a:p>
            <a:pPr lvl="0"/>
            <a:r>
              <a:rPr lang="en-US"/>
              <a:t>Click to edit Master text styles</a:t>
            </a:r>
          </a:p>
        </p:txBody>
      </p:sp>
      <p:sp>
        <p:nvSpPr>
          <p:cNvPr id="2" name="Title 1"/>
          <p:cNvSpPr>
            <a:spLocks noGrp="1"/>
          </p:cNvSpPr>
          <p:nvPr>
            <p:ph type="title"/>
          </p:nvPr>
        </p:nvSpPr>
        <p:spPr>
          <a:xfrm>
            <a:off x="151512" y="162106"/>
            <a:ext cx="11888976" cy="528814"/>
          </a:xfrm>
        </p:spPr>
        <p:txBody>
          <a:bodyPr/>
          <a:lstStyle/>
          <a:p>
            <a:r>
              <a:rPr lang="en-US"/>
              <a:t>Click to edit Master title style</a:t>
            </a:r>
          </a:p>
        </p:txBody>
      </p:sp>
      <p:sp>
        <p:nvSpPr>
          <p:cNvPr id="11" name="Picture Placeholder 10"/>
          <p:cNvSpPr>
            <a:spLocks noGrp="1"/>
          </p:cNvSpPr>
          <p:nvPr>
            <p:ph type="pic" sz="quarter" idx="14"/>
          </p:nvPr>
        </p:nvSpPr>
        <p:spPr>
          <a:xfrm>
            <a:off x="0" y="1919498"/>
            <a:ext cx="3582596" cy="3582596"/>
          </a:xfrm>
          <a:custGeom>
            <a:avLst/>
            <a:gdLst>
              <a:gd name="connsiteX0" fmla="*/ 1791298 w 3582596"/>
              <a:gd name="connsiteY0" fmla="*/ 0 h 3582596"/>
              <a:gd name="connsiteX1" fmla="*/ 3582596 w 3582596"/>
              <a:gd name="connsiteY1" fmla="*/ 1791298 h 3582596"/>
              <a:gd name="connsiteX2" fmla="*/ 1791298 w 3582596"/>
              <a:gd name="connsiteY2" fmla="*/ 3582596 h 3582596"/>
              <a:gd name="connsiteX3" fmla="*/ 0 w 3582596"/>
              <a:gd name="connsiteY3" fmla="*/ 1791298 h 3582596"/>
              <a:gd name="connsiteX4" fmla="*/ 1791298 w 3582596"/>
              <a:gd name="connsiteY4" fmla="*/ 0 h 3582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2596" h="3582596">
                <a:moveTo>
                  <a:pt x="1791298" y="0"/>
                </a:moveTo>
                <a:cubicBezTo>
                  <a:pt x="2780605" y="0"/>
                  <a:pt x="3582596" y="801991"/>
                  <a:pt x="3582596" y="1791298"/>
                </a:cubicBezTo>
                <a:cubicBezTo>
                  <a:pt x="3582596" y="2780605"/>
                  <a:pt x="2780605" y="3582596"/>
                  <a:pt x="1791298" y="3582596"/>
                </a:cubicBezTo>
                <a:cubicBezTo>
                  <a:pt x="801991" y="3582596"/>
                  <a:pt x="0" y="2780605"/>
                  <a:pt x="0" y="1791298"/>
                </a:cubicBezTo>
                <a:cubicBezTo>
                  <a:pt x="0" y="801991"/>
                  <a:pt x="801991" y="0"/>
                  <a:pt x="1791298" y="0"/>
                </a:cubicBezTo>
                <a:close/>
              </a:path>
            </a:pathLst>
          </a:custGeom>
        </p:spPr>
        <p:txBody>
          <a:bodyPr wrap="square">
            <a:noAutofit/>
          </a:bodyPr>
          <a:lstStyle/>
          <a:p>
            <a:pPr lvl="0"/>
            <a:endParaRPr lang="en-US" noProof="0">
              <a:sym typeface="Arial"/>
            </a:endParaRPr>
          </a:p>
        </p:txBody>
      </p:sp>
      <p:sp>
        <p:nvSpPr>
          <p:cNvPr id="3" name="Date Placeholder 2">
            <a:extLst>
              <a:ext uri="{FF2B5EF4-FFF2-40B4-BE49-F238E27FC236}">
                <a16:creationId xmlns:a16="http://schemas.microsoft.com/office/drawing/2014/main" id="{BDC0CBD3-F356-9106-9C0C-8661E00F93F7}"/>
              </a:ext>
            </a:extLst>
          </p:cNvPr>
          <p:cNvSpPr>
            <a:spLocks noGrp="1"/>
          </p:cNvSpPr>
          <p:nvPr>
            <p:ph type="dt" sz="half" idx="15"/>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fld id="{A73D2FC9-E9C4-4D9F-8732-26979ECD6181}" type="datetime1">
              <a:rPr lang="en-US"/>
              <a:pPr>
                <a:defRPr/>
              </a:pPr>
              <a:t>1/15/25</a:t>
            </a:fld>
            <a:endParaRPr lang="en-US"/>
          </a:p>
        </p:txBody>
      </p:sp>
      <p:sp>
        <p:nvSpPr>
          <p:cNvPr id="4" name="Footer Placeholder 3">
            <a:extLst>
              <a:ext uri="{FF2B5EF4-FFF2-40B4-BE49-F238E27FC236}">
                <a16:creationId xmlns:a16="http://schemas.microsoft.com/office/drawing/2014/main" id="{34BC8235-24C8-E183-7A84-839CFC3065FF}"/>
              </a:ext>
            </a:extLst>
          </p:cNvPr>
          <p:cNvSpPr>
            <a:spLocks noGrp="1"/>
          </p:cNvSpPr>
          <p:nvPr>
            <p:ph type="ftr" sz="quarter" idx="16"/>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endParaRPr lang="en-US"/>
          </a:p>
        </p:txBody>
      </p:sp>
      <p:sp>
        <p:nvSpPr>
          <p:cNvPr id="5" name="Slide Number Placeholder 4">
            <a:extLst>
              <a:ext uri="{FF2B5EF4-FFF2-40B4-BE49-F238E27FC236}">
                <a16:creationId xmlns:a16="http://schemas.microsoft.com/office/drawing/2014/main" id="{231A9052-16A9-BB0B-3782-85BA84922E52}"/>
              </a:ext>
            </a:extLst>
          </p:cNvPr>
          <p:cNvSpPr>
            <a:spLocks noGrp="1" noChangeArrowheads="1"/>
          </p:cNvSpPr>
          <p:nvPr>
            <p:ph type="sldNum" sz="quarter" idx="17"/>
          </p:nvPr>
        </p:nvSpPr>
        <p:spPr>
          <a:xfrm>
            <a:off x="11801475" y="6645275"/>
            <a:ext cx="377825" cy="195263"/>
          </a:xfrm>
        </p:spPr>
        <p:txBody>
          <a:bodyPr/>
          <a:lstStyle>
            <a:lvl1pPr>
              <a:defRPr/>
            </a:lvl1pPr>
          </a:lstStyle>
          <a:p>
            <a:fld id="{2A757ED1-16B1-574E-96CE-0FF29DB30522}" type="slidenum">
              <a:rPr lang="en-US" altLang="en-US"/>
              <a:pPr/>
              <a:t>‹#›</a:t>
            </a:fld>
            <a:endParaRPr lang="en-US" altLang="en-US"/>
          </a:p>
        </p:txBody>
      </p:sp>
    </p:spTree>
    <p:extLst>
      <p:ext uri="{BB962C8B-B14F-4D97-AF65-F5344CB8AC3E}">
        <p14:creationId xmlns:p14="http://schemas.microsoft.com/office/powerpoint/2010/main" val="407813932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4DB3F9-5A92-16F4-8472-BB42440E39E0}"/>
              </a:ext>
            </a:extLst>
          </p:cNvPr>
          <p:cNvSpPr>
            <a:spLocks noGrp="1"/>
          </p:cNvSpPr>
          <p:nvPr>
            <p:ph type="dt" sz="half" idx="10"/>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fld id="{C273812A-B28B-49E6-AEE5-1931325F55D4}" type="datetime1">
              <a:rPr lang="en-US"/>
              <a:pPr>
                <a:defRPr/>
              </a:pPr>
              <a:t>1/15/25</a:t>
            </a:fld>
            <a:endParaRPr lang="en-US"/>
          </a:p>
        </p:txBody>
      </p:sp>
      <p:sp>
        <p:nvSpPr>
          <p:cNvPr id="4" name="Footer Placeholder 3">
            <a:extLst>
              <a:ext uri="{FF2B5EF4-FFF2-40B4-BE49-F238E27FC236}">
                <a16:creationId xmlns:a16="http://schemas.microsoft.com/office/drawing/2014/main" id="{5CA2CC4B-C086-AD35-43FB-50DF273C9A02}"/>
              </a:ext>
            </a:extLst>
          </p:cNvPr>
          <p:cNvSpPr>
            <a:spLocks noGrp="1"/>
          </p:cNvSpPr>
          <p:nvPr>
            <p:ph type="ftr" sz="quarter" idx="11"/>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endParaRPr lang="en-US"/>
          </a:p>
        </p:txBody>
      </p:sp>
      <p:sp>
        <p:nvSpPr>
          <p:cNvPr id="5" name="Slide Number Placeholder 4">
            <a:extLst>
              <a:ext uri="{FF2B5EF4-FFF2-40B4-BE49-F238E27FC236}">
                <a16:creationId xmlns:a16="http://schemas.microsoft.com/office/drawing/2014/main" id="{5B8ACDCA-6A44-AFAA-B662-CFBB601BD188}"/>
              </a:ext>
            </a:extLst>
          </p:cNvPr>
          <p:cNvSpPr>
            <a:spLocks noGrp="1" noChangeArrowheads="1"/>
          </p:cNvSpPr>
          <p:nvPr>
            <p:ph type="sldNum" sz="quarter" idx="12"/>
          </p:nvPr>
        </p:nvSpPr>
        <p:spPr>
          <a:xfrm>
            <a:off x="11801475" y="6645275"/>
            <a:ext cx="377825" cy="195263"/>
          </a:xfrm>
        </p:spPr>
        <p:txBody>
          <a:bodyPr/>
          <a:lstStyle>
            <a:lvl1pPr>
              <a:defRPr/>
            </a:lvl1pPr>
          </a:lstStyle>
          <a:p>
            <a:fld id="{252C084C-7154-6C47-B9A9-A7CBA20846B0}" type="slidenum">
              <a:rPr lang="en-US" altLang="en-US"/>
              <a:pPr/>
              <a:t>‹#›</a:t>
            </a:fld>
            <a:endParaRPr lang="en-US" altLang="en-US"/>
          </a:p>
        </p:txBody>
      </p:sp>
    </p:spTree>
    <p:extLst>
      <p:ext uri="{BB962C8B-B14F-4D97-AF65-F5344CB8AC3E}">
        <p14:creationId xmlns:p14="http://schemas.microsoft.com/office/powerpoint/2010/main" val="32895689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BarGraph-Infographic">
  <p:cSld name="BarGraph-Infographic">
    <p:spTree>
      <p:nvGrpSpPr>
        <p:cNvPr id="1" name="Shape 61"/>
        <p:cNvGrpSpPr/>
        <p:nvPr/>
      </p:nvGrpSpPr>
      <p:grpSpPr>
        <a:xfrm>
          <a:off x="0" y="0"/>
          <a:ext cx="0" cy="0"/>
          <a:chOff x="0" y="0"/>
          <a:chExt cx="0" cy="0"/>
        </a:xfrm>
      </p:grpSpPr>
      <p:sp>
        <p:nvSpPr>
          <p:cNvPr id="2" name="Google Shape;64;p6">
            <a:extLst>
              <a:ext uri="{FF2B5EF4-FFF2-40B4-BE49-F238E27FC236}">
                <a16:creationId xmlns:a16="http://schemas.microsoft.com/office/drawing/2014/main" id="{C64F7755-E58B-3903-5952-B478C6534269}"/>
              </a:ext>
            </a:extLst>
          </p:cNvPr>
          <p:cNvSpPr/>
          <p:nvPr/>
        </p:nvSpPr>
        <p:spPr>
          <a:xfrm>
            <a:off x="2941638" y="1604963"/>
            <a:ext cx="508000" cy="3149600"/>
          </a:xfrm>
          <a:prstGeom prst="roundRect">
            <a:avLst>
              <a:gd name="adj" fmla="val 50000"/>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grpSp>
        <p:nvGrpSpPr>
          <p:cNvPr id="3" name="Google Shape;65;p6">
            <a:extLst>
              <a:ext uri="{FF2B5EF4-FFF2-40B4-BE49-F238E27FC236}">
                <a16:creationId xmlns:a16="http://schemas.microsoft.com/office/drawing/2014/main" id="{821A333F-5BAE-0EC9-27F9-0D26071CC371}"/>
              </a:ext>
            </a:extLst>
          </p:cNvPr>
          <p:cNvGrpSpPr>
            <a:grpSpLocks/>
          </p:cNvGrpSpPr>
          <p:nvPr/>
        </p:nvGrpSpPr>
        <p:grpSpPr bwMode="auto">
          <a:xfrm>
            <a:off x="638175" y="4989513"/>
            <a:ext cx="4348163" cy="128587"/>
            <a:chOff x="4800600" y="3954464"/>
            <a:chExt cx="3261360" cy="96113"/>
          </a:xfrm>
        </p:grpSpPr>
        <p:cxnSp>
          <p:nvCxnSpPr>
            <p:cNvPr id="4" name="Google Shape;66;p6">
              <a:extLst>
                <a:ext uri="{FF2B5EF4-FFF2-40B4-BE49-F238E27FC236}">
                  <a16:creationId xmlns:a16="http://schemas.microsoft.com/office/drawing/2014/main" id="{1A136821-C52B-C730-D569-F591673E8772}"/>
                </a:ext>
              </a:extLst>
            </p:cNvPr>
            <p:cNvCxnSpPr>
              <a:cxnSpLocks noChangeShapeType="1"/>
            </p:cNvCxnSpPr>
            <p:nvPr/>
          </p:nvCxnSpPr>
          <p:spPr bwMode="auto">
            <a:xfrm>
              <a:off x="4800600" y="4004857"/>
              <a:ext cx="3261360" cy="1587"/>
            </a:xfrm>
            <a:prstGeom prst="straightConnector1">
              <a:avLst/>
            </a:prstGeom>
            <a:noFill/>
            <a:ln w="12700">
              <a:solidFill>
                <a:srgbClr val="CCCCCA"/>
              </a:solidFill>
              <a:prstDash val="dot"/>
              <a:miter lim="8000"/>
              <a:headEnd type="oval" w="med" len="med"/>
              <a:tailEnd type="oval" w="med" len="med"/>
            </a:ln>
            <a:extLst>
              <a:ext uri="{909E8E84-426E-40DD-AFC4-6F175D3DCCD1}">
                <a14:hiddenFill xmlns:a14="http://schemas.microsoft.com/office/drawing/2010/main">
                  <a:noFill/>
                </a14:hiddenFill>
              </a:ext>
            </a:extLst>
          </p:spPr>
        </p:cxnSp>
        <p:sp>
          <p:nvSpPr>
            <p:cNvPr id="5" name="Google Shape;67;p6">
              <a:extLst>
                <a:ext uri="{FF2B5EF4-FFF2-40B4-BE49-F238E27FC236}">
                  <a16:creationId xmlns:a16="http://schemas.microsoft.com/office/drawing/2014/main" id="{1DF1F9A4-F679-11AA-EC18-189C6547A9DE}"/>
                </a:ext>
              </a:extLst>
            </p:cNvPr>
            <p:cNvSpPr/>
            <p:nvPr/>
          </p:nvSpPr>
          <p:spPr>
            <a:xfrm>
              <a:off x="4943485" y="3954464"/>
              <a:ext cx="95257" cy="96113"/>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rgbClr val="656D78"/>
                </a:solidFill>
                <a:latin typeface="Arial"/>
                <a:ea typeface="Arial"/>
                <a:cs typeface="Arial"/>
                <a:sym typeface="Arial"/>
              </a:endParaRPr>
            </a:p>
          </p:txBody>
        </p:sp>
        <p:sp>
          <p:nvSpPr>
            <p:cNvPr id="6" name="Google Shape;68;p6">
              <a:extLst>
                <a:ext uri="{FF2B5EF4-FFF2-40B4-BE49-F238E27FC236}">
                  <a16:creationId xmlns:a16="http://schemas.microsoft.com/office/drawing/2014/main" id="{A0632ED9-3BA1-4BB9-BB16-1555CEB45EBC}"/>
                </a:ext>
              </a:extLst>
            </p:cNvPr>
            <p:cNvSpPr/>
            <p:nvPr/>
          </p:nvSpPr>
          <p:spPr>
            <a:xfrm>
              <a:off x="5518600" y="3954464"/>
              <a:ext cx="96447" cy="96113"/>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rgbClr val="656D78"/>
                </a:solidFill>
                <a:latin typeface="Arial"/>
                <a:ea typeface="Arial"/>
                <a:cs typeface="Arial"/>
                <a:sym typeface="Arial"/>
              </a:endParaRPr>
            </a:p>
          </p:txBody>
        </p:sp>
        <p:sp>
          <p:nvSpPr>
            <p:cNvPr id="7" name="Google Shape;69;p6">
              <a:extLst>
                <a:ext uri="{FF2B5EF4-FFF2-40B4-BE49-F238E27FC236}">
                  <a16:creationId xmlns:a16="http://schemas.microsoft.com/office/drawing/2014/main" id="{4579F47E-7F2B-4121-09C9-98C97B5D5DB9}"/>
                </a:ext>
              </a:extLst>
            </p:cNvPr>
            <p:cNvSpPr/>
            <p:nvPr/>
          </p:nvSpPr>
          <p:spPr>
            <a:xfrm>
              <a:off x="6094904" y="3954464"/>
              <a:ext cx="96447" cy="96113"/>
            </a:xfrm>
            <a:prstGeom prst="ellipse">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rgbClr val="656D78"/>
                </a:solidFill>
                <a:latin typeface="Arial"/>
                <a:ea typeface="Arial"/>
                <a:cs typeface="Arial"/>
                <a:sym typeface="Arial"/>
              </a:endParaRPr>
            </a:p>
          </p:txBody>
        </p:sp>
        <p:sp>
          <p:nvSpPr>
            <p:cNvPr id="8" name="Google Shape;70;p6">
              <a:extLst>
                <a:ext uri="{FF2B5EF4-FFF2-40B4-BE49-F238E27FC236}">
                  <a16:creationId xmlns:a16="http://schemas.microsoft.com/office/drawing/2014/main" id="{DF66ADAF-A3B9-EFCA-BD94-7D42B55FEF25}"/>
                </a:ext>
              </a:extLst>
            </p:cNvPr>
            <p:cNvSpPr/>
            <p:nvPr/>
          </p:nvSpPr>
          <p:spPr>
            <a:xfrm>
              <a:off x="6671209" y="3954464"/>
              <a:ext cx="96447" cy="96113"/>
            </a:xfrm>
            <a:prstGeom prst="ellipse">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rgbClr val="656D78"/>
                </a:solidFill>
                <a:latin typeface="Arial"/>
                <a:ea typeface="Arial"/>
                <a:cs typeface="Arial"/>
                <a:sym typeface="Arial"/>
              </a:endParaRPr>
            </a:p>
          </p:txBody>
        </p:sp>
        <p:sp>
          <p:nvSpPr>
            <p:cNvPr id="9" name="Google Shape;71;p6">
              <a:extLst>
                <a:ext uri="{FF2B5EF4-FFF2-40B4-BE49-F238E27FC236}">
                  <a16:creationId xmlns:a16="http://schemas.microsoft.com/office/drawing/2014/main" id="{F0CE98AC-1045-C9AF-18D0-FCD6FD786DAB}"/>
                </a:ext>
              </a:extLst>
            </p:cNvPr>
            <p:cNvSpPr/>
            <p:nvPr/>
          </p:nvSpPr>
          <p:spPr>
            <a:xfrm>
              <a:off x="7247513" y="3954464"/>
              <a:ext cx="96447" cy="96113"/>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rgbClr val="656D78"/>
                </a:solidFill>
                <a:latin typeface="Arial"/>
                <a:ea typeface="Arial"/>
                <a:cs typeface="Arial"/>
                <a:sym typeface="Arial"/>
              </a:endParaRPr>
            </a:p>
          </p:txBody>
        </p:sp>
        <p:sp>
          <p:nvSpPr>
            <p:cNvPr id="10" name="Google Shape;72;p6">
              <a:extLst>
                <a:ext uri="{FF2B5EF4-FFF2-40B4-BE49-F238E27FC236}">
                  <a16:creationId xmlns:a16="http://schemas.microsoft.com/office/drawing/2014/main" id="{A7567032-237C-4491-A87D-1C6E5687DB83}"/>
                </a:ext>
              </a:extLst>
            </p:cNvPr>
            <p:cNvSpPr/>
            <p:nvPr/>
          </p:nvSpPr>
          <p:spPr>
            <a:xfrm>
              <a:off x="7823818" y="3954464"/>
              <a:ext cx="95257" cy="96113"/>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rgbClr val="656D78"/>
                </a:solidFill>
                <a:latin typeface="Arial"/>
                <a:ea typeface="Arial"/>
                <a:cs typeface="Arial"/>
                <a:sym typeface="Arial"/>
              </a:endParaRPr>
            </a:p>
          </p:txBody>
        </p:sp>
      </p:grpSp>
      <p:sp>
        <p:nvSpPr>
          <p:cNvPr id="11" name="Google Shape;73;p6">
            <a:extLst>
              <a:ext uri="{FF2B5EF4-FFF2-40B4-BE49-F238E27FC236}">
                <a16:creationId xmlns:a16="http://schemas.microsoft.com/office/drawing/2014/main" id="{04CC68CC-5260-10A9-34A1-C2C4D1C15764}"/>
              </a:ext>
            </a:extLst>
          </p:cNvPr>
          <p:cNvSpPr/>
          <p:nvPr/>
        </p:nvSpPr>
        <p:spPr>
          <a:xfrm>
            <a:off x="638175" y="3686175"/>
            <a:ext cx="508000" cy="1068388"/>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2" name="Google Shape;74;p6">
            <a:extLst>
              <a:ext uri="{FF2B5EF4-FFF2-40B4-BE49-F238E27FC236}">
                <a16:creationId xmlns:a16="http://schemas.microsoft.com/office/drawing/2014/main" id="{7E13275B-9E42-5308-7C37-CD34C2D63B8A}"/>
              </a:ext>
            </a:extLst>
          </p:cNvPr>
          <p:cNvSpPr/>
          <p:nvPr/>
        </p:nvSpPr>
        <p:spPr>
          <a:xfrm>
            <a:off x="1406525" y="2824163"/>
            <a:ext cx="508000" cy="1930400"/>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3" name="Google Shape;75;p6">
            <a:extLst>
              <a:ext uri="{FF2B5EF4-FFF2-40B4-BE49-F238E27FC236}">
                <a16:creationId xmlns:a16="http://schemas.microsoft.com/office/drawing/2014/main" id="{CD1487B6-3484-3ED7-8B01-3C62413C9F61}"/>
              </a:ext>
            </a:extLst>
          </p:cNvPr>
          <p:cNvSpPr/>
          <p:nvPr/>
        </p:nvSpPr>
        <p:spPr>
          <a:xfrm>
            <a:off x="2174875" y="2417763"/>
            <a:ext cx="508000" cy="2336800"/>
          </a:xfrm>
          <a:prstGeom prst="roundRect">
            <a:avLst>
              <a:gd name="adj" fmla="val 50000"/>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4" name="Google Shape;76;p6">
            <a:extLst>
              <a:ext uri="{FF2B5EF4-FFF2-40B4-BE49-F238E27FC236}">
                <a16:creationId xmlns:a16="http://schemas.microsoft.com/office/drawing/2014/main" id="{AA4516F9-2771-8313-E63D-DDABD3173B9F}"/>
              </a:ext>
            </a:extLst>
          </p:cNvPr>
          <p:cNvSpPr/>
          <p:nvPr/>
        </p:nvSpPr>
        <p:spPr>
          <a:xfrm>
            <a:off x="3709988" y="3267075"/>
            <a:ext cx="508000" cy="1487488"/>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5" name="Google Shape;77;p6">
            <a:extLst>
              <a:ext uri="{FF2B5EF4-FFF2-40B4-BE49-F238E27FC236}">
                <a16:creationId xmlns:a16="http://schemas.microsoft.com/office/drawing/2014/main" id="{28B49333-F45D-A0E4-ADA5-E0D620078D56}"/>
              </a:ext>
            </a:extLst>
          </p:cNvPr>
          <p:cNvSpPr/>
          <p:nvPr/>
        </p:nvSpPr>
        <p:spPr>
          <a:xfrm>
            <a:off x="4478338" y="2824163"/>
            <a:ext cx="508000" cy="1930400"/>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grpSp>
        <p:nvGrpSpPr>
          <p:cNvPr id="16" name="Google Shape;78;p6">
            <a:extLst>
              <a:ext uri="{FF2B5EF4-FFF2-40B4-BE49-F238E27FC236}">
                <a16:creationId xmlns:a16="http://schemas.microsoft.com/office/drawing/2014/main" id="{DDA1B84B-E51F-CDFB-6F5F-2520EF5B67F8}"/>
              </a:ext>
            </a:extLst>
          </p:cNvPr>
          <p:cNvGrpSpPr>
            <a:grpSpLocks/>
          </p:cNvGrpSpPr>
          <p:nvPr/>
        </p:nvGrpSpPr>
        <p:grpSpPr bwMode="auto">
          <a:xfrm>
            <a:off x="8797925" y="3162300"/>
            <a:ext cx="615950" cy="617538"/>
            <a:chOff x="8998834" y="3241078"/>
            <a:chExt cx="616688" cy="616688"/>
          </a:xfrm>
        </p:grpSpPr>
        <p:sp>
          <p:nvSpPr>
            <p:cNvPr id="17" name="Google Shape;79;p6">
              <a:extLst>
                <a:ext uri="{FF2B5EF4-FFF2-40B4-BE49-F238E27FC236}">
                  <a16:creationId xmlns:a16="http://schemas.microsoft.com/office/drawing/2014/main" id="{950DAC6F-7074-5AB1-5206-4C9A4DEAB22C}"/>
                </a:ext>
              </a:extLst>
            </p:cNvPr>
            <p:cNvSpPr/>
            <p:nvPr/>
          </p:nvSpPr>
          <p:spPr>
            <a:xfrm>
              <a:off x="8998834" y="3241078"/>
              <a:ext cx="616688" cy="616688"/>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8" name="Google Shape;80;p6">
              <a:extLst>
                <a:ext uri="{FF2B5EF4-FFF2-40B4-BE49-F238E27FC236}">
                  <a16:creationId xmlns:a16="http://schemas.microsoft.com/office/drawing/2014/main" id="{741D5839-82C0-4111-B2D4-8619E6D19A29}"/>
                </a:ext>
              </a:extLst>
            </p:cNvPr>
            <p:cNvSpPr>
              <a:spLocks/>
            </p:cNvSpPr>
            <p:nvPr/>
          </p:nvSpPr>
          <p:spPr bwMode="auto">
            <a:xfrm>
              <a:off x="9167311" y="3404366"/>
              <a:ext cx="279735" cy="279015"/>
            </a:xfrm>
            <a:custGeom>
              <a:avLst/>
              <a:gdLst>
                <a:gd name="T0" fmla="*/ 0 w 120000"/>
                <a:gd name="T1" fmla="*/ 0 h 120000"/>
                <a:gd name="T2" fmla="*/ 120000 w 120000"/>
                <a:gd name="T3" fmla="*/ 120000 h 120000"/>
              </a:gdLst>
              <a:ahLst/>
              <a:cxnLst>
                <a:cxn ang="0">
                  <a:pos x="32727" y="0"/>
                </a:cxn>
                <a:cxn ang="0">
                  <a:pos x="21816" y="13638"/>
                </a:cxn>
                <a:cxn ang="0">
                  <a:pos x="27272" y="13638"/>
                </a:cxn>
                <a:cxn ang="0">
                  <a:pos x="32727" y="5455"/>
                </a:cxn>
                <a:cxn ang="0">
                  <a:pos x="114544" y="10911"/>
                </a:cxn>
                <a:cxn ang="0">
                  <a:pos x="109088" y="92727"/>
                </a:cxn>
                <a:cxn ang="0">
                  <a:pos x="103638" y="95455"/>
                </a:cxn>
                <a:cxn ang="0">
                  <a:pos x="109088" y="98183"/>
                </a:cxn>
                <a:cxn ang="0">
                  <a:pos x="120000" y="10911"/>
                </a:cxn>
                <a:cxn ang="0">
                  <a:pos x="24188" y="98183"/>
                </a:cxn>
                <a:cxn ang="0">
                  <a:pos x="49305" y="85594"/>
                </a:cxn>
                <a:cxn ang="0">
                  <a:pos x="53744" y="86472"/>
                </a:cxn>
                <a:cxn ang="0">
                  <a:pos x="74311" y="98183"/>
                </a:cxn>
                <a:cxn ang="0">
                  <a:pos x="81622" y="99900"/>
                </a:cxn>
                <a:cxn ang="0">
                  <a:pos x="81516" y="99716"/>
                </a:cxn>
                <a:cxn ang="0">
                  <a:pos x="65250" y="72627"/>
                </a:cxn>
                <a:cxn ang="0">
                  <a:pos x="60800" y="71711"/>
                </a:cxn>
                <a:cxn ang="0">
                  <a:pos x="43422" y="67133"/>
                </a:cxn>
                <a:cxn ang="0">
                  <a:pos x="38683" y="66700"/>
                </a:cxn>
                <a:cxn ang="0">
                  <a:pos x="16822" y="99394"/>
                </a:cxn>
                <a:cxn ang="0">
                  <a:pos x="16361" y="100911"/>
                </a:cxn>
                <a:cxn ang="0">
                  <a:pos x="79088" y="103638"/>
                </a:cxn>
                <a:cxn ang="0">
                  <a:pos x="81616" y="99905"/>
                </a:cxn>
                <a:cxn ang="0">
                  <a:pos x="27272" y="43638"/>
                </a:cxn>
                <a:cxn ang="0">
                  <a:pos x="27272" y="54544"/>
                </a:cxn>
                <a:cxn ang="0">
                  <a:pos x="27272" y="43638"/>
                </a:cxn>
                <a:cxn ang="0">
                  <a:pos x="38183" y="49088"/>
                </a:cxn>
                <a:cxn ang="0">
                  <a:pos x="16361" y="49088"/>
                </a:cxn>
                <a:cxn ang="0">
                  <a:pos x="92727" y="109088"/>
                </a:cxn>
                <a:cxn ang="0">
                  <a:pos x="10911" y="114550"/>
                </a:cxn>
                <a:cxn ang="0">
                  <a:pos x="5455" y="32727"/>
                </a:cxn>
                <a:cxn ang="0">
                  <a:pos x="87272" y="27272"/>
                </a:cxn>
                <a:cxn ang="0">
                  <a:pos x="92727" y="109088"/>
                </a:cxn>
                <a:cxn ang="0">
                  <a:pos x="10911" y="21816"/>
                </a:cxn>
                <a:cxn ang="0">
                  <a:pos x="0" y="109088"/>
                </a:cxn>
                <a:cxn ang="0">
                  <a:pos x="87272" y="120000"/>
                </a:cxn>
                <a:cxn ang="0">
                  <a:pos x="98183" y="32727"/>
                </a:cxn>
              </a:cxnLst>
              <a:rect l="T0" t="T1" r="T2" b="T3"/>
              <a:pathLst>
                <a:path w="120000" h="120000" extrusionOk="0">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8"/>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24188" y="98183"/>
                  </a:moveTo>
                  <a:lnTo>
                    <a:pt x="40938" y="73050"/>
                  </a:lnTo>
                  <a:lnTo>
                    <a:pt x="49305" y="85594"/>
                  </a:lnTo>
                  <a:cubicBezTo>
                    <a:pt x="49716" y="86577"/>
                    <a:pt x="50683" y="87272"/>
                    <a:pt x="51816" y="87272"/>
                  </a:cubicBezTo>
                  <a:cubicBezTo>
                    <a:pt x="52572" y="87272"/>
                    <a:pt x="53255" y="86972"/>
                    <a:pt x="53744" y="86472"/>
                  </a:cubicBezTo>
                  <a:lnTo>
                    <a:pt x="62211" y="78011"/>
                  </a:lnTo>
                  <a:lnTo>
                    <a:pt x="74311" y="98183"/>
                  </a:lnTo>
                  <a:cubicBezTo>
                    <a:pt x="74311" y="98183"/>
                    <a:pt x="24188" y="98183"/>
                    <a:pt x="24188" y="98183"/>
                  </a:cubicBezTo>
                  <a:close/>
                  <a:moveTo>
                    <a:pt x="81622" y="99900"/>
                  </a:moveTo>
                  <a:lnTo>
                    <a:pt x="81611" y="99872"/>
                  </a:lnTo>
                  <a:cubicBezTo>
                    <a:pt x="81583" y="99816"/>
                    <a:pt x="81538" y="99772"/>
                    <a:pt x="81516" y="99716"/>
                  </a:cubicBezTo>
                  <a:lnTo>
                    <a:pt x="65261" y="72627"/>
                  </a:lnTo>
                  <a:lnTo>
                    <a:pt x="65250" y="72627"/>
                  </a:lnTo>
                  <a:cubicBezTo>
                    <a:pt x="64850" y="71622"/>
                    <a:pt x="63877" y="70911"/>
                    <a:pt x="62727" y="70911"/>
                  </a:cubicBezTo>
                  <a:cubicBezTo>
                    <a:pt x="61972" y="70911"/>
                    <a:pt x="61294" y="71216"/>
                    <a:pt x="60800" y="71711"/>
                  </a:cubicBezTo>
                  <a:lnTo>
                    <a:pt x="52205" y="80300"/>
                  </a:lnTo>
                  <a:lnTo>
                    <a:pt x="43422" y="67133"/>
                  </a:lnTo>
                  <a:cubicBezTo>
                    <a:pt x="43011" y="66150"/>
                    <a:pt x="42044" y="65455"/>
                    <a:pt x="40911" y="65455"/>
                  </a:cubicBezTo>
                  <a:cubicBezTo>
                    <a:pt x="39961" y="65455"/>
                    <a:pt x="39172" y="65966"/>
                    <a:pt x="38683" y="66700"/>
                  </a:cubicBezTo>
                  <a:lnTo>
                    <a:pt x="38638" y="66666"/>
                  </a:lnTo>
                  <a:lnTo>
                    <a:pt x="16822" y="99394"/>
                  </a:lnTo>
                  <a:lnTo>
                    <a:pt x="16866" y="99427"/>
                  </a:lnTo>
                  <a:cubicBezTo>
                    <a:pt x="16572" y="99855"/>
                    <a:pt x="16361" y="100350"/>
                    <a:pt x="16361" y="100911"/>
                  </a:cubicBezTo>
                  <a:cubicBezTo>
                    <a:pt x="16361" y="102416"/>
                    <a:pt x="17583" y="103638"/>
                    <a:pt x="19088" y="103638"/>
                  </a:cubicBezTo>
                  <a:lnTo>
                    <a:pt x="79088" y="103638"/>
                  </a:lnTo>
                  <a:cubicBezTo>
                    <a:pt x="80600" y="103638"/>
                    <a:pt x="81816" y="102416"/>
                    <a:pt x="81816" y="100911"/>
                  </a:cubicBezTo>
                  <a:cubicBezTo>
                    <a:pt x="81816" y="100550"/>
                    <a:pt x="81738" y="100216"/>
                    <a:pt x="81616" y="99905"/>
                  </a:cubicBezTo>
                  <a:cubicBezTo>
                    <a:pt x="81616" y="99905"/>
                    <a:pt x="81622" y="99900"/>
                    <a:pt x="81622" y="99900"/>
                  </a:cubicBezTo>
                  <a:close/>
                  <a:moveTo>
                    <a:pt x="27272" y="43638"/>
                  </a:moveTo>
                  <a:cubicBezTo>
                    <a:pt x="30283" y="43638"/>
                    <a:pt x="32727" y="46083"/>
                    <a:pt x="32727" y="49088"/>
                  </a:cubicBezTo>
                  <a:cubicBezTo>
                    <a:pt x="32727" y="52105"/>
                    <a:pt x="30283" y="54544"/>
                    <a:pt x="27272" y="54544"/>
                  </a:cubicBezTo>
                  <a:cubicBezTo>
                    <a:pt x="24261" y="54544"/>
                    <a:pt x="21816" y="52105"/>
                    <a:pt x="21816" y="49088"/>
                  </a:cubicBezTo>
                  <a:cubicBezTo>
                    <a:pt x="21816" y="46083"/>
                    <a:pt x="24261" y="43638"/>
                    <a:pt x="27272" y="43638"/>
                  </a:cubicBezTo>
                  <a:moveTo>
                    <a:pt x="27272" y="60000"/>
                  </a:moveTo>
                  <a:cubicBezTo>
                    <a:pt x="33300" y="60000"/>
                    <a:pt x="38183" y="55116"/>
                    <a:pt x="38183" y="49088"/>
                  </a:cubicBezTo>
                  <a:cubicBezTo>
                    <a:pt x="38183" y="43066"/>
                    <a:pt x="33300" y="38183"/>
                    <a:pt x="27272" y="38183"/>
                  </a:cubicBezTo>
                  <a:cubicBezTo>
                    <a:pt x="21250" y="38183"/>
                    <a:pt x="16361" y="43066"/>
                    <a:pt x="16361" y="49088"/>
                  </a:cubicBezTo>
                  <a:cubicBezTo>
                    <a:pt x="16361" y="55116"/>
                    <a:pt x="21250" y="60000"/>
                    <a:pt x="27272" y="60000"/>
                  </a:cubicBezTo>
                  <a:moveTo>
                    <a:pt x="92727" y="109088"/>
                  </a:moveTo>
                  <a:cubicBezTo>
                    <a:pt x="92727" y="112105"/>
                    <a:pt x="90283" y="114550"/>
                    <a:pt x="87272" y="114550"/>
                  </a:cubicBezTo>
                  <a:lnTo>
                    <a:pt x="10911" y="114550"/>
                  </a:lnTo>
                  <a:cubicBezTo>
                    <a:pt x="7900" y="114550"/>
                    <a:pt x="5455" y="112105"/>
                    <a:pt x="5455" y="109088"/>
                  </a:cubicBezTo>
                  <a:lnTo>
                    <a:pt x="5455" y="32727"/>
                  </a:lnTo>
                  <a:cubicBezTo>
                    <a:pt x="5455" y="29716"/>
                    <a:pt x="7900" y="27272"/>
                    <a:pt x="10911" y="27272"/>
                  </a:cubicBezTo>
                  <a:lnTo>
                    <a:pt x="87272" y="27272"/>
                  </a:lnTo>
                  <a:cubicBezTo>
                    <a:pt x="90283" y="27272"/>
                    <a:pt x="92727" y="29716"/>
                    <a:pt x="92727" y="32727"/>
                  </a:cubicBezTo>
                  <a:cubicBezTo>
                    <a:pt x="92727" y="32727"/>
                    <a:pt x="92727" y="109088"/>
                    <a:pt x="92727" y="109088"/>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19" name="Google Shape;81;p6">
            <a:extLst>
              <a:ext uri="{FF2B5EF4-FFF2-40B4-BE49-F238E27FC236}">
                <a16:creationId xmlns:a16="http://schemas.microsoft.com/office/drawing/2014/main" id="{C2641D1B-3597-9D8C-F1EF-22C33CEAF310}"/>
              </a:ext>
            </a:extLst>
          </p:cNvPr>
          <p:cNvGrpSpPr>
            <a:grpSpLocks/>
          </p:cNvGrpSpPr>
          <p:nvPr/>
        </p:nvGrpSpPr>
        <p:grpSpPr bwMode="auto">
          <a:xfrm>
            <a:off x="8755063" y="1601788"/>
            <a:ext cx="615950" cy="615950"/>
            <a:chOff x="8998834" y="2145924"/>
            <a:chExt cx="616688" cy="616688"/>
          </a:xfrm>
        </p:grpSpPr>
        <p:sp>
          <p:nvSpPr>
            <p:cNvPr id="20" name="Google Shape;82;p6">
              <a:extLst>
                <a:ext uri="{FF2B5EF4-FFF2-40B4-BE49-F238E27FC236}">
                  <a16:creationId xmlns:a16="http://schemas.microsoft.com/office/drawing/2014/main" id="{BDAF6D8D-3721-2C2D-F2EE-19F64BF3974F}"/>
                </a:ext>
              </a:extLst>
            </p:cNvPr>
            <p:cNvSpPr/>
            <p:nvPr/>
          </p:nvSpPr>
          <p:spPr>
            <a:xfrm>
              <a:off x="8998834" y="2145924"/>
              <a:ext cx="616688" cy="616688"/>
            </a:xfrm>
            <a:prstGeom prst="roundRect">
              <a:avLst>
                <a:gd name="adj" fmla="val 50000"/>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21" name="Google Shape;83;p6">
              <a:extLst>
                <a:ext uri="{FF2B5EF4-FFF2-40B4-BE49-F238E27FC236}">
                  <a16:creationId xmlns:a16="http://schemas.microsoft.com/office/drawing/2014/main" id="{583FBBF0-E9D3-A142-6A4C-816FAC484475}"/>
                </a:ext>
              </a:extLst>
            </p:cNvPr>
            <p:cNvSpPr>
              <a:spLocks/>
            </p:cNvSpPr>
            <p:nvPr/>
          </p:nvSpPr>
          <p:spPr bwMode="auto">
            <a:xfrm>
              <a:off x="9167311" y="2308043"/>
              <a:ext cx="279735" cy="273377"/>
            </a:xfrm>
            <a:custGeom>
              <a:avLst/>
              <a:gdLst>
                <a:gd name="T0" fmla="*/ 0 w 120000"/>
                <a:gd name="T1" fmla="*/ 0 h 120000"/>
                <a:gd name="T2" fmla="*/ 120000 w 120000"/>
                <a:gd name="T3" fmla="*/ 120000 h 120000"/>
              </a:gdLst>
              <a:ahLst/>
              <a:cxnLst>
                <a:cxn ang="0">
                  <a:pos x="37111" y="20832"/>
                </a:cxn>
                <a:cxn ang="0">
                  <a:pos x="39111" y="28459"/>
                </a:cxn>
                <a:cxn ang="0">
                  <a:pos x="47288" y="13953"/>
                </a:cxn>
                <a:cxn ang="0">
                  <a:pos x="39838" y="16002"/>
                </a:cxn>
                <a:cxn ang="0">
                  <a:pos x="47288" y="13953"/>
                </a:cxn>
                <a:cxn ang="0">
                  <a:pos x="5455" y="47439"/>
                </a:cxn>
                <a:cxn ang="0">
                  <a:pos x="114544" y="36277"/>
                </a:cxn>
                <a:cxn ang="0">
                  <a:pos x="103638" y="114416"/>
                </a:cxn>
                <a:cxn ang="0">
                  <a:pos x="16361" y="53023"/>
                </a:cxn>
                <a:cxn ang="0">
                  <a:pos x="103638" y="114416"/>
                </a:cxn>
                <a:cxn ang="0">
                  <a:pos x="45294" y="6332"/>
                </a:cxn>
                <a:cxn ang="0">
                  <a:pos x="44144" y="30699"/>
                </a:cxn>
                <a:cxn ang="0">
                  <a:pos x="31655" y="30502"/>
                </a:cxn>
                <a:cxn ang="0">
                  <a:pos x="25250" y="30699"/>
                </a:cxn>
                <a:cxn ang="0">
                  <a:pos x="86538" y="30699"/>
                </a:cxn>
                <a:cxn ang="0">
                  <a:pos x="59466" y="14702"/>
                </a:cxn>
                <a:cxn ang="0">
                  <a:pos x="88500" y="15529"/>
                </a:cxn>
                <a:cxn ang="0">
                  <a:pos x="98116" y="30699"/>
                </a:cxn>
                <a:cxn ang="0">
                  <a:pos x="90438" y="26556"/>
                </a:cxn>
                <a:cxn ang="0">
                  <a:pos x="89911" y="20916"/>
                </a:cxn>
                <a:cxn ang="0">
                  <a:pos x="84883" y="23275"/>
                </a:cxn>
                <a:cxn ang="0">
                  <a:pos x="77961" y="18417"/>
                </a:cxn>
                <a:cxn ang="0">
                  <a:pos x="114544" y="30699"/>
                </a:cxn>
                <a:cxn ang="0">
                  <a:pos x="100450" y="18028"/>
                </a:cxn>
                <a:cxn ang="0">
                  <a:pos x="70394" y="14719"/>
                </a:cxn>
                <a:cxn ang="0">
                  <a:pos x="33116" y="5583"/>
                </a:cxn>
                <a:cxn ang="0">
                  <a:pos x="5455" y="30699"/>
                </a:cxn>
                <a:cxn ang="0">
                  <a:pos x="0" y="47439"/>
                </a:cxn>
                <a:cxn ang="0">
                  <a:pos x="10911" y="53023"/>
                </a:cxn>
                <a:cxn ang="0">
                  <a:pos x="16361" y="120000"/>
                </a:cxn>
                <a:cxn ang="0">
                  <a:pos x="109088" y="114416"/>
                </a:cxn>
                <a:cxn ang="0">
                  <a:pos x="114544" y="53023"/>
                </a:cxn>
                <a:cxn ang="0">
                  <a:pos x="120000" y="36277"/>
                </a:cxn>
                <a:cxn ang="0">
                  <a:pos x="43638" y="69768"/>
                </a:cxn>
                <a:cxn ang="0">
                  <a:pos x="76361" y="75346"/>
                </a:cxn>
                <a:cxn ang="0">
                  <a:pos x="43638" y="69768"/>
                </a:cxn>
                <a:cxn ang="0">
                  <a:pos x="76361" y="80930"/>
                </a:cxn>
                <a:cxn ang="0">
                  <a:pos x="81816" y="69768"/>
                </a:cxn>
                <a:cxn ang="0">
                  <a:pos x="43638" y="64184"/>
                </a:cxn>
                <a:cxn ang="0">
                  <a:pos x="38183" y="75346"/>
                </a:cxn>
              </a:cxnLst>
              <a:rect l="T0" t="T1" r="T2" b="T3"/>
              <a:pathLst>
                <a:path w="120000" h="120000" extrusionOk="0">
                  <a:moveTo>
                    <a:pt x="41833" y="23623"/>
                  </a:moveTo>
                  <a:lnTo>
                    <a:pt x="37111" y="20832"/>
                  </a:lnTo>
                  <a:lnTo>
                    <a:pt x="34383" y="25667"/>
                  </a:lnTo>
                  <a:lnTo>
                    <a:pt x="39111" y="28459"/>
                  </a:lnTo>
                  <a:cubicBezTo>
                    <a:pt x="39111" y="28459"/>
                    <a:pt x="41833" y="23623"/>
                    <a:pt x="41833" y="23623"/>
                  </a:cubicBezTo>
                  <a:close/>
                  <a:moveTo>
                    <a:pt x="47288" y="13953"/>
                  </a:moveTo>
                  <a:lnTo>
                    <a:pt x="42566" y="11167"/>
                  </a:lnTo>
                  <a:lnTo>
                    <a:pt x="39838" y="16002"/>
                  </a:lnTo>
                  <a:lnTo>
                    <a:pt x="44561" y="18794"/>
                  </a:lnTo>
                  <a:cubicBezTo>
                    <a:pt x="44561" y="18794"/>
                    <a:pt x="47288" y="13953"/>
                    <a:pt x="47288" y="13953"/>
                  </a:cubicBezTo>
                  <a:close/>
                  <a:moveTo>
                    <a:pt x="114544" y="47439"/>
                  </a:moveTo>
                  <a:lnTo>
                    <a:pt x="5455" y="47439"/>
                  </a:lnTo>
                  <a:lnTo>
                    <a:pt x="5455" y="36277"/>
                  </a:lnTo>
                  <a:lnTo>
                    <a:pt x="114544" y="36277"/>
                  </a:lnTo>
                  <a:cubicBezTo>
                    <a:pt x="114544" y="36277"/>
                    <a:pt x="114544" y="47439"/>
                    <a:pt x="114544" y="47439"/>
                  </a:cubicBezTo>
                  <a:close/>
                  <a:moveTo>
                    <a:pt x="103638" y="114416"/>
                  </a:moveTo>
                  <a:lnTo>
                    <a:pt x="16361" y="114416"/>
                  </a:lnTo>
                  <a:lnTo>
                    <a:pt x="16361" y="53023"/>
                  </a:lnTo>
                  <a:lnTo>
                    <a:pt x="103638" y="53023"/>
                  </a:lnTo>
                  <a:cubicBezTo>
                    <a:pt x="103638" y="53023"/>
                    <a:pt x="103638" y="114416"/>
                    <a:pt x="103638" y="114416"/>
                  </a:cubicBezTo>
                  <a:close/>
                  <a:moveTo>
                    <a:pt x="37838" y="8375"/>
                  </a:moveTo>
                  <a:cubicBezTo>
                    <a:pt x="39350" y="5707"/>
                    <a:pt x="42683" y="4790"/>
                    <a:pt x="45294" y="6332"/>
                  </a:cubicBezTo>
                  <a:lnTo>
                    <a:pt x="54744" y="11916"/>
                  </a:lnTo>
                  <a:lnTo>
                    <a:pt x="44144" y="30699"/>
                  </a:lnTo>
                  <a:lnTo>
                    <a:pt x="31994" y="30699"/>
                  </a:lnTo>
                  <a:lnTo>
                    <a:pt x="31655" y="30502"/>
                  </a:lnTo>
                  <a:lnTo>
                    <a:pt x="31544" y="30699"/>
                  </a:lnTo>
                  <a:lnTo>
                    <a:pt x="25250" y="30699"/>
                  </a:lnTo>
                  <a:cubicBezTo>
                    <a:pt x="25250" y="30699"/>
                    <a:pt x="37838" y="8375"/>
                    <a:pt x="37838" y="8375"/>
                  </a:cubicBezTo>
                  <a:close/>
                  <a:moveTo>
                    <a:pt x="86538" y="30699"/>
                  </a:moveTo>
                  <a:lnTo>
                    <a:pt x="50438" y="30699"/>
                  </a:lnTo>
                  <a:lnTo>
                    <a:pt x="59466" y="14702"/>
                  </a:lnTo>
                  <a:cubicBezTo>
                    <a:pt x="59466" y="14702"/>
                    <a:pt x="86538" y="30699"/>
                    <a:pt x="86538" y="30699"/>
                  </a:cubicBezTo>
                  <a:close/>
                  <a:moveTo>
                    <a:pt x="88500" y="15529"/>
                  </a:moveTo>
                  <a:cubicBezTo>
                    <a:pt x="91411" y="14730"/>
                    <a:pt x="94394" y="16497"/>
                    <a:pt x="95177" y="19475"/>
                  </a:cubicBezTo>
                  <a:lnTo>
                    <a:pt x="98116" y="30699"/>
                  </a:lnTo>
                  <a:lnTo>
                    <a:pt x="97444" y="30699"/>
                  </a:lnTo>
                  <a:lnTo>
                    <a:pt x="90438" y="26556"/>
                  </a:lnTo>
                  <a:lnTo>
                    <a:pt x="91322" y="26308"/>
                  </a:lnTo>
                  <a:lnTo>
                    <a:pt x="89911" y="20916"/>
                  </a:lnTo>
                  <a:lnTo>
                    <a:pt x="84644" y="22363"/>
                  </a:lnTo>
                  <a:lnTo>
                    <a:pt x="84883" y="23275"/>
                  </a:lnTo>
                  <a:lnTo>
                    <a:pt x="78200" y="19329"/>
                  </a:lnTo>
                  <a:lnTo>
                    <a:pt x="77961" y="18417"/>
                  </a:lnTo>
                  <a:cubicBezTo>
                    <a:pt x="77961" y="18417"/>
                    <a:pt x="88500" y="15529"/>
                    <a:pt x="88500" y="15529"/>
                  </a:cubicBezTo>
                  <a:close/>
                  <a:moveTo>
                    <a:pt x="114544" y="30699"/>
                  </a:moveTo>
                  <a:lnTo>
                    <a:pt x="103766" y="30699"/>
                  </a:lnTo>
                  <a:lnTo>
                    <a:pt x="100450" y="18028"/>
                  </a:lnTo>
                  <a:cubicBezTo>
                    <a:pt x="98888" y="12073"/>
                    <a:pt x="92911" y="8544"/>
                    <a:pt x="87088" y="10137"/>
                  </a:cubicBezTo>
                  <a:lnTo>
                    <a:pt x="70394" y="14719"/>
                  </a:lnTo>
                  <a:lnTo>
                    <a:pt x="48022" y="1497"/>
                  </a:lnTo>
                  <a:cubicBezTo>
                    <a:pt x="42800" y="-1581"/>
                    <a:pt x="36133" y="247"/>
                    <a:pt x="33116" y="5583"/>
                  </a:cubicBezTo>
                  <a:lnTo>
                    <a:pt x="18944" y="30699"/>
                  </a:lnTo>
                  <a:lnTo>
                    <a:pt x="5455" y="30699"/>
                  </a:lnTo>
                  <a:cubicBezTo>
                    <a:pt x="2444" y="30699"/>
                    <a:pt x="0" y="33198"/>
                    <a:pt x="0" y="36277"/>
                  </a:cubicBezTo>
                  <a:lnTo>
                    <a:pt x="0" y="47439"/>
                  </a:lnTo>
                  <a:cubicBezTo>
                    <a:pt x="0" y="50529"/>
                    <a:pt x="2444" y="53023"/>
                    <a:pt x="5455" y="53023"/>
                  </a:cubicBezTo>
                  <a:lnTo>
                    <a:pt x="10911" y="53023"/>
                  </a:lnTo>
                  <a:lnTo>
                    <a:pt x="10911" y="114416"/>
                  </a:lnTo>
                  <a:cubicBezTo>
                    <a:pt x="10911" y="117500"/>
                    <a:pt x="13350" y="120000"/>
                    <a:pt x="16361" y="120000"/>
                  </a:cubicBezTo>
                  <a:lnTo>
                    <a:pt x="103638" y="120000"/>
                  </a:lnTo>
                  <a:cubicBezTo>
                    <a:pt x="106650" y="120000"/>
                    <a:pt x="109088" y="117500"/>
                    <a:pt x="109088" y="114416"/>
                  </a:cubicBezTo>
                  <a:lnTo>
                    <a:pt x="109088" y="53023"/>
                  </a:lnTo>
                  <a:lnTo>
                    <a:pt x="114544" y="53023"/>
                  </a:lnTo>
                  <a:cubicBezTo>
                    <a:pt x="117555" y="53023"/>
                    <a:pt x="120000" y="50529"/>
                    <a:pt x="120000" y="47439"/>
                  </a:cubicBezTo>
                  <a:lnTo>
                    <a:pt x="120000" y="36277"/>
                  </a:lnTo>
                  <a:cubicBezTo>
                    <a:pt x="120000" y="33198"/>
                    <a:pt x="117555" y="30699"/>
                    <a:pt x="114544" y="30699"/>
                  </a:cubicBezTo>
                  <a:moveTo>
                    <a:pt x="43638" y="69768"/>
                  </a:moveTo>
                  <a:lnTo>
                    <a:pt x="76361" y="69768"/>
                  </a:lnTo>
                  <a:lnTo>
                    <a:pt x="76361" y="75346"/>
                  </a:lnTo>
                  <a:lnTo>
                    <a:pt x="43638" y="75346"/>
                  </a:lnTo>
                  <a:cubicBezTo>
                    <a:pt x="43638" y="75346"/>
                    <a:pt x="43638" y="69768"/>
                    <a:pt x="43638" y="69768"/>
                  </a:cubicBezTo>
                  <a:close/>
                  <a:moveTo>
                    <a:pt x="43638" y="80930"/>
                  </a:moveTo>
                  <a:lnTo>
                    <a:pt x="76361" y="80930"/>
                  </a:lnTo>
                  <a:cubicBezTo>
                    <a:pt x="79377" y="80930"/>
                    <a:pt x="81816" y="78431"/>
                    <a:pt x="81816" y="75346"/>
                  </a:cubicBezTo>
                  <a:lnTo>
                    <a:pt x="81816" y="69768"/>
                  </a:lnTo>
                  <a:cubicBezTo>
                    <a:pt x="81816" y="66684"/>
                    <a:pt x="79377" y="64184"/>
                    <a:pt x="76361" y="64184"/>
                  </a:cubicBezTo>
                  <a:lnTo>
                    <a:pt x="43638" y="64184"/>
                  </a:lnTo>
                  <a:cubicBezTo>
                    <a:pt x="40622" y="64184"/>
                    <a:pt x="38183" y="66684"/>
                    <a:pt x="38183" y="69768"/>
                  </a:cubicBezTo>
                  <a:lnTo>
                    <a:pt x="38183" y="75346"/>
                  </a:lnTo>
                  <a:cubicBezTo>
                    <a:pt x="38183" y="78431"/>
                    <a:pt x="40622" y="80930"/>
                    <a:pt x="43638" y="8093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22" name="Google Shape;84;p6">
            <a:extLst>
              <a:ext uri="{FF2B5EF4-FFF2-40B4-BE49-F238E27FC236}">
                <a16:creationId xmlns:a16="http://schemas.microsoft.com/office/drawing/2014/main" id="{36EC13FC-3F50-05D2-3365-DE341F297C8B}"/>
              </a:ext>
            </a:extLst>
          </p:cNvPr>
          <p:cNvGrpSpPr>
            <a:grpSpLocks/>
          </p:cNvGrpSpPr>
          <p:nvPr/>
        </p:nvGrpSpPr>
        <p:grpSpPr bwMode="auto">
          <a:xfrm>
            <a:off x="5853113" y="3159125"/>
            <a:ext cx="615950" cy="617538"/>
            <a:chOff x="5866603" y="3248975"/>
            <a:chExt cx="616688" cy="616688"/>
          </a:xfrm>
        </p:grpSpPr>
        <p:sp>
          <p:nvSpPr>
            <p:cNvPr id="23" name="Google Shape;85;p6">
              <a:extLst>
                <a:ext uri="{FF2B5EF4-FFF2-40B4-BE49-F238E27FC236}">
                  <a16:creationId xmlns:a16="http://schemas.microsoft.com/office/drawing/2014/main" id="{B920744C-9AA9-1373-6208-34F6DDDC999A}"/>
                </a:ext>
              </a:extLst>
            </p:cNvPr>
            <p:cNvSpPr/>
            <p:nvPr/>
          </p:nvSpPr>
          <p:spPr>
            <a:xfrm>
              <a:off x="5866603" y="3248975"/>
              <a:ext cx="616688" cy="616688"/>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24" name="Google Shape;86;p6">
              <a:extLst>
                <a:ext uri="{FF2B5EF4-FFF2-40B4-BE49-F238E27FC236}">
                  <a16:creationId xmlns:a16="http://schemas.microsoft.com/office/drawing/2014/main" id="{FFCB279B-9715-B2B6-BF5E-05DBA9330174}"/>
                </a:ext>
              </a:extLst>
            </p:cNvPr>
            <p:cNvSpPr>
              <a:spLocks/>
            </p:cNvSpPr>
            <p:nvPr/>
          </p:nvSpPr>
          <p:spPr bwMode="auto">
            <a:xfrm>
              <a:off x="6035080" y="3417018"/>
              <a:ext cx="279735" cy="280601"/>
            </a:xfrm>
            <a:custGeom>
              <a:avLst/>
              <a:gdLst>
                <a:gd name="T0" fmla="*/ 0 w 120000"/>
                <a:gd name="T1" fmla="*/ 0 h 120000"/>
                <a:gd name="T2" fmla="*/ 120000 w 120000"/>
                <a:gd name="T3" fmla="*/ 120000 h 120000"/>
              </a:gdLst>
              <a:ahLst/>
              <a:cxnLst>
                <a:cxn ang="0">
                  <a:pos x="109088" y="114550"/>
                </a:cxn>
                <a:cxn ang="0">
                  <a:pos x="5455" y="109088"/>
                </a:cxn>
                <a:cxn ang="0">
                  <a:pos x="10911" y="5455"/>
                </a:cxn>
                <a:cxn ang="0">
                  <a:pos x="114544" y="10911"/>
                </a:cxn>
                <a:cxn ang="0">
                  <a:pos x="109088" y="0"/>
                </a:cxn>
                <a:cxn ang="0">
                  <a:pos x="0" y="10911"/>
                </a:cxn>
                <a:cxn ang="0">
                  <a:pos x="10911" y="120000"/>
                </a:cxn>
                <a:cxn ang="0">
                  <a:pos x="120000" y="109088"/>
                </a:cxn>
                <a:cxn ang="0">
                  <a:pos x="109088" y="0"/>
                </a:cxn>
                <a:cxn ang="0">
                  <a:pos x="38183" y="30000"/>
                </a:cxn>
                <a:cxn ang="0">
                  <a:pos x="49088" y="30000"/>
                </a:cxn>
                <a:cxn ang="0">
                  <a:pos x="100911" y="27272"/>
                </a:cxn>
                <a:cxn ang="0">
                  <a:pos x="43638" y="19088"/>
                </a:cxn>
                <a:cxn ang="0">
                  <a:pos x="19088" y="27272"/>
                </a:cxn>
                <a:cxn ang="0">
                  <a:pos x="19088" y="32727"/>
                </a:cxn>
                <a:cxn ang="0">
                  <a:pos x="43638" y="40911"/>
                </a:cxn>
                <a:cxn ang="0">
                  <a:pos x="100911" y="32727"/>
                </a:cxn>
                <a:cxn ang="0">
                  <a:pos x="100911" y="27272"/>
                </a:cxn>
                <a:cxn ang="0">
                  <a:pos x="76361" y="60000"/>
                </a:cxn>
                <a:cxn ang="0">
                  <a:pos x="87272" y="60000"/>
                </a:cxn>
                <a:cxn ang="0">
                  <a:pos x="100911" y="57277"/>
                </a:cxn>
                <a:cxn ang="0">
                  <a:pos x="81816" y="49088"/>
                </a:cxn>
                <a:cxn ang="0">
                  <a:pos x="19088" y="57277"/>
                </a:cxn>
                <a:cxn ang="0">
                  <a:pos x="19088" y="62727"/>
                </a:cxn>
                <a:cxn ang="0">
                  <a:pos x="81816" y="70911"/>
                </a:cxn>
                <a:cxn ang="0">
                  <a:pos x="100911" y="62727"/>
                </a:cxn>
                <a:cxn ang="0">
                  <a:pos x="100911" y="57277"/>
                </a:cxn>
                <a:cxn ang="0">
                  <a:pos x="49088" y="90000"/>
                </a:cxn>
                <a:cxn ang="0">
                  <a:pos x="60000" y="90000"/>
                </a:cxn>
                <a:cxn ang="0">
                  <a:pos x="100911" y="87272"/>
                </a:cxn>
                <a:cxn ang="0">
                  <a:pos x="54544" y="79094"/>
                </a:cxn>
                <a:cxn ang="0">
                  <a:pos x="19088" y="87272"/>
                </a:cxn>
                <a:cxn ang="0">
                  <a:pos x="19088" y="92727"/>
                </a:cxn>
                <a:cxn ang="0">
                  <a:pos x="54544" y="100911"/>
                </a:cxn>
                <a:cxn ang="0">
                  <a:pos x="100911" y="92727"/>
                </a:cxn>
                <a:cxn ang="0">
                  <a:pos x="100911" y="87272"/>
                </a:cxn>
              </a:cxnLst>
              <a:rect l="T0" t="T1" r="T2" b="T3"/>
              <a:pathLst>
                <a:path w="120000" h="120000" extrusionOk="0">
                  <a:moveTo>
                    <a:pt x="114544" y="109088"/>
                  </a:moveTo>
                  <a:cubicBezTo>
                    <a:pt x="114544" y="112100"/>
                    <a:pt x="112100" y="114550"/>
                    <a:pt x="109088" y="114550"/>
                  </a:cubicBezTo>
                  <a:lnTo>
                    <a:pt x="10911" y="114550"/>
                  </a:lnTo>
                  <a:cubicBezTo>
                    <a:pt x="7900" y="114550"/>
                    <a:pt x="5455" y="112100"/>
                    <a:pt x="5455" y="109088"/>
                  </a:cubicBezTo>
                  <a:lnTo>
                    <a:pt x="5455" y="10911"/>
                  </a:lnTo>
                  <a:cubicBezTo>
                    <a:pt x="5455" y="7900"/>
                    <a:pt x="7900" y="5455"/>
                    <a:pt x="10911" y="5455"/>
                  </a:cubicBezTo>
                  <a:lnTo>
                    <a:pt x="109088" y="5455"/>
                  </a:lnTo>
                  <a:cubicBezTo>
                    <a:pt x="112100" y="5455"/>
                    <a:pt x="114544" y="7900"/>
                    <a:pt x="114544" y="10911"/>
                  </a:cubicBezTo>
                  <a:cubicBezTo>
                    <a:pt x="114544" y="10911"/>
                    <a:pt x="114544" y="109088"/>
                    <a:pt x="114544" y="109088"/>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moveTo>
                    <a:pt x="43638" y="35455"/>
                  </a:moveTo>
                  <a:cubicBezTo>
                    <a:pt x="40627" y="35455"/>
                    <a:pt x="38183" y="33016"/>
                    <a:pt x="38183" y="30000"/>
                  </a:cubicBezTo>
                  <a:cubicBezTo>
                    <a:pt x="38183" y="26988"/>
                    <a:pt x="40627" y="24544"/>
                    <a:pt x="43638" y="24544"/>
                  </a:cubicBezTo>
                  <a:cubicBezTo>
                    <a:pt x="46644" y="24544"/>
                    <a:pt x="49088" y="26988"/>
                    <a:pt x="49088" y="30000"/>
                  </a:cubicBezTo>
                  <a:cubicBezTo>
                    <a:pt x="49088" y="33016"/>
                    <a:pt x="46644" y="35455"/>
                    <a:pt x="43638" y="35455"/>
                  </a:cubicBezTo>
                  <a:moveTo>
                    <a:pt x="100911" y="27272"/>
                  </a:moveTo>
                  <a:lnTo>
                    <a:pt x="54161" y="27272"/>
                  </a:lnTo>
                  <a:cubicBezTo>
                    <a:pt x="52944" y="22577"/>
                    <a:pt x="48711" y="19088"/>
                    <a:pt x="43638" y="19088"/>
                  </a:cubicBezTo>
                  <a:cubicBezTo>
                    <a:pt x="38561" y="19088"/>
                    <a:pt x="34333" y="22577"/>
                    <a:pt x="33111" y="27272"/>
                  </a:cubicBezTo>
                  <a:lnTo>
                    <a:pt x="19088" y="27272"/>
                  </a:lnTo>
                  <a:cubicBezTo>
                    <a:pt x="17583" y="27272"/>
                    <a:pt x="16361" y="28494"/>
                    <a:pt x="16361" y="30000"/>
                  </a:cubicBezTo>
                  <a:cubicBezTo>
                    <a:pt x="16361" y="31511"/>
                    <a:pt x="17583" y="32727"/>
                    <a:pt x="19088" y="32727"/>
                  </a:cubicBezTo>
                  <a:lnTo>
                    <a:pt x="33111" y="32727"/>
                  </a:lnTo>
                  <a:cubicBezTo>
                    <a:pt x="34333" y="37427"/>
                    <a:pt x="38561" y="40911"/>
                    <a:pt x="43638" y="40911"/>
                  </a:cubicBezTo>
                  <a:cubicBezTo>
                    <a:pt x="48711" y="40911"/>
                    <a:pt x="52944" y="37427"/>
                    <a:pt x="54161" y="32727"/>
                  </a:cubicBezTo>
                  <a:lnTo>
                    <a:pt x="100911" y="32727"/>
                  </a:lnTo>
                  <a:cubicBezTo>
                    <a:pt x="102416" y="32727"/>
                    <a:pt x="103638" y="31511"/>
                    <a:pt x="103638" y="30000"/>
                  </a:cubicBezTo>
                  <a:cubicBezTo>
                    <a:pt x="103638" y="28494"/>
                    <a:pt x="102416" y="27272"/>
                    <a:pt x="100911" y="27272"/>
                  </a:cubicBezTo>
                  <a:moveTo>
                    <a:pt x="81816" y="65455"/>
                  </a:moveTo>
                  <a:cubicBezTo>
                    <a:pt x="78811" y="65455"/>
                    <a:pt x="76361" y="63011"/>
                    <a:pt x="76361" y="60000"/>
                  </a:cubicBezTo>
                  <a:cubicBezTo>
                    <a:pt x="76361" y="56988"/>
                    <a:pt x="78811" y="54544"/>
                    <a:pt x="81816" y="54544"/>
                  </a:cubicBezTo>
                  <a:cubicBezTo>
                    <a:pt x="84827" y="54544"/>
                    <a:pt x="87272" y="56988"/>
                    <a:pt x="87272" y="60000"/>
                  </a:cubicBezTo>
                  <a:cubicBezTo>
                    <a:pt x="87272" y="63011"/>
                    <a:pt x="84827" y="65455"/>
                    <a:pt x="81816" y="65455"/>
                  </a:cubicBezTo>
                  <a:moveTo>
                    <a:pt x="100911" y="57277"/>
                  </a:moveTo>
                  <a:lnTo>
                    <a:pt x="92338" y="57277"/>
                  </a:lnTo>
                  <a:cubicBezTo>
                    <a:pt x="91122" y="52577"/>
                    <a:pt x="86894" y="49088"/>
                    <a:pt x="81816" y="49088"/>
                  </a:cubicBezTo>
                  <a:cubicBezTo>
                    <a:pt x="76744" y="49088"/>
                    <a:pt x="72511" y="52577"/>
                    <a:pt x="71294" y="57277"/>
                  </a:cubicBezTo>
                  <a:lnTo>
                    <a:pt x="19088" y="57277"/>
                  </a:lnTo>
                  <a:cubicBezTo>
                    <a:pt x="17583" y="57277"/>
                    <a:pt x="16361" y="58494"/>
                    <a:pt x="16361" y="60000"/>
                  </a:cubicBezTo>
                  <a:cubicBezTo>
                    <a:pt x="16361" y="61511"/>
                    <a:pt x="17583" y="62727"/>
                    <a:pt x="19088" y="62727"/>
                  </a:cubicBezTo>
                  <a:lnTo>
                    <a:pt x="71294" y="62727"/>
                  </a:lnTo>
                  <a:cubicBezTo>
                    <a:pt x="72511" y="67427"/>
                    <a:pt x="76744" y="70911"/>
                    <a:pt x="81816" y="70911"/>
                  </a:cubicBezTo>
                  <a:cubicBezTo>
                    <a:pt x="86894" y="70911"/>
                    <a:pt x="91122" y="67427"/>
                    <a:pt x="92338" y="62727"/>
                  </a:cubicBezTo>
                  <a:lnTo>
                    <a:pt x="100911" y="62727"/>
                  </a:lnTo>
                  <a:cubicBezTo>
                    <a:pt x="102416" y="62727"/>
                    <a:pt x="103638" y="61511"/>
                    <a:pt x="103638" y="60000"/>
                  </a:cubicBezTo>
                  <a:cubicBezTo>
                    <a:pt x="103638" y="58494"/>
                    <a:pt x="102416" y="57277"/>
                    <a:pt x="100911" y="57277"/>
                  </a:cubicBezTo>
                  <a:moveTo>
                    <a:pt x="54544" y="95455"/>
                  </a:moveTo>
                  <a:cubicBezTo>
                    <a:pt x="51533" y="95455"/>
                    <a:pt x="49088" y="93016"/>
                    <a:pt x="49088" y="90000"/>
                  </a:cubicBezTo>
                  <a:cubicBezTo>
                    <a:pt x="49088" y="86988"/>
                    <a:pt x="51533" y="84544"/>
                    <a:pt x="54544" y="84544"/>
                  </a:cubicBezTo>
                  <a:cubicBezTo>
                    <a:pt x="57555" y="84544"/>
                    <a:pt x="60000" y="86988"/>
                    <a:pt x="60000" y="90000"/>
                  </a:cubicBezTo>
                  <a:cubicBezTo>
                    <a:pt x="60000" y="93016"/>
                    <a:pt x="57555" y="95455"/>
                    <a:pt x="54544" y="95455"/>
                  </a:cubicBezTo>
                  <a:moveTo>
                    <a:pt x="100911" y="87272"/>
                  </a:moveTo>
                  <a:lnTo>
                    <a:pt x="65066" y="87272"/>
                  </a:lnTo>
                  <a:cubicBezTo>
                    <a:pt x="63850" y="82572"/>
                    <a:pt x="59622" y="79094"/>
                    <a:pt x="54544" y="79094"/>
                  </a:cubicBezTo>
                  <a:cubicBezTo>
                    <a:pt x="49466" y="79094"/>
                    <a:pt x="45238" y="82572"/>
                    <a:pt x="44022" y="87272"/>
                  </a:cubicBezTo>
                  <a:lnTo>
                    <a:pt x="19088" y="87272"/>
                  </a:lnTo>
                  <a:cubicBezTo>
                    <a:pt x="17583" y="87272"/>
                    <a:pt x="16361" y="88494"/>
                    <a:pt x="16361" y="90000"/>
                  </a:cubicBezTo>
                  <a:cubicBezTo>
                    <a:pt x="16361" y="91511"/>
                    <a:pt x="17583" y="92727"/>
                    <a:pt x="19088" y="92727"/>
                  </a:cubicBezTo>
                  <a:lnTo>
                    <a:pt x="44022" y="92727"/>
                  </a:lnTo>
                  <a:cubicBezTo>
                    <a:pt x="45238" y="97427"/>
                    <a:pt x="49466" y="100911"/>
                    <a:pt x="54544" y="100911"/>
                  </a:cubicBezTo>
                  <a:cubicBezTo>
                    <a:pt x="59622" y="100911"/>
                    <a:pt x="63850" y="97427"/>
                    <a:pt x="65066" y="92727"/>
                  </a:cubicBezTo>
                  <a:lnTo>
                    <a:pt x="100911" y="92727"/>
                  </a:lnTo>
                  <a:cubicBezTo>
                    <a:pt x="102416" y="92727"/>
                    <a:pt x="103638" y="91511"/>
                    <a:pt x="103638" y="90000"/>
                  </a:cubicBezTo>
                  <a:cubicBezTo>
                    <a:pt x="103638" y="88494"/>
                    <a:pt x="102416" y="87272"/>
                    <a:pt x="100911" y="87272"/>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25" name="Google Shape;87;p6">
            <a:extLst>
              <a:ext uri="{FF2B5EF4-FFF2-40B4-BE49-F238E27FC236}">
                <a16:creationId xmlns:a16="http://schemas.microsoft.com/office/drawing/2014/main" id="{D4A4674C-6346-59F4-D38D-A65C54035C5F}"/>
              </a:ext>
            </a:extLst>
          </p:cNvPr>
          <p:cNvGrpSpPr>
            <a:grpSpLocks/>
          </p:cNvGrpSpPr>
          <p:nvPr/>
        </p:nvGrpSpPr>
        <p:grpSpPr bwMode="auto">
          <a:xfrm>
            <a:off x="8805863" y="4754563"/>
            <a:ext cx="617537" cy="617537"/>
            <a:chOff x="8998834" y="4446928"/>
            <a:chExt cx="616688" cy="616688"/>
          </a:xfrm>
        </p:grpSpPr>
        <p:sp>
          <p:nvSpPr>
            <p:cNvPr id="26" name="Google Shape;88;p6">
              <a:extLst>
                <a:ext uri="{FF2B5EF4-FFF2-40B4-BE49-F238E27FC236}">
                  <a16:creationId xmlns:a16="http://schemas.microsoft.com/office/drawing/2014/main" id="{6EB3E9C9-7A0D-FDB4-0F40-32A0F8AEF3BD}"/>
                </a:ext>
              </a:extLst>
            </p:cNvPr>
            <p:cNvSpPr/>
            <p:nvPr/>
          </p:nvSpPr>
          <p:spPr>
            <a:xfrm>
              <a:off x="8998834" y="4446928"/>
              <a:ext cx="616688" cy="616688"/>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27" name="Google Shape;89;p6">
              <a:extLst>
                <a:ext uri="{FF2B5EF4-FFF2-40B4-BE49-F238E27FC236}">
                  <a16:creationId xmlns:a16="http://schemas.microsoft.com/office/drawing/2014/main" id="{098EE67A-E8DA-8128-3161-3EE9D85D2EE1}"/>
                </a:ext>
              </a:extLst>
            </p:cNvPr>
            <p:cNvSpPr>
              <a:spLocks/>
            </p:cNvSpPr>
            <p:nvPr/>
          </p:nvSpPr>
          <p:spPr bwMode="auto">
            <a:xfrm>
              <a:off x="9166878" y="4640337"/>
              <a:ext cx="280601" cy="253651"/>
            </a:xfrm>
            <a:custGeom>
              <a:avLst/>
              <a:gdLst>
                <a:gd name="T0" fmla="*/ 0 w 120000"/>
                <a:gd name="T1" fmla="*/ 0 h 120000"/>
                <a:gd name="T2" fmla="*/ 120000 w 120000"/>
                <a:gd name="T3" fmla="*/ 120000 h 120000"/>
              </a:gdLst>
              <a:ahLst/>
              <a:cxnLst>
                <a:cxn ang="0">
                  <a:pos x="81816" y="114000"/>
                </a:cxn>
                <a:cxn ang="0">
                  <a:pos x="84544" y="99000"/>
                </a:cxn>
                <a:cxn ang="0">
                  <a:pos x="81816" y="42000"/>
                </a:cxn>
                <a:cxn ang="0">
                  <a:pos x="92727" y="114000"/>
                </a:cxn>
                <a:cxn ang="0">
                  <a:pos x="73638" y="99000"/>
                </a:cxn>
                <a:cxn ang="0">
                  <a:pos x="76361" y="114000"/>
                </a:cxn>
                <a:cxn ang="0">
                  <a:pos x="21816" y="102000"/>
                </a:cxn>
                <a:cxn ang="0">
                  <a:pos x="21816" y="96000"/>
                </a:cxn>
                <a:cxn ang="0">
                  <a:pos x="76361" y="42000"/>
                </a:cxn>
                <a:cxn ang="0">
                  <a:pos x="16361" y="96000"/>
                </a:cxn>
                <a:cxn ang="0">
                  <a:pos x="16361" y="102000"/>
                </a:cxn>
                <a:cxn ang="0">
                  <a:pos x="5455" y="114000"/>
                </a:cxn>
                <a:cxn ang="0">
                  <a:pos x="16361" y="42000"/>
                </a:cxn>
                <a:cxn ang="0">
                  <a:pos x="43638" y="30000"/>
                </a:cxn>
                <a:cxn ang="0">
                  <a:pos x="60000" y="36005"/>
                </a:cxn>
                <a:cxn ang="0">
                  <a:pos x="43638" y="30000"/>
                </a:cxn>
                <a:cxn ang="0">
                  <a:pos x="65455" y="36005"/>
                </a:cxn>
                <a:cxn ang="0">
                  <a:pos x="43638" y="24005"/>
                </a:cxn>
                <a:cxn ang="0">
                  <a:pos x="5455" y="36005"/>
                </a:cxn>
                <a:cxn ang="0">
                  <a:pos x="0" y="114000"/>
                </a:cxn>
                <a:cxn ang="0">
                  <a:pos x="92727" y="120000"/>
                </a:cxn>
                <a:cxn ang="0">
                  <a:pos x="98183" y="42000"/>
                </a:cxn>
                <a:cxn ang="0">
                  <a:pos x="60000" y="12005"/>
                </a:cxn>
                <a:cxn ang="0">
                  <a:pos x="76361" y="6000"/>
                </a:cxn>
                <a:cxn ang="0">
                  <a:pos x="60000" y="12005"/>
                </a:cxn>
                <a:cxn ang="0">
                  <a:pos x="87272" y="12005"/>
                </a:cxn>
                <a:cxn ang="0">
                  <a:pos x="65455" y="0"/>
                </a:cxn>
                <a:cxn ang="0">
                  <a:pos x="27272" y="12005"/>
                </a:cxn>
                <a:cxn ang="0">
                  <a:pos x="21816" y="27000"/>
                </a:cxn>
                <a:cxn ang="0">
                  <a:pos x="27272" y="27000"/>
                </a:cxn>
                <a:cxn ang="0">
                  <a:pos x="114544" y="18000"/>
                </a:cxn>
                <a:cxn ang="0">
                  <a:pos x="106361" y="90005"/>
                </a:cxn>
                <a:cxn ang="0">
                  <a:pos x="106361" y="96000"/>
                </a:cxn>
                <a:cxn ang="0">
                  <a:pos x="120000" y="90005"/>
                </a:cxn>
                <a:cxn ang="0">
                  <a:pos x="114544" y="12005"/>
                </a:cxn>
                <a:cxn ang="0">
                  <a:pos x="35455" y="66005"/>
                </a:cxn>
                <a:cxn ang="0">
                  <a:pos x="35455" y="60000"/>
                </a:cxn>
                <a:cxn ang="0">
                  <a:pos x="27272" y="63005"/>
                </a:cxn>
                <a:cxn ang="0">
                  <a:pos x="30000" y="54000"/>
                </a:cxn>
                <a:cxn ang="0">
                  <a:pos x="49088" y="51005"/>
                </a:cxn>
                <a:cxn ang="0">
                  <a:pos x="30000" y="48000"/>
                </a:cxn>
                <a:cxn ang="0">
                  <a:pos x="30000" y="54000"/>
                </a:cxn>
              </a:cxnLst>
              <a:rect l="T0" t="T1" r="T2" b="T3"/>
              <a:pathLst>
                <a:path w="120000" h="120000" extrusionOk="0">
                  <a:moveTo>
                    <a:pt x="92727" y="114000"/>
                  </a:moveTo>
                  <a:lnTo>
                    <a:pt x="81816" y="114000"/>
                  </a:lnTo>
                  <a:lnTo>
                    <a:pt x="81816" y="102000"/>
                  </a:lnTo>
                  <a:cubicBezTo>
                    <a:pt x="83327" y="102000"/>
                    <a:pt x="84544" y="100661"/>
                    <a:pt x="84544" y="99000"/>
                  </a:cubicBezTo>
                  <a:cubicBezTo>
                    <a:pt x="84544" y="97344"/>
                    <a:pt x="83327" y="96000"/>
                    <a:pt x="81816" y="96000"/>
                  </a:cubicBezTo>
                  <a:lnTo>
                    <a:pt x="81816" y="42000"/>
                  </a:lnTo>
                  <a:lnTo>
                    <a:pt x="92727" y="42000"/>
                  </a:lnTo>
                  <a:cubicBezTo>
                    <a:pt x="92727" y="42000"/>
                    <a:pt x="92727" y="114000"/>
                    <a:pt x="92727" y="114000"/>
                  </a:cubicBezTo>
                  <a:close/>
                  <a:moveTo>
                    <a:pt x="76361" y="96000"/>
                  </a:moveTo>
                  <a:cubicBezTo>
                    <a:pt x="74855" y="96000"/>
                    <a:pt x="73638" y="97344"/>
                    <a:pt x="73638" y="99000"/>
                  </a:cubicBezTo>
                  <a:cubicBezTo>
                    <a:pt x="73638" y="100661"/>
                    <a:pt x="74855" y="102000"/>
                    <a:pt x="76361" y="102000"/>
                  </a:cubicBezTo>
                  <a:lnTo>
                    <a:pt x="76361" y="114000"/>
                  </a:lnTo>
                  <a:lnTo>
                    <a:pt x="21816" y="114000"/>
                  </a:lnTo>
                  <a:lnTo>
                    <a:pt x="21816" y="102000"/>
                  </a:lnTo>
                  <a:cubicBezTo>
                    <a:pt x="23327" y="102000"/>
                    <a:pt x="24544" y="100661"/>
                    <a:pt x="24544" y="99000"/>
                  </a:cubicBezTo>
                  <a:cubicBezTo>
                    <a:pt x="24544" y="97344"/>
                    <a:pt x="23327" y="96000"/>
                    <a:pt x="21816" y="96000"/>
                  </a:cubicBezTo>
                  <a:lnTo>
                    <a:pt x="21816" y="42000"/>
                  </a:lnTo>
                  <a:lnTo>
                    <a:pt x="76361" y="42000"/>
                  </a:lnTo>
                  <a:cubicBezTo>
                    <a:pt x="76361" y="42000"/>
                    <a:pt x="76361" y="96000"/>
                    <a:pt x="76361" y="96000"/>
                  </a:cubicBezTo>
                  <a:close/>
                  <a:moveTo>
                    <a:pt x="16361" y="96000"/>
                  </a:moveTo>
                  <a:cubicBezTo>
                    <a:pt x="14855" y="96000"/>
                    <a:pt x="13638" y="97344"/>
                    <a:pt x="13638" y="99000"/>
                  </a:cubicBezTo>
                  <a:cubicBezTo>
                    <a:pt x="13638" y="100661"/>
                    <a:pt x="14855" y="102000"/>
                    <a:pt x="16361" y="102000"/>
                  </a:cubicBezTo>
                  <a:lnTo>
                    <a:pt x="16361" y="114000"/>
                  </a:lnTo>
                  <a:lnTo>
                    <a:pt x="5455" y="114000"/>
                  </a:lnTo>
                  <a:lnTo>
                    <a:pt x="5455" y="42000"/>
                  </a:lnTo>
                  <a:lnTo>
                    <a:pt x="16361" y="42000"/>
                  </a:lnTo>
                  <a:cubicBezTo>
                    <a:pt x="16361" y="42000"/>
                    <a:pt x="16361" y="96000"/>
                    <a:pt x="16361" y="96000"/>
                  </a:cubicBezTo>
                  <a:close/>
                  <a:moveTo>
                    <a:pt x="43638" y="30000"/>
                  </a:moveTo>
                  <a:lnTo>
                    <a:pt x="54544" y="30000"/>
                  </a:lnTo>
                  <a:cubicBezTo>
                    <a:pt x="57555" y="30000"/>
                    <a:pt x="60000" y="32688"/>
                    <a:pt x="60000" y="36005"/>
                  </a:cubicBezTo>
                  <a:lnTo>
                    <a:pt x="38183" y="36005"/>
                  </a:lnTo>
                  <a:cubicBezTo>
                    <a:pt x="38183" y="32688"/>
                    <a:pt x="40627" y="30000"/>
                    <a:pt x="43638" y="30000"/>
                  </a:cubicBezTo>
                  <a:moveTo>
                    <a:pt x="92727" y="36005"/>
                  </a:moveTo>
                  <a:lnTo>
                    <a:pt x="65455" y="36005"/>
                  </a:lnTo>
                  <a:cubicBezTo>
                    <a:pt x="65455" y="29372"/>
                    <a:pt x="60572" y="24005"/>
                    <a:pt x="54544" y="24005"/>
                  </a:cubicBezTo>
                  <a:lnTo>
                    <a:pt x="43638" y="24005"/>
                  </a:lnTo>
                  <a:cubicBezTo>
                    <a:pt x="37611" y="24005"/>
                    <a:pt x="32727" y="29372"/>
                    <a:pt x="32727" y="36005"/>
                  </a:cubicBezTo>
                  <a:lnTo>
                    <a:pt x="5455" y="36005"/>
                  </a:lnTo>
                  <a:cubicBezTo>
                    <a:pt x="2444" y="36005"/>
                    <a:pt x="0" y="38688"/>
                    <a:pt x="0" y="42000"/>
                  </a:cubicBezTo>
                  <a:lnTo>
                    <a:pt x="0" y="114000"/>
                  </a:lnTo>
                  <a:cubicBezTo>
                    <a:pt x="0" y="117311"/>
                    <a:pt x="2444" y="120000"/>
                    <a:pt x="5455" y="120000"/>
                  </a:cubicBezTo>
                  <a:lnTo>
                    <a:pt x="92727" y="120000"/>
                  </a:lnTo>
                  <a:cubicBezTo>
                    <a:pt x="95738" y="120000"/>
                    <a:pt x="98183" y="117311"/>
                    <a:pt x="98183" y="114000"/>
                  </a:cubicBezTo>
                  <a:lnTo>
                    <a:pt x="98183" y="42000"/>
                  </a:lnTo>
                  <a:cubicBezTo>
                    <a:pt x="98183" y="38688"/>
                    <a:pt x="95738" y="36005"/>
                    <a:pt x="92727" y="36005"/>
                  </a:cubicBezTo>
                  <a:moveTo>
                    <a:pt x="60000" y="12005"/>
                  </a:moveTo>
                  <a:cubicBezTo>
                    <a:pt x="60000" y="8688"/>
                    <a:pt x="62444" y="6000"/>
                    <a:pt x="65455" y="6000"/>
                  </a:cubicBezTo>
                  <a:lnTo>
                    <a:pt x="76361" y="6000"/>
                  </a:lnTo>
                  <a:cubicBezTo>
                    <a:pt x="79372" y="6000"/>
                    <a:pt x="81816" y="8688"/>
                    <a:pt x="81816" y="12005"/>
                  </a:cubicBezTo>
                  <a:cubicBezTo>
                    <a:pt x="81816" y="12005"/>
                    <a:pt x="60000" y="12005"/>
                    <a:pt x="60000" y="12005"/>
                  </a:cubicBezTo>
                  <a:close/>
                  <a:moveTo>
                    <a:pt x="114544" y="12005"/>
                  </a:moveTo>
                  <a:lnTo>
                    <a:pt x="87272" y="12005"/>
                  </a:lnTo>
                  <a:cubicBezTo>
                    <a:pt x="87272" y="5372"/>
                    <a:pt x="82388" y="0"/>
                    <a:pt x="76361" y="0"/>
                  </a:cubicBezTo>
                  <a:lnTo>
                    <a:pt x="65455" y="0"/>
                  </a:lnTo>
                  <a:cubicBezTo>
                    <a:pt x="59427" y="0"/>
                    <a:pt x="54544" y="5372"/>
                    <a:pt x="54544" y="12005"/>
                  </a:cubicBezTo>
                  <a:lnTo>
                    <a:pt x="27272" y="12005"/>
                  </a:lnTo>
                  <a:cubicBezTo>
                    <a:pt x="24261" y="12005"/>
                    <a:pt x="21816" y="14688"/>
                    <a:pt x="21816" y="18000"/>
                  </a:cubicBezTo>
                  <a:lnTo>
                    <a:pt x="21816" y="27000"/>
                  </a:lnTo>
                  <a:cubicBezTo>
                    <a:pt x="21816" y="28661"/>
                    <a:pt x="23038" y="30000"/>
                    <a:pt x="24544" y="30000"/>
                  </a:cubicBezTo>
                  <a:cubicBezTo>
                    <a:pt x="26055" y="30000"/>
                    <a:pt x="27272" y="28661"/>
                    <a:pt x="27272" y="27000"/>
                  </a:cubicBezTo>
                  <a:lnTo>
                    <a:pt x="27272" y="18000"/>
                  </a:lnTo>
                  <a:lnTo>
                    <a:pt x="114544" y="18000"/>
                  </a:lnTo>
                  <a:lnTo>
                    <a:pt x="114544" y="90005"/>
                  </a:lnTo>
                  <a:lnTo>
                    <a:pt x="106361" y="90005"/>
                  </a:lnTo>
                  <a:cubicBezTo>
                    <a:pt x="104855" y="90005"/>
                    <a:pt x="103638" y="91344"/>
                    <a:pt x="103638" y="93000"/>
                  </a:cubicBezTo>
                  <a:cubicBezTo>
                    <a:pt x="103638" y="94661"/>
                    <a:pt x="104855" y="96000"/>
                    <a:pt x="106361" y="96000"/>
                  </a:cubicBezTo>
                  <a:lnTo>
                    <a:pt x="114544" y="96000"/>
                  </a:lnTo>
                  <a:cubicBezTo>
                    <a:pt x="117555" y="96000"/>
                    <a:pt x="120000" y="93311"/>
                    <a:pt x="120000" y="90005"/>
                  </a:cubicBezTo>
                  <a:lnTo>
                    <a:pt x="120000" y="18000"/>
                  </a:lnTo>
                  <a:cubicBezTo>
                    <a:pt x="120000" y="14688"/>
                    <a:pt x="117555" y="12005"/>
                    <a:pt x="114544" y="12005"/>
                  </a:cubicBezTo>
                  <a:moveTo>
                    <a:pt x="30000" y="66005"/>
                  </a:moveTo>
                  <a:lnTo>
                    <a:pt x="35455" y="66005"/>
                  </a:lnTo>
                  <a:cubicBezTo>
                    <a:pt x="36961" y="66005"/>
                    <a:pt x="38183" y="64661"/>
                    <a:pt x="38183" y="63005"/>
                  </a:cubicBezTo>
                  <a:cubicBezTo>
                    <a:pt x="38183" y="61344"/>
                    <a:pt x="36961" y="60000"/>
                    <a:pt x="35455" y="60000"/>
                  </a:cubicBezTo>
                  <a:lnTo>
                    <a:pt x="30000" y="60000"/>
                  </a:lnTo>
                  <a:cubicBezTo>
                    <a:pt x="28494" y="60000"/>
                    <a:pt x="27272" y="61344"/>
                    <a:pt x="27272" y="63005"/>
                  </a:cubicBezTo>
                  <a:cubicBezTo>
                    <a:pt x="27272" y="64661"/>
                    <a:pt x="28494" y="66005"/>
                    <a:pt x="30000" y="66005"/>
                  </a:cubicBezTo>
                  <a:moveTo>
                    <a:pt x="30000" y="54000"/>
                  </a:moveTo>
                  <a:lnTo>
                    <a:pt x="46361" y="54000"/>
                  </a:lnTo>
                  <a:cubicBezTo>
                    <a:pt x="47872" y="54000"/>
                    <a:pt x="49088" y="52661"/>
                    <a:pt x="49088" y="51005"/>
                  </a:cubicBezTo>
                  <a:cubicBezTo>
                    <a:pt x="49088" y="49344"/>
                    <a:pt x="47872" y="48000"/>
                    <a:pt x="46361" y="48000"/>
                  </a:cubicBezTo>
                  <a:lnTo>
                    <a:pt x="30000" y="48000"/>
                  </a:lnTo>
                  <a:cubicBezTo>
                    <a:pt x="28494" y="48000"/>
                    <a:pt x="27272" y="49344"/>
                    <a:pt x="27272" y="51005"/>
                  </a:cubicBezTo>
                  <a:cubicBezTo>
                    <a:pt x="27272" y="52661"/>
                    <a:pt x="28494" y="54000"/>
                    <a:pt x="30000" y="5400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28" name="Google Shape;90;p6">
            <a:extLst>
              <a:ext uri="{FF2B5EF4-FFF2-40B4-BE49-F238E27FC236}">
                <a16:creationId xmlns:a16="http://schemas.microsoft.com/office/drawing/2014/main" id="{22B63742-A47C-78D8-CD91-91D0B8B2A4D1}"/>
              </a:ext>
            </a:extLst>
          </p:cNvPr>
          <p:cNvGrpSpPr>
            <a:grpSpLocks/>
          </p:cNvGrpSpPr>
          <p:nvPr/>
        </p:nvGrpSpPr>
        <p:grpSpPr bwMode="auto">
          <a:xfrm>
            <a:off x="5865813" y="1538288"/>
            <a:ext cx="617537" cy="617537"/>
            <a:chOff x="5866603" y="2153819"/>
            <a:chExt cx="616688" cy="616688"/>
          </a:xfrm>
        </p:grpSpPr>
        <p:sp>
          <p:nvSpPr>
            <p:cNvPr id="29" name="Google Shape;91;p6">
              <a:extLst>
                <a:ext uri="{FF2B5EF4-FFF2-40B4-BE49-F238E27FC236}">
                  <a16:creationId xmlns:a16="http://schemas.microsoft.com/office/drawing/2014/main" id="{0483E096-E352-20AC-0E78-7FC4C592416F}"/>
                </a:ext>
              </a:extLst>
            </p:cNvPr>
            <p:cNvSpPr/>
            <p:nvPr/>
          </p:nvSpPr>
          <p:spPr>
            <a:xfrm>
              <a:off x="5866603" y="2153819"/>
              <a:ext cx="616688" cy="616688"/>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30" name="Google Shape;92;p6">
              <a:extLst>
                <a:ext uri="{FF2B5EF4-FFF2-40B4-BE49-F238E27FC236}">
                  <a16:creationId xmlns:a16="http://schemas.microsoft.com/office/drawing/2014/main" id="{57A44F54-FF49-1716-12A6-14526555C37A}"/>
                </a:ext>
              </a:extLst>
            </p:cNvPr>
            <p:cNvSpPr>
              <a:spLocks/>
            </p:cNvSpPr>
            <p:nvPr/>
          </p:nvSpPr>
          <p:spPr bwMode="auto">
            <a:xfrm>
              <a:off x="6034647" y="2326618"/>
              <a:ext cx="280601" cy="255237"/>
            </a:xfrm>
            <a:custGeom>
              <a:avLst/>
              <a:gdLst>
                <a:gd name="T0" fmla="*/ 0 w 120000"/>
                <a:gd name="T1" fmla="*/ 0 h 120000"/>
                <a:gd name="T2" fmla="*/ 120000 w 120000"/>
                <a:gd name="T3" fmla="*/ 120000 h 120000"/>
              </a:gdLst>
              <a:ahLst/>
              <a:cxnLst>
                <a:cxn ang="0">
                  <a:pos x="75444" y="42031"/>
                </a:cxn>
                <a:cxn ang="0">
                  <a:pos x="114544" y="30039"/>
                </a:cxn>
                <a:cxn ang="0">
                  <a:pos x="109088" y="78019"/>
                </a:cxn>
                <a:cxn ang="0">
                  <a:pos x="62727" y="48030"/>
                </a:cxn>
                <a:cxn ang="0">
                  <a:pos x="82677" y="59574"/>
                </a:cxn>
                <a:cxn ang="0">
                  <a:pos x="86516" y="59188"/>
                </a:cxn>
                <a:cxn ang="0">
                  <a:pos x="79905" y="48030"/>
                </a:cxn>
                <a:cxn ang="0">
                  <a:pos x="109088" y="78019"/>
                </a:cxn>
                <a:cxn ang="0">
                  <a:pos x="62727" y="114001"/>
                </a:cxn>
                <a:cxn ang="0">
                  <a:pos x="109088" y="84012"/>
                </a:cxn>
                <a:cxn ang="0">
                  <a:pos x="62727" y="30993"/>
                </a:cxn>
                <a:cxn ang="0">
                  <a:pos x="62727" y="42031"/>
                </a:cxn>
                <a:cxn ang="0">
                  <a:pos x="71505" y="8405"/>
                </a:cxn>
                <a:cxn ang="0">
                  <a:pos x="87527" y="24040"/>
                </a:cxn>
                <a:cxn ang="0">
                  <a:pos x="64166" y="19477"/>
                </a:cxn>
                <a:cxn ang="0">
                  <a:pos x="57272" y="42031"/>
                </a:cxn>
                <a:cxn ang="0">
                  <a:pos x="57272" y="30811"/>
                </a:cxn>
                <a:cxn ang="0">
                  <a:pos x="57272" y="78019"/>
                </a:cxn>
                <a:cxn ang="0">
                  <a:pos x="10911" y="48030"/>
                </a:cxn>
                <a:cxn ang="0">
                  <a:pos x="33750" y="54960"/>
                </a:cxn>
                <a:cxn ang="0">
                  <a:pos x="34783" y="60164"/>
                </a:cxn>
                <a:cxn ang="0">
                  <a:pos x="47194" y="48030"/>
                </a:cxn>
                <a:cxn ang="0">
                  <a:pos x="57272" y="78019"/>
                </a:cxn>
                <a:cxn ang="0">
                  <a:pos x="10911" y="114001"/>
                </a:cxn>
                <a:cxn ang="0">
                  <a:pos x="57272" y="84012"/>
                </a:cxn>
                <a:cxn ang="0">
                  <a:pos x="5455" y="42031"/>
                </a:cxn>
                <a:cxn ang="0">
                  <a:pos x="51477" y="30039"/>
                </a:cxn>
                <a:cxn ang="0">
                  <a:pos x="5455" y="42031"/>
                </a:cxn>
                <a:cxn ang="0">
                  <a:pos x="48411" y="8405"/>
                </a:cxn>
                <a:cxn ang="0">
                  <a:pos x="54111" y="24040"/>
                </a:cxn>
                <a:cxn ang="0">
                  <a:pos x="31144" y="11293"/>
                </a:cxn>
                <a:cxn ang="0">
                  <a:pos x="93744" y="24040"/>
                </a:cxn>
                <a:cxn ang="0">
                  <a:pos x="68777" y="3206"/>
                </a:cxn>
                <a:cxn ang="0">
                  <a:pos x="60666" y="11906"/>
                </a:cxn>
                <a:cxn ang="0">
                  <a:pos x="60033" y="11850"/>
                </a:cxn>
                <a:cxn ang="0">
                  <a:pos x="59250" y="11906"/>
                </a:cxn>
                <a:cxn ang="0">
                  <a:pos x="51138" y="3212"/>
                </a:cxn>
                <a:cxn ang="0">
                  <a:pos x="26172" y="24040"/>
                </a:cxn>
                <a:cxn ang="0">
                  <a:pos x="0" y="30039"/>
                </a:cxn>
                <a:cxn ang="0">
                  <a:pos x="5455" y="48030"/>
                </a:cxn>
                <a:cxn ang="0">
                  <a:pos x="10911" y="120000"/>
                </a:cxn>
                <a:cxn ang="0">
                  <a:pos x="114544" y="114001"/>
                </a:cxn>
                <a:cxn ang="0">
                  <a:pos x="120000" y="42031"/>
                </a:cxn>
                <a:cxn ang="0">
                  <a:pos x="114544" y="24040"/>
                </a:cxn>
              </a:cxnLst>
              <a:rect l="T0" t="T1" r="T2" b="T3"/>
              <a:pathLst>
                <a:path w="120000" h="120000" extrusionOk="0">
                  <a:moveTo>
                    <a:pt x="114544" y="42031"/>
                  </a:moveTo>
                  <a:lnTo>
                    <a:pt x="75444" y="42031"/>
                  </a:lnTo>
                  <a:cubicBezTo>
                    <a:pt x="73088" y="38609"/>
                    <a:pt x="70655" y="34591"/>
                    <a:pt x="68438" y="30039"/>
                  </a:cubicBezTo>
                  <a:lnTo>
                    <a:pt x="114544" y="30039"/>
                  </a:lnTo>
                  <a:cubicBezTo>
                    <a:pt x="114544" y="30039"/>
                    <a:pt x="114544" y="42031"/>
                    <a:pt x="114544" y="42031"/>
                  </a:cubicBezTo>
                  <a:close/>
                  <a:moveTo>
                    <a:pt x="109088" y="78019"/>
                  </a:moveTo>
                  <a:lnTo>
                    <a:pt x="62727" y="78019"/>
                  </a:lnTo>
                  <a:lnTo>
                    <a:pt x="62727" y="48030"/>
                  </a:lnTo>
                  <a:lnTo>
                    <a:pt x="72722" y="48030"/>
                  </a:lnTo>
                  <a:cubicBezTo>
                    <a:pt x="77900" y="55119"/>
                    <a:pt x="82305" y="59233"/>
                    <a:pt x="82677" y="59574"/>
                  </a:cubicBezTo>
                  <a:cubicBezTo>
                    <a:pt x="83383" y="60215"/>
                    <a:pt x="84300" y="60408"/>
                    <a:pt x="85127" y="60164"/>
                  </a:cubicBezTo>
                  <a:cubicBezTo>
                    <a:pt x="85655" y="60011"/>
                    <a:pt x="86138" y="59682"/>
                    <a:pt x="86516" y="59188"/>
                  </a:cubicBezTo>
                  <a:cubicBezTo>
                    <a:pt x="87477" y="57917"/>
                    <a:pt x="87322" y="56021"/>
                    <a:pt x="86166" y="54960"/>
                  </a:cubicBezTo>
                  <a:cubicBezTo>
                    <a:pt x="86100" y="54903"/>
                    <a:pt x="83461" y="52429"/>
                    <a:pt x="79905" y="48030"/>
                  </a:cubicBezTo>
                  <a:lnTo>
                    <a:pt x="109088" y="48030"/>
                  </a:lnTo>
                  <a:cubicBezTo>
                    <a:pt x="109088" y="48030"/>
                    <a:pt x="109088" y="78019"/>
                    <a:pt x="109088" y="78019"/>
                  </a:cubicBezTo>
                  <a:close/>
                  <a:moveTo>
                    <a:pt x="109088" y="114001"/>
                  </a:moveTo>
                  <a:lnTo>
                    <a:pt x="62727" y="114001"/>
                  </a:lnTo>
                  <a:lnTo>
                    <a:pt x="62727" y="84012"/>
                  </a:lnTo>
                  <a:lnTo>
                    <a:pt x="109088" y="84012"/>
                  </a:lnTo>
                  <a:cubicBezTo>
                    <a:pt x="109088" y="84012"/>
                    <a:pt x="109088" y="114001"/>
                    <a:pt x="109088" y="114001"/>
                  </a:cubicBezTo>
                  <a:close/>
                  <a:moveTo>
                    <a:pt x="62727" y="30993"/>
                  </a:moveTo>
                  <a:cubicBezTo>
                    <a:pt x="64588" y="35062"/>
                    <a:pt x="66616" y="38751"/>
                    <a:pt x="68666" y="42031"/>
                  </a:cubicBezTo>
                  <a:lnTo>
                    <a:pt x="62727" y="42031"/>
                  </a:lnTo>
                  <a:cubicBezTo>
                    <a:pt x="62727" y="42031"/>
                    <a:pt x="62727" y="30993"/>
                    <a:pt x="62727" y="30993"/>
                  </a:cubicBezTo>
                  <a:close/>
                  <a:moveTo>
                    <a:pt x="71505" y="8405"/>
                  </a:moveTo>
                  <a:cubicBezTo>
                    <a:pt x="78027" y="4262"/>
                    <a:pt x="85755" y="5556"/>
                    <a:pt x="88772" y="11293"/>
                  </a:cubicBezTo>
                  <a:cubicBezTo>
                    <a:pt x="90794" y="15141"/>
                    <a:pt x="90127" y="19994"/>
                    <a:pt x="87527" y="24040"/>
                  </a:cubicBezTo>
                  <a:lnTo>
                    <a:pt x="65805" y="24040"/>
                  </a:lnTo>
                  <a:cubicBezTo>
                    <a:pt x="65222" y="22559"/>
                    <a:pt x="64672" y="21044"/>
                    <a:pt x="64166" y="19477"/>
                  </a:cubicBezTo>
                  <a:cubicBezTo>
                    <a:pt x="64738" y="15272"/>
                    <a:pt x="67333" y="11049"/>
                    <a:pt x="71505" y="8405"/>
                  </a:cubicBezTo>
                  <a:moveTo>
                    <a:pt x="57272" y="42031"/>
                  </a:moveTo>
                  <a:lnTo>
                    <a:pt x="51244" y="42031"/>
                  </a:lnTo>
                  <a:cubicBezTo>
                    <a:pt x="53333" y="38700"/>
                    <a:pt x="55388" y="34948"/>
                    <a:pt x="57272" y="30811"/>
                  </a:cubicBezTo>
                  <a:cubicBezTo>
                    <a:pt x="57272" y="30811"/>
                    <a:pt x="57272" y="42031"/>
                    <a:pt x="57272" y="42031"/>
                  </a:cubicBezTo>
                  <a:close/>
                  <a:moveTo>
                    <a:pt x="57272" y="78019"/>
                  </a:moveTo>
                  <a:lnTo>
                    <a:pt x="10911" y="78019"/>
                  </a:lnTo>
                  <a:lnTo>
                    <a:pt x="10911" y="48030"/>
                  </a:lnTo>
                  <a:lnTo>
                    <a:pt x="40011" y="48030"/>
                  </a:lnTo>
                  <a:cubicBezTo>
                    <a:pt x="36461" y="52429"/>
                    <a:pt x="33816" y="54903"/>
                    <a:pt x="33750" y="54960"/>
                  </a:cubicBezTo>
                  <a:cubicBezTo>
                    <a:pt x="32594" y="56021"/>
                    <a:pt x="32438" y="57917"/>
                    <a:pt x="33400" y="59188"/>
                  </a:cubicBezTo>
                  <a:cubicBezTo>
                    <a:pt x="33777" y="59682"/>
                    <a:pt x="34261" y="60011"/>
                    <a:pt x="34783" y="60164"/>
                  </a:cubicBezTo>
                  <a:cubicBezTo>
                    <a:pt x="35616" y="60408"/>
                    <a:pt x="36527" y="60215"/>
                    <a:pt x="37238" y="59574"/>
                  </a:cubicBezTo>
                  <a:cubicBezTo>
                    <a:pt x="37611" y="59233"/>
                    <a:pt x="42016" y="55119"/>
                    <a:pt x="47194" y="48030"/>
                  </a:cubicBezTo>
                  <a:lnTo>
                    <a:pt x="57272" y="48030"/>
                  </a:lnTo>
                  <a:cubicBezTo>
                    <a:pt x="57272" y="48030"/>
                    <a:pt x="57272" y="78019"/>
                    <a:pt x="57272" y="78019"/>
                  </a:cubicBezTo>
                  <a:close/>
                  <a:moveTo>
                    <a:pt x="57272" y="114001"/>
                  </a:moveTo>
                  <a:lnTo>
                    <a:pt x="10911" y="114001"/>
                  </a:lnTo>
                  <a:lnTo>
                    <a:pt x="10911" y="84012"/>
                  </a:lnTo>
                  <a:lnTo>
                    <a:pt x="57272" y="84012"/>
                  </a:lnTo>
                  <a:cubicBezTo>
                    <a:pt x="57272" y="84012"/>
                    <a:pt x="57272" y="114001"/>
                    <a:pt x="57272" y="114001"/>
                  </a:cubicBezTo>
                  <a:close/>
                  <a:moveTo>
                    <a:pt x="5455" y="42031"/>
                  </a:moveTo>
                  <a:lnTo>
                    <a:pt x="5455" y="30039"/>
                  </a:lnTo>
                  <a:lnTo>
                    <a:pt x="51477" y="30039"/>
                  </a:lnTo>
                  <a:cubicBezTo>
                    <a:pt x="49261" y="34591"/>
                    <a:pt x="46827" y="38609"/>
                    <a:pt x="44472" y="42031"/>
                  </a:cubicBezTo>
                  <a:cubicBezTo>
                    <a:pt x="44472" y="42031"/>
                    <a:pt x="5455" y="42031"/>
                    <a:pt x="5455" y="42031"/>
                  </a:cubicBezTo>
                  <a:close/>
                  <a:moveTo>
                    <a:pt x="31144" y="11293"/>
                  </a:moveTo>
                  <a:cubicBezTo>
                    <a:pt x="34155" y="5561"/>
                    <a:pt x="41888" y="4262"/>
                    <a:pt x="48411" y="8405"/>
                  </a:cubicBezTo>
                  <a:cubicBezTo>
                    <a:pt x="52583" y="11055"/>
                    <a:pt x="55172" y="15278"/>
                    <a:pt x="55750" y="19483"/>
                  </a:cubicBezTo>
                  <a:cubicBezTo>
                    <a:pt x="55244" y="21044"/>
                    <a:pt x="54694" y="22559"/>
                    <a:pt x="54111" y="24040"/>
                  </a:cubicBezTo>
                  <a:lnTo>
                    <a:pt x="32388" y="24040"/>
                  </a:lnTo>
                  <a:cubicBezTo>
                    <a:pt x="29788" y="19994"/>
                    <a:pt x="29122" y="15141"/>
                    <a:pt x="31144" y="11293"/>
                  </a:cubicBezTo>
                  <a:moveTo>
                    <a:pt x="114544" y="24040"/>
                  </a:moveTo>
                  <a:lnTo>
                    <a:pt x="93744" y="24040"/>
                  </a:lnTo>
                  <a:cubicBezTo>
                    <a:pt x="95883" y="18870"/>
                    <a:pt x="96022" y="13110"/>
                    <a:pt x="93494" y="8291"/>
                  </a:cubicBezTo>
                  <a:cubicBezTo>
                    <a:pt x="88972" y="-306"/>
                    <a:pt x="77911" y="-2587"/>
                    <a:pt x="68777" y="3206"/>
                  </a:cubicBezTo>
                  <a:cubicBezTo>
                    <a:pt x="65261" y="5442"/>
                    <a:pt x="62650" y="8575"/>
                    <a:pt x="60916" y="12043"/>
                  </a:cubicBezTo>
                  <a:cubicBezTo>
                    <a:pt x="60827" y="12003"/>
                    <a:pt x="60761" y="11935"/>
                    <a:pt x="60666" y="11906"/>
                  </a:cubicBezTo>
                  <a:cubicBezTo>
                    <a:pt x="60605" y="11889"/>
                    <a:pt x="60550" y="11901"/>
                    <a:pt x="60488" y="11889"/>
                  </a:cubicBezTo>
                  <a:cubicBezTo>
                    <a:pt x="60338" y="11855"/>
                    <a:pt x="60188" y="11855"/>
                    <a:pt x="60033" y="11850"/>
                  </a:cubicBezTo>
                  <a:cubicBezTo>
                    <a:pt x="59900" y="11855"/>
                    <a:pt x="59772" y="11855"/>
                    <a:pt x="59638" y="11878"/>
                  </a:cubicBezTo>
                  <a:cubicBezTo>
                    <a:pt x="59511" y="11895"/>
                    <a:pt x="59383" y="11861"/>
                    <a:pt x="59250" y="11906"/>
                  </a:cubicBezTo>
                  <a:cubicBezTo>
                    <a:pt x="59155" y="11935"/>
                    <a:pt x="59088" y="12003"/>
                    <a:pt x="59000" y="12043"/>
                  </a:cubicBezTo>
                  <a:cubicBezTo>
                    <a:pt x="57261" y="8575"/>
                    <a:pt x="54650" y="5442"/>
                    <a:pt x="51138" y="3212"/>
                  </a:cubicBezTo>
                  <a:cubicBezTo>
                    <a:pt x="42005" y="-2587"/>
                    <a:pt x="30938" y="-306"/>
                    <a:pt x="26416" y="8291"/>
                  </a:cubicBezTo>
                  <a:cubicBezTo>
                    <a:pt x="23894" y="13110"/>
                    <a:pt x="24027" y="18870"/>
                    <a:pt x="26172" y="24040"/>
                  </a:cubicBezTo>
                  <a:lnTo>
                    <a:pt x="5455" y="24040"/>
                  </a:lnTo>
                  <a:cubicBezTo>
                    <a:pt x="2444" y="24040"/>
                    <a:pt x="0" y="26725"/>
                    <a:pt x="0" y="30039"/>
                  </a:cubicBezTo>
                  <a:lnTo>
                    <a:pt x="0" y="42031"/>
                  </a:lnTo>
                  <a:cubicBezTo>
                    <a:pt x="0" y="45346"/>
                    <a:pt x="2444" y="48030"/>
                    <a:pt x="5455" y="48030"/>
                  </a:cubicBezTo>
                  <a:lnTo>
                    <a:pt x="5455" y="114001"/>
                  </a:lnTo>
                  <a:cubicBezTo>
                    <a:pt x="5455" y="117315"/>
                    <a:pt x="7900" y="120000"/>
                    <a:pt x="10911" y="120000"/>
                  </a:cubicBezTo>
                  <a:lnTo>
                    <a:pt x="109088" y="120000"/>
                  </a:lnTo>
                  <a:cubicBezTo>
                    <a:pt x="112100" y="120000"/>
                    <a:pt x="114544" y="117315"/>
                    <a:pt x="114544" y="114001"/>
                  </a:cubicBezTo>
                  <a:lnTo>
                    <a:pt x="114544" y="48030"/>
                  </a:lnTo>
                  <a:cubicBezTo>
                    <a:pt x="117555" y="48030"/>
                    <a:pt x="120000" y="45346"/>
                    <a:pt x="120000" y="42031"/>
                  </a:cubicBezTo>
                  <a:lnTo>
                    <a:pt x="120000" y="30039"/>
                  </a:lnTo>
                  <a:cubicBezTo>
                    <a:pt x="120000" y="26725"/>
                    <a:pt x="117555" y="24040"/>
                    <a:pt x="114544" y="2404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31" name="Google Shape;93;p6">
            <a:extLst>
              <a:ext uri="{FF2B5EF4-FFF2-40B4-BE49-F238E27FC236}">
                <a16:creationId xmlns:a16="http://schemas.microsoft.com/office/drawing/2014/main" id="{2EC3F49C-C80B-ACC0-2884-4B36387D1687}"/>
              </a:ext>
            </a:extLst>
          </p:cNvPr>
          <p:cNvGrpSpPr>
            <a:grpSpLocks/>
          </p:cNvGrpSpPr>
          <p:nvPr/>
        </p:nvGrpSpPr>
        <p:grpSpPr bwMode="auto">
          <a:xfrm>
            <a:off x="5883275" y="4735513"/>
            <a:ext cx="617538" cy="615950"/>
            <a:chOff x="5866603" y="4454825"/>
            <a:chExt cx="616688" cy="616688"/>
          </a:xfrm>
        </p:grpSpPr>
        <p:sp>
          <p:nvSpPr>
            <p:cNvPr id="32" name="Google Shape;94;p6">
              <a:extLst>
                <a:ext uri="{FF2B5EF4-FFF2-40B4-BE49-F238E27FC236}">
                  <a16:creationId xmlns:a16="http://schemas.microsoft.com/office/drawing/2014/main" id="{1DBBA6FE-867B-4A1D-C7F6-4D5780E24083}"/>
                </a:ext>
              </a:extLst>
            </p:cNvPr>
            <p:cNvSpPr/>
            <p:nvPr/>
          </p:nvSpPr>
          <p:spPr>
            <a:xfrm>
              <a:off x="5866603" y="4454825"/>
              <a:ext cx="616688" cy="616688"/>
            </a:xfrm>
            <a:prstGeom prst="roundRect">
              <a:avLst>
                <a:gd name="adj" fmla="val 50000"/>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33" name="Google Shape;95;p6">
              <a:extLst>
                <a:ext uri="{FF2B5EF4-FFF2-40B4-BE49-F238E27FC236}">
                  <a16:creationId xmlns:a16="http://schemas.microsoft.com/office/drawing/2014/main" id="{A4E44C10-AEEB-8B46-FB6C-62489039DF8A}"/>
                </a:ext>
              </a:extLst>
            </p:cNvPr>
            <p:cNvSpPr>
              <a:spLocks/>
            </p:cNvSpPr>
            <p:nvPr/>
          </p:nvSpPr>
          <p:spPr bwMode="auto">
            <a:xfrm>
              <a:off x="6034646" y="4615354"/>
              <a:ext cx="280601" cy="279735"/>
            </a:xfrm>
            <a:custGeom>
              <a:avLst/>
              <a:gdLst>
                <a:gd name="T0" fmla="*/ 0 w 120000"/>
                <a:gd name="T1" fmla="*/ 0 h 120000"/>
                <a:gd name="T2" fmla="*/ 120000 w 120000"/>
                <a:gd name="T3" fmla="*/ 120000 h 120000"/>
              </a:gdLst>
              <a:ahLst/>
              <a:cxnLst>
                <a:cxn ang="0">
                  <a:pos x="50277" y="96355"/>
                </a:cxn>
                <a:cxn ang="0">
                  <a:pos x="40077" y="94255"/>
                </a:cxn>
                <a:cxn ang="0">
                  <a:pos x="32577" y="87305"/>
                </a:cxn>
                <a:cxn ang="0">
                  <a:pos x="36361" y="97838"/>
                </a:cxn>
                <a:cxn ang="0">
                  <a:pos x="46738" y="101516"/>
                </a:cxn>
                <a:cxn ang="0">
                  <a:pos x="57061" y="98177"/>
                </a:cxn>
                <a:cxn ang="0">
                  <a:pos x="61377" y="88227"/>
                </a:cxn>
                <a:cxn ang="0">
                  <a:pos x="53700" y="77600"/>
                </a:cxn>
                <a:cxn ang="0">
                  <a:pos x="57900" y="74016"/>
                </a:cxn>
                <a:cxn ang="0">
                  <a:pos x="58588" y="63511"/>
                </a:cxn>
                <a:cxn ang="0">
                  <a:pos x="51750" y="57733"/>
                </a:cxn>
                <a:cxn ang="0">
                  <a:pos x="41011" y="58072"/>
                </a:cxn>
                <a:cxn ang="0">
                  <a:pos x="34466" y="65427"/>
                </a:cxn>
                <a:cxn ang="0">
                  <a:pos x="38577" y="71172"/>
                </a:cxn>
                <a:cxn ang="0">
                  <a:pos x="40533" y="64500"/>
                </a:cxn>
                <a:cxn ang="0">
                  <a:pos x="46616" y="61655"/>
                </a:cxn>
                <a:cxn ang="0">
                  <a:pos x="54177" y="68700"/>
                </a:cxn>
                <a:cxn ang="0">
                  <a:pos x="51750" y="74050"/>
                </a:cxn>
                <a:cxn ang="0">
                  <a:pos x="46077" y="75872"/>
                </a:cxn>
                <a:cxn ang="0">
                  <a:pos x="43861" y="75805"/>
                </a:cxn>
                <a:cxn ang="0">
                  <a:pos x="46916" y="80072"/>
                </a:cxn>
                <a:cxn ang="0">
                  <a:pos x="53338" y="82205"/>
                </a:cxn>
                <a:cxn ang="0">
                  <a:pos x="55977" y="88477"/>
                </a:cxn>
                <a:cxn ang="0">
                  <a:pos x="53216" y="94688"/>
                </a:cxn>
                <a:cxn ang="0">
                  <a:pos x="84305" y="100838"/>
                </a:cxn>
                <a:cxn ang="0">
                  <a:pos x="80405" y="57022"/>
                </a:cxn>
                <a:cxn ang="0">
                  <a:pos x="76055" y="63633"/>
                </a:cxn>
                <a:cxn ang="0">
                  <a:pos x="68166" y="65238"/>
                </a:cxn>
                <a:cxn ang="0">
                  <a:pos x="79205" y="69438"/>
                </a:cxn>
                <a:cxn ang="0">
                  <a:pos x="114544" y="38183"/>
                </a:cxn>
                <a:cxn ang="0">
                  <a:pos x="5455" y="21822"/>
                </a:cxn>
                <a:cxn ang="0">
                  <a:pos x="21816" y="16361"/>
                </a:cxn>
                <a:cxn ang="0">
                  <a:pos x="24544" y="27272"/>
                </a:cxn>
                <a:cxn ang="0">
                  <a:pos x="27272" y="16361"/>
                </a:cxn>
                <a:cxn ang="0">
                  <a:pos x="92727" y="24544"/>
                </a:cxn>
                <a:cxn ang="0">
                  <a:pos x="98183" y="24544"/>
                </a:cxn>
                <a:cxn ang="0">
                  <a:pos x="109088" y="16361"/>
                </a:cxn>
                <a:cxn ang="0">
                  <a:pos x="114544" y="38183"/>
                </a:cxn>
                <a:cxn ang="0">
                  <a:pos x="109088" y="114544"/>
                </a:cxn>
                <a:cxn ang="0">
                  <a:pos x="5455" y="109088"/>
                </a:cxn>
                <a:cxn ang="0">
                  <a:pos x="114544" y="43638"/>
                </a:cxn>
                <a:cxn ang="0">
                  <a:pos x="109088" y="10911"/>
                </a:cxn>
                <a:cxn ang="0">
                  <a:pos x="98183" y="2727"/>
                </a:cxn>
                <a:cxn ang="0">
                  <a:pos x="92727" y="2727"/>
                </a:cxn>
                <a:cxn ang="0">
                  <a:pos x="27272" y="10911"/>
                </a:cxn>
                <a:cxn ang="0">
                  <a:pos x="24544" y="0"/>
                </a:cxn>
                <a:cxn ang="0">
                  <a:pos x="21816" y="10911"/>
                </a:cxn>
                <a:cxn ang="0">
                  <a:pos x="0" y="21822"/>
                </a:cxn>
                <a:cxn ang="0">
                  <a:pos x="10911" y="120000"/>
                </a:cxn>
                <a:cxn ang="0">
                  <a:pos x="120000" y="109088"/>
                </a:cxn>
                <a:cxn ang="0">
                  <a:pos x="109088" y="10911"/>
                </a:cxn>
              </a:cxnLst>
              <a:rect l="T0" t="T1" r="T2" b="T3"/>
              <a:pathLst>
                <a:path w="120000" h="120000" extrusionOk="0">
                  <a:moveTo>
                    <a:pt x="53216" y="94688"/>
                  </a:moveTo>
                  <a:cubicBezTo>
                    <a:pt x="52377" y="95411"/>
                    <a:pt x="51400" y="95966"/>
                    <a:pt x="50277" y="96355"/>
                  </a:cubicBezTo>
                  <a:cubicBezTo>
                    <a:pt x="49161" y="96750"/>
                    <a:pt x="47977" y="96944"/>
                    <a:pt x="46738" y="96944"/>
                  </a:cubicBezTo>
                  <a:cubicBezTo>
                    <a:pt x="43816" y="96944"/>
                    <a:pt x="41600" y="96044"/>
                    <a:pt x="40077" y="94255"/>
                  </a:cubicBezTo>
                  <a:cubicBezTo>
                    <a:pt x="38561" y="92466"/>
                    <a:pt x="37761" y="90144"/>
                    <a:pt x="37677" y="87305"/>
                  </a:cubicBezTo>
                  <a:lnTo>
                    <a:pt x="32577" y="87305"/>
                  </a:lnTo>
                  <a:cubicBezTo>
                    <a:pt x="32538" y="89566"/>
                    <a:pt x="32850" y="91588"/>
                    <a:pt x="33511" y="93361"/>
                  </a:cubicBezTo>
                  <a:cubicBezTo>
                    <a:pt x="34172" y="95127"/>
                    <a:pt x="35116" y="96627"/>
                    <a:pt x="36361" y="97838"/>
                  </a:cubicBezTo>
                  <a:cubicBezTo>
                    <a:pt x="37594" y="99055"/>
                    <a:pt x="39100" y="99972"/>
                    <a:pt x="40861" y="100588"/>
                  </a:cubicBezTo>
                  <a:cubicBezTo>
                    <a:pt x="42616" y="101211"/>
                    <a:pt x="44577" y="101516"/>
                    <a:pt x="46738" y="101516"/>
                  </a:cubicBezTo>
                  <a:cubicBezTo>
                    <a:pt x="48738" y="101516"/>
                    <a:pt x="50627" y="101238"/>
                    <a:pt x="52411" y="100683"/>
                  </a:cubicBezTo>
                  <a:cubicBezTo>
                    <a:pt x="54188" y="100127"/>
                    <a:pt x="55738" y="99294"/>
                    <a:pt x="57061" y="98177"/>
                  </a:cubicBezTo>
                  <a:cubicBezTo>
                    <a:pt x="58383" y="97066"/>
                    <a:pt x="59427" y="95677"/>
                    <a:pt x="60205" y="94011"/>
                  </a:cubicBezTo>
                  <a:cubicBezTo>
                    <a:pt x="60988" y="92338"/>
                    <a:pt x="61377" y="90416"/>
                    <a:pt x="61377" y="88227"/>
                  </a:cubicBezTo>
                  <a:cubicBezTo>
                    <a:pt x="61377" y="85594"/>
                    <a:pt x="60750" y="83305"/>
                    <a:pt x="59488" y="81366"/>
                  </a:cubicBezTo>
                  <a:cubicBezTo>
                    <a:pt x="58227" y="79433"/>
                    <a:pt x="56300" y="78177"/>
                    <a:pt x="53700" y="77600"/>
                  </a:cubicBezTo>
                  <a:lnTo>
                    <a:pt x="53700" y="77477"/>
                  </a:lnTo>
                  <a:cubicBezTo>
                    <a:pt x="55377" y="76694"/>
                    <a:pt x="56777" y="75538"/>
                    <a:pt x="57900" y="74016"/>
                  </a:cubicBezTo>
                  <a:cubicBezTo>
                    <a:pt x="59022" y="72488"/>
                    <a:pt x="59577" y="70744"/>
                    <a:pt x="59577" y="68761"/>
                  </a:cubicBezTo>
                  <a:cubicBezTo>
                    <a:pt x="59577" y="66744"/>
                    <a:pt x="59250" y="64988"/>
                    <a:pt x="58588" y="63511"/>
                  </a:cubicBezTo>
                  <a:cubicBezTo>
                    <a:pt x="57927" y="62027"/>
                    <a:pt x="57016" y="60811"/>
                    <a:pt x="55861" y="59866"/>
                  </a:cubicBezTo>
                  <a:cubicBezTo>
                    <a:pt x="54700" y="58916"/>
                    <a:pt x="53327" y="58205"/>
                    <a:pt x="51750" y="57733"/>
                  </a:cubicBezTo>
                  <a:cubicBezTo>
                    <a:pt x="50166" y="57255"/>
                    <a:pt x="48455" y="57022"/>
                    <a:pt x="46616" y="57022"/>
                  </a:cubicBezTo>
                  <a:cubicBezTo>
                    <a:pt x="44500" y="57022"/>
                    <a:pt x="42627" y="57366"/>
                    <a:pt x="41011" y="58072"/>
                  </a:cubicBezTo>
                  <a:cubicBezTo>
                    <a:pt x="39388" y="58772"/>
                    <a:pt x="38038" y="59738"/>
                    <a:pt x="36961" y="60977"/>
                  </a:cubicBezTo>
                  <a:cubicBezTo>
                    <a:pt x="35883" y="62211"/>
                    <a:pt x="35050" y="63700"/>
                    <a:pt x="34466" y="65427"/>
                  </a:cubicBezTo>
                  <a:cubicBezTo>
                    <a:pt x="33888" y="67155"/>
                    <a:pt x="33555" y="69072"/>
                    <a:pt x="33477" y="71172"/>
                  </a:cubicBezTo>
                  <a:lnTo>
                    <a:pt x="38577" y="71172"/>
                  </a:lnTo>
                  <a:cubicBezTo>
                    <a:pt x="38577" y="69894"/>
                    <a:pt x="38733" y="68683"/>
                    <a:pt x="39061" y="67527"/>
                  </a:cubicBezTo>
                  <a:cubicBezTo>
                    <a:pt x="39377" y="66372"/>
                    <a:pt x="39872" y="65366"/>
                    <a:pt x="40533" y="64500"/>
                  </a:cubicBezTo>
                  <a:cubicBezTo>
                    <a:pt x="41188" y="63633"/>
                    <a:pt x="42027" y="62944"/>
                    <a:pt x="43050" y="62427"/>
                  </a:cubicBezTo>
                  <a:cubicBezTo>
                    <a:pt x="44066" y="61911"/>
                    <a:pt x="45261" y="61655"/>
                    <a:pt x="46616" y="61655"/>
                  </a:cubicBezTo>
                  <a:cubicBezTo>
                    <a:pt x="48777" y="61655"/>
                    <a:pt x="50577" y="62244"/>
                    <a:pt x="52022" y="63416"/>
                  </a:cubicBezTo>
                  <a:cubicBezTo>
                    <a:pt x="53461" y="64594"/>
                    <a:pt x="54177" y="66350"/>
                    <a:pt x="54177" y="68700"/>
                  </a:cubicBezTo>
                  <a:cubicBezTo>
                    <a:pt x="54177" y="69855"/>
                    <a:pt x="53961" y="70883"/>
                    <a:pt x="53522" y="71788"/>
                  </a:cubicBezTo>
                  <a:cubicBezTo>
                    <a:pt x="53077" y="72700"/>
                    <a:pt x="52488" y="73450"/>
                    <a:pt x="51750" y="74050"/>
                  </a:cubicBezTo>
                  <a:cubicBezTo>
                    <a:pt x="51011" y="74644"/>
                    <a:pt x="50150" y="75094"/>
                    <a:pt x="49172" y="75411"/>
                  </a:cubicBezTo>
                  <a:cubicBezTo>
                    <a:pt x="48188" y="75716"/>
                    <a:pt x="47155" y="75872"/>
                    <a:pt x="46077" y="75872"/>
                  </a:cubicBezTo>
                  <a:lnTo>
                    <a:pt x="44400" y="75872"/>
                  </a:lnTo>
                  <a:cubicBezTo>
                    <a:pt x="44238" y="75872"/>
                    <a:pt x="44055" y="75850"/>
                    <a:pt x="43861" y="75805"/>
                  </a:cubicBezTo>
                  <a:lnTo>
                    <a:pt x="43861" y="80261"/>
                  </a:lnTo>
                  <a:cubicBezTo>
                    <a:pt x="44816" y="80133"/>
                    <a:pt x="45838" y="80072"/>
                    <a:pt x="46916" y="80072"/>
                  </a:cubicBezTo>
                  <a:cubicBezTo>
                    <a:pt x="48200" y="80072"/>
                    <a:pt x="49388" y="80244"/>
                    <a:pt x="50488" y="80594"/>
                  </a:cubicBezTo>
                  <a:cubicBezTo>
                    <a:pt x="51588" y="80950"/>
                    <a:pt x="52538" y="81483"/>
                    <a:pt x="53338" y="82205"/>
                  </a:cubicBezTo>
                  <a:cubicBezTo>
                    <a:pt x="54138" y="82927"/>
                    <a:pt x="54777" y="83811"/>
                    <a:pt x="55261" y="84861"/>
                  </a:cubicBezTo>
                  <a:cubicBezTo>
                    <a:pt x="55738" y="85911"/>
                    <a:pt x="55977" y="87122"/>
                    <a:pt x="55977" y="88477"/>
                  </a:cubicBezTo>
                  <a:cubicBezTo>
                    <a:pt x="55977" y="89794"/>
                    <a:pt x="55727" y="90983"/>
                    <a:pt x="55227" y="92027"/>
                  </a:cubicBezTo>
                  <a:cubicBezTo>
                    <a:pt x="54727" y="93077"/>
                    <a:pt x="54061" y="93966"/>
                    <a:pt x="53216" y="94688"/>
                  </a:cubicBezTo>
                  <a:moveTo>
                    <a:pt x="79205" y="100838"/>
                  </a:moveTo>
                  <a:lnTo>
                    <a:pt x="84305" y="100838"/>
                  </a:lnTo>
                  <a:lnTo>
                    <a:pt x="84305" y="57022"/>
                  </a:lnTo>
                  <a:lnTo>
                    <a:pt x="80405" y="57022"/>
                  </a:lnTo>
                  <a:cubicBezTo>
                    <a:pt x="80122" y="58672"/>
                    <a:pt x="79605" y="60027"/>
                    <a:pt x="78844" y="61100"/>
                  </a:cubicBezTo>
                  <a:cubicBezTo>
                    <a:pt x="78083" y="62172"/>
                    <a:pt x="77155" y="63016"/>
                    <a:pt x="76055" y="63633"/>
                  </a:cubicBezTo>
                  <a:cubicBezTo>
                    <a:pt x="74955" y="64250"/>
                    <a:pt x="73727" y="64672"/>
                    <a:pt x="72366" y="64900"/>
                  </a:cubicBezTo>
                  <a:cubicBezTo>
                    <a:pt x="71005" y="65127"/>
                    <a:pt x="69605" y="65238"/>
                    <a:pt x="68166" y="65238"/>
                  </a:cubicBezTo>
                  <a:lnTo>
                    <a:pt x="68166" y="69438"/>
                  </a:lnTo>
                  <a:lnTo>
                    <a:pt x="79205" y="69438"/>
                  </a:lnTo>
                  <a:cubicBezTo>
                    <a:pt x="79205" y="69438"/>
                    <a:pt x="79205" y="100838"/>
                    <a:pt x="79205" y="100838"/>
                  </a:cubicBezTo>
                  <a:close/>
                  <a:moveTo>
                    <a:pt x="114544" y="38183"/>
                  </a:moveTo>
                  <a:lnTo>
                    <a:pt x="5455" y="38183"/>
                  </a:lnTo>
                  <a:lnTo>
                    <a:pt x="5455" y="21822"/>
                  </a:lnTo>
                  <a:cubicBezTo>
                    <a:pt x="5455" y="18805"/>
                    <a:pt x="7894" y="16361"/>
                    <a:pt x="10911" y="16361"/>
                  </a:cubicBezTo>
                  <a:lnTo>
                    <a:pt x="21816" y="16361"/>
                  </a:lnTo>
                  <a:lnTo>
                    <a:pt x="21816" y="24544"/>
                  </a:lnTo>
                  <a:cubicBezTo>
                    <a:pt x="21816" y="26055"/>
                    <a:pt x="23038" y="27272"/>
                    <a:pt x="24544" y="27272"/>
                  </a:cubicBezTo>
                  <a:cubicBezTo>
                    <a:pt x="26055" y="27272"/>
                    <a:pt x="27272" y="26055"/>
                    <a:pt x="27272" y="24544"/>
                  </a:cubicBezTo>
                  <a:lnTo>
                    <a:pt x="27272" y="16361"/>
                  </a:lnTo>
                  <a:lnTo>
                    <a:pt x="92727" y="16361"/>
                  </a:lnTo>
                  <a:lnTo>
                    <a:pt x="92727" y="24544"/>
                  </a:lnTo>
                  <a:cubicBezTo>
                    <a:pt x="92727" y="26055"/>
                    <a:pt x="93944" y="27272"/>
                    <a:pt x="95455" y="27272"/>
                  </a:cubicBezTo>
                  <a:cubicBezTo>
                    <a:pt x="96961" y="27272"/>
                    <a:pt x="98183" y="26055"/>
                    <a:pt x="98183" y="24544"/>
                  </a:cubicBezTo>
                  <a:lnTo>
                    <a:pt x="98183" y="16361"/>
                  </a:lnTo>
                  <a:lnTo>
                    <a:pt x="109088" y="16361"/>
                  </a:lnTo>
                  <a:cubicBezTo>
                    <a:pt x="112105" y="16361"/>
                    <a:pt x="114544" y="18805"/>
                    <a:pt x="114544" y="21822"/>
                  </a:cubicBezTo>
                  <a:cubicBezTo>
                    <a:pt x="114544" y="21822"/>
                    <a:pt x="114544" y="38183"/>
                    <a:pt x="114544" y="38183"/>
                  </a:cubicBezTo>
                  <a:close/>
                  <a:moveTo>
                    <a:pt x="114544" y="109088"/>
                  </a:moveTo>
                  <a:cubicBezTo>
                    <a:pt x="114544" y="112105"/>
                    <a:pt x="112105" y="114544"/>
                    <a:pt x="109088" y="114544"/>
                  </a:cubicBezTo>
                  <a:lnTo>
                    <a:pt x="10911" y="114544"/>
                  </a:lnTo>
                  <a:cubicBezTo>
                    <a:pt x="7894" y="114544"/>
                    <a:pt x="5455" y="112105"/>
                    <a:pt x="5455" y="109088"/>
                  </a:cubicBezTo>
                  <a:lnTo>
                    <a:pt x="5455" y="43638"/>
                  </a:lnTo>
                  <a:lnTo>
                    <a:pt x="114544" y="43638"/>
                  </a:lnTo>
                  <a:cubicBezTo>
                    <a:pt x="114544" y="43638"/>
                    <a:pt x="114544" y="109088"/>
                    <a:pt x="114544" y="109088"/>
                  </a:cubicBezTo>
                  <a:close/>
                  <a:moveTo>
                    <a:pt x="109088" y="10911"/>
                  </a:moveTo>
                  <a:lnTo>
                    <a:pt x="98183" y="10911"/>
                  </a:lnTo>
                  <a:lnTo>
                    <a:pt x="98183" y="2727"/>
                  </a:lnTo>
                  <a:cubicBezTo>
                    <a:pt x="98183" y="1222"/>
                    <a:pt x="96961" y="0"/>
                    <a:pt x="95455" y="0"/>
                  </a:cubicBezTo>
                  <a:cubicBezTo>
                    <a:pt x="93944" y="0"/>
                    <a:pt x="92727" y="1222"/>
                    <a:pt x="92727" y="2727"/>
                  </a:cubicBezTo>
                  <a:lnTo>
                    <a:pt x="92727" y="10911"/>
                  </a:lnTo>
                  <a:lnTo>
                    <a:pt x="27272" y="10911"/>
                  </a:lnTo>
                  <a:lnTo>
                    <a:pt x="27272" y="2727"/>
                  </a:lnTo>
                  <a:cubicBezTo>
                    <a:pt x="27272" y="1222"/>
                    <a:pt x="26055" y="0"/>
                    <a:pt x="24544" y="0"/>
                  </a:cubicBezTo>
                  <a:cubicBezTo>
                    <a:pt x="23038" y="0"/>
                    <a:pt x="21816" y="1222"/>
                    <a:pt x="21816" y="2727"/>
                  </a:cubicBezTo>
                  <a:lnTo>
                    <a:pt x="21816" y="10911"/>
                  </a:lnTo>
                  <a:lnTo>
                    <a:pt x="10911" y="10911"/>
                  </a:lnTo>
                  <a:cubicBezTo>
                    <a:pt x="4883" y="10911"/>
                    <a:pt x="0" y="15794"/>
                    <a:pt x="0" y="21822"/>
                  </a:cubicBezTo>
                  <a:lnTo>
                    <a:pt x="0" y="109088"/>
                  </a:lnTo>
                  <a:cubicBezTo>
                    <a:pt x="0" y="115116"/>
                    <a:pt x="4883" y="120000"/>
                    <a:pt x="10911" y="120000"/>
                  </a:cubicBezTo>
                  <a:lnTo>
                    <a:pt x="109088" y="120000"/>
                  </a:lnTo>
                  <a:cubicBezTo>
                    <a:pt x="115116" y="120000"/>
                    <a:pt x="120000" y="115116"/>
                    <a:pt x="120000" y="109088"/>
                  </a:cubicBezTo>
                  <a:lnTo>
                    <a:pt x="120000" y="21822"/>
                  </a:lnTo>
                  <a:cubicBezTo>
                    <a:pt x="120000" y="15794"/>
                    <a:pt x="115116" y="10911"/>
                    <a:pt x="109088" y="10911"/>
                  </a:cubicBezTo>
                </a:path>
              </a:pathLst>
            </a:custGeom>
            <a:solidFill>
              <a:schemeClr val="bg1"/>
            </a:solidFill>
            <a:ln w="9525">
              <a:noFill/>
              <a:round/>
              <a:headEnd/>
              <a:tailEnd/>
            </a:ln>
          </p:spPr>
          <p:txBody>
            <a:bodyPr lIns="19025" tIns="19025" rIns="19025" bIns="19025" anchor="ctr"/>
            <a:lstStyle/>
            <a:p>
              <a:pPr>
                <a:defRPr/>
              </a:pPr>
              <a:endParaRPr lang="en-US"/>
            </a:p>
          </p:txBody>
        </p:sp>
      </p:grpSp>
      <p:sp>
        <p:nvSpPr>
          <p:cNvPr id="62" name="Google Shape;62;p6"/>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96" name="Google Shape;96;p6"/>
          <p:cNvSpPr txBox="1">
            <a:spLocks noGrp="1"/>
          </p:cNvSpPr>
          <p:nvPr>
            <p:ph type="body" idx="2"/>
          </p:nvPr>
        </p:nvSpPr>
        <p:spPr>
          <a:xfrm>
            <a:off x="329371" y="5238565"/>
            <a:ext cx="832172" cy="48794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97" name="Google Shape;97;p6"/>
          <p:cNvSpPr txBox="1">
            <a:spLocks noGrp="1"/>
          </p:cNvSpPr>
          <p:nvPr>
            <p:ph type="body" idx="3"/>
          </p:nvPr>
        </p:nvSpPr>
        <p:spPr>
          <a:xfrm>
            <a:off x="1164931" y="5238565"/>
            <a:ext cx="832172" cy="48794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98" name="Google Shape;98;p6"/>
          <p:cNvSpPr txBox="1">
            <a:spLocks noGrp="1"/>
          </p:cNvSpPr>
          <p:nvPr>
            <p:ph type="body" idx="4"/>
          </p:nvPr>
        </p:nvSpPr>
        <p:spPr>
          <a:xfrm>
            <a:off x="2004882" y="5238565"/>
            <a:ext cx="832172" cy="48794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99" name="Google Shape;99;p6"/>
          <p:cNvSpPr txBox="1">
            <a:spLocks noGrp="1"/>
          </p:cNvSpPr>
          <p:nvPr>
            <p:ph type="body" idx="5"/>
          </p:nvPr>
        </p:nvSpPr>
        <p:spPr>
          <a:xfrm>
            <a:off x="2840956" y="5238565"/>
            <a:ext cx="832172" cy="48794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0" name="Google Shape;100;p6"/>
          <p:cNvSpPr txBox="1">
            <a:spLocks noGrp="1"/>
          </p:cNvSpPr>
          <p:nvPr>
            <p:ph type="body" idx="6"/>
          </p:nvPr>
        </p:nvSpPr>
        <p:spPr>
          <a:xfrm>
            <a:off x="3673128" y="5238565"/>
            <a:ext cx="832172" cy="48794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1" name="Google Shape;101;p6"/>
          <p:cNvSpPr txBox="1">
            <a:spLocks noGrp="1"/>
          </p:cNvSpPr>
          <p:nvPr>
            <p:ph type="body" idx="7"/>
          </p:nvPr>
        </p:nvSpPr>
        <p:spPr>
          <a:xfrm>
            <a:off x="4505300" y="5238565"/>
            <a:ext cx="832172" cy="48794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2" name="Google Shape;102;p6"/>
          <p:cNvSpPr txBox="1">
            <a:spLocks noGrp="1"/>
          </p:cNvSpPr>
          <p:nvPr>
            <p:ph type="body" idx="8"/>
          </p:nvPr>
        </p:nvSpPr>
        <p:spPr>
          <a:xfrm>
            <a:off x="6585035" y="2080353"/>
            <a:ext cx="2013842" cy="87386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3" name="Google Shape;103;p6"/>
          <p:cNvSpPr txBox="1">
            <a:spLocks noGrp="1"/>
          </p:cNvSpPr>
          <p:nvPr>
            <p:ph type="body" idx="9"/>
          </p:nvPr>
        </p:nvSpPr>
        <p:spPr>
          <a:xfrm>
            <a:off x="6595091" y="1621018"/>
            <a:ext cx="2013842"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4" name="Google Shape;104;p6"/>
          <p:cNvSpPr txBox="1">
            <a:spLocks noGrp="1"/>
          </p:cNvSpPr>
          <p:nvPr>
            <p:ph type="body" idx="13"/>
          </p:nvPr>
        </p:nvSpPr>
        <p:spPr>
          <a:xfrm>
            <a:off x="6585035" y="3661586"/>
            <a:ext cx="2013842" cy="87386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5" name="Google Shape;105;p6"/>
          <p:cNvSpPr txBox="1">
            <a:spLocks noGrp="1"/>
          </p:cNvSpPr>
          <p:nvPr>
            <p:ph type="body" idx="14"/>
          </p:nvPr>
        </p:nvSpPr>
        <p:spPr>
          <a:xfrm>
            <a:off x="6595091" y="3202251"/>
            <a:ext cx="2013842"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6" name="Google Shape;106;p6"/>
          <p:cNvSpPr txBox="1">
            <a:spLocks noGrp="1"/>
          </p:cNvSpPr>
          <p:nvPr>
            <p:ph type="body" idx="15"/>
          </p:nvPr>
        </p:nvSpPr>
        <p:spPr>
          <a:xfrm>
            <a:off x="6585035" y="5214355"/>
            <a:ext cx="2013842" cy="87386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7" name="Google Shape;107;p6"/>
          <p:cNvSpPr txBox="1">
            <a:spLocks noGrp="1"/>
          </p:cNvSpPr>
          <p:nvPr>
            <p:ph type="body" idx="16"/>
          </p:nvPr>
        </p:nvSpPr>
        <p:spPr>
          <a:xfrm>
            <a:off x="6595091" y="4755020"/>
            <a:ext cx="2003786"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8" name="Google Shape;108;p6"/>
          <p:cNvSpPr txBox="1">
            <a:spLocks noGrp="1"/>
          </p:cNvSpPr>
          <p:nvPr>
            <p:ph type="body" idx="17"/>
          </p:nvPr>
        </p:nvSpPr>
        <p:spPr>
          <a:xfrm>
            <a:off x="9506250" y="2080353"/>
            <a:ext cx="2013842" cy="87386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09" name="Google Shape;109;p6"/>
          <p:cNvSpPr txBox="1">
            <a:spLocks noGrp="1"/>
          </p:cNvSpPr>
          <p:nvPr>
            <p:ph type="body" idx="18"/>
          </p:nvPr>
        </p:nvSpPr>
        <p:spPr>
          <a:xfrm>
            <a:off x="9516306" y="1621018"/>
            <a:ext cx="2013842"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10" name="Google Shape;110;p6"/>
          <p:cNvSpPr txBox="1">
            <a:spLocks noGrp="1"/>
          </p:cNvSpPr>
          <p:nvPr>
            <p:ph type="body" idx="19"/>
          </p:nvPr>
        </p:nvSpPr>
        <p:spPr>
          <a:xfrm>
            <a:off x="9506250" y="3661586"/>
            <a:ext cx="2013842" cy="87386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11" name="Google Shape;111;p6"/>
          <p:cNvSpPr txBox="1">
            <a:spLocks noGrp="1"/>
          </p:cNvSpPr>
          <p:nvPr>
            <p:ph type="body" idx="20"/>
          </p:nvPr>
        </p:nvSpPr>
        <p:spPr>
          <a:xfrm>
            <a:off x="9516306" y="3202251"/>
            <a:ext cx="2013842"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12" name="Google Shape;112;p6"/>
          <p:cNvSpPr txBox="1">
            <a:spLocks noGrp="1"/>
          </p:cNvSpPr>
          <p:nvPr>
            <p:ph type="body" idx="21"/>
          </p:nvPr>
        </p:nvSpPr>
        <p:spPr>
          <a:xfrm>
            <a:off x="9506250" y="5214355"/>
            <a:ext cx="2013842" cy="87386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13" name="Google Shape;113;p6"/>
          <p:cNvSpPr txBox="1">
            <a:spLocks noGrp="1"/>
          </p:cNvSpPr>
          <p:nvPr>
            <p:ph type="body" idx="22"/>
          </p:nvPr>
        </p:nvSpPr>
        <p:spPr>
          <a:xfrm>
            <a:off x="9516306" y="4755020"/>
            <a:ext cx="2003786"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3433330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500"/>
                                        <p:tgtEl>
                                          <p:spTgt spid="3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2" grpId="0" animBg="1"/>
      <p:bldP spid="13" grpId="0" animBg="1"/>
      <p:bldP spid="14" grpId="0" animBg="1"/>
      <p:bldP spid="15" grpId="0" animBg="1"/>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Analysis-Infographic">
  <p:cSld name="Analysis-Infographic">
    <p:spTree>
      <p:nvGrpSpPr>
        <p:cNvPr id="1" name="Shape 114"/>
        <p:cNvGrpSpPr/>
        <p:nvPr/>
      </p:nvGrpSpPr>
      <p:grpSpPr>
        <a:xfrm>
          <a:off x="0" y="0"/>
          <a:ext cx="0" cy="0"/>
          <a:chOff x="0" y="0"/>
          <a:chExt cx="0" cy="0"/>
        </a:xfrm>
      </p:grpSpPr>
      <p:sp>
        <p:nvSpPr>
          <p:cNvPr id="2" name="Google Shape;118;p7">
            <a:extLst>
              <a:ext uri="{FF2B5EF4-FFF2-40B4-BE49-F238E27FC236}">
                <a16:creationId xmlns:a16="http://schemas.microsoft.com/office/drawing/2014/main" id="{91D6C08E-6512-0910-8A8C-81FBD8A165D3}"/>
              </a:ext>
            </a:extLst>
          </p:cNvPr>
          <p:cNvSpPr>
            <a:spLocks noChangeArrowheads="1"/>
          </p:cNvSpPr>
          <p:nvPr/>
        </p:nvSpPr>
        <p:spPr bwMode="auto">
          <a:xfrm>
            <a:off x="1230313" y="4198938"/>
            <a:ext cx="9753600" cy="63500"/>
          </a:xfrm>
          <a:prstGeom prst="rect">
            <a:avLst/>
          </a:prstGeom>
          <a:solidFill>
            <a:srgbClr val="149062"/>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3" name="Google Shape;119;p7">
            <a:extLst>
              <a:ext uri="{FF2B5EF4-FFF2-40B4-BE49-F238E27FC236}">
                <a16:creationId xmlns:a16="http://schemas.microsoft.com/office/drawing/2014/main" id="{D07C4C2D-A4A9-867C-3370-9FAE17A862C2}"/>
              </a:ext>
            </a:extLst>
          </p:cNvPr>
          <p:cNvSpPr>
            <a:spLocks/>
          </p:cNvSpPr>
          <p:nvPr/>
        </p:nvSpPr>
        <p:spPr bwMode="auto">
          <a:xfrm>
            <a:off x="1509713" y="4105275"/>
            <a:ext cx="763587" cy="93663"/>
          </a:xfrm>
          <a:custGeom>
            <a:avLst/>
            <a:gdLst>
              <a:gd name="T0" fmla="*/ 0 w 120000"/>
              <a:gd name="T1" fmla="*/ 0 h 120000"/>
              <a:gd name="T2" fmla="*/ 120000 w 120000"/>
              <a:gd name="T3" fmla="*/ 120000 h 120000"/>
            </a:gdLst>
            <a:ahLst/>
            <a:cxnLst>
              <a:cxn ang="0">
                <a:pos x="120000" y="120000"/>
              </a:cxn>
              <a:cxn ang="0">
                <a:pos x="0" y="120000"/>
              </a:cxn>
              <a:cxn ang="0">
                <a:pos x="25925" y="101922"/>
              </a:cxn>
              <a:cxn ang="0">
                <a:pos x="60000" y="0"/>
              </a:cxn>
              <a:cxn ang="0">
                <a:pos x="94074" y="101922"/>
              </a:cxn>
              <a:cxn ang="0">
                <a:pos x="120000" y="120000"/>
              </a:cxn>
            </a:cxnLst>
            <a:rect l="T0" t="T1" r="T2" b="T3"/>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1"/>
          </a:solidFill>
          <a:ln w="9525">
            <a:noFill/>
            <a:round/>
            <a:headEnd/>
            <a:tailEnd/>
          </a:ln>
        </p:spPr>
        <p:txBody>
          <a:bodyPr lIns="91425" tIns="45700" rIns="91425" bIns="45700"/>
          <a:lstStyle/>
          <a:p>
            <a:pPr>
              <a:defRPr/>
            </a:pPr>
            <a:endParaRPr lang="en-US"/>
          </a:p>
        </p:txBody>
      </p:sp>
      <p:sp>
        <p:nvSpPr>
          <p:cNvPr id="4" name="Google Shape;120;p7">
            <a:extLst>
              <a:ext uri="{FF2B5EF4-FFF2-40B4-BE49-F238E27FC236}">
                <a16:creationId xmlns:a16="http://schemas.microsoft.com/office/drawing/2014/main" id="{E40E7E26-DC55-B528-A624-8E18B53BF106}"/>
              </a:ext>
            </a:extLst>
          </p:cNvPr>
          <p:cNvSpPr>
            <a:spLocks/>
          </p:cNvSpPr>
          <p:nvPr/>
        </p:nvSpPr>
        <p:spPr bwMode="auto">
          <a:xfrm>
            <a:off x="2273300" y="3968750"/>
            <a:ext cx="765175" cy="230188"/>
          </a:xfrm>
          <a:custGeom>
            <a:avLst/>
            <a:gdLst>
              <a:gd name="T0" fmla="*/ 0 w 120000"/>
              <a:gd name="T1" fmla="*/ 0 h 120000"/>
              <a:gd name="T2" fmla="*/ 120000 w 120000"/>
              <a:gd name="T3" fmla="*/ 120000 h 120000"/>
            </a:gdLst>
            <a:ahLst/>
            <a:cxnLst>
              <a:cxn ang="0">
                <a:pos x="120000" y="120000"/>
              </a:cxn>
              <a:cxn ang="0">
                <a:pos x="0" y="120000"/>
              </a:cxn>
              <a:cxn ang="0">
                <a:pos x="25925" y="101922"/>
              </a:cxn>
              <a:cxn ang="0">
                <a:pos x="60000" y="0"/>
              </a:cxn>
              <a:cxn ang="0">
                <a:pos x="94074" y="101922"/>
              </a:cxn>
              <a:cxn ang="0">
                <a:pos x="120000" y="120000"/>
              </a:cxn>
            </a:cxnLst>
            <a:rect l="T0" t="T1" r="T2" b="T3"/>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2"/>
          </a:solidFill>
          <a:ln w="9525">
            <a:noFill/>
            <a:round/>
            <a:headEnd/>
            <a:tailEnd/>
          </a:ln>
        </p:spPr>
        <p:txBody>
          <a:bodyPr lIns="91425" tIns="45700" rIns="91425" bIns="45700"/>
          <a:lstStyle/>
          <a:p>
            <a:pPr>
              <a:defRPr/>
            </a:pPr>
            <a:endParaRPr lang="en-US"/>
          </a:p>
        </p:txBody>
      </p:sp>
      <p:sp>
        <p:nvSpPr>
          <p:cNvPr id="5" name="Google Shape;121;p7">
            <a:extLst>
              <a:ext uri="{FF2B5EF4-FFF2-40B4-BE49-F238E27FC236}">
                <a16:creationId xmlns:a16="http://schemas.microsoft.com/office/drawing/2014/main" id="{3112DFA7-1FF2-313A-E24D-CAD9F3F10B32}"/>
              </a:ext>
            </a:extLst>
          </p:cNvPr>
          <p:cNvSpPr/>
          <p:nvPr/>
        </p:nvSpPr>
        <p:spPr>
          <a:xfrm>
            <a:off x="3038475" y="3871913"/>
            <a:ext cx="763588" cy="327025"/>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6" name="Google Shape;122;p7">
            <a:extLst>
              <a:ext uri="{FF2B5EF4-FFF2-40B4-BE49-F238E27FC236}">
                <a16:creationId xmlns:a16="http://schemas.microsoft.com/office/drawing/2014/main" id="{6C82980A-8C84-60B7-F2E2-B086366526F6}"/>
              </a:ext>
            </a:extLst>
          </p:cNvPr>
          <p:cNvSpPr/>
          <p:nvPr/>
        </p:nvSpPr>
        <p:spPr>
          <a:xfrm>
            <a:off x="3802063" y="3703638"/>
            <a:ext cx="765175" cy="495300"/>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7" name="Google Shape;123;p7">
            <a:extLst>
              <a:ext uri="{FF2B5EF4-FFF2-40B4-BE49-F238E27FC236}">
                <a16:creationId xmlns:a16="http://schemas.microsoft.com/office/drawing/2014/main" id="{365276CA-0F9B-E855-4ABA-4DD9EE2EC74B}"/>
              </a:ext>
            </a:extLst>
          </p:cNvPr>
          <p:cNvSpPr/>
          <p:nvPr/>
        </p:nvSpPr>
        <p:spPr>
          <a:xfrm>
            <a:off x="4567238" y="3559175"/>
            <a:ext cx="763587" cy="639763"/>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5"/>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8" name="Google Shape;124;p7">
            <a:extLst>
              <a:ext uri="{FF2B5EF4-FFF2-40B4-BE49-F238E27FC236}">
                <a16:creationId xmlns:a16="http://schemas.microsoft.com/office/drawing/2014/main" id="{C1284C72-2D2E-9371-9FFB-D1441D2F857C}"/>
              </a:ext>
            </a:extLst>
          </p:cNvPr>
          <p:cNvSpPr/>
          <p:nvPr/>
        </p:nvSpPr>
        <p:spPr>
          <a:xfrm>
            <a:off x="5330825" y="3398838"/>
            <a:ext cx="765175" cy="800100"/>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9" name="Google Shape;125;p7">
            <a:extLst>
              <a:ext uri="{FF2B5EF4-FFF2-40B4-BE49-F238E27FC236}">
                <a16:creationId xmlns:a16="http://schemas.microsoft.com/office/drawing/2014/main" id="{1127F8EE-CFEA-1D26-5EA7-4D46697BFD46}"/>
              </a:ext>
            </a:extLst>
          </p:cNvPr>
          <p:cNvSpPr>
            <a:spLocks/>
          </p:cNvSpPr>
          <p:nvPr/>
        </p:nvSpPr>
        <p:spPr bwMode="auto">
          <a:xfrm>
            <a:off x="6096000" y="3286125"/>
            <a:ext cx="765175" cy="912813"/>
          </a:xfrm>
          <a:custGeom>
            <a:avLst/>
            <a:gdLst>
              <a:gd name="T0" fmla="*/ 0 w 120000"/>
              <a:gd name="T1" fmla="*/ 0 h 120000"/>
              <a:gd name="T2" fmla="*/ 120000 w 120000"/>
              <a:gd name="T3" fmla="*/ 120000 h 120000"/>
            </a:gdLst>
            <a:ahLst/>
            <a:cxnLst>
              <a:cxn ang="0">
                <a:pos x="120000" y="120000"/>
              </a:cxn>
              <a:cxn ang="0">
                <a:pos x="0" y="120000"/>
              </a:cxn>
              <a:cxn ang="0">
                <a:pos x="25925" y="101922"/>
              </a:cxn>
              <a:cxn ang="0">
                <a:pos x="60000" y="0"/>
              </a:cxn>
              <a:cxn ang="0">
                <a:pos x="94074" y="101922"/>
              </a:cxn>
              <a:cxn ang="0">
                <a:pos x="120000" y="120000"/>
              </a:cxn>
            </a:cxnLst>
            <a:rect l="T0" t="T1" r="T2" b="T3"/>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1"/>
          </a:solidFill>
          <a:ln w="9525">
            <a:noFill/>
            <a:round/>
            <a:headEnd/>
            <a:tailEnd/>
          </a:ln>
        </p:spPr>
        <p:txBody>
          <a:bodyPr lIns="91425" tIns="45700" rIns="91425" bIns="45700"/>
          <a:lstStyle/>
          <a:p>
            <a:pPr>
              <a:defRPr/>
            </a:pPr>
            <a:endParaRPr lang="en-US"/>
          </a:p>
        </p:txBody>
      </p:sp>
      <p:sp>
        <p:nvSpPr>
          <p:cNvPr id="10" name="Google Shape;126;p7">
            <a:extLst>
              <a:ext uri="{FF2B5EF4-FFF2-40B4-BE49-F238E27FC236}">
                <a16:creationId xmlns:a16="http://schemas.microsoft.com/office/drawing/2014/main" id="{74A82F69-C33A-B169-DD74-8AB18B233385}"/>
              </a:ext>
            </a:extLst>
          </p:cNvPr>
          <p:cNvSpPr>
            <a:spLocks/>
          </p:cNvSpPr>
          <p:nvPr/>
        </p:nvSpPr>
        <p:spPr bwMode="auto">
          <a:xfrm>
            <a:off x="6861175" y="3028950"/>
            <a:ext cx="763588" cy="1169988"/>
          </a:xfrm>
          <a:custGeom>
            <a:avLst/>
            <a:gdLst>
              <a:gd name="T0" fmla="*/ 0 w 120000"/>
              <a:gd name="T1" fmla="*/ 0 h 120000"/>
              <a:gd name="T2" fmla="*/ 120000 w 120000"/>
              <a:gd name="T3" fmla="*/ 120000 h 120000"/>
            </a:gdLst>
            <a:ahLst/>
            <a:cxnLst>
              <a:cxn ang="0">
                <a:pos x="120000" y="120000"/>
              </a:cxn>
              <a:cxn ang="0">
                <a:pos x="0" y="120000"/>
              </a:cxn>
              <a:cxn ang="0">
                <a:pos x="25925" y="101922"/>
              </a:cxn>
              <a:cxn ang="0">
                <a:pos x="60000" y="0"/>
              </a:cxn>
              <a:cxn ang="0">
                <a:pos x="94074" y="101922"/>
              </a:cxn>
              <a:cxn ang="0">
                <a:pos x="120000" y="120000"/>
              </a:cxn>
            </a:cxnLst>
            <a:rect l="T0" t="T1" r="T2" b="T3"/>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2"/>
          </a:solidFill>
          <a:ln w="9525">
            <a:noFill/>
            <a:round/>
            <a:headEnd/>
            <a:tailEnd/>
          </a:ln>
        </p:spPr>
        <p:txBody>
          <a:bodyPr lIns="91425" tIns="45700" rIns="91425" bIns="45700"/>
          <a:lstStyle/>
          <a:p>
            <a:pPr>
              <a:defRPr/>
            </a:pPr>
            <a:endParaRPr lang="en-US"/>
          </a:p>
        </p:txBody>
      </p:sp>
      <p:sp>
        <p:nvSpPr>
          <p:cNvPr id="11" name="Google Shape;127;p7">
            <a:extLst>
              <a:ext uri="{FF2B5EF4-FFF2-40B4-BE49-F238E27FC236}">
                <a16:creationId xmlns:a16="http://schemas.microsoft.com/office/drawing/2014/main" id="{8B98FCC5-8530-20C4-CD82-1F1584D2573B}"/>
              </a:ext>
            </a:extLst>
          </p:cNvPr>
          <p:cNvSpPr/>
          <p:nvPr/>
        </p:nvSpPr>
        <p:spPr>
          <a:xfrm>
            <a:off x="7624763" y="2774950"/>
            <a:ext cx="765175" cy="1423988"/>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2" name="Google Shape;128;p7">
            <a:extLst>
              <a:ext uri="{FF2B5EF4-FFF2-40B4-BE49-F238E27FC236}">
                <a16:creationId xmlns:a16="http://schemas.microsoft.com/office/drawing/2014/main" id="{AABA8EF2-28F9-E898-5FAA-98B56C78E91F}"/>
              </a:ext>
            </a:extLst>
          </p:cNvPr>
          <p:cNvSpPr/>
          <p:nvPr/>
        </p:nvSpPr>
        <p:spPr>
          <a:xfrm>
            <a:off x="8389938" y="2435225"/>
            <a:ext cx="763587" cy="1763713"/>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3" name="Google Shape;129;p7">
            <a:extLst>
              <a:ext uri="{FF2B5EF4-FFF2-40B4-BE49-F238E27FC236}">
                <a16:creationId xmlns:a16="http://schemas.microsoft.com/office/drawing/2014/main" id="{BF821BBB-34C0-97FF-D264-1050BCB5D208}"/>
              </a:ext>
            </a:extLst>
          </p:cNvPr>
          <p:cNvSpPr/>
          <p:nvPr/>
        </p:nvSpPr>
        <p:spPr>
          <a:xfrm>
            <a:off x="9153525" y="2081213"/>
            <a:ext cx="765175" cy="2117725"/>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5"/>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4" name="Google Shape;130;p7">
            <a:extLst>
              <a:ext uri="{FF2B5EF4-FFF2-40B4-BE49-F238E27FC236}">
                <a16:creationId xmlns:a16="http://schemas.microsoft.com/office/drawing/2014/main" id="{0E276710-65CE-287C-925C-CD79DFD5FBD1}"/>
              </a:ext>
            </a:extLst>
          </p:cNvPr>
          <p:cNvSpPr/>
          <p:nvPr/>
        </p:nvSpPr>
        <p:spPr>
          <a:xfrm>
            <a:off x="9918700" y="1744663"/>
            <a:ext cx="763588" cy="2454275"/>
          </a:xfrm>
          <a:custGeom>
            <a:avLst/>
            <a:gdLst/>
            <a:ahLst/>
            <a:cxnLst/>
            <a:rect l="0" t="0" r="0" b="0"/>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nvGrpSpPr>
          <p:cNvPr id="15" name="Google Shape;131;p7">
            <a:extLst>
              <a:ext uri="{FF2B5EF4-FFF2-40B4-BE49-F238E27FC236}">
                <a16:creationId xmlns:a16="http://schemas.microsoft.com/office/drawing/2014/main" id="{19A6D71F-344F-3405-3350-1C7A26136491}"/>
              </a:ext>
            </a:extLst>
          </p:cNvPr>
          <p:cNvGrpSpPr>
            <a:grpSpLocks/>
          </p:cNvGrpSpPr>
          <p:nvPr/>
        </p:nvGrpSpPr>
        <p:grpSpPr bwMode="auto">
          <a:xfrm>
            <a:off x="1566863" y="3259138"/>
            <a:ext cx="649287" cy="647700"/>
            <a:chOff x="1379092" y="2228211"/>
            <a:chExt cx="916410" cy="916410"/>
          </a:xfrm>
        </p:grpSpPr>
        <p:sp>
          <p:nvSpPr>
            <p:cNvPr id="16" name="Google Shape;132;p7">
              <a:extLst>
                <a:ext uri="{FF2B5EF4-FFF2-40B4-BE49-F238E27FC236}">
                  <a16:creationId xmlns:a16="http://schemas.microsoft.com/office/drawing/2014/main" id="{E45F2D79-B94A-D52F-D9C3-A585A0C5BE2F}"/>
                </a:ext>
              </a:extLst>
            </p:cNvPr>
            <p:cNvSpPr/>
            <p:nvPr/>
          </p:nvSpPr>
          <p:spPr>
            <a:xfrm rot="8100000">
              <a:off x="1513529" y="2362977"/>
              <a:ext cx="647536" cy="646878"/>
            </a:xfrm>
            <a:prstGeom prst="teardrop">
              <a:avLst>
                <a:gd name="adj" fmla="val 100000"/>
              </a:avLst>
            </a:prstGeom>
            <a:solidFill>
              <a:schemeClr val="accent1"/>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351"/>
                <a:buFont typeface="Arial"/>
                <a:buNone/>
                <a:defRPr/>
              </a:pPr>
              <a:endParaRPr sz="1351" kern="0">
                <a:solidFill>
                  <a:schemeClr val="lt1"/>
                </a:solidFill>
                <a:latin typeface="Arial"/>
                <a:ea typeface="Arial"/>
                <a:cs typeface="Arial"/>
                <a:sym typeface="Arial"/>
              </a:endParaRPr>
            </a:p>
          </p:txBody>
        </p:sp>
        <p:sp>
          <p:nvSpPr>
            <p:cNvPr id="17" name="Google Shape;133;p7">
              <a:extLst>
                <a:ext uri="{FF2B5EF4-FFF2-40B4-BE49-F238E27FC236}">
                  <a16:creationId xmlns:a16="http://schemas.microsoft.com/office/drawing/2014/main" id="{A956251E-E713-F52C-050A-7AAFA1609493}"/>
                </a:ext>
              </a:extLst>
            </p:cNvPr>
            <p:cNvSpPr txBox="1"/>
            <p:nvPr/>
          </p:nvSpPr>
          <p:spPr>
            <a:xfrm>
              <a:off x="1562822" y="2459559"/>
              <a:ext cx="548949" cy="435744"/>
            </a:xfrm>
            <a:prstGeom prst="rect">
              <a:avLst/>
            </a:prstGeom>
            <a:noFill/>
            <a:ln>
              <a:noFill/>
            </a:ln>
          </p:spPr>
          <p:txBody>
            <a:bodyPr spcFirstLastPara="1" lIns="91425" tIns="45700" rIns="91425" bIns="45700"/>
            <a:lstStyle/>
            <a:p>
              <a:pPr algn="ctr" eaLnBrk="1" fontAlgn="auto" hangingPunct="1">
                <a:spcBef>
                  <a:spcPts val="0"/>
                </a:spcBef>
                <a:spcAft>
                  <a:spcPts val="0"/>
                </a:spcAft>
                <a:buClr>
                  <a:schemeClr val="lt1"/>
                </a:buClr>
                <a:buSzPts val="350"/>
                <a:buFont typeface="Arial"/>
                <a:buNone/>
                <a:defRPr/>
              </a:pPr>
              <a:r>
                <a:rPr lang="en-US" sz="1400" b="1" kern="0" dirty="0">
                  <a:solidFill>
                    <a:schemeClr val="lt1"/>
                  </a:solidFill>
                  <a:latin typeface="Arial"/>
                  <a:ea typeface="Arial"/>
                  <a:cs typeface="Arial"/>
                  <a:sym typeface="Arial"/>
                </a:rPr>
                <a:t>1K</a:t>
              </a:r>
              <a:endParaRPr sz="1867" kern="0" dirty="0">
                <a:latin typeface="Arial"/>
                <a:ea typeface="Arial"/>
                <a:cs typeface="Arial"/>
                <a:sym typeface="Arial"/>
              </a:endParaRPr>
            </a:p>
          </p:txBody>
        </p:sp>
      </p:grpSp>
      <p:grpSp>
        <p:nvGrpSpPr>
          <p:cNvPr id="18" name="Google Shape;134;p7">
            <a:extLst>
              <a:ext uri="{FF2B5EF4-FFF2-40B4-BE49-F238E27FC236}">
                <a16:creationId xmlns:a16="http://schemas.microsoft.com/office/drawing/2014/main" id="{C6DDB517-6DA4-E408-327D-E017C5B01CEE}"/>
              </a:ext>
            </a:extLst>
          </p:cNvPr>
          <p:cNvGrpSpPr>
            <a:grpSpLocks/>
          </p:cNvGrpSpPr>
          <p:nvPr/>
        </p:nvGrpSpPr>
        <p:grpSpPr bwMode="auto">
          <a:xfrm>
            <a:off x="9975850" y="877888"/>
            <a:ext cx="649288" cy="647700"/>
            <a:chOff x="9976161" y="877117"/>
            <a:chExt cx="648329" cy="648329"/>
          </a:xfrm>
        </p:grpSpPr>
        <p:sp>
          <p:nvSpPr>
            <p:cNvPr id="19" name="Google Shape;135;p7">
              <a:extLst>
                <a:ext uri="{FF2B5EF4-FFF2-40B4-BE49-F238E27FC236}">
                  <a16:creationId xmlns:a16="http://schemas.microsoft.com/office/drawing/2014/main" id="{AB7C3FFF-8DBB-19F1-583D-53C923CCD289}"/>
                </a:ext>
              </a:extLst>
            </p:cNvPr>
            <p:cNvSpPr/>
            <p:nvPr/>
          </p:nvSpPr>
          <p:spPr>
            <a:xfrm rot="8100000">
              <a:off x="10071270" y="972460"/>
              <a:ext cx="458110" cy="457644"/>
            </a:xfrm>
            <a:prstGeom prst="teardrop">
              <a:avLst>
                <a:gd name="adj" fmla="val 100000"/>
              </a:avLst>
            </a:prstGeom>
            <a:solidFill>
              <a:schemeClr val="accent6"/>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351"/>
                <a:buFont typeface="Arial"/>
                <a:buNone/>
                <a:defRPr/>
              </a:pPr>
              <a:endParaRPr sz="1351" kern="0">
                <a:solidFill>
                  <a:schemeClr val="lt1"/>
                </a:solidFill>
                <a:latin typeface="Arial"/>
                <a:ea typeface="Arial"/>
                <a:cs typeface="Arial"/>
                <a:sym typeface="Arial"/>
              </a:endParaRPr>
            </a:p>
          </p:txBody>
        </p:sp>
        <p:sp>
          <p:nvSpPr>
            <p:cNvPr id="20" name="Google Shape;136;p7">
              <a:extLst>
                <a:ext uri="{FF2B5EF4-FFF2-40B4-BE49-F238E27FC236}">
                  <a16:creationId xmlns:a16="http://schemas.microsoft.com/office/drawing/2014/main" id="{03D662C5-954A-207E-75B6-CC197361EB03}"/>
                </a:ext>
              </a:extLst>
            </p:cNvPr>
            <p:cNvSpPr txBox="1"/>
            <p:nvPr/>
          </p:nvSpPr>
          <p:spPr>
            <a:xfrm>
              <a:off x="10096633" y="1040788"/>
              <a:ext cx="407385" cy="308274"/>
            </a:xfrm>
            <a:prstGeom prst="rect">
              <a:avLst/>
            </a:prstGeom>
            <a:noFill/>
            <a:ln>
              <a:noFill/>
            </a:ln>
          </p:spPr>
          <p:txBody>
            <a:bodyPr spcFirstLastPara="1" lIns="91425" tIns="45700" rIns="91425" bIns="45700"/>
            <a:lstStyle/>
            <a:p>
              <a:pPr algn="ctr" eaLnBrk="1" fontAlgn="auto" hangingPunct="1">
                <a:spcBef>
                  <a:spcPts val="0"/>
                </a:spcBef>
                <a:spcAft>
                  <a:spcPts val="0"/>
                </a:spcAft>
                <a:buClr>
                  <a:schemeClr val="lt1"/>
                </a:buClr>
                <a:buSzPts val="350"/>
                <a:buFont typeface="Arial"/>
                <a:buNone/>
                <a:defRPr/>
              </a:pPr>
              <a:r>
                <a:rPr lang="en-US" sz="1400" b="1" kern="0">
                  <a:solidFill>
                    <a:schemeClr val="lt1"/>
                  </a:solidFill>
                  <a:latin typeface="Arial"/>
                  <a:ea typeface="Arial"/>
                  <a:cs typeface="Arial"/>
                  <a:sym typeface="Arial"/>
                </a:rPr>
                <a:t>8K</a:t>
              </a:r>
              <a:endParaRPr sz="1867" kern="0">
                <a:latin typeface="Arial"/>
                <a:ea typeface="Arial"/>
                <a:cs typeface="Arial"/>
                <a:sym typeface="Arial"/>
              </a:endParaRPr>
            </a:p>
          </p:txBody>
        </p:sp>
      </p:grpSp>
      <p:sp>
        <p:nvSpPr>
          <p:cNvPr id="21" name="Google Shape;137;p7">
            <a:extLst>
              <a:ext uri="{FF2B5EF4-FFF2-40B4-BE49-F238E27FC236}">
                <a16:creationId xmlns:a16="http://schemas.microsoft.com/office/drawing/2014/main" id="{73DC1C2F-8469-33B3-C0B9-0C989B274E16}"/>
              </a:ext>
            </a:extLst>
          </p:cNvPr>
          <p:cNvSpPr>
            <a:spLocks noChangeArrowheads="1"/>
          </p:cNvSpPr>
          <p:nvPr/>
        </p:nvSpPr>
        <p:spPr bwMode="auto">
          <a:xfrm>
            <a:off x="1260475" y="1797050"/>
            <a:ext cx="179388" cy="179388"/>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22" name="Google Shape;138;p7">
            <a:extLst>
              <a:ext uri="{FF2B5EF4-FFF2-40B4-BE49-F238E27FC236}">
                <a16:creationId xmlns:a16="http://schemas.microsoft.com/office/drawing/2014/main" id="{349189E5-04FE-B9BE-1B62-0EA1FD9DB8DB}"/>
              </a:ext>
            </a:extLst>
          </p:cNvPr>
          <p:cNvSpPr>
            <a:spLocks noChangeArrowheads="1"/>
          </p:cNvSpPr>
          <p:nvPr/>
        </p:nvSpPr>
        <p:spPr bwMode="auto">
          <a:xfrm>
            <a:off x="1230313" y="4819650"/>
            <a:ext cx="165100" cy="165100"/>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656D78"/>
              </a:solidFill>
            </a:endParaRPr>
          </a:p>
        </p:txBody>
      </p:sp>
      <p:sp>
        <p:nvSpPr>
          <p:cNvPr id="23" name="Google Shape;139;p7">
            <a:extLst>
              <a:ext uri="{FF2B5EF4-FFF2-40B4-BE49-F238E27FC236}">
                <a16:creationId xmlns:a16="http://schemas.microsoft.com/office/drawing/2014/main" id="{4D5074AB-9032-E30B-06F2-D1E25BB4D93C}"/>
              </a:ext>
            </a:extLst>
          </p:cNvPr>
          <p:cNvSpPr/>
          <p:nvPr/>
        </p:nvSpPr>
        <p:spPr>
          <a:xfrm>
            <a:off x="7964488" y="4808538"/>
            <a:ext cx="165100" cy="163512"/>
          </a:xfrm>
          <a:prstGeom prst="ellipse">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rgbClr val="656D78"/>
              </a:solidFill>
              <a:latin typeface="Arial"/>
              <a:ea typeface="Arial"/>
              <a:cs typeface="Arial"/>
              <a:sym typeface="Arial"/>
            </a:endParaRPr>
          </a:p>
        </p:txBody>
      </p:sp>
      <p:sp>
        <p:nvSpPr>
          <p:cNvPr id="24" name="Google Shape;140;p7">
            <a:extLst>
              <a:ext uri="{FF2B5EF4-FFF2-40B4-BE49-F238E27FC236}">
                <a16:creationId xmlns:a16="http://schemas.microsoft.com/office/drawing/2014/main" id="{35A3E8B0-E702-AFB0-56C9-1ECBF323C50B}"/>
              </a:ext>
            </a:extLst>
          </p:cNvPr>
          <p:cNvSpPr/>
          <p:nvPr/>
        </p:nvSpPr>
        <p:spPr>
          <a:xfrm>
            <a:off x="4562475" y="4808538"/>
            <a:ext cx="163513" cy="165100"/>
          </a:xfrm>
          <a:prstGeom prst="ellipse">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rgbClr val="656D78"/>
              </a:solidFill>
              <a:latin typeface="Arial"/>
              <a:ea typeface="Arial"/>
              <a:cs typeface="Arial"/>
              <a:sym typeface="Arial"/>
            </a:endParaRPr>
          </a:p>
        </p:txBody>
      </p:sp>
      <p:sp>
        <p:nvSpPr>
          <p:cNvPr id="115" name="Google Shape;115;p7"/>
          <p:cNvSpPr txBox="1">
            <a:spLocks noGrp="1"/>
          </p:cNvSpPr>
          <p:nvPr>
            <p:ph type="title"/>
          </p:nvPr>
        </p:nvSpPr>
        <p:spPr>
          <a:xfrm>
            <a:off x="208635" y="633245"/>
            <a:ext cx="9753747"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141" name="Google Shape;141;p7"/>
          <p:cNvSpPr txBox="1">
            <a:spLocks noGrp="1"/>
          </p:cNvSpPr>
          <p:nvPr>
            <p:ph type="body" idx="2"/>
          </p:nvPr>
        </p:nvSpPr>
        <p:spPr>
          <a:xfrm>
            <a:off x="1567503" y="1704654"/>
            <a:ext cx="7145673" cy="1047547"/>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2" name="Google Shape;142;p7"/>
          <p:cNvSpPr txBox="1">
            <a:spLocks noGrp="1"/>
          </p:cNvSpPr>
          <p:nvPr>
            <p:ph type="body" idx="3"/>
          </p:nvPr>
        </p:nvSpPr>
        <p:spPr>
          <a:xfrm>
            <a:off x="1429718" y="5190572"/>
            <a:ext cx="2984020" cy="713853"/>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3" name="Google Shape;143;p7"/>
          <p:cNvSpPr txBox="1">
            <a:spLocks noGrp="1"/>
          </p:cNvSpPr>
          <p:nvPr>
            <p:ph type="body" idx="4"/>
          </p:nvPr>
        </p:nvSpPr>
        <p:spPr>
          <a:xfrm>
            <a:off x="1439774" y="4783988"/>
            <a:ext cx="2984023"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4" name="Google Shape;144;p7"/>
          <p:cNvSpPr txBox="1">
            <a:spLocks noGrp="1"/>
          </p:cNvSpPr>
          <p:nvPr>
            <p:ph type="body" idx="5"/>
          </p:nvPr>
        </p:nvSpPr>
        <p:spPr>
          <a:xfrm>
            <a:off x="4854716" y="5190572"/>
            <a:ext cx="2984020" cy="713853"/>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5" name="Google Shape;145;p7"/>
          <p:cNvSpPr txBox="1">
            <a:spLocks noGrp="1"/>
          </p:cNvSpPr>
          <p:nvPr>
            <p:ph type="body" idx="6"/>
          </p:nvPr>
        </p:nvSpPr>
        <p:spPr>
          <a:xfrm>
            <a:off x="4864772" y="4783988"/>
            <a:ext cx="2984023"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6" name="Google Shape;146;p7"/>
          <p:cNvSpPr txBox="1">
            <a:spLocks noGrp="1"/>
          </p:cNvSpPr>
          <p:nvPr>
            <p:ph type="body" idx="7"/>
          </p:nvPr>
        </p:nvSpPr>
        <p:spPr>
          <a:xfrm>
            <a:off x="8236082" y="5190572"/>
            <a:ext cx="2984020" cy="713853"/>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7" name="Google Shape;147;p7"/>
          <p:cNvSpPr txBox="1">
            <a:spLocks noGrp="1"/>
          </p:cNvSpPr>
          <p:nvPr>
            <p:ph type="body" idx="8"/>
          </p:nvPr>
        </p:nvSpPr>
        <p:spPr>
          <a:xfrm>
            <a:off x="8246138" y="4783988"/>
            <a:ext cx="2984023"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5" name="Google Shape;117;p7">
            <a:extLst>
              <a:ext uri="{FF2B5EF4-FFF2-40B4-BE49-F238E27FC236}">
                <a16:creationId xmlns:a16="http://schemas.microsoft.com/office/drawing/2014/main" id="{FD6AC495-7CFE-059A-CEF4-8CAE8A950173}"/>
              </a:ext>
            </a:extLst>
          </p:cNvPr>
          <p:cNvSpPr txBox="1">
            <a:spLocks noGrp="1" noChangeArrowheads="1"/>
          </p:cNvSpPr>
          <p:nvPr>
            <p:ph type="sldNum" idx="10"/>
          </p:nvPr>
        </p:nvSpPr>
        <p:spPr/>
        <p:txBody>
          <a:bodyPr/>
          <a:lstStyle>
            <a:lvl1pPr>
              <a:defRPr/>
            </a:lvl1pPr>
          </a:lstStyle>
          <a:p>
            <a:fld id="{BD95AF72-57FF-864C-BCDD-7045B176656F}" type="slidenum">
              <a:rPr lang="en-IN" altLang="en-US"/>
              <a:pPr/>
              <a:t>‹#›</a:t>
            </a:fld>
            <a:endParaRPr lang="en-IN" altLang="en-US"/>
          </a:p>
        </p:txBody>
      </p:sp>
    </p:spTree>
    <p:extLst>
      <p:ext uri="{BB962C8B-B14F-4D97-AF65-F5344CB8AC3E}">
        <p14:creationId xmlns:p14="http://schemas.microsoft.com/office/powerpoint/2010/main" val="1515390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10" presetClass="entr" presetSubtype="0"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1" grpId="0" animBg="1"/>
      <p:bldP spid="22" grpId="0" animBg="1"/>
      <p:bldP spid="23" grpId="0" animBg="1"/>
      <p:bldP spid="24" grpId="0" animBg="1"/>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Hexa-Infographic">
  <p:cSld name="Hexa-Infographic">
    <p:spTree>
      <p:nvGrpSpPr>
        <p:cNvPr id="1" name="Shape 148"/>
        <p:cNvGrpSpPr/>
        <p:nvPr/>
      </p:nvGrpSpPr>
      <p:grpSpPr>
        <a:xfrm>
          <a:off x="0" y="0"/>
          <a:ext cx="0" cy="0"/>
          <a:chOff x="0" y="0"/>
          <a:chExt cx="0" cy="0"/>
        </a:xfrm>
      </p:grpSpPr>
      <p:grpSp>
        <p:nvGrpSpPr>
          <p:cNvPr id="2" name="Google Shape;151;p8">
            <a:extLst>
              <a:ext uri="{FF2B5EF4-FFF2-40B4-BE49-F238E27FC236}">
                <a16:creationId xmlns:a16="http://schemas.microsoft.com/office/drawing/2014/main" id="{58768125-6146-D646-240E-2B039495748B}"/>
              </a:ext>
            </a:extLst>
          </p:cNvPr>
          <p:cNvGrpSpPr>
            <a:grpSpLocks/>
          </p:cNvGrpSpPr>
          <p:nvPr/>
        </p:nvGrpSpPr>
        <p:grpSpPr bwMode="auto">
          <a:xfrm>
            <a:off x="615950" y="1781175"/>
            <a:ext cx="4119563" cy="3898900"/>
            <a:chOff x="4036696" y="1781438"/>
            <a:chExt cx="4118606" cy="3898703"/>
          </a:xfrm>
        </p:grpSpPr>
        <p:grpSp>
          <p:nvGrpSpPr>
            <p:cNvPr id="3" name="Google Shape;152;p8">
              <a:extLst>
                <a:ext uri="{FF2B5EF4-FFF2-40B4-BE49-F238E27FC236}">
                  <a16:creationId xmlns:a16="http://schemas.microsoft.com/office/drawing/2014/main" id="{41067A65-0A23-33BE-01F9-FB8239F3A58F}"/>
                </a:ext>
              </a:extLst>
            </p:cNvPr>
            <p:cNvGrpSpPr>
              <a:grpSpLocks/>
            </p:cNvGrpSpPr>
            <p:nvPr/>
          </p:nvGrpSpPr>
          <p:grpSpPr bwMode="auto">
            <a:xfrm>
              <a:off x="4036696" y="2918031"/>
              <a:ext cx="1791872" cy="1022298"/>
              <a:chOff x="4036696" y="2918031"/>
              <a:chExt cx="1791872" cy="1022298"/>
            </a:xfrm>
          </p:grpSpPr>
          <p:sp>
            <p:nvSpPr>
              <p:cNvPr id="19" name="Google Shape;153;p8">
                <a:extLst>
                  <a:ext uri="{FF2B5EF4-FFF2-40B4-BE49-F238E27FC236}">
                    <a16:creationId xmlns:a16="http://schemas.microsoft.com/office/drawing/2014/main" id="{91F12A04-57B1-18CC-142F-3B5DF24612A3}"/>
                  </a:ext>
                </a:extLst>
              </p:cNvPr>
              <p:cNvSpPr/>
              <p:nvPr/>
            </p:nvSpPr>
            <p:spPr>
              <a:xfrm>
                <a:off x="4036696" y="2918031"/>
                <a:ext cx="1791872" cy="1022298"/>
              </a:xfrm>
              <a:custGeom>
                <a:avLst/>
                <a:gdLst/>
                <a:ahLst/>
                <a:cxnLst/>
                <a:rect l="0" t="0" r="0" b="0"/>
                <a:pathLst>
                  <a:path w="120000" h="120000" extrusionOk="0">
                    <a:moveTo>
                      <a:pt x="89605" y="33766"/>
                    </a:moveTo>
                    <a:cubicBezTo>
                      <a:pt x="90575" y="30811"/>
                      <a:pt x="92968" y="28388"/>
                      <a:pt x="94921" y="28388"/>
                    </a:cubicBezTo>
                    <a:lnTo>
                      <a:pt x="107605" y="28388"/>
                    </a:lnTo>
                    <a:cubicBezTo>
                      <a:pt x="109552" y="28388"/>
                      <a:pt x="111945" y="30811"/>
                      <a:pt x="112921" y="33766"/>
                    </a:cubicBezTo>
                    <a:lnTo>
                      <a:pt x="119263" y="53011"/>
                    </a:lnTo>
                    <a:cubicBezTo>
                      <a:pt x="120239" y="55972"/>
                      <a:pt x="120239" y="60811"/>
                      <a:pt x="119263" y="63766"/>
                    </a:cubicBezTo>
                    <a:lnTo>
                      <a:pt x="112921" y="83011"/>
                    </a:lnTo>
                    <a:cubicBezTo>
                      <a:pt x="111945" y="85966"/>
                      <a:pt x="109552" y="88388"/>
                      <a:pt x="107605" y="88388"/>
                    </a:cubicBezTo>
                    <a:lnTo>
                      <a:pt x="94921" y="88388"/>
                    </a:lnTo>
                    <a:cubicBezTo>
                      <a:pt x="92968" y="88388"/>
                      <a:pt x="90575" y="85966"/>
                      <a:pt x="89605" y="83011"/>
                    </a:cubicBezTo>
                    <a:lnTo>
                      <a:pt x="86063" y="72277"/>
                    </a:lnTo>
                    <a:cubicBezTo>
                      <a:pt x="85087" y="69316"/>
                      <a:pt x="82694" y="66900"/>
                      <a:pt x="80747" y="66900"/>
                    </a:cubicBezTo>
                    <a:lnTo>
                      <a:pt x="79325" y="66900"/>
                    </a:lnTo>
                    <a:cubicBezTo>
                      <a:pt x="77378" y="66900"/>
                      <a:pt x="74985" y="69316"/>
                      <a:pt x="74009" y="72277"/>
                    </a:cubicBezTo>
                    <a:lnTo>
                      <a:pt x="60052" y="114622"/>
                    </a:lnTo>
                    <a:cubicBezTo>
                      <a:pt x="59076" y="117577"/>
                      <a:pt x="56683" y="120000"/>
                      <a:pt x="54737" y="120000"/>
                    </a:cubicBezTo>
                    <a:lnTo>
                      <a:pt x="22278" y="120000"/>
                    </a:lnTo>
                    <a:cubicBezTo>
                      <a:pt x="20326" y="120000"/>
                      <a:pt x="17933" y="117577"/>
                      <a:pt x="16957" y="114622"/>
                    </a:cubicBezTo>
                    <a:lnTo>
                      <a:pt x="730" y="65377"/>
                    </a:lnTo>
                    <a:cubicBezTo>
                      <a:pt x="-245" y="62416"/>
                      <a:pt x="-245" y="57577"/>
                      <a:pt x="730" y="54622"/>
                    </a:cubicBezTo>
                    <a:lnTo>
                      <a:pt x="16957" y="5377"/>
                    </a:lnTo>
                    <a:cubicBezTo>
                      <a:pt x="17933" y="2422"/>
                      <a:pt x="20326" y="0"/>
                      <a:pt x="22278" y="0"/>
                    </a:cubicBezTo>
                    <a:lnTo>
                      <a:pt x="54737" y="0"/>
                    </a:lnTo>
                    <a:cubicBezTo>
                      <a:pt x="56683" y="0"/>
                      <a:pt x="59076" y="2422"/>
                      <a:pt x="60052" y="5377"/>
                    </a:cubicBezTo>
                    <a:lnTo>
                      <a:pt x="74009" y="47722"/>
                    </a:lnTo>
                    <a:cubicBezTo>
                      <a:pt x="74985" y="50683"/>
                      <a:pt x="77378" y="53100"/>
                      <a:pt x="79325" y="53100"/>
                    </a:cubicBezTo>
                    <a:lnTo>
                      <a:pt x="79687" y="53100"/>
                    </a:lnTo>
                    <a:cubicBezTo>
                      <a:pt x="81634" y="53100"/>
                      <a:pt x="84027" y="50683"/>
                      <a:pt x="85003" y="47722"/>
                    </a:cubicBezTo>
                    <a:cubicBezTo>
                      <a:pt x="85003" y="47722"/>
                      <a:pt x="89605" y="33766"/>
                      <a:pt x="89605" y="33766"/>
                    </a:cubicBezTo>
                    <a:close/>
                  </a:path>
                </a:pathLst>
              </a:custGeom>
              <a:solidFill>
                <a:schemeClr val="accent6"/>
              </a:solidFill>
              <a:ln>
                <a:noFill/>
              </a:ln>
            </p:spPr>
            <p:txBody>
              <a:bodyPr spcFirstLastPara="1" lIns="38100" tIns="38100" rIns="38100" bIns="38100" anchor="ctr"/>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0" name="Google Shape;154;p8">
                <a:extLst>
                  <a:ext uri="{FF2B5EF4-FFF2-40B4-BE49-F238E27FC236}">
                    <a16:creationId xmlns:a16="http://schemas.microsoft.com/office/drawing/2014/main" id="{9358250D-B14B-C31B-1A06-825A42193E52}"/>
                  </a:ext>
                </a:extLst>
              </p:cNvPr>
              <p:cNvSpPr>
                <a:spLocks/>
              </p:cNvSpPr>
              <p:nvPr/>
            </p:nvSpPr>
            <p:spPr bwMode="auto">
              <a:xfrm>
                <a:off x="4452524" y="3289487"/>
                <a:ext cx="279335" cy="279386"/>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4" name="Google Shape;155;p8">
              <a:extLst>
                <a:ext uri="{FF2B5EF4-FFF2-40B4-BE49-F238E27FC236}">
                  <a16:creationId xmlns:a16="http://schemas.microsoft.com/office/drawing/2014/main" id="{19A6E7C4-30BF-12CE-1E93-2464C13684CD}"/>
                </a:ext>
              </a:extLst>
            </p:cNvPr>
            <p:cNvGrpSpPr>
              <a:grpSpLocks/>
            </p:cNvGrpSpPr>
            <p:nvPr/>
          </p:nvGrpSpPr>
          <p:grpSpPr bwMode="auto">
            <a:xfrm>
              <a:off x="5040846" y="1781438"/>
              <a:ext cx="1334646" cy="1571209"/>
              <a:chOff x="5040846" y="1781438"/>
              <a:chExt cx="1334646" cy="1571209"/>
            </a:xfrm>
          </p:grpSpPr>
          <p:sp>
            <p:nvSpPr>
              <p:cNvPr id="17" name="Google Shape;156;p8">
                <a:extLst>
                  <a:ext uri="{FF2B5EF4-FFF2-40B4-BE49-F238E27FC236}">
                    <a16:creationId xmlns:a16="http://schemas.microsoft.com/office/drawing/2014/main" id="{04E7F6EE-605E-11C0-DAC2-8F480CCDA96D}"/>
                  </a:ext>
                </a:extLst>
              </p:cNvPr>
              <p:cNvSpPr>
                <a:spLocks/>
              </p:cNvSpPr>
              <p:nvPr/>
            </p:nvSpPr>
            <p:spPr bwMode="auto">
              <a:xfrm>
                <a:off x="5041351" y="1781438"/>
                <a:ext cx="1334777" cy="1571546"/>
              </a:xfrm>
              <a:custGeom>
                <a:avLst/>
                <a:gdLst>
                  <a:gd name="T0" fmla="*/ 0 w 120000"/>
                  <a:gd name="T1" fmla="*/ 0 h 120000"/>
                  <a:gd name="T2" fmla="*/ 120000 w 120000"/>
                  <a:gd name="T3" fmla="*/ 120000 h 120000"/>
                </a:gdLst>
                <a:ahLst/>
                <a:cxnLst>
                  <a:cxn ang="0">
                    <a:pos x="103365" y="80955"/>
                  </a:cxn>
                  <a:cxn ang="0">
                    <a:pos x="110504" y="84455"/>
                  </a:cxn>
                  <a:cxn ang="0">
                    <a:pos x="119016" y="96977"/>
                  </a:cxn>
                  <a:cxn ang="0">
                    <a:pos x="119016" y="103977"/>
                  </a:cxn>
                  <a:cxn ang="0">
                    <a:pos x="110504" y="116500"/>
                  </a:cxn>
                  <a:cxn ang="0">
                    <a:pos x="103365" y="120000"/>
                  </a:cxn>
                  <a:cxn ang="0">
                    <a:pos x="86345" y="120000"/>
                  </a:cxn>
                  <a:cxn ang="0">
                    <a:pos x="79206" y="116500"/>
                  </a:cxn>
                  <a:cxn ang="0">
                    <a:pos x="70694" y="103977"/>
                  </a:cxn>
                  <a:cxn ang="0">
                    <a:pos x="70694" y="96977"/>
                  </a:cxn>
                  <a:cxn ang="0">
                    <a:pos x="75447" y="89988"/>
                  </a:cxn>
                  <a:cxn ang="0">
                    <a:pos x="75441" y="82994"/>
                  </a:cxn>
                  <a:cxn ang="0">
                    <a:pos x="74492" y="81588"/>
                  </a:cxn>
                  <a:cxn ang="0">
                    <a:pos x="67359" y="78088"/>
                  </a:cxn>
                  <a:cxn ang="0">
                    <a:pos x="29895" y="78088"/>
                  </a:cxn>
                  <a:cxn ang="0">
                    <a:pos x="22762" y="74588"/>
                  </a:cxn>
                  <a:cxn ang="0">
                    <a:pos x="977" y="42544"/>
                  </a:cxn>
                  <a:cxn ang="0">
                    <a:pos x="977" y="35544"/>
                  </a:cxn>
                  <a:cxn ang="0">
                    <a:pos x="22762" y="3500"/>
                  </a:cxn>
                  <a:cxn ang="0">
                    <a:pos x="29895" y="0"/>
                  </a:cxn>
                  <a:cxn ang="0">
                    <a:pos x="73459" y="0"/>
                  </a:cxn>
                  <a:cxn ang="0">
                    <a:pos x="80597" y="3500"/>
                  </a:cxn>
                  <a:cxn ang="0">
                    <a:pos x="102376" y="35544"/>
                  </a:cxn>
                  <a:cxn ang="0">
                    <a:pos x="102376" y="42544"/>
                  </a:cxn>
                  <a:cxn ang="0">
                    <a:pos x="83647" y="70100"/>
                  </a:cxn>
                  <a:cxn ang="0">
                    <a:pos x="83647" y="77100"/>
                  </a:cxn>
                  <a:cxn ang="0">
                    <a:pos x="83887" y="77455"/>
                  </a:cxn>
                  <a:cxn ang="0">
                    <a:pos x="91020" y="80955"/>
                  </a:cxn>
                  <a:cxn ang="0">
                    <a:pos x="103365" y="80955"/>
                  </a:cxn>
                </a:cxnLst>
                <a:rect l="T0" t="T1" r="T2" b="T3"/>
                <a:pathLst>
                  <a:path w="120000" h="120000" extrusionOk="0">
                    <a:moveTo>
                      <a:pt x="103365" y="80955"/>
                    </a:moveTo>
                    <a:cubicBezTo>
                      <a:pt x="105985" y="80955"/>
                      <a:pt x="109197" y="82527"/>
                      <a:pt x="110504" y="84455"/>
                    </a:cubicBezTo>
                    <a:lnTo>
                      <a:pt x="119016" y="96977"/>
                    </a:lnTo>
                    <a:cubicBezTo>
                      <a:pt x="120323" y="98900"/>
                      <a:pt x="120323" y="102050"/>
                      <a:pt x="119016" y="103977"/>
                    </a:cubicBezTo>
                    <a:lnTo>
                      <a:pt x="110504" y="116500"/>
                    </a:lnTo>
                    <a:cubicBezTo>
                      <a:pt x="109197" y="118427"/>
                      <a:pt x="105985" y="120000"/>
                      <a:pt x="103365" y="120000"/>
                    </a:cubicBezTo>
                    <a:lnTo>
                      <a:pt x="86345" y="120000"/>
                    </a:lnTo>
                    <a:cubicBezTo>
                      <a:pt x="83725" y="120000"/>
                      <a:pt x="80513" y="118427"/>
                      <a:pt x="79206" y="116500"/>
                    </a:cubicBezTo>
                    <a:lnTo>
                      <a:pt x="70694" y="103977"/>
                    </a:lnTo>
                    <a:cubicBezTo>
                      <a:pt x="69386" y="102050"/>
                      <a:pt x="69386" y="98900"/>
                      <a:pt x="70694" y="96977"/>
                    </a:cubicBezTo>
                    <a:lnTo>
                      <a:pt x="75447" y="89988"/>
                    </a:lnTo>
                    <a:cubicBezTo>
                      <a:pt x="76754" y="88066"/>
                      <a:pt x="76754" y="84916"/>
                      <a:pt x="75441" y="82994"/>
                    </a:cubicBezTo>
                    <a:lnTo>
                      <a:pt x="74492" y="81588"/>
                    </a:lnTo>
                    <a:cubicBezTo>
                      <a:pt x="73185" y="79666"/>
                      <a:pt x="69973" y="78088"/>
                      <a:pt x="67359" y="78088"/>
                    </a:cubicBezTo>
                    <a:lnTo>
                      <a:pt x="29895" y="78088"/>
                    </a:lnTo>
                    <a:cubicBezTo>
                      <a:pt x="27281" y="78088"/>
                      <a:pt x="24069" y="76516"/>
                      <a:pt x="22762" y="74588"/>
                    </a:cubicBezTo>
                    <a:lnTo>
                      <a:pt x="977" y="42544"/>
                    </a:lnTo>
                    <a:cubicBezTo>
                      <a:pt x="-329" y="40622"/>
                      <a:pt x="-329" y="37472"/>
                      <a:pt x="977" y="35544"/>
                    </a:cubicBezTo>
                    <a:lnTo>
                      <a:pt x="22762" y="3500"/>
                    </a:lnTo>
                    <a:cubicBezTo>
                      <a:pt x="24069" y="1572"/>
                      <a:pt x="27281" y="0"/>
                      <a:pt x="29895" y="0"/>
                    </a:cubicBezTo>
                    <a:lnTo>
                      <a:pt x="73459" y="0"/>
                    </a:lnTo>
                    <a:cubicBezTo>
                      <a:pt x="76073" y="0"/>
                      <a:pt x="79285" y="1572"/>
                      <a:pt x="80597" y="3500"/>
                    </a:cubicBezTo>
                    <a:lnTo>
                      <a:pt x="102376" y="35544"/>
                    </a:lnTo>
                    <a:cubicBezTo>
                      <a:pt x="103683" y="37472"/>
                      <a:pt x="103683" y="40622"/>
                      <a:pt x="102376" y="42544"/>
                    </a:cubicBezTo>
                    <a:lnTo>
                      <a:pt x="83647" y="70100"/>
                    </a:lnTo>
                    <a:cubicBezTo>
                      <a:pt x="82340" y="72027"/>
                      <a:pt x="82340" y="75177"/>
                      <a:pt x="83647" y="77100"/>
                    </a:cubicBezTo>
                    <a:lnTo>
                      <a:pt x="83887" y="77455"/>
                    </a:lnTo>
                    <a:cubicBezTo>
                      <a:pt x="85194" y="79377"/>
                      <a:pt x="88406" y="80955"/>
                      <a:pt x="91020" y="80955"/>
                    </a:cubicBezTo>
                    <a:cubicBezTo>
                      <a:pt x="91020" y="80955"/>
                      <a:pt x="103365" y="80955"/>
                      <a:pt x="103365" y="80955"/>
                    </a:cubicBezTo>
                    <a:close/>
                  </a:path>
                </a:pathLst>
              </a:custGeom>
              <a:solidFill>
                <a:schemeClr val="accent1"/>
              </a:solidFill>
              <a:ln w="9525">
                <a:noFill/>
                <a:round/>
                <a:headEnd/>
                <a:tailEnd/>
              </a:ln>
            </p:spPr>
            <p:txBody>
              <a:bodyPr lIns="38100" tIns="38100" rIns="38100" bIns="38100" anchor="ctr"/>
              <a:lstStyle/>
              <a:p>
                <a:pPr>
                  <a:defRPr/>
                </a:pPr>
                <a:endParaRPr lang="en-US"/>
              </a:p>
            </p:txBody>
          </p:sp>
          <p:sp>
            <p:nvSpPr>
              <p:cNvPr id="18" name="Google Shape;157;p8">
                <a:extLst>
                  <a:ext uri="{FF2B5EF4-FFF2-40B4-BE49-F238E27FC236}">
                    <a16:creationId xmlns:a16="http://schemas.microsoft.com/office/drawing/2014/main" id="{7D518033-8994-B062-8BDF-C3F02C4B5F56}"/>
                  </a:ext>
                </a:extLst>
              </p:cNvPr>
              <p:cNvSpPr>
                <a:spLocks/>
              </p:cNvSpPr>
              <p:nvPr/>
            </p:nvSpPr>
            <p:spPr bwMode="auto">
              <a:xfrm>
                <a:off x="5449243" y="2140195"/>
                <a:ext cx="279335" cy="279386"/>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5" name="Google Shape;158;p8">
              <a:extLst>
                <a:ext uri="{FF2B5EF4-FFF2-40B4-BE49-F238E27FC236}">
                  <a16:creationId xmlns:a16="http://schemas.microsoft.com/office/drawing/2014/main" id="{82151F1F-7E77-E300-A020-A5ADEB9BE7D3}"/>
                </a:ext>
              </a:extLst>
            </p:cNvPr>
            <p:cNvGrpSpPr>
              <a:grpSpLocks/>
            </p:cNvGrpSpPr>
            <p:nvPr/>
          </p:nvGrpSpPr>
          <p:grpSpPr bwMode="auto">
            <a:xfrm>
              <a:off x="6364196" y="2087338"/>
              <a:ext cx="1310871" cy="1584933"/>
              <a:chOff x="6364196" y="2087338"/>
              <a:chExt cx="1310871" cy="1584933"/>
            </a:xfrm>
          </p:grpSpPr>
          <p:sp>
            <p:nvSpPr>
              <p:cNvPr id="15" name="Google Shape;159;p8">
                <a:extLst>
                  <a:ext uri="{FF2B5EF4-FFF2-40B4-BE49-F238E27FC236}">
                    <a16:creationId xmlns:a16="http://schemas.microsoft.com/office/drawing/2014/main" id="{943FD279-6226-43C3-547F-F51EB4EA502B}"/>
                  </a:ext>
                </a:extLst>
              </p:cNvPr>
              <p:cNvSpPr>
                <a:spLocks/>
              </p:cNvSpPr>
              <p:nvPr/>
            </p:nvSpPr>
            <p:spPr bwMode="auto">
              <a:xfrm>
                <a:off x="6363430" y="2087811"/>
                <a:ext cx="1310970" cy="1584245"/>
              </a:xfrm>
              <a:custGeom>
                <a:avLst/>
                <a:gdLst>
                  <a:gd name="T0" fmla="*/ 0 w 120000"/>
                  <a:gd name="T1" fmla="*/ 0 h 120000"/>
                  <a:gd name="T2" fmla="*/ 120000 w 120000"/>
                  <a:gd name="T3" fmla="*/ 120000 h 120000"/>
                </a:gdLst>
                <a:ahLst/>
                <a:cxnLst>
                  <a:cxn ang="0">
                    <a:pos x="50193" y="97177"/>
                  </a:cxn>
                  <a:cxn ang="0">
                    <a:pos x="50193" y="104116"/>
                  </a:cxn>
                  <a:cxn ang="0">
                    <a:pos x="41523" y="116533"/>
                  </a:cxn>
                  <a:cxn ang="0">
                    <a:pos x="34260" y="120000"/>
                  </a:cxn>
                  <a:cxn ang="0">
                    <a:pos x="16926" y="120000"/>
                  </a:cxn>
                  <a:cxn ang="0">
                    <a:pos x="9664" y="116533"/>
                  </a:cxn>
                  <a:cxn ang="0">
                    <a:pos x="994" y="104116"/>
                  </a:cxn>
                  <a:cxn ang="0">
                    <a:pos x="994" y="97177"/>
                  </a:cxn>
                  <a:cxn ang="0">
                    <a:pos x="9664" y="84761"/>
                  </a:cxn>
                  <a:cxn ang="0">
                    <a:pos x="16926" y="81294"/>
                  </a:cxn>
                  <a:cxn ang="0">
                    <a:pos x="26596" y="81294"/>
                  </a:cxn>
                  <a:cxn ang="0">
                    <a:pos x="33864" y="77822"/>
                  </a:cxn>
                  <a:cxn ang="0">
                    <a:pos x="34830" y="76433"/>
                  </a:cxn>
                  <a:cxn ang="0">
                    <a:pos x="34830" y="69494"/>
                  </a:cxn>
                  <a:cxn ang="0">
                    <a:pos x="15764" y="42177"/>
                  </a:cxn>
                  <a:cxn ang="0">
                    <a:pos x="15764" y="35238"/>
                  </a:cxn>
                  <a:cxn ang="0">
                    <a:pos x="37936" y="3466"/>
                  </a:cxn>
                  <a:cxn ang="0">
                    <a:pos x="45204" y="0"/>
                  </a:cxn>
                  <a:cxn ang="0">
                    <a:pos x="89560" y="0"/>
                  </a:cxn>
                  <a:cxn ang="0">
                    <a:pos x="96822" y="3472"/>
                  </a:cxn>
                  <a:cxn ang="0">
                    <a:pos x="119000" y="35238"/>
                  </a:cxn>
                  <a:cxn ang="0">
                    <a:pos x="119000" y="42177"/>
                  </a:cxn>
                  <a:cxn ang="0">
                    <a:pos x="96822" y="73944"/>
                  </a:cxn>
                  <a:cxn ang="0">
                    <a:pos x="89554" y="77416"/>
                  </a:cxn>
                  <a:cxn ang="0">
                    <a:pos x="51416" y="77416"/>
                  </a:cxn>
                  <a:cxn ang="0">
                    <a:pos x="44154" y="80883"/>
                  </a:cxn>
                  <a:cxn ang="0">
                    <a:pos x="43908" y="81233"/>
                  </a:cxn>
                  <a:cxn ang="0">
                    <a:pos x="43908" y="88172"/>
                  </a:cxn>
                  <a:cxn ang="0">
                    <a:pos x="50193" y="97177"/>
                  </a:cxn>
                </a:cxnLst>
                <a:rect l="T0" t="T1" r="T2" b="T3"/>
                <a:pathLst>
                  <a:path w="120000" h="120000" extrusionOk="0">
                    <a:moveTo>
                      <a:pt x="50193" y="97177"/>
                    </a:moveTo>
                    <a:cubicBezTo>
                      <a:pt x="51522" y="99083"/>
                      <a:pt x="51522" y="102205"/>
                      <a:pt x="50193" y="104116"/>
                    </a:cubicBezTo>
                    <a:lnTo>
                      <a:pt x="41523" y="116533"/>
                    </a:lnTo>
                    <a:cubicBezTo>
                      <a:pt x="40193" y="118438"/>
                      <a:pt x="36925" y="120000"/>
                      <a:pt x="34260" y="120000"/>
                    </a:cubicBezTo>
                    <a:lnTo>
                      <a:pt x="16926" y="120000"/>
                    </a:lnTo>
                    <a:cubicBezTo>
                      <a:pt x="14261" y="120000"/>
                      <a:pt x="10993" y="118438"/>
                      <a:pt x="9664" y="116533"/>
                    </a:cubicBezTo>
                    <a:lnTo>
                      <a:pt x="994" y="104116"/>
                    </a:lnTo>
                    <a:cubicBezTo>
                      <a:pt x="-335" y="102205"/>
                      <a:pt x="-335" y="99083"/>
                      <a:pt x="994" y="97177"/>
                    </a:cubicBezTo>
                    <a:lnTo>
                      <a:pt x="9664" y="84761"/>
                    </a:lnTo>
                    <a:cubicBezTo>
                      <a:pt x="10993" y="82855"/>
                      <a:pt x="14261" y="81294"/>
                      <a:pt x="16926" y="81294"/>
                    </a:cubicBezTo>
                    <a:lnTo>
                      <a:pt x="26596" y="81294"/>
                    </a:lnTo>
                    <a:cubicBezTo>
                      <a:pt x="29261" y="81294"/>
                      <a:pt x="32529" y="79733"/>
                      <a:pt x="33864" y="77822"/>
                    </a:cubicBezTo>
                    <a:lnTo>
                      <a:pt x="34830" y="76433"/>
                    </a:lnTo>
                    <a:cubicBezTo>
                      <a:pt x="36165" y="74527"/>
                      <a:pt x="36165" y="71405"/>
                      <a:pt x="34830" y="69494"/>
                    </a:cubicBezTo>
                    <a:lnTo>
                      <a:pt x="15764" y="42177"/>
                    </a:lnTo>
                    <a:cubicBezTo>
                      <a:pt x="14429" y="40266"/>
                      <a:pt x="14429" y="37144"/>
                      <a:pt x="15764" y="35238"/>
                    </a:cubicBezTo>
                    <a:lnTo>
                      <a:pt x="37936" y="3466"/>
                    </a:lnTo>
                    <a:cubicBezTo>
                      <a:pt x="39271" y="1561"/>
                      <a:pt x="42539" y="0"/>
                      <a:pt x="45204" y="0"/>
                    </a:cubicBezTo>
                    <a:lnTo>
                      <a:pt x="89560" y="0"/>
                    </a:lnTo>
                    <a:cubicBezTo>
                      <a:pt x="92219" y="0"/>
                      <a:pt x="95492" y="1561"/>
                      <a:pt x="96822" y="3472"/>
                    </a:cubicBezTo>
                    <a:lnTo>
                      <a:pt x="119000" y="35238"/>
                    </a:lnTo>
                    <a:cubicBezTo>
                      <a:pt x="120329" y="37144"/>
                      <a:pt x="120329" y="40266"/>
                      <a:pt x="119000" y="42177"/>
                    </a:cubicBezTo>
                    <a:lnTo>
                      <a:pt x="96822" y="73944"/>
                    </a:lnTo>
                    <a:cubicBezTo>
                      <a:pt x="95487" y="75855"/>
                      <a:pt x="92219" y="77416"/>
                      <a:pt x="89554" y="77416"/>
                    </a:cubicBezTo>
                    <a:lnTo>
                      <a:pt x="51416" y="77416"/>
                    </a:lnTo>
                    <a:cubicBezTo>
                      <a:pt x="48751" y="77416"/>
                      <a:pt x="45483" y="78977"/>
                      <a:pt x="44154" y="80883"/>
                    </a:cubicBezTo>
                    <a:lnTo>
                      <a:pt x="43908" y="81233"/>
                    </a:lnTo>
                    <a:cubicBezTo>
                      <a:pt x="42573" y="83144"/>
                      <a:pt x="42573" y="86266"/>
                      <a:pt x="43908" y="88172"/>
                    </a:cubicBezTo>
                    <a:cubicBezTo>
                      <a:pt x="43908" y="88172"/>
                      <a:pt x="50193" y="97177"/>
                      <a:pt x="50193" y="97177"/>
                    </a:cubicBezTo>
                    <a:close/>
                  </a:path>
                </a:pathLst>
              </a:custGeom>
              <a:solidFill>
                <a:schemeClr val="accent2"/>
              </a:solidFill>
              <a:ln w="9525">
                <a:noFill/>
                <a:round/>
                <a:headEnd/>
                <a:tailEnd/>
              </a:ln>
            </p:spPr>
            <p:txBody>
              <a:bodyPr lIns="38100" tIns="38100" rIns="38100" bIns="38100" anchor="ctr"/>
              <a:lstStyle/>
              <a:p>
                <a:pPr>
                  <a:defRPr/>
                </a:pPr>
                <a:endParaRPr lang="en-US"/>
              </a:p>
            </p:txBody>
          </p:sp>
          <p:sp>
            <p:nvSpPr>
              <p:cNvPr id="16" name="Google Shape;160;p8">
                <a:extLst>
                  <a:ext uri="{FF2B5EF4-FFF2-40B4-BE49-F238E27FC236}">
                    <a16:creationId xmlns:a16="http://schemas.microsoft.com/office/drawing/2014/main" id="{34AABF4A-9233-8B52-15A3-0BD0C0E4F805}"/>
                  </a:ext>
                </a:extLst>
              </p:cNvPr>
              <p:cNvSpPr>
                <a:spLocks/>
              </p:cNvSpPr>
              <p:nvPr/>
            </p:nvSpPr>
            <p:spPr bwMode="auto">
              <a:xfrm>
                <a:off x="6979237" y="2449743"/>
                <a:ext cx="279335" cy="277798"/>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6" name="Google Shape;161;p8">
              <a:extLst>
                <a:ext uri="{FF2B5EF4-FFF2-40B4-BE49-F238E27FC236}">
                  <a16:creationId xmlns:a16="http://schemas.microsoft.com/office/drawing/2014/main" id="{2CA6FAC6-4BA4-769B-9AF3-AA495D45ED0E}"/>
                </a:ext>
              </a:extLst>
            </p:cNvPr>
            <p:cNvGrpSpPr>
              <a:grpSpLocks/>
            </p:cNvGrpSpPr>
            <p:nvPr/>
          </p:nvGrpSpPr>
          <p:grpSpPr bwMode="auto">
            <a:xfrm>
              <a:off x="6363430" y="3524425"/>
              <a:ext cx="1791872" cy="1022298"/>
              <a:chOff x="6363430" y="3524425"/>
              <a:chExt cx="1791872" cy="1022298"/>
            </a:xfrm>
          </p:grpSpPr>
          <p:sp>
            <p:nvSpPr>
              <p:cNvPr id="13" name="Google Shape;162;p8">
                <a:extLst>
                  <a:ext uri="{FF2B5EF4-FFF2-40B4-BE49-F238E27FC236}">
                    <a16:creationId xmlns:a16="http://schemas.microsoft.com/office/drawing/2014/main" id="{737B2CE4-18D8-3A43-0E92-DD79FB60BBE7}"/>
                  </a:ext>
                </a:extLst>
              </p:cNvPr>
              <p:cNvSpPr/>
              <p:nvPr/>
            </p:nvSpPr>
            <p:spPr>
              <a:xfrm>
                <a:off x="6363430" y="3524425"/>
                <a:ext cx="1791872" cy="1022298"/>
              </a:xfrm>
              <a:custGeom>
                <a:avLst/>
                <a:gdLst/>
                <a:ahLst/>
                <a:cxnLst/>
                <a:rect l="0" t="0" r="0" b="0"/>
                <a:pathLst>
                  <a:path w="120000" h="120000" extrusionOk="0">
                    <a:moveTo>
                      <a:pt x="30389" y="86233"/>
                    </a:moveTo>
                    <a:cubicBezTo>
                      <a:pt x="29418" y="89194"/>
                      <a:pt x="27025" y="91611"/>
                      <a:pt x="25073" y="91611"/>
                    </a:cubicBezTo>
                    <a:lnTo>
                      <a:pt x="12388" y="91611"/>
                    </a:lnTo>
                    <a:cubicBezTo>
                      <a:pt x="10436" y="91611"/>
                      <a:pt x="8049" y="89188"/>
                      <a:pt x="7072" y="86233"/>
                    </a:cubicBezTo>
                    <a:lnTo>
                      <a:pt x="730" y="66988"/>
                    </a:lnTo>
                    <a:cubicBezTo>
                      <a:pt x="-245" y="64033"/>
                      <a:pt x="-245" y="59194"/>
                      <a:pt x="730" y="56233"/>
                    </a:cubicBezTo>
                    <a:lnTo>
                      <a:pt x="7072" y="36988"/>
                    </a:lnTo>
                    <a:cubicBezTo>
                      <a:pt x="8049" y="34033"/>
                      <a:pt x="10442" y="31611"/>
                      <a:pt x="12388" y="31611"/>
                    </a:cubicBezTo>
                    <a:lnTo>
                      <a:pt x="25073" y="31611"/>
                    </a:lnTo>
                    <a:cubicBezTo>
                      <a:pt x="27025" y="31611"/>
                      <a:pt x="29412" y="34033"/>
                      <a:pt x="30389" y="36988"/>
                    </a:cubicBezTo>
                    <a:lnTo>
                      <a:pt x="33931" y="47727"/>
                    </a:lnTo>
                    <a:cubicBezTo>
                      <a:pt x="34907" y="50683"/>
                      <a:pt x="37294" y="53105"/>
                      <a:pt x="39246" y="53100"/>
                    </a:cubicBezTo>
                    <a:lnTo>
                      <a:pt x="40669" y="53100"/>
                    </a:lnTo>
                    <a:cubicBezTo>
                      <a:pt x="42616" y="53100"/>
                      <a:pt x="45009" y="50683"/>
                      <a:pt x="45985" y="47722"/>
                    </a:cubicBezTo>
                    <a:lnTo>
                      <a:pt x="59941" y="5377"/>
                    </a:lnTo>
                    <a:cubicBezTo>
                      <a:pt x="60917" y="2422"/>
                      <a:pt x="63310" y="0"/>
                      <a:pt x="65257" y="0"/>
                    </a:cubicBezTo>
                    <a:lnTo>
                      <a:pt x="97715" y="0"/>
                    </a:lnTo>
                    <a:cubicBezTo>
                      <a:pt x="99668" y="0"/>
                      <a:pt x="102061" y="2422"/>
                      <a:pt x="103037" y="5377"/>
                    </a:cubicBezTo>
                    <a:lnTo>
                      <a:pt x="119263" y="54622"/>
                    </a:lnTo>
                    <a:cubicBezTo>
                      <a:pt x="120239" y="57583"/>
                      <a:pt x="120239" y="62422"/>
                      <a:pt x="119263" y="65377"/>
                    </a:cubicBezTo>
                    <a:lnTo>
                      <a:pt x="103037" y="114622"/>
                    </a:lnTo>
                    <a:cubicBezTo>
                      <a:pt x="102061" y="117577"/>
                      <a:pt x="99668" y="120000"/>
                      <a:pt x="97715" y="120000"/>
                    </a:cubicBezTo>
                    <a:lnTo>
                      <a:pt x="65257" y="120000"/>
                    </a:lnTo>
                    <a:cubicBezTo>
                      <a:pt x="63310" y="120000"/>
                      <a:pt x="60917" y="117577"/>
                      <a:pt x="59941" y="114622"/>
                    </a:cubicBezTo>
                    <a:lnTo>
                      <a:pt x="45985" y="72277"/>
                    </a:lnTo>
                    <a:cubicBezTo>
                      <a:pt x="45009" y="69316"/>
                      <a:pt x="42616" y="66900"/>
                      <a:pt x="40663" y="66900"/>
                    </a:cubicBezTo>
                    <a:lnTo>
                      <a:pt x="40306" y="66900"/>
                    </a:lnTo>
                    <a:cubicBezTo>
                      <a:pt x="38360" y="66900"/>
                      <a:pt x="35967" y="69316"/>
                      <a:pt x="34990" y="72277"/>
                    </a:cubicBezTo>
                    <a:cubicBezTo>
                      <a:pt x="34990" y="72277"/>
                      <a:pt x="30389" y="86233"/>
                      <a:pt x="30389" y="86233"/>
                    </a:cubicBezTo>
                    <a:close/>
                  </a:path>
                </a:pathLst>
              </a:custGeom>
              <a:solidFill>
                <a:schemeClr val="accent3"/>
              </a:solidFill>
              <a:ln>
                <a:noFill/>
              </a:ln>
            </p:spPr>
            <p:txBody>
              <a:bodyPr spcFirstLastPara="1" lIns="38100" tIns="38100" rIns="38100" bIns="38100" anchor="ctr"/>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4" name="Google Shape;163;p8">
                <a:extLst>
                  <a:ext uri="{FF2B5EF4-FFF2-40B4-BE49-F238E27FC236}">
                    <a16:creationId xmlns:a16="http://schemas.microsoft.com/office/drawing/2014/main" id="{CA8C70E5-6654-B1B1-D35D-3B164E0CD1BF}"/>
                  </a:ext>
                </a:extLst>
              </p:cNvPr>
              <p:cNvSpPr>
                <a:spLocks/>
              </p:cNvSpPr>
              <p:nvPr/>
            </p:nvSpPr>
            <p:spPr bwMode="auto">
              <a:xfrm>
                <a:off x="7433157" y="3895881"/>
                <a:ext cx="279335" cy="279386"/>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7" name="Google Shape;164;p8">
              <a:extLst>
                <a:ext uri="{FF2B5EF4-FFF2-40B4-BE49-F238E27FC236}">
                  <a16:creationId xmlns:a16="http://schemas.microsoft.com/office/drawing/2014/main" id="{DDA6C7FC-5E6C-0DDE-CC19-60E09EE21A42}"/>
                </a:ext>
              </a:extLst>
            </p:cNvPr>
            <p:cNvGrpSpPr>
              <a:grpSpLocks/>
            </p:cNvGrpSpPr>
            <p:nvPr/>
          </p:nvGrpSpPr>
          <p:grpSpPr bwMode="auto">
            <a:xfrm>
              <a:off x="5819045" y="4108595"/>
              <a:ext cx="1334777" cy="1571546"/>
              <a:chOff x="5819045" y="4108595"/>
              <a:chExt cx="1334777" cy="1571546"/>
            </a:xfrm>
          </p:grpSpPr>
          <p:sp>
            <p:nvSpPr>
              <p:cNvPr id="11" name="Google Shape;165;p8">
                <a:extLst>
                  <a:ext uri="{FF2B5EF4-FFF2-40B4-BE49-F238E27FC236}">
                    <a16:creationId xmlns:a16="http://schemas.microsoft.com/office/drawing/2014/main" id="{3DB4F95A-B1B6-95CA-5727-265AD4E7EFC1}"/>
                  </a:ext>
                </a:extLst>
              </p:cNvPr>
              <p:cNvSpPr/>
              <p:nvPr/>
            </p:nvSpPr>
            <p:spPr>
              <a:xfrm>
                <a:off x="5819045" y="4108595"/>
                <a:ext cx="1334777" cy="1571546"/>
              </a:xfrm>
              <a:custGeom>
                <a:avLst/>
                <a:gdLst/>
                <a:ahLst/>
                <a:cxnLst/>
                <a:rect l="0" t="0" r="0" b="0"/>
                <a:pathLst>
                  <a:path w="120000" h="120000" extrusionOk="0">
                    <a:moveTo>
                      <a:pt x="16623" y="39044"/>
                    </a:moveTo>
                    <a:cubicBezTo>
                      <a:pt x="14009" y="39044"/>
                      <a:pt x="10797" y="37472"/>
                      <a:pt x="9490" y="35544"/>
                    </a:cubicBezTo>
                    <a:lnTo>
                      <a:pt x="977" y="23022"/>
                    </a:lnTo>
                    <a:cubicBezTo>
                      <a:pt x="-329" y="21094"/>
                      <a:pt x="-329" y="17950"/>
                      <a:pt x="977" y="16022"/>
                    </a:cubicBezTo>
                    <a:lnTo>
                      <a:pt x="9490" y="3500"/>
                    </a:lnTo>
                    <a:cubicBezTo>
                      <a:pt x="10797" y="1572"/>
                      <a:pt x="14009" y="0"/>
                      <a:pt x="16628" y="0"/>
                    </a:cubicBezTo>
                    <a:lnTo>
                      <a:pt x="33648" y="0"/>
                    </a:lnTo>
                    <a:cubicBezTo>
                      <a:pt x="36268" y="0"/>
                      <a:pt x="39480" y="1572"/>
                      <a:pt x="40787" y="3500"/>
                    </a:cubicBezTo>
                    <a:lnTo>
                      <a:pt x="49300" y="16022"/>
                    </a:lnTo>
                    <a:cubicBezTo>
                      <a:pt x="50607" y="17944"/>
                      <a:pt x="50607" y="21094"/>
                      <a:pt x="49300" y="23022"/>
                    </a:cubicBezTo>
                    <a:lnTo>
                      <a:pt x="44546" y="30011"/>
                    </a:lnTo>
                    <a:cubicBezTo>
                      <a:pt x="43239" y="31933"/>
                      <a:pt x="43239" y="35083"/>
                      <a:pt x="44552" y="37005"/>
                    </a:cubicBezTo>
                    <a:lnTo>
                      <a:pt x="45502" y="38411"/>
                    </a:lnTo>
                    <a:cubicBezTo>
                      <a:pt x="46809" y="40333"/>
                      <a:pt x="50020" y="41911"/>
                      <a:pt x="52640" y="41911"/>
                    </a:cubicBezTo>
                    <a:lnTo>
                      <a:pt x="90099" y="41911"/>
                    </a:lnTo>
                    <a:cubicBezTo>
                      <a:pt x="92713" y="41911"/>
                      <a:pt x="95925" y="43483"/>
                      <a:pt x="97232" y="45411"/>
                    </a:cubicBezTo>
                    <a:lnTo>
                      <a:pt x="119016" y="77455"/>
                    </a:lnTo>
                    <a:cubicBezTo>
                      <a:pt x="120323" y="79377"/>
                      <a:pt x="120323" y="82527"/>
                      <a:pt x="119016" y="84455"/>
                    </a:cubicBezTo>
                    <a:lnTo>
                      <a:pt x="97232" y="116500"/>
                    </a:lnTo>
                    <a:cubicBezTo>
                      <a:pt x="95925" y="118427"/>
                      <a:pt x="92713" y="120000"/>
                      <a:pt x="90099" y="120000"/>
                    </a:cubicBezTo>
                    <a:lnTo>
                      <a:pt x="46535" y="120000"/>
                    </a:lnTo>
                    <a:cubicBezTo>
                      <a:pt x="43921" y="120000"/>
                      <a:pt x="40709" y="118427"/>
                      <a:pt x="39402" y="116500"/>
                    </a:cubicBezTo>
                    <a:lnTo>
                      <a:pt x="17617" y="84455"/>
                    </a:lnTo>
                    <a:cubicBezTo>
                      <a:pt x="16310" y="82527"/>
                      <a:pt x="16310" y="79377"/>
                      <a:pt x="17617" y="77455"/>
                    </a:cubicBezTo>
                    <a:lnTo>
                      <a:pt x="36346" y="49900"/>
                    </a:lnTo>
                    <a:cubicBezTo>
                      <a:pt x="37659" y="47972"/>
                      <a:pt x="37659" y="44822"/>
                      <a:pt x="36346" y="42900"/>
                    </a:cubicBezTo>
                    <a:lnTo>
                      <a:pt x="36106" y="42544"/>
                    </a:lnTo>
                    <a:cubicBezTo>
                      <a:pt x="34799" y="40622"/>
                      <a:pt x="31587" y="39044"/>
                      <a:pt x="28973" y="39044"/>
                    </a:cubicBezTo>
                    <a:cubicBezTo>
                      <a:pt x="28973" y="39044"/>
                      <a:pt x="16623" y="39044"/>
                      <a:pt x="16623" y="39044"/>
                    </a:cubicBezTo>
                    <a:close/>
                  </a:path>
                </a:pathLst>
              </a:custGeom>
              <a:solidFill>
                <a:schemeClr val="accent4"/>
              </a:solidFill>
              <a:ln>
                <a:noFill/>
              </a:ln>
            </p:spPr>
            <p:txBody>
              <a:bodyPr spcFirstLastPara="1" lIns="38100" tIns="38100" rIns="38100" bIns="38100" anchor="ctr"/>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2" name="Google Shape;166;p8">
                <a:extLst>
                  <a:ext uri="{FF2B5EF4-FFF2-40B4-BE49-F238E27FC236}">
                    <a16:creationId xmlns:a16="http://schemas.microsoft.com/office/drawing/2014/main" id="{8ED11B79-40BA-A495-5630-FC624516AB61}"/>
                  </a:ext>
                </a:extLst>
              </p:cNvPr>
              <p:cNvSpPr>
                <a:spLocks/>
              </p:cNvSpPr>
              <p:nvPr/>
            </p:nvSpPr>
            <p:spPr bwMode="auto">
              <a:xfrm>
                <a:off x="6436439" y="5073746"/>
                <a:ext cx="279335" cy="228589"/>
              </a:xfrm>
              <a:custGeom>
                <a:avLst/>
                <a:gdLst>
                  <a:gd name="T0" fmla="*/ 0 w 120000"/>
                  <a:gd name="T1" fmla="*/ 0 h 120000"/>
                  <a:gd name="T2" fmla="*/ 120000 w 120000"/>
                  <a:gd name="T3" fmla="*/ 120000 h 120000"/>
                </a:gdLst>
                <a:ahLst/>
                <a:cxnLst>
                  <a:cxn ang="0">
                    <a:pos x="98183" y="53333"/>
                  </a:cxn>
                  <a:cxn ang="0">
                    <a:pos x="92727" y="40000"/>
                  </a:cxn>
                  <a:cxn ang="0">
                    <a:pos x="76361" y="46666"/>
                  </a:cxn>
                  <a:cxn ang="0">
                    <a:pos x="43638" y="53333"/>
                  </a:cxn>
                  <a:cxn ang="0">
                    <a:pos x="38183" y="40000"/>
                  </a:cxn>
                  <a:cxn ang="0">
                    <a:pos x="21816" y="46666"/>
                  </a:cxn>
                  <a:cxn ang="0">
                    <a:pos x="5455" y="53333"/>
                  </a:cxn>
                  <a:cxn ang="0">
                    <a:pos x="114544" y="20005"/>
                  </a:cxn>
                  <a:cxn ang="0">
                    <a:pos x="81816" y="46666"/>
                  </a:cxn>
                  <a:cxn ang="0">
                    <a:pos x="92727" y="66672"/>
                  </a:cxn>
                  <a:cxn ang="0">
                    <a:pos x="81816" y="46666"/>
                  </a:cxn>
                  <a:cxn ang="0">
                    <a:pos x="38183" y="46666"/>
                  </a:cxn>
                  <a:cxn ang="0">
                    <a:pos x="27272" y="66672"/>
                  </a:cxn>
                  <a:cxn ang="0">
                    <a:pos x="109088" y="113333"/>
                  </a:cxn>
                  <a:cxn ang="0">
                    <a:pos x="10911" y="60000"/>
                  </a:cxn>
                  <a:cxn ang="0">
                    <a:pos x="21816" y="66672"/>
                  </a:cxn>
                  <a:cxn ang="0">
                    <a:pos x="38183" y="73333"/>
                  </a:cxn>
                  <a:cxn ang="0">
                    <a:pos x="43638" y="60000"/>
                  </a:cxn>
                  <a:cxn ang="0">
                    <a:pos x="76361" y="66672"/>
                  </a:cxn>
                  <a:cxn ang="0">
                    <a:pos x="92727" y="73333"/>
                  </a:cxn>
                  <a:cxn ang="0">
                    <a:pos x="98183" y="60000"/>
                  </a:cxn>
                  <a:cxn ang="0">
                    <a:pos x="109088" y="113333"/>
                  </a:cxn>
                  <a:cxn ang="0">
                    <a:pos x="70911" y="6666"/>
                  </a:cxn>
                  <a:cxn ang="0">
                    <a:pos x="43638" y="13333"/>
                  </a:cxn>
                  <a:cxn ang="0">
                    <a:pos x="114544" y="13333"/>
                  </a:cxn>
                  <a:cxn ang="0">
                    <a:pos x="70911" y="0"/>
                  </a:cxn>
                  <a:cxn ang="0">
                    <a:pos x="38183" y="13333"/>
                  </a:cxn>
                  <a:cxn ang="0">
                    <a:pos x="0" y="20005"/>
                  </a:cxn>
                  <a:cxn ang="0">
                    <a:pos x="5455" y="60000"/>
                  </a:cxn>
                  <a:cxn ang="0">
                    <a:pos x="10911" y="120000"/>
                  </a:cxn>
                  <a:cxn ang="0">
                    <a:pos x="114544" y="113333"/>
                  </a:cxn>
                  <a:cxn ang="0">
                    <a:pos x="120000" y="53333"/>
                  </a:cxn>
                  <a:cxn ang="0">
                    <a:pos x="114544" y="13333"/>
                  </a:cxn>
                </a:cxnLst>
                <a:rect l="T0" t="T1" r="T2" b="T3"/>
                <a:pathLst>
                  <a:path w="120000" h="120000" extrusionOk="0">
                    <a:moveTo>
                      <a:pt x="114544" y="53333"/>
                    </a:moveTo>
                    <a:lnTo>
                      <a:pt x="98183" y="53333"/>
                    </a:lnTo>
                    <a:lnTo>
                      <a:pt x="98183" y="46666"/>
                    </a:lnTo>
                    <a:cubicBezTo>
                      <a:pt x="98183" y="42988"/>
                      <a:pt x="95738" y="40000"/>
                      <a:pt x="92727" y="40000"/>
                    </a:cubicBezTo>
                    <a:lnTo>
                      <a:pt x="81816" y="40000"/>
                    </a:lnTo>
                    <a:cubicBezTo>
                      <a:pt x="78811" y="40000"/>
                      <a:pt x="76361" y="42988"/>
                      <a:pt x="76361" y="46666"/>
                    </a:cubicBezTo>
                    <a:lnTo>
                      <a:pt x="76361" y="53333"/>
                    </a:lnTo>
                    <a:lnTo>
                      <a:pt x="43638" y="53333"/>
                    </a:lnTo>
                    <a:lnTo>
                      <a:pt x="43638" y="46666"/>
                    </a:lnTo>
                    <a:cubicBezTo>
                      <a:pt x="43638" y="42988"/>
                      <a:pt x="41188" y="40000"/>
                      <a:pt x="38183" y="40000"/>
                    </a:cubicBezTo>
                    <a:lnTo>
                      <a:pt x="27272" y="40000"/>
                    </a:lnTo>
                    <a:cubicBezTo>
                      <a:pt x="24261" y="40000"/>
                      <a:pt x="21816" y="42988"/>
                      <a:pt x="21816" y="46666"/>
                    </a:cubicBezTo>
                    <a:lnTo>
                      <a:pt x="21816" y="53333"/>
                    </a:lnTo>
                    <a:lnTo>
                      <a:pt x="5455" y="53333"/>
                    </a:lnTo>
                    <a:lnTo>
                      <a:pt x="5455" y="20005"/>
                    </a:lnTo>
                    <a:lnTo>
                      <a:pt x="114544" y="20005"/>
                    </a:lnTo>
                    <a:cubicBezTo>
                      <a:pt x="114544" y="20005"/>
                      <a:pt x="114544" y="53333"/>
                      <a:pt x="114544" y="53333"/>
                    </a:cubicBezTo>
                    <a:close/>
                    <a:moveTo>
                      <a:pt x="81816" y="46666"/>
                    </a:moveTo>
                    <a:lnTo>
                      <a:pt x="92727" y="46666"/>
                    </a:lnTo>
                    <a:lnTo>
                      <a:pt x="92727" y="66672"/>
                    </a:lnTo>
                    <a:lnTo>
                      <a:pt x="81816" y="66672"/>
                    </a:lnTo>
                    <a:cubicBezTo>
                      <a:pt x="81816" y="66672"/>
                      <a:pt x="81816" y="46666"/>
                      <a:pt x="81816" y="46666"/>
                    </a:cubicBezTo>
                    <a:close/>
                    <a:moveTo>
                      <a:pt x="27272" y="46666"/>
                    </a:moveTo>
                    <a:lnTo>
                      <a:pt x="38183" y="46666"/>
                    </a:lnTo>
                    <a:lnTo>
                      <a:pt x="38183" y="66672"/>
                    </a:lnTo>
                    <a:lnTo>
                      <a:pt x="27272" y="66672"/>
                    </a:lnTo>
                    <a:cubicBezTo>
                      <a:pt x="27272" y="66672"/>
                      <a:pt x="27272" y="46666"/>
                      <a:pt x="27272" y="46666"/>
                    </a:cubicBezTo>
                    <a:close/>
                    <a:moveTo>
                      <a:pt x="109088" y="113333"/>
                    </a:moveTo>
                    <a:lnTo>
                      <a:pt x="10911" y="113333"/>
                    </a:lnTo>
                    <a:lnTo>
                      <a:pt x="10911" y="60000"/>
                    </a:lnTo>
                    <a:lnTo>
                      <a:pt x="21816" y="60000"/>
                    </a:lnTo>
                    <a:lnTo>
                      <a:pt x="21816" y="66672"/>
                    </a:lnTo>
                    <a:cubicBezTo>
                      <a:pt x="21816" y="70344"/>
                      <a:pt x="24261" y="73333"/>
                      <a:pt x="27272" y="73333"/>
                    </a:cubicBezTo>
                    <a:lnTo>
                      <a:pt x="38183" y="73333"/>
                    </a:lnTo>
                    <a:cubicBezTo>
                      <a:pt x="41188" y="73333"/>
                      <a:pt x="43638" y="70344"/>
                      <a:pt x="43638" y="66672"/>
                    </a:cubicBezTo>
                    <a:lnTo>
                      <a:pt x="43638" y="60000"/>
                    </a:lnTo>
                    <a:lnTo>
                      <a:pt x="76361" y="60000"/>
                    </a:lnTo>
                    <a:lnTo>
                      <a:pt x="76361" y="66672"/>
                    </a:lnTo>
                    <a:cubicBezTo>
                      <a:pt x="76361" y="70344"/>
                      <a:pt x="78811" y="73333"/>
                      <a:pt x="81816" y="73333"/>
                    </a:cubicBezTo>
                    <a:lnTo>
                      <a:pt x="92727" y="73333"/>
                    </a:lnTo>
                    <a:cubicBezTo>
                      <a:pt x="95738" y="73333"/>
                      <a:pt x="98183" y="70344"/>
                      <a:pt x="98183" y="66672"/>
                    </a:cubicBezTo>
                    <a:lnTo>
                      <a:pt x="98183" y="60000"/>
                    </a:lnTo>
                    <a:lnTo>
                      <a:pt x="109088" y="60000"/>
                    </a:lnTo>
                    <a:cubicBezTo>
                      <a:pt x="109088" y="60000"/>
                      <a:pt x="109088" y="113333"/>
                      <a:pt x="109088" y="113333"/>
                    </a:cubicBezTo>
                    <a:close/>
                    <a:moveTo>
                      <a:pt x="49088" y="6666"/>
                    </a:moveTo>
                    <a:lnTo>
                      <a:pt x="70911" y="6666"/>
                    </a:lnTo>
                    <a:cubicBezTo>
                      <a:pt x="73916" y="6666"/>
                      <a:pt x="76361" y="9655"/>
                      <a:pt x="76361" y="13333"/>
                    </a:cubicBezTo>
                    <a:lnTo>
                      <a:pt x="43638" y="13333"/>
                    </a:lnTo>
                    <a:cubicBezTo>
                      <a:pt x="43638" y="9655"/>
                      <a:pt x="46083" y="6666"/>
                      <a:pt x="49088" y="6666"/>
                    </a:cubicBezTo>
                    <a:moveTo>
                      <a:pt x="114544" y="13333"/>
                    </a:moveTo>
                    <a:lnTo>
                      <a:pt x="81816" y="13333"/>
                    </a:lnTo>
                    <a:cubicBezTo>
                      <a:pt x="81816" y="5972"/>
                      <a:pt x="76933" y="0"/>
                      <a:pt x="70911" y="0"/>
                    </a:cubicBezTo>
                    <a:lnTo>
                      <a:pt x="49088" y="0"/>
                    </a:lnTo>
                    <a:cubicBezTo>
                      <a:pt x="43066" y="0"/>
                      <a:pt x="38183" y="5972"/>
                      <a:pt x="38183" y="13333"/>
                    </a:cubicBezTo>
                    <a:lnTo>
                      <a:pt x="5455" y="13333"/>
                    </a:lnTo>
                    <a:cubicBezTo>
                      <a:pt x="2444" y="13333"/>
                      <a:pt x="0" y="16322"/>
                      <a:pt x="0" y="20005"/>
                    </a:cubicBezTo>
                    <a:lnTo>
                      <a:pt x="0" y="53333"/>
                    </a:lnTo>
                    <a:cubicBezTo>
                      <a:pt x="0" y="57011"/>
                      <a:pt x="2444" y="60000"/>
                      <a:pt x="5455" y="60000"/>
                    </a:cubicBezTo>
                    <a:lnTo>
                      <a:pt x="5455" y="113333"/>
                    </a:lnTo>
                    <a:cubicBezTo>
                      <a:pt x="5455" y="117011"/>
                      <a:pt x="7900" y="120000"/>
                      <a:pt x="10911" y="120000"/>
                    </a:cubicBezTo>
                    <a:lnTo>
                      <a:pt x="109088" y="120000"/>
                    </a:lnTo>
                    <a:cubicBezTo>
                      <a:pt x="112100" y="120000"/>
                      <a:pt x="114544" y="117011"/>
                      <a:pt x="114544" y="113333"/>
                    </a:cubicBezTo>
                    <a:lnTo>
                      <a:pt x="114544" y="60000"/>
                    </a:lnTo>
                    <a:cubicBezTo>
                      <a:pt x="117555" y="60000"/>
                      <a:pt x="120000" y="57011"/>
                      <a:pt x="120000" y="53333"/>
                    </a:cubicBezTo>
                    <a:lnTo>
                      <a:pt x="120000" y="20005"/>
                    </a:lnTo>
                    <a:cubicBezTo>
                      <a:pt x="120000" y="16322"/>
                      <a:pt x="117555" y="13333"/>
                      <a:pt x="114544" y="13333"/>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8" name="Google Shape;167;p8">
              <a:extLst>
                <a:ext uri="{FF2B5EF4-FFF2-40B4-BE49-F238E27FC236}">
                  <a16:creationId xmlns:a16="http://schemas.microsoft.com/office/drawing/2014/main" id="{8ABAE5E8-B5E2-B924-C74A-3383E1A7E180}"/>
                </a:ext>
              </a:extLst>
            </p:cNvPr>
            <p:cNvGrpSpPr>
              <a:grpSpLocks/>
            </p:cNvGrpSpPr>
            <p:nvPr/>
          </p:nvGrpSpPr>
          <p:grpSpPr bwMode="auto">
            <a:xfrm>
              <a:off x="4522358" y="3789525"/>
              <a:ext cx="1310970" cy="1585832"/>
              <a:chOff x="4522358" y="3789525"/>
              <a:chExt cx="1310970" cy="1585832"/>
            </a:xfrm>
          </p:grpSpPr>
          <p:sp>
            <p:nvSpPr>
              <p:cNvPr id="9" name="Google Shape;168;p8">
                <a:extLst>
                  <a:ext uri="{FF2B5EF4-FFF2-40B4-BE49-F238E27FC236}">
                    <a16:creationId xmlns:a16="http://schemas.microsoft.com/office/drawing/2014/main" id="{0C5829D2-E3D7-6D4F-13CA-35B846E788BF}"/>
                  </a:ext>
                </a:extLst>
              </p:cNvPr>
              <p:cNvSpPr/>
              <p:nvPr/>
            </p:nvSpPr>
            <p:spPr>
              <a:xfrm>
                <a:off x="4522358" y="3789525"/>
                <a:ext cx="1310970" cy="1585832"/>
              </a:xfrm>
              <a:custGeom>
                <a:avLst/>
                <a:gdLst/>
                <a:ahLst/>
                <a:cxnLst/>
                <a:rect l="0" t="0" r="0" b="0"/>
                <a:pathLst>
                  <a:path w="120000" h="120000" extrusionOk="0">
                    <a:moveTo>
                      <a:pt x="69801" y="22822"/>
                    </a:moveTo>
                    <a:cubicBezTo>
                      <a:pt x="68471" y="20916"/>
                      <a:pt x="68471" y="17794"/>
                      <a:pt x="69801" y="15883"/>
                    </a:cubicBezTo>
                    <a:lnTo>
                      <a:pt x="78465" y="3466"/>
                    </a:lnTo>
                    <a:cubicBezTo>
                      <a:pt x="79800" y="1561"/>
                      <a:pt x="83068" y="0"/>
                      <a:pt x="85733" y="0"/>
                    </a:cubicBezTo>
                    <a:lnTo>
                      <a:pt x="103067" y="0"/>
                    </a:lnTo>
                    <a:cubicBezTo>
                      <a:pt x="105732" y="0"/>
                      <a:pt x="109000" y="1561"/>
                      <a:pt x="110330" y="3466"/>
                    </a:cubicBezTo>
                    <a:lnTo>
                      <a:pt x="119000" y="15883"/>
                    </a:lnTo>
                    <a:cubicBezTo>
                      <a:pt x="120329" y="17794"/>
                      <a:pt x="120329" y="20916"/>
                      <a:pt x="119000" y="22822"/>
                    </a:cubicBezTo>
                    <a:lnTo>
                      <a:pt x="110330" y="35238"/>
                    </a:lnTo>
                    <a:cubicBezTo>
                      <a:pt x="109000" y="37144"/>
                      <a:pt x="105732" y="38705"/>
                      <a:pt x="103067" y="38705"/>
                    </a:cubicBezTo>
                    <a:lnTo>
                      <a:pt x="93397" y="38705"/>
                    </a:lnTo>
                    <a:cubicBezTo>
                      <a:pt x="90733" y="38705"/>
                      <a:pt x="87465" y="40266"/>
                      <a:pt x="86130" y="42177"/>
                    </a:cubicBezTo>
                    <a:lnTo>
                      <a:pt x="85163" y="43566"/>
                    </a:lnTo>
                    <a:cubicBezTo>
                      <a:pt x="83828" y="45472"/>
                      <a:pt x="83828" y="48594"/>
                      <a:pt x="85163" y="50505"/>
                    </a:cubicBezTo>
                    <a:lnTo>
                      <a:pt x="104229" y="77822"/>
                    </a:lnTo>
                    <a:cubicBezTo>
                      <a:pt x="105564" y="79733"/>
                      <a:pt x="105564" y="82855"/>
                      <a:pt x="104229" y="84761"/>
                    </a:cubicBezTo>
                    <a:lnTo>
                      <a:pt x="82057" y="116533"/>
                    </a:lnTo>
                    <a:cubicBezTo>
                      <a:pt x="80722" y="118438"/>
                      <a:pt x="77454" y="120000"/>
                      <a:pt x="74789" y="120000"/>
                    </a:cubicBezTo>
                    <a:lnTo>
                      <a:pt x="30439" y="120000"/>
                    </a:lnTo>
                    <a:cubicBezTo>
                      <a:pt x="27775" y="120000"/>
                      <a:pt x="24507" y="118438"/>
                      <a:pt x="23172" y="116527"/>
                    </a:cubicBezTo>
                    <a:lnTo>
                      <a:pt x="994" y="84761"/>
                    </a:lnTo>
                    <a:cubicBezTo>
                      <a:pt x="-335" y="82855"/>
                      <a:pt x="-335" y="79733"/>
                      <a:pt x="994" y="77822"/>
                    </a:cubicBezTo>
                    <a:lnTo>
                      <a:pt x="23172" y="46055"/>
                    </a:lnTo>
                    <a:cubicBezTo>
                      <a:pt x="24507" y="44144"/>
                      <a:pt x="27775" y="42583"/>
                      <a:pt x="30439" y="42583"/>
                    </a:cubicBezTo>
                    <a:lnTo>
                      <a:pt x="68577" y="42583"/>
                    </a:lnTo>
                    <a:cubicBezTo>
                      <a:pt x="71242" y="42583"/>
                      <a:pt x="74510" y="41022"/>
                      <a:pt x="75840" y="39116"/>
                    </a:cubicBezTo>
                    <a:lnTo>
                      <a:pt x="76085" y="38766"/>
                    </a:lnTo>
                    <a:cubicBezTo>
                      <a:pt x="77420" y="36855"/>
                      <a:pt x="77420" y="33733"/>
                      <a:pt x="76085" y="31827"/>
                    </a:cubicBezTo>
                    <a:cubicBezTo>
                      <a:pt x="76085" y="31827"/>
                      <a:pt x="69801" y="22822"/>
                      <a:pt x="69801" y="22822"/>
                    </a:cubicBezTo>
                    <a:close/>
                  </a:path>
                </a:pathLst>
              </a:custGeom>
              <a:solidFill>
                <a:schemeClr val="accent5"/>
              </a:solidFill>
              <a:ln>
                <a:noFill/>
              </a:ln>
            </p:spPr>
            <p:txBody>
              <a:bodyPr spcFirstLastPara="1" lIns="38100" tIns="38100" rIns="38100" bIns="38100" anchor="ctr"/>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0" name="Google Shape;169;p8">
                <a:extLst>
                  <a:ext uri="{FF2B5EF4-FFF2-40B4-BE49-F238E27FC236}">
                    <a16:creationId xmlns:a16="http://schemas.microsoft.com/office/drawing/2014/main" id="{6EF08B28-D01D-64A7-8294-AD9A51963F74}"/>
                  </a:ext>
                </a:extLst>
              </p:cNvPr>
              <p:cNvSpPr>
                <a:spLocks/>
              </p:cNvSpPr>
              <p:nvPr/>
            </p:nvSpPr>
            <p:spPr bwMode="auto">
              <a:xfrm>
                <a:off x="4946122" y="4756263"/>
                <a:ext cx="279335" cy="279386"/>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grpSp>
      <p:sp>
        <p:nvSpPr>
          <p:cNvPr id="21" name="Google Shape;170;p8">
            <a:extLst>
              <a:ext uri="{FF2B5EF4-FFF2-40B4-BE49-F238E27FC236}">
                <a16:creationId xmlns:a16="http://schemas.microsoft.com/office/drawing/2014/main" id="{AFBF0A87-918A-2C24-D46D-47D86ECD4CFE}"/>
              </a:ext>
            </a:extLst>
          </p:cNvPr>
          <p:cNvSpPr>
            <a:spLocks/>
          </p:cNvSpPr>
          <p:nvPr/>
        </p:nvSpPr>
        <p:spPr bwMode="auto">
          <a:xfrm>
            <a:off x="5053013" y="4046538"/>
            <a:ext cx="279400" cy="279400"/>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2" name="Google Shape;171;p8">
            <a:extLst>
              <a:ext uri="{FF2B5EF4-FFF2-40B4-BE49-F238E27FC236}">
                <a16:creationId xmlns:a16="http://schemas.microsoft.com/office/drawing/2014/main" id="{EE2983E6-E860-2CE9-665C-9BC02FB10C93}"/>
              </a:ext>
            </a:extLst>
          </p:cNvPr>
          <p:cNvSpPr>
            <a:spLocks/>
          </p:cNvSpPr>
          <p:nvPr/>
        </p:nvSpPr>
        <p:spPr bwMode="auto">
          <a:xfrm>
            <a:off x="5016500" y="2724150"/>
            <a:ext cx="279400" cy="279400"/>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3" name="Google Shape;172;p8">
            <a:extLst>
              <a:ext uri="{FF2B5EF4-FFF2-40B4-BE49-F238E27FC236}">
                <a16:creationId xmlns:a16="http://schemas.microsoft.com/office/drawing/2014/main" id="{60F5BA7D-63BA-6280-19B9-A92E491822F2}"/>
              </a:ext>
            </a:extLst>
          </p:cNvPr>
          <p:cNvSpPr>
            <a:spLocks/>
          </p:cNvSpPr>
          <p:nvPr/>
        </p:nvSpPr>
        <p:spPr bwMode="auto">
          <a:xfrm>
            <a:off x="8564563" y="2717800"/>
            <a:ext cx="279400" cy="279400"/>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4" name="Google Shape;173;p8">
            <a:extLst>
              <a:ext uri="{FF2B5EF4-FFF2-40B4-BE49-F238E27FC236}">
                <a16:creationId xmlns:a16="http://schemas.microsoft.com/office/drawing/2014/main" id="{862F9415-FA44-55A3-2A3F-755070EB3E63}"/>
              </a:ext>
            </a:extLst>
          </p:cNvPr>
          <p:cNvSpPr>
            <a:spLocks/>
          </p:cNvSpPr>
          <p:nvPr/>
        </p:nvSpPr>
        <p:spPr bwMode="auto">
          <a:xfrm>
            <a:off x="8553450" y="4029075"/>
            <a:ext cx="277813" cy="279400"/>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5" name="Google Shape;174;p8">
            <a:extLst>
              <a:ext uri="{FF2B5EF4-FFF2-40B4-BE49-F238E27FC236}">
                <a16:creationId xmlns:a16="http://schemas.microsoft.com/office/drawing/2014/main" id="{7FCA6978-6E34-069C-960F-0D8CB576BFD8}"/>
              </a:ext>
            </a:extLst>
          </p:cNvPr>
          <p:cNvSpPr>
            <a:spLocks/>
          </p:cNvSpPr>
          <p:nvPr/>
        </p:nvSpPr>
        <p:spPr bwMode="auto">
          <a:xfrm>
            <a:off x="5046663" y="5330825"/>
            <a:ext cx="279400" cy="279400"/>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2"/>
          </a:solidFill>
          <a:ln w="9525">
            <a:noFill/>
            <a:round/>
            <a:headEnd/>
            <a:tailEnd/>
          </a:ln>
        </p:spPr>
        <p:txBody>
          <a:bodyPr lIns="19025" tIns="19025" rIns="19025" bIns="19025" anchor="ctr"/>
          <a:lstStyle/>
          <a:p>
            <a:pPr>
              <a:defRPr/>
            </a:pPr>
            <a:endParaRPr lang="en-US"/>
          </a:p>
        </p:txBody>
      </p:sp>
      <p:sp>
        <p:nvSpPr>
          <p:cNvPr id="26" name="Google Shape;175;p8">
            <a:extLst>
              <a:ext uri="{FF2B5EF4-FFF2-40B4-BE49-F238E27FC236}">
                <a16:creationId xmlns:a16="http://schemas.microsoft.com/office/drawing/2014/main" id="{B7460532-B463-653D-2B1E-D1DAEF0FCE07}"/>
              </a:ext>
            </a:extLst>
          </p:cNvPr>
          <p:cNvSpPr>
            <a:spLocks/>
          </p:cNvSpPr>
          <p:nvPr/>
        </p:nvSpPr>
        <p:spPr bwMode="auto">
          <a:xfrm>
            <a:off x="8553450" y="5340350"/>
            <a:ext cx="277813" cy="228600"/>
          </a:xfrm>
          <a:custGeom>
            <a:avLst/>
            <a:gdLst>
              <a:gd name="T0" fmla="*/ 0 w 120000"/>
              <a:gd name="T1" fmla="*/ 0 h 120000"/>
              <a:gd name="T2" fmla="*/ 120000 w 120000"/>
              <a:gd name="T3" fmla="*/ 120000 h 120000"/>
            </a:gdLst>
            <a:ahLst/>
            <a:cxnLst>
              <a:cxn ang="0">
                <a:pos x="98183" y="53333"/>
              </a:cxn>
              <a:cxn ang="0">
                <a:pos x="92727" y="40000"/>
              </a:cxn>
              <a:cxn ang="0">
                <a:pos x="76361" y="46666"/>
              </a:cxn>
              <a:cxn ang="0">
                <a:pos x="43638" y="53333"/>
              </a:cxn>
              <a:cxn ang="0">
                <a:pos x="38183" y="40000"/>
              </a:cxn>
              <a:cxn ang="0">
                <a:pos x="21816" y="46666"/>
              </a:cxn>
              <a:cxn ang="0">
                <a:pos x="5455" y="53333"/>
              </a:cxn>
              <a:cxn ang="0">
                <a:pos x="114544" y="20005"/>
              </a:cxn>
              <a:cxn ang="0">
                <a:pos x="81816" y="46666"/>
              </a:cxn>
              <a:cxn ang="0">
                <a:pos x="92727" y="66672"/>
              </a:cxn>
              <a:cxn ang="0">
                <a:pos x="81816" y="46666"/>
              </a:cxn>
              <a:cxn ang="0">
                <a:pos x="38183" y="46666"/>
              </a:cxn>
              <a:cxn ang="0">
                <a:pos x="27272" y="66672"/>
              </a:cxn>
              <a:cxn ang="0">
                <a:pos x="109088" y="113333"/>
              </a:cxn>
              <a:cxn ang="0">
                <a:pos x="10911" y="60000"/>
              </a:cxn>
              <a:cxn ang="0">
                <a:pos x="21816" y="66672"/>
              </a:cxn>
              <a:cxn ang="0">
                <a:pos x="38183" y="73333"/>
              </a:cxn>
              <a:cxn ang="0">
                <a:pos x="43638" y="60000"/>
              </a:cxn>
              <a:cxn ang="0">
                <a:pos x="76361" y="66672"/>
              </a:cxn>
              <a:cxn ang="0">
                <a:pos x="92727" y="73333"/>
              </a:cxn>
              <a:cxn ang="0">
                <a:pos x="98183" y="60000"/>
              </a:cxn>
              <a:cxn ang="0">
                <a:pos x="109088" y="113333"/>
              </a:cxn>
              <a:cxn ang="0">
                <a:pos x="70911" y="6666"/>
              </a:cxn>
              <a:cxn ang="0">
                <a:pos x="43638" y="13333"/>
              </a:cxn>
              <a:cxn ang="0">
                <a:pos x="114544" y="13333"/>
              </a:cxn>
              <a:cxn ang="0">
                <a:pos x="70911" y="0"/>
              </a:cxn>
              <a:cxn ang="0">
                <a:pos x="38183" y="13333"/>
              </a:cxn>
              <a:cxn ang="0">
                <a:pos x="0" y="20005"/>
              </a:cxn>
              <a:cxn ang="0">
                <a:pos x="5455" y="60000"/>
              </a:cxn>
              <a:cxn ang="0">
                <a:pos x="10911" y="120000"/>
              </a:cxn>
              <a:cxn ang="0">
                <a:pos x="114544" y="113333"/>
              </a:cxn>
              <a:cxn ang="0">
                <a:pos x="120000" y="53333"/>
              </a:cxn>
              <a:cxn ang="0">
                <a:pos x="114544" y="13333"/>
              </a:cxn>
            </a:cxnLst>
            <a:rect l="T0" t="T1" r="T2" b="T3"/>
            <a:pathLst>
              <a:path w="120000" h="120000" extrusionOk="0">
                <a:moveTo>
                  <a:pt x="114544" y="53333"/>
                </a:moveTo>
                <a:lnTo>
                  <a:pt x="98183" y="53333"/>
                </a:lnTo>
                <a:lnTo>
                  <a:pt x="98183" y="46666"/>
                </a:lnTo>
                <a:cubicBezTo>
                  <a:pt x="98183" y="42988"/>
                  <a:pt x="95738" y="40000"/>
                  <a:pt x="92727" y="40000"/>
                </a:cubicBezTo>
                <a:lnTo>
                  <a:pt x="81816" y="40000"/>
                </a:lnTo>
                <a:cubicBezTo>
                  <a:pt x="78811" y="40000"/>
                  <a:pt x="76361" y="42988"/>
                  <a:pt x="76361" y="46666"/>
                </a:cubicBezTo>
                <a:lnTo>
                  <a:pt x="76361" y="53333"/>
                </a:lnTo>
                <a:lnTo>
                  <a:pt x="43638" y="53333"/>
                </a:lnTo>
                <a:lnTo>
                  <a:pt x="43638" y="46666"/>
                </a:lnTo>
                <a:cubicBezTo>
                  <a:pt x="43638" y="42988"/>
                  <a:pt x="41188" y="40000"/>
                  <a:pt x="38183" y="40000"/>
                </a:cubicBezTo>
                <a:lnTo>
                  <a:pt x="27272" y="40000"/>
                </a:lnTo>
                <a:cubicBezTo>
                  <a:pt x="24261" y="40000"/>
                  <a:pt x="21816" y="42988"/>
                  <a:pt x="21816" y="46666"/>
                </a:cubicBezTo>
                <a:lnTo>
                  <a:pt x="21816" y="53333"/>
                </a:lnTo>
                <a:lnTo>
                  <a:pt x="5455" y="53333"/>
                </a:lnTo>
                <a:lnTo>
                  <a:pt x="5455" y="20005"/>
                </a:lnTo>
                <a:lnTo>
                  <a:pt x="114544" y="20005"/>
                </a:lnTo>
                <a:cubicBezTo>
                  <a:pt x="114544" y="20005"/>
                  <a:pt x="114544" y="53333"/>
                  <a:pt x="114544" y="53333"/>
                </a:cubicBezTo>
                <a:close/>
                <a:moveTo>
                  <a:pt x="81816" y="46666"/>
                </a:moveTo>
                <a:lnTo>
                  <a:pt x="92727" y="46666"/>
                </a:lnTo>
                <a:lnTo>
                  <a:pt x="92727" y="66672"/>
                </a:lnTo>
                <a:lnTo>
                  <a:pt x="81816" y="66672"/>
                </a:lnTo>
                <a:cubicBezTo>
                  <a:pt x="81816" y="66672"/>
                  <a:pt x="81816" y="46666"/>
                  <a:pt x="81816" y="46666"/>
                </a:cubicBezTo>
                <a:close/>
                <a:moveTo>
                  <a:pt x="27272" y="46666"/>
                </a:moveTo>
                <a:lnTo>
                  <a:pt x="38183" y="46666"/>
                </a:lnTo>
                <a:lnTo>
                  <a:pt x="38183" y="66672"/>
                </a:lnTo>
                <a:lnTo>
                  <a:pt x="27272" y="66672"/>
                </a:lnTo>
                <a:cubicBezTo>
                  <a:pt x="27272" y="66672"/>
                  <a:pt x="27272" y="46666"/>
                  <a:pt x="27272" y="46666"/>
                </a:cubicBezTo>
                <a:close/>
                <a:moveTo>
                  <a:pt x="109088" y="113333"/>
                </a:moveTo>
                <a:lnTo>
                  <a:pt x="10911" y="113333"/>
                </a:lnTo>
                <a:lnTo>
                  <a:pt x="10911" y="60000"/>
                </a:lnTo>
                <a:lnTo>
                  <a:pt x="21816" y="60000"/>
                </a:lnTo>
                <a:lnTo>
                  <a:pt x="21816" y="66672"/>
                </a:lnTo>
                <a:cubicBezTo>
                  <a:pt x="21816" y="70344"/>
                  <a:pt x="24261" y="73333"/>
                  <a:pt x="27272" y="73333"/>
                </a:cubicBezTo>
                <a:lnTo>
                  <a:pt x="38183" y="73333"/>
                </a:lnTo>
                <a:cubicBezTo>
                  <a:pt x="41188" y="73333"/>
                  <a:pt x="43638" y="70344"/>
                  <a:pt x="43638" y="66672"/>
                </a:cubicBezTo>
                <a:lnTo>
                  <a:pt x="43638" y="60000"/>
                </a:lnTo>
                <a:lnTo>
                  <a:pt x="76361" y="60000"/>
                </a:lnTo>
                <a:lnTo>
                  <a:pt x="76361" y="66672"/>
                </a:lnTo>
                <a:cubicBezTo>
                  <a:pt x="76361" y="70344"/>
                  <a:pt x="78811" y="73333"/>
                  <a:pt x="81816" y="73333"/>
                </a:cubicBezTo>
                <a:lnTo>
                  <a:pt x="92727" y="73333"/>
                </a:lnTo>
                <a:cubicBezTo>
                  <a:pt x="95738" y="73333"/>
                  <a:pt x="98183" y="70344"/>
                  <a:pt x="98183" y="66672"/>
                </a:cubicBezTo>
                <a:lnTo>
                  <a:pt x="98183" y="60000"/>
                </a:lnTo>
                <a:lnTo>
                  <a:pt x="109088" y="60000"/>
                </a:lnTo>
                <a:cubicBezTo>
                  <a:pt x="109088" y="60000"/>
                  <a:pt x="109088" y="113333"/>
                  <a:pt x="109088" y="113333"/>
                </a:cubicBezTo>
                <a:close/>
                <a:moveTo>
                  <a:pt x="49088" y="6666"/>
                </a:moveTo>
                <a:lnTo>
                  <a:pt x="70911" y="6666"/>
                </a:lnTo>
                <a:cubicBezTo>
                  <a:pt x="73916" y="6666"/>
                  <a:pt x="76361" y="9655"/>
                  <a:pt x="76361" y="13333"/>
                </a:cubicBezTo>
                <a:lnTo>
                  <a:pt x="43638" y="13333"/>
                </a:lnTo>
                <a:cubicBezTo>
                  <a:pt x="43638" y="9655"/>
                  <a:pt x="46083" y="6666"/>
                  <a:pt x="49088" y="6666"/>
                </a:cubicBezTo>
                <a:moveTo>
                  <a:pt x="114544" y="13333"/>
                </a:moveTo>
                <a:lnTo>
                  <a:pt x="81816" y="13333"/>
                </a:lnTo>
                <a:cubicBezTo>
                  <a:pt x="81816" y="5972"/>
                  <a:pt x="76933" y="0"/>
                  <a:pt x="70911" y="0"/>
                </a:cubicBezTo>
                <a:lnTo>
                  <a:pt x="49088" y="0"/>
                </a:lnTo>
                <a:cubicBezTo>
                  <a:pt x="43066" y="0"/>
                  <a:pt x="38183" y="5972"/>
                  <a:pt x="38183" y="13333"/>
                </a:cubicBezTo>
                <a:lnTo>
                  <a:pt x="5455" y="13333"/>
                </a:lnTo>
                <a:cubicBezTo>
                  <a:pt x="2444" y="13333"/>
                  <a:pt x="0" y="16322"/>
                  <a:pt x="0" y="20005"/>
                </a:cubicBezTo>
                <a:lnTo>
                  <a:pt x="0" y="53333"/>
                </a:lnTo>
                <a:cubicBezTo>
                  <a:pt x="0" y="57011"/>
                  <a:pt x="2444" y="60000"/>
                  <a:pt x="5455" y="60000"/>
                </a:cubicBezTo>
                <a:lnTo>
                  <a:pt x="5455" y="113333"/>
                </a:lnTo>
                <a:cubicBezTo>
                  <a:pt x="5455" y="117011"/>
                  <a:pt x="7900" y="120000"/>
                  <a:pt x="10911" y="120000"/>
                </a:cubicBezTo>
                <a:lnTo>
                  <a:pt x="109088" y="120000"/>
                </a:lnTo>
                <a:cubicBezTo>
                  <a:pt x="112100" y="120000"/>
                  <a:pt x="114544" y="117011"/>
                  <a:pt x="114544" y="113333"/>
                </a:cubicBezTo>
                <a:lnTo>
                  <a:pt x="114544" y="60000"/>
                </a:lnTo>
                <a:cubicBezTo>
                  <a:pt x="117555" y="60000"/>
                  <a:pt x="120000" y="57011"/>
                  <a:pt x="120000" y="53333"/>
                </a:cubicBezTo>
                <a:lnTo>
                  <a:pt x="120000" y="20005"/>
                </a:lnTo>
                <a:cubicBezTo>
                  <a:pt x="120000" y="16322"/>
                  <a:pt x="117555" y="13333"/>
                  <a:pt x="114544" y="13333"/>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149" name="Google Shape;149;p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176" name="Google Shape;176;p8"/>
          <p:cNvSpPr txBox="1">
            <a:spLocks noGrp="1"/>
          </p:cNvSpPr>
          <p:nvPr>
            <p:ph type="body" idx="2"/>
          </p:nvPr>
        </p:nvSpPr>
        <p:spPr>
          <a:xfrm>
            <a:off x="5400025" y="1659170"/>
            <a:ext cx="6100312" cy="89665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dirty="0"/>
              <a:t>Click to edit Master text styles</a:t>
            </a:r>
          </a:p>
        </p:txBody>
      </p:sp>
      <p:sp>
        <p:nvSpPr>
          <p:cNvPr id="177" name="Google Shape;177;p8"/>
          <p:cNvSpPr txBox="1">
            <a:spLocks noGrp="1"/>
          </p:cNvSpPr>
          <p:nvPr>
            <p:ph type="body" idx="3"/>
          </p:nvPr>
        </p:nvSpPr>
        <p:spPr>
          <a:xfrm>
            <a:off x="5389969" y="3082730"/>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78" name="Google Shape;178;p8"/>
          <p:cNvSpPr txBox="1">
            <a:spLocks noGrp="1"/>
          </p:cNvSpPr>
          <p:nvPr>
            <p:ph type="body" idx="4"/>
          </p:nvPr>
        </p:nvSpPr>
        <p:spPr>
          <a:xfrm>
            <a:off x="5400025" y="2676146"/>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79" name="Google Shape;179;p8"/>
          <p:cNvSpPr txBox="1">
            <a:spLocks noGrp="1"/>
          </p:cNvSpPr>
          <p:nvPr>
            <p:ph type="body" idx="5"/>
          </p:nvPr>
        </p:nvSpPr>
        <p:spPr>
          <a:xfrm>
            <a:off x="5389969" y="4393828"/>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0" name="Google Shape;180;p8"/>
          <p:cNvSpPr txBox="1">
            <a:spLocks noGrp="1"/>
          </p:cNvSpPr>
          <p:nvPr>
            <p:ph type="body" idx="6"/>
          </p:nvPr>
        </p:nvSpPr>
        <p:spPr>
          <a:xfrm>
            <a:off x="5400025" y="3987244"/>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1" name="Google Shape;181;p8"/>
          <p:cNvSpPr txBox="1">
            <a:spLocks noGrp="1"/>
          </p:cNvSpPr>
          <p:nvPr>
            <p:ph type="body" idx="7"/>
          </p:nvPr>
        </p:nvSpPr>
        <p:spPr>
          <a:xfrm>
            <a:off x="5389969" y="5694917"/>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2" name="Google Shape;182;p8"/>
          <p:cNvSpPr txBox="1">
            <a:spLocks noGrp="1"/>
          </p:cNvSpPr>
          <p:nvPr>
            <p:ph type="body" idx="8"/>
          </p:nvPr>
        </p:nvSpPr>
        <p:spPr>
          <a:xfrm>
            <a:off x="5400025" y="5288333"/>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3" name="Google Shape;183;p8"/>
          <p:cNvSpPr txBox="1">
            <a:spLocks noGrp="1"/>
          </p:cNvSpPr>
          <p:nvPr>
            <p:ph type="body" idx="9"/>
          </p:nvPr>
        </p:nvSpPr>
        <p:spPr>
          <a:xfrm>
            <a:off x="8908157" y="3082730"/>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4" name="Google Shape;184;p8"/>
          <p:cNvSpPr txBox="1">
            <a:spLocks noGrp="1"/>
          </p:cNvSpPr>
          <p:nvPr>
            <p:ph type="body" idx="13"/>
          </p:nvPr>
        </p:nvSpPr>
        <p:spPr>
          <a:xfrm>
            <a:off x="8918213" y="2676146"/>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5" name="Google Shape;185;p8"/>
          <p:cNvSpPr txBox="1">
            <a:spLocks noGrp="1"/>
          </p:cNvSpPr>
          <p:nvPr>
            <p:ph type="body" idx="14"/>
          </p:nvPr>
        </p:nvSpPr>
        <p:spPr>
          <a:xfrm>
            <a:off x="8908157" y="4393828"/>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6" name="Google Shape;186;p8"/>
          <p:cNvSpPr txBox="1">
            <a:spLocks noGrp="1"/>
          </p:cNvSpPr>
          <p:nvPr>
            <p:ph type="body" idx="15"/>
          </p:nvPr>
        </p:nvSpPr>
        <p:spPr>
          <a:xfrm>
            <a:off x="8918213" y="3987244"/>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7" name="Google Shape;187;p8"/>
          <p:cNvSpPr txBox="1">
            <a:spLocks noGrp="1"/>
          </p:cNvSpPr>
          <p:nvPr>
            <p:ph type="body" idx="16"/>
          </p:nvPr>
        </p:nvSpPr>
        <p:spPr>
          <a:xfrm>
            <a:off x="8908157" y="5694917"/>
            <a:ext cx="2636140" cy="713853"/>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88" name="Google Shape;188;p8"/>
          <p:cNvSpPr txBox="1">
            <a:spLocks noGrp="1"/>
          </p:cNvSpPr>
          <p:nvPr>
            <p:ph type="body" idx="17"/>
          </p:nvPr>
        </p:nvSpPr>
        <p:spPr>
          <a:xfrm>
            <a:off x="8918213" y="5288333"/>
            <a:ext cx="2636142"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943931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Brained-Infographic">
  <p:cSld name="Brained-Infographic">
    <p:spTree>
      <p:nvGrpSpPr>
        <p:cNvPr id="1" name="Shape 189"/>
        <p:cNvGrpSpPr/>
        <p:nvPr/>
      </p:nvGrpSpPr>
      <p:grpSpPr>
        <a:xfrm>
          <a:off x="0" y="0"/>
          <a:ext cx="0" cy="0"/>
          <a:chOff x="0" y="0"/>
          <a:chExt cx="0" cy="0"/>
        </a:xfrm>
      </p:grpSpPr>
      <p:grpSp>
        <p:nvGrpSpPr>
          <p:cNvPr id="2" name="Google Shape;192;p9">
            <a:extLst>
              <a:ext uri="{FF2B5EF4-FFF2-40B4-BE49-F238E27FC236}">
                <a16:creationId xmlns:a16="http://schemas.microsoft.com/office/drawing/2014/main" id="{D8D32C25-FB52-00A9-E0FA-173F44D68553}"/>
              </a:ext>
            </a:extLst>
          </p:cNvPr>
          <p:cNvGrpSpPr>
            <a:grpSpLocks/>
          </p:cNvGrpSpPr>
          <p:nvPr/>
        </p:nvGrpSpPr>
        <p:grpSpPr bwMode="auto">
          <a:xfrm>
            <a:off x="2011363" y="1954213"/>
            <a:ext cx="1620837" cy="2603500"/>
            <a:chOff x="2011515" y="1953702"/>
            <a:chExt cx="1620994" cy="2603950"/>
          </a:xfrm>
        </p:grpSpPr>
        <p:sp>
          <p:nvSpPr>
            <p:cNvPr id="3" name="Google Shape;193;p9">
              <a:extLst>
                <a:ext uri="{FF2B5EF4-FFF2-40B4-BE49-F238E27FC236}">
                  <a16:creationId xmlns:a16="http://schemas.microsoft.com/office/drawing/2014/main" id="{993CCBF2-8ED4-BC5F-AC85-F175BA1B53C4}"/>
                </a:ext>
              </a:extLst>
            </p:cNvPr>
            <p:cNvSpPr>
              <a:spLocks/>
            </p:cNvSpPr>
            <p:nvPr/>
          </p:nvSpPr>
          <p:spPr bwMode="auto">
            <a:xfrm>
              <a:off x="2286179" y="1953702"/>
              <a:ext cx="870034" cy="924085"/>
            </a:xfrm>
            <a:custGeom>
              <a:avLst/>
              <a:gdLst>
                <a:gd name="T0" fmla="*/ 0 w 120000"/>
                <a:gd name="T1" fmla="*/ 0 h 120000"/>
                <a:gd name="T2" fmla="*/ 120000 w 120000"/>
                <a:gd name="T3" fmla="*/ 120000 h 120000"/>
              </a:gdLst>
              <a:ahLst/>
              <a:cxnLst>
                <a:cxn ang="0">
                  <a:pos x="118690" y="79161"/>
                </a:cxn>
                <a:cxn ang="0">
                  <a:pos x="105114" y="84933"/>
                </a:cxn>
                <a:cxn ang="0">
                  <a:pos x="98980" y="79161"/>
                </a:cxn>
                <a:cxn ang="0">
                  <a:pos x="95040" y="75444"/>
                </a:cxn>
                <a:cxn ang="0">
                  <a:pos x="90658" y="77512"/>
                </a:cxn>
                <a:cxn ang="0">
                  <a:pos x="73579" y="120000"/>
                </a:cxn>
                <a:cxn ang="0">
                  <a:pos x="43796" y="86174"/>
                </a:cxn>
                <a:cxn ang="0">
                  <a:pos x="44232" y="86174"/>
                </a:cxn>
                <a:cxn ang="0">
                  <a:pos x="56499" y="82871"/>
                </a:cxn>
                <a:cxn ang="0">
                  <a:pos x="58687" y="63072"/>
                </a:cxn>
                <a:cxn ang="0">
                  <a:pos x="37226" y="61010"/>
                </a:cxn>
                <a:cxn ang="0">
                  <a:pos x="31971" y="71320"/>
                </a:cxn>
                <a:cxn ang="0">
                  <a:pos x="31534" y="71734"/>
                </a:cxn>
                <a:cxn ang="0">
                  <a:pos x="0" y="35433"/>
                </a:cxn>
                <a:cxn ang="0">
                  <a:pos x="21461" y="14807"/>
                </a:cxn>
                <a:cxn ang="0">
                  <a:pos x="119999" y="4083"/>
                </a:cxn>
                <a:cxn ang="0">
                  <a:pos x="96350" y="63072"/>
                </a:cxn>
                <a:cxn ang="0">
                  <a:pos x="96350" y="63072"/>
                </a:cxn>
                <a:cxn ang="0">
                  <a:pos x="98544" y="67196"/>
                </a:cxn>
                <a:cxn ang="0">
                  <a:pos x="103798" y="67196"/>
                </a:cxn>
                <a:cxn ang="0">
                  <a:pos x="112557" y="66369"/>
                </a:cxn>
                <a:cxn ang="0">
                  <a:pos x="118690" y="79161"/>
                </a:cxn>
              </a:cxnLst>
              <a:rect l="T0" t="T1" r="T2" b="T3"/>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w="9525">
              <a:noFill/>
              <a:round/>
              <a:headEnd/>
              <a:tailEnd/>
            </a:ln>
          </p:spPr>
          <p:txBody>
            <a:bodyPr lIns="45700" tIns="45700" rIns="45700" bIns="45700"/>
            <a:lstStyle/>
            <a:p>
              <a:pPr>
                <a:defRPr/>
              </a:pPr>
              <a:endParaRPr lang="en-US"/>
            </a:p>
          </p:txBody>
        </p:sp>
        <p:sp>
          <p:nvSpPr>
            <p:cNvPr id="4" name="Google Shape;194;p9">
              <a:extLst>
                <a:ext uri="{FF2B5EF4-FFF2-40B4-BE49-F238E27FC236}">
                  <a16:creationId xmlns:a16="http://schemas.microsoft.com/office/drawing/2014/main" id="{29B02B5E-B25F-74B4-5FE0-81904EB5D262}"/>
                </a:ext>
              </a:extLst>
            </p:cNvPr>
            <p:cNvSpPr>
              <a:spLocks/>
            </p:cNvSpPr>
            <p:nvPr/>
          </p:nvSpPr>
          <p:spPr bwMode="auto">
            <a:xfrm>
              <a:off x="2851383" y="1994984"/>
              <a:ext cx="781126" cy="1022527"/>
            </a:xfrm>
            <a:custGeom>
              <a:avLst/>
              <a:gdLst>
                <a:gd name="T0" fmla="*/ 0 w 120000"/>
                <a:gd name="T1" fmla="*/ 0 h 120000"/>
                <a:gd name="T2" fmla="*/ 120000 w 120000"/>
                <a:gd name="T3" fmla="*/ 120000 h 120000"/>
              </a:gdLst>
              <a:ahLst/>
              <a:cxnLst>
                <a:cxn ang="0">
                  <a:pos x="119916" y="76334"/>
                </a:cxn>
                <a:cxn ang="0">
                  <a:pos x="117475" y="90107"/>
                </a:cxn>
                <a:cxn ang="0">
                  <a:pos x="71168" y="96067"/>
                </a:cxn>
                <a:cxn ang="0">
                  <a:pos x="67754" y="99418"/>
                </a:cxn>
                <a:cxn ang="0">
                  <a:pos x="71168" y="103512"/>
                </a:cxn>
                <a:cxn ang="0">
                  <a:pos x="76530" y="109471"/>
                </a:cxn>
                <a:cxn ang="0">
                  <a:pos x="66780" y="119899"/>
                </a:cxn>
                <a:cxn ang="0">
                  <a:pos x="53622" y="112448"/>
                </a:cxn>
                <a:cxn ang="0">
                  <a:pos x="56057" y="105377"/>
                </a:cxn>
                <a:cxn ang="0">
                  <a:pos x="57517" y="100909"/>
                </a:cxn>
                <a:cxn ang="0">
                  <a:pos x="53135" y="98301"/>
                </a:cxn>
                <a:cxn ang="0">
                  <a:pos x="53135" y="98301"/>
                </a:cxn>
                <a:cxn ang="0">
                  <a:pos x="0" y="105003"/>
                </a:cxn>
                <a:cxn ang="0">
                  <a:pos x="18525" y="67766"/>
                </a:cxn>
                <a:cxn ang="0">
                  <a:pos x="18525" y="68140"/>
                </a:cxn>
                <a:cxn ang="0">
                  <a:pos x="28274" y="75585"/>
                </a:cxn>
                <a:cxn ang="0">
                  <a:pos x="50208" y="68140"/>
                </a:cxn>
                <a:cxn ang="0">
                  <a:pos x="40458" y="51384"/>
                </a:cxn>
                <a:cxn ang="0">
                  <a:pos x="26321" y="52127"/>
                </a:cxn>
                <a:cxn ang="0">
                  <a:pos x="26321" y="52501"/>
                </a:cxn>
                <a:cxn ang="0">
                  <a:pos x="52156" y="0"/>
                </a:cxn>
                <a:cxn ang="0">
                  <a:pos x="67754" y="5211"/>
                </a:cxn>
                <a:cxn ang="0">
                  <a:pos x="119916" y="76334"/>
                </a:cxn>
              </a:cxnLst>
              <a:rect l="T0" t="T1" r="T2" b="T3"/>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39999"/>
              </a:schemeClr>
            </a:solidFill>
            <a:ln w="9525">
              <a:noFill/>
              <a:round/>
              <a:headEnd/>
              <a:tailEnd/>
            </a:ln>
          </p:spPr>
          <p:txBody>
            <a:bodyPr lIns="45700" tIns="45700" rIns="45700" bIns="45700"/>
            <a:lstStyle/>
            <a:p>
              <a:pPr>
                <a:defRPr/>
              </a:pPr>
              <a:endParaRPr lang="en-US"/>
            </a:p>
          </p:txBody>
        </p:sp>
        <p:sp>
          <p:nvSpPr>
            <p:cNvPr id="5" name="Google Shape;195;p9">
              <a:extLst>
                <a:ext uri="{FF2B5EF4-FFF2-40B4-BE49-F238E27FC236}">
                  <a16:creationId xmlns:a16="http://schemas.microsoft.com/office/drawing/2014/main" id="{62938C0C-835A-D524-7A1C-FE092CA54185}"/>
                </a:ext>
              </a:extLst>
            </p:cNvPr>
            <p:cNvSpPr>
              <a:spLocks/>
            </p:cNvSpPr>
            <p:nvPr/>
          </p:nvSpPr>
          <p:spPr bwMode="auto">
            <a:xfrm>
              <a:off x="2035329" y="2255379"/>
              <a:ext cx="758899" cy="768483"/>
            </a:xfrm>
            <a:custGeom>
              <a:avLst/>
              <a:gdLst>
                <a:gd name="T0" fmla="*/ 0 w 120000"/>
                <a:gd name="T1" fmla="*/ 0 h 120000"/>
                <a:gd name="T2" fmla="*/ 120000 w 120000"/>
                <a:gd name="T3" fmla="*/ 120000 h 120000"/>
              </a:gdLst>
              <a:ahLst/>
              <a:cxnLst>
                <a:cxn ang="0">
                  <a:pos x="67277" y="109088"/>
                </a:cxn>
                <a:cxn ang="0">
                  <a:pos x="70794" y="95205"/>
                </a:cxn>
                <a:cxn ang="0">
                  <a:pos x="51211" y="81322"/>
                </a:cxn>
                <a:cxn ang="0">
                  <a:pos x="36650" y="100661"/>
                </a:cxn>
                <a:cxn ang="0">
                  <a:pos x="44688" y="112561"/>
                </a:cxn>
                <a:cxn ang="0">
                  <a:pos x="45188" y="112561"/>
                </a:cxn>
                <a:cxn ang="0">
                  <a:pos x="0" y="120000"/>
                </a:cxn>
                <a:cxn ang="0">
                  <a:pos x="5022" y="111572"/>
                </a:cxn>
                <a:cxn ang="0">
                  <a:pos x="23600" y="83305"/>
                </a:cxn>
                <a:cxn ang="0">
                  <a:pos x="25105" y="73883"/>
                </a:cxn>
                <a:cxn ang="0">
                  <a:pos x="36650" y="0"/>
                </a:cxn>
                <a:cxn ang="0">
                  <a:pos x="72805" y="44133"/>
                </a:cxn>
                <a:cxn ang="0">
                  <a:pos x="78827" y="44627"/>
                </a:cxn>
                <a:cxn ang="0">
                  <a:pos x="81338" y="39172"/>
                </a:cxn>
                <a:cxn ang="0">
                  <a:pos x="85855" y="30250"/>
                </a:cxn>
                <a:cxn ang="0">
                  <a:pos x="102927" y="31733"/>
                </a:cxn>
                <a:cxn ang="0">
                  <a:pos x="100922" y="48594"/>
                </a:cxn>
                <a:cxn ang="0">
                  <a:pos x="91383" y="51072"/>
                </a:cxn>
                <a:cxn ang="0">
                  <a:pos x="85355" y="52561"/>
                </a:cxn>
                <a:cxn ang="0">
                  <a:pos x="84855" y="58016"/>
                </a:cxn>
                <a:cxn ang="0">
                  <a:pos x="120000" y="100661"/>
                </a:cxn>
                <a:cxn ang="0">
                  <a:pos x="66777" y="109088"/>
                </a:cxn>
                <a:cxn ang="0">
                  <a:pos x="67277" y="109088"/>
                </a:cxn>
              </a:cxnLst>
              <a:rect l="T0" t="T1" r="T2" b="T3"/>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w="9525">
              <a:noFill/>
              <a:round/>
              <a:headEnd/>
              <a:tailEnd/>
            </a:ln>
          </p:spPr>
          <p:txBody>
            <a:bodyPr lIns="45700" tIns="45700" rIns="45700" bIns="45700"/>
            <a:lstStyle/>
            <a:p>
              <a:pPr>
                <a:defRPr/>
              </a:pPr>
              <a:endParaRPr lang="en-US"/>
            </a:p>
          </p:txBody>
        </p:sp>
        <p:sp>
          <p:nvSpPr>
            <p:cNvPr id="6" name="Google Shape;196;p9">
              <a:extLst>
                <a:ext uri="{FF2B5EF4-FFF2-40B4-BE49-F238E27FC236}">
                  <a16:creationId xmlns:a16="http://schemas.microsoft.com/office/drawing/2014/main" id="{9776B6DD-2606-E028-0D58-0E8A13DD1A67}"/>
                </a:ext>
              </a:extLst>
            </p:cNvPr>
            <p:cNvSpPr>
              <a:spLocks/>
            </p:cNvSpPr>
            <p:nvPr/>
          </p:nvSpPr>
          <p:spPr bwMode="auto">
            <a:xfrm>
              <a:off x="2011515" y="2806336"/>
              <a:ext cx="789063" cy="852635"/>
            </a:xfrm>
            <a:custGeom>
              <a:avLst/>
              <a:gdLst>
                <a:gd name="T0" fmla="*/ 0 w 120000"/>
                <a:gd name="T1" fmla="*/ 0 h 120000"/>
                <a:gd name="T2" fmla="*/ 120000 w 120000"/>
                <a:gd name="T3" fmla="*/ 120000 h 120000"/>
              </a:gdLst>
              <a:ahLst/>
              <a:cxnLst>
                <a:cxn ang="0">
                  <a:pos x="120000" y="17550"/>
                </a:cxn>
                <a:cxn ang="0">
                  <a:pos x="101641" y="62235"/>
                </a:cxn>
                <a:cxn ang="0">
                  <a:pos x="101158" y="62235"/>
                </a:cxn>
                <a:cxn ang="0">
                  <a:pos x="91496" y="52849"/>
                </a:cxn>
                <a:cxn ang="0">
                  <a:pos x="70234" y="62235"/>
                </a:cxn>
                <a:cxn ang="0">
                  <a:pos x="79897" y="81896"/>
                </a:cxn>
                <a:cxn ang="0">
                  <a:pos x="93427" y="81003"/>
                </a:cxn>
                <a:cxn ang="0">
                  <a:pos x="93910" y="81003"/>
                </a:cxn>
                <a:cxn ang="0">
                  <a:pos x="79897" y="115852"/>
                </a:cxn>
                <a:cxn ang="0">
                  <a:pos x="37868" y="119431"/>
                </a:cxn>
                <a:cxn ang="0">
                  <a:pos x="23372" y="101556"/>
                </a:cxn>
                <a:cxn ang="0">
                  <a:pos x="20958" y="88153"/>
                </a:cxn>
                <a:cxn ang="0">
                  <a:pos x="19021" y="80553"/>
                </a:cxn>
                <a:cxn ang="0">
                  <a:pos x="27717" y="76531"/>
                </a:cxn>
                <a:cxn ang="0">
                  <a:pos x="19986" y="72509"/>
                </a:cxn>
                <a:cxn ang="0">
                  <a:pos x="17089" y="64021"/>
                </a:cxn>
                <a:cxn ang="0">
                  <a:pos x="19021" y="54641"/>
                </a:cxn>
                <a:cxn ang="0">
                  <a:pos x="5013" y="47934"/>
                </a:cxn>
                <a:cxn ang="0">
                  <a:pos x="1145" y="35873"/>
                </a:cxn>
                <a:cxn ang="0">
                  <a:pos x="49461" y="28273"/>
                </a:cxn>
                <a:cxn ang="0">
                  <a:pos x="52841" y="24257"/>
                </a:cxn>
                <a:cxn ang="0">
                  <a:pos x="49461" y="19785"/>
                </a:cxn>
                <a:cxn ang="0">
                  <a:pos x="44145" y="12191"/>
                </a:cxn>
                <a:cxn ang="0">
                  <a:pos x="53324" y="125"/>
                </a:cxn>
                <a:cxn ang="0">
                  <a:pos x="66855" y="9062"/>
                </a:cxn>
                <a:cxn ang="0">
                  <a:pos x="64440" y="17550"/>
                </a:cxn>
                <a:cxn ang="0">
                  <a:pos x="62503" y="22914"/>
                </a:cxn>
                <a:cxn ang="0">
                  <a:pos x="67337" y="25594"/>
                </a:cxn>
                <a:cxn ang="0">
                  <a:pos x="120000" y="17550"/>
                </a:cxn>
              </a:cxnLst>
              <a:rect l="T0" t="T1" r="T2" b="T3"/>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2"/>
              </a:schemeClr>
            </a:solidFill>
            <a:ln w="9525">
              <a:noFill/>
              <a:round/>
              <a:headEnd/>
              <a:tailEnd/>
            </a:ln>
          </p:spPr>
          <p:txBody>
            <a:bodyPr lIns="45700" tIns="45700" rIns="45700" bIns="45700"/>
            <a:lstStyle/>
            <a:p>
              <a:pPr>
                <a:defRPr/>
              </a:pPr>
              <a:endParaRPr lang="en-US"/>
            </a:p>
          </p:txBody>
        </p:sp>
        <p:sp>
          <p:nvSpPr>
            <p:cNvPr id="7" name="Google Shape;197;p9">
              <a:extLst>
                <a:ext uri="{FF2B5EF4-FFF2-40B4-BE49-F238E27FC236}">
                  <a16:creationId xmlns:a16="http://schemas.microsoft.com/office/drawing/2014/main" id="{7F74DD38-B633-EE52-D102-C2A116F705F1}"/>
                </a:ext>
              </a:extLst>
            </p:cNvPr>
            <p:cNvSpPr>
              <a:spLocks/>
            </p:cNvSpPr>
            <p:nvPr/>
          </p:nvSpPr>
          <p:spPr bwMode="auto">
            <a:xfrm>
              <a:off x="2498924" y="2944473"/>
              <a:ext cx="889086" cy="1000298"/>
            </a:xfrm>
            <a:custGeom>
              <a:avLst/>
              <a:gdLst>
                <a:gd name="T0" fmla="*/ 0 w 120000"/>
                <a:gd name="T1" fmla="*/ 0 h 120000"/>
                <a:gd name="T2" fmla="*/ 120000 w 120000"/>
                <a:gd name="T3" fmla="*/ 120000 h 120000"/>
              </a:gdLst>
              <a:ahLst/>
              <a:cxnLst>
                <a:cxn ang="0">
                  <a:pos x="120000" y="81905"/>
                </a:cxn>
                <a:cxn ang="0">
                  <a:pos x="120000" y="109333"/>
                </a:cxn>
                <a:cxn ang="0">
                  <a:pos x="62950" y="120000"/>
                </a:cxn>
                <a:cxn ang="0">
                  <a:pos x="5901" y="109333"/>
                </a:cxn>
                <a:cxn ang="0">
                  <a:pos x="5901" y="91811"/>
                </a:cxn>
                <a:cxn ang="0">
                  <a:pos x="22199" y="52572"/>
                </a:cxn>
                <a:cxn ang="0">
                  <a:pos x="20485" y="48761"/>
                </a:cxn>
                <a:cxn ang="0">
                  <a:pos x="14904" y="49144"/>
                </a:cxn>
                <a:cxn ang="0">
                  <a:pos x="6755" y="49522"/>
                </a:cxn>
                <a:cxn ang="0">
                  <a:pos x="753" y="37716"/>
                </a:cxn>
                <a:cxn ang="0">
                  <a:pos x="14050" y="32383"/>
                </a:cxn>
                <a:cxn ang="0">
                  <a:pos x="20052" y="37716"/>
                </a:cxn>
                <a:cxn ang="0">
                  <a:pos x="23486" y="41144"/>
                </a:cxn>
                <a:cxn ang="0">
                  <a:pos x="28201" y="39616"/>
                </a:cxn>
                <a:cxn ang="0">
                  <a:pos x="44932" y="0"/>
                </a:cxn>
                <a:cxn ang="0">
                  <a:pos x="73673" y="31616"/>
                </a:cxn>
                <a:cxn ang="0">
                  <a:pos x="73246" y="31616"/>
                </a:cxn>
                <a:cxn ang="0">
                  <a:pos x="61663" y="34283"/>
                </a:cxn>
                <a:cxn ang="0">
                  <a:pos x="59516" y="52950"/>
                </a:cxn>
                <a:cxn ang="0">
                  <a:pos x="80535" y="54855"/>
                </a:cxn>
                <a:cxn ang="0">
                  <a:pos x="85683" y="44950"/>
                </a:cxn>
                <a:cxn ang="0">
                  <a:pos x="85683" y="44572"/>
                </a:cxn>
                <a:cxn ang="0">
                  <a:pos x="120000" y="81905"/>
                </a:cxn>
              </a:cxnLst>
              <a:rect l="T0" t="T1" r="T2" b="T3"/>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w="9525">
              <a:noFill/>
              <a:round/>
              <a:headEnd/>
              <a:tailEnd/>
            </a:ln>
          </p:spPr>
          <p:txBody>
            <a:bodyPr lIns="45700" tIns="45700" rIns="45700" bIns="45700"/>
            <a:lstStyle/>
            <a:p>
              <a:pPr>
                <a:defRPr/>
              </a:pPr>
              <a:endParaRPr lang="en-US"/>
            </a:p>
          </p:txBody>
        </p:sp>
        <p:sp>
          <p:nvSpPr>
            <p:cNvPr id="8" name="Google Shape;198;p9">
              <a:extLst>
                <a:ext uri="{FF2B5EF4-FFF2-40B4-BE49-F238E27FC236}">
                  <a16:creationId xmlns:a16="http://schemas.microsoft.com/office/drawing/2014/main" id="{4B483186-6801-D859-87F6-BEA934DB7042}"/>
                </a:ext>
              </a:extLst>
            </p:cNvPr>
            <p:cNvSpPr>
              <a:spLocks/>
            </p:cNvSpPr>
            <p:nvPr/>
          </p:nvSpPr>
          <p:spPr bwMode="auto">
            <a:xfrm>
              <a:off x="2857734" y="2801574"/>
              <a:ext cx="752548" cy="771658"/>
            </a:xfrm>
            <a:custGeom>
              <a:avLst/>
              <a:gdLst>
                <a:gd name="T0" fmla="*/ 0 w 120000"/>
                <a:gd name="T1" fmla="*/ 0 h 120000"/>
                <a:gd name="T2" fmla="*/ 120000 w 120000"/>
                <a:gd name="T3" fmla="*/ 120000 h 120000"/>
              </a:gdLst>
              <a:ahLst/>
              <a:cxnLst>
                <a:cxn ang="0">
                  <a:pos x="120000" y="0"/>
                </a:cxn>
                <a:cxn ang="0">
                  <a:pos x="96200" y="49877"/>
                </a:cxn>
                <a:cxn ang="0">
                  <a:pos x="84555" y="110122"/>
                </a:cxn>
                <a:cxn ang="0">
                  <a:pos x="84555" y="120000"/>
                </a:cxn>
                <a:cxn ang="0">
                  <a:pos x="47088" y="75555"/>
                </a:cxn>
                <a:cxn ang="0">
                  <a:pos x="41516" y="75061"/>
                </a:cxn>
                <a:cxn ang="0">
                  <a:pos x="38988" y="80494"/>
                </a:cxn>
                <a:cxn ang="0">
                  <a:pos x="34427" y="89383"/>
                </a:cxn>
                <a:cxn ang="0">
                  <a:pos x="17216" y="87405"/>
                </a:cxn>
                <a:cxn ang="0">
                  <a:pos x="19238" y="70616"/>
                </a:cxn>
                <a:cxn ang="0">
                  <a:pos x="28861" y="68150"/>
                </a:cxn>
                <a:cxn ang="0">
                  <a:pos x="34938" y="66666"/>
                </a:cxn>
                <a:cxn ang="0">
                  <a:pos x="35444" y="61233"/>
                </a:cxn>
                <a:cxn ang="0">
                  <a:pos x="0" y="18766"/>
                </a:cxn>
                <a:cxn ang="0">
                  <a:pos x="53166" y="10372"/>
                </a:cxn>
                <a:cxn ang="0">
                  <a:pos x="53166" y="10866"/>
                </a:cxn>
                <a:cxn ang="0">
                  <a:pos x="49116" y="24200"/>
                </a:cxn>
                <a:cxn ang="0">
                  <a:pos x="69366" y="38516"/>
                </a:cxn>
                <a:cxn ang="0">
                  <a:pos x="84050" y="18766"/>
                </a:cxn>
                <a:cxn ang="0">
                  <a:pos x="75950" y="7405"/>
                </a:cxn>
                <a:cxn ang="0">
                  <a:pos x="75444" y="6911"/>
                </a:cxn>
                <a:cxn ang="0">
                  <a:pos x="120000" y="0"/>
                </a:cxn>
              </a:cxnLst>
              <a:rect l="T0" t="T1" r="T2" b="T3"/>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w="9525">
              <a:noFill/>
              <a:round/>
              <a:headEnd/>
              <a:tailEnd/>
            </a:ln>
          </p:spPr>
          <p:txBody>
            <a:bodyPr lIns="45700" tIns="45700" rIns="45700" bIns="45700"/>
            <a:lstStyle/>
            <a:p>
              <a:pPr>
                <a:defRPr/>
              </a:pPr>
              <a:endParaRPr lang="en-US"/>
            </a:p>
          </p:txBody>
        </p:sp>
        <p:sp>
          <p:nvSpPr>
            <p:cNvPr id="9" name="Google Shape;199;p9">
              <a:extLst>
                <a:ext uri="{FF2B5EF4-FFF2-40B4-BE49-F238E27FC236}">
                  <a16:creationId xmlns:a16="http://schemas.microsoft.com/office/drawing/2014/main" id="{BD2110C5-D08A-CC87-B3CD-F75C5C599FB4}"/>
                </a:ext>
              </a:extLst>
            </p:cNvPr>
            <p:cNvSpPr>
              <a:spLocks/>
            </p:cNvSpPr>
            <p:nvPr/>
          </p:nvSpPr>
          <p:spPr bwMode="auto">
            <a:xfrm>
              <a:off x="2668804" y="4086083"/>
              <a:ext cx="595370" cy="182595"/>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3127"/>
                </a:cxn>
                <a:cxn ang="0">
                  <a:pos x="46989" y="109003"/>
                </a:cxn>
                <a:cxn ang="0">
                  <a:pos x="72601" y="109003"/>
                </a:cxn>
                <a:cxn ang="0">
                  <a:pos x="118056" y="23127"/>
                </a:cxn>
                <a:cxn ang="0">
                  <a:pos x="119333" y="6370"/>
                </a:cxn>
                <a:cxn ang="0">
                  <a:pos x="116134" y="87"/>
                </a:cxn>
              </a:cxnLst>
              <a:rect l="T0" t="T1" r="T2" b="T3"/>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sp>
          <p:nvSpPr>
            <p:cNvPr id="10" name="Google Shape;200;p9">
              <a:extLst>
                <a:ext uri="{FF2B5EF4-FFF2-40B4-BE49-F238E27FC236}">
                  <a16:creationId xmlns:a16="http://schemas.microsoft.com/office/drawing/2014/main" id="{8B7CF035-5BED-C69E-C9A6-DA6A7FE37778}"/>
                </a:ext>
              </a:extLst>
            </p:cNvPr>
            <p:cNvSpPr>
              <a:spLocks/>
            </p:cNvSpPr>
            <p:nvPr/>
          </p:nvSpPr>
          <p:spPr bwMode="auto">
            <a:xfrm>
              <a:off x="2668804" y="4228982"/>
              <a:ext cx="595370" cy="182595"/>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5221"/>
                </a:cxn>
                <a:cxn ang="0">
                  <a:pos x="46989" y="109003"/>
                </a:cxn>
                <a:cxn ang="0">
                  <a:pos x="72601" y="109003"/>
                </a:cxn>
                <a:cxn ang="0">
                  <a:pos x="118056" y="25221"/>
                </a:cxn>
                <a:cxn ang="0">
                  <a:pos x="119333" y="6370"/>
                </a:cxn>
                <a:cxn ang="0">
                  <a:pos x="116134" y="87"/>
                </a:cxn>
              </a:cxnLst>
              <a:rect l="T0" t="T1" r="T2" b="T3"/>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w="9525">
              <a:noFill/>
              <a:round/>
              <a:headEnd/>
              <a:tailEnd/>
            </a:ln>
          </p:spPr>
          <p:txBody>
            <a:bodyPr lIns="45700" tIns="45700" rIns="45700" bIns="45700"/>
            <a:lstStyle/>
            <a:p>
              <a:pPr>
                <a:defRPr/>
              </a:pPr>
              <a:endParaRPr lang="en-US"/>
            </a:p>
          </p:txBody>
        </p:sp>
        <p:sp>
          <p:nvSpPr>
            <p:cNvPr id="11" name="Google Shape;201;p9">
              <a:extLst>
                <a:ext uri="{FF2B5EF4-FFF2-40B4-BE49-F238E27FC236}">
                  <a16:creationId xmlns:a16="http://schemas.microsoft.com/office/drawing/2014/main" id="{1954A7A5-68A4-C92F-C06F-F15FFD15434A}"/>
                </a:ext>
              </a:extLst>
            </p:cNvPr>
            <p:cNvSpPr>
              <a:spLocks/>
            </p:cNvSpPr>
            <p:nvPr/>
          </p:nvSpPr>
          <p:spPr bwMode="auto">
            <a:xfrm>
              <a:off x="2668804" y="4375057"/>
              <a:ext cx="595370" cy="182595"/>
            </a:xfrm>
            <a:custGeom>
              <a:avLst/>
              <a:gdLst>
                <a:gd name="T0" fmla="*/ 0 w 120000"/>
                <a:gd name="T1" fmla="*/ 0 h 120000"/>
                <a:gd name="T2" fmla="*/ 120000 w 120000"/>
                <a:gd name="T3" fmla="*/ 120000 h 120000"/>
              </a:gdLst>
              <a:ahLst/>
              <a:cxnLst>
                <a:cxn ang="0">
                  <a:pos x="116134" y="780"/>
                </a:cxn>
                <a:cxn ang="0">
                  <a:pos x="114213" y="780"/>
                </a:cxn>
                <a:cxn ang="0">
                  <a:pos x="68758" y="86160"/>
                </a:cxn>
                <a:cxn ang="0">
                  <a:pos x="50832" y="86160"/>
                </a:cxn>
                <a:cxn ang="0">
                  <a:pos x="5377" y="780"/>
                </a:cxn>
                <a:cxn ang="0">
                  <a:pos x="252" y="7028"/>
                </a:cxn>
                <a:cxn ang="0">
                  <a:pos x="1534" y="23687"/>
                </a:cxn>
                <a:cxn ang="0">
                  <a:pos x="46989" y="109067"/>
                </a:cxn>
                <a:cxn ang="0">
                  <a:pos x="72601" y="109067"/>
                </a:cxn>
                <a:cxn ang="0">
                  <a:pos x="118056" y="23687"/>
                </a:cxn>
                <a:cxn ang="0">
                  <a:pos x="119333" y="7028"/>
                </a:cxn>
                <a:cxn ang="0">
                  <a:pos x="116134" y="780"/>
                </a:cxn>
              </a:cxnLst>
              <a:rect l="T0" t="T1" r="T2" b="T3"/>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grpSp>
      <p:grpSp>
        <p:nvGrpSpPr>
          <p:cNvPr id="12" name="Google Shape;202;p9">
            <a:extLst>
              <a:ext uri="{FF2B5EF4-FFF2-40B4-BE49-F238E27FC236}">
                <a16:creationId xmlns:a16="http://schemas.microsoft.com/office/drawing/2014/main" id="{02C2C440-9F4F-4C81-42D5-000109BEF7F3}"/>
              </a:ext>
            </a:extLst>
          </p:cNvPr>
          <p:cNvGrpSpPr>
            <a:grpSpLocks/>
          </p:cNvGrpSpPr>
          <p:nvPr/>
        </p:nvGrpSpPr>
        <p:grpSpPr bwMode="auto">
          <a:xfrm>
            <a:off x="4043363" y="1954213"/>
            <a:ext cx="1620837" cy="2603500"/>
            <a:chOff x="4044026" y="1953702"/>
            <a:chExt cx="1619441" cy="2603950"/>
          </a:xfrm>
        </p:grpSpPr>
        <p:sp>
          <p:nvSpPr>
            <p:cNvPr id="13" name="Google Shape;203;p9">
              <a:extLst>
                <a:ext uri="{FF2B5EF4-FFF2-40B4-BE49-F238E27FC236}">
                  <a16:creationId xmlns:a16="http://schemas.microsoft.com/office/drawing/2014/main" id="{7716C7CE-C8C4-F86C-FE8B-8097011BDA06}"/>
                </a:ext>
              </a:extLst>
            </p:cNvPr>
            <p:cNvSpPr>
              <a:spLocks/>
            </p:cNvSpPr>
            <p:nvPr/>
          </p:nvSpPr>
          <p:spPr bwMode="auto">
            <a:xfrm>
              <a:off x="4320013" y="1953702"/>
              <a:ext cx="869201" cy="924085"/>
            </a:xfrm>
            <a:custGeom>
              <a:avLst/>
              <a:gdLst>
                <a:gd name="T0" fmla="*/ 0 w 120000"/>
                <a:gd name="T1" fmla="*/ 0 h 120000"/>
                <a:gd name="T2" fmla="*/ 120000 w 120000"/>
                <a:gd name="T3" fmla="*/ 120000 h 120000"/>
              </a:gdLst>
              <a:ahLst/>
              <a:cxnLst>
                <a:cxn ang="0">
                  <a:pos x="118689" y="79161"/>
                </a:cxn>
                <a:cxn ang="0">
                  <a:pos x="105112" y="84933"/>
                </a:cxn>
                <a:cxn ang="0">
                  <a:pos x="98978" y="79161"/>
                </a:cxn>
                <a:cxn ang="0">
                  <a:pos x="95036" y="75444"/>
                </a:cxn>
                <a:cxn ang="0">
                  <a:pos x="90659" y="77512"/>
                </a:cxn>
                <a:cxn ang="0">
                  <a:pos x="73580" y="120000"/>
                </a:cxn>
                <a:cxn ang="0">
                  <a:pos x="43799" y="86174"/>
                </a:cxn>
                <a:cxn ang="0">
                  <a:pos x="44234" y="86174"/>
                </a:cxn>
                <a:cxn ang="0">
                  <a:pos x="56495" y="82871"/>
                </a:cxn>
                <a:cxn ang="0">
                  <a:pos x="58251" y="63072"/>
                </a:cxn>
                <a:cxn ang="0">
                  <a:pos x="37225" y="61010"/>
                </a:cxn>
                <a:cxn ang="0">
                  <a:pos x="31531" y="71320"/>
                </a:cxn>
                <a:cxn ang="0">
                  <a:pos x="31531" y="71734"/>
                </a:cxn>
                <a:cxn ang="0">
                  <a:pos x="0" y="35433"/>
                </a:cxn>
                <a:cxn ang="0">
                  <a:pos x="21461" y="14807"/>
                </a:cxn>
                <a:cxn ang="0">
                  <a:pos x="120000" y="4083"/>
                </a:cxn>
                <a:cxn ang="0">
                  <a:pos x="96352" y="63072"/>
                </a:cxn>
                <a:cxn ang="0">
                  <a:pos x="96352" y="63072"/>
                </a:cxn>
                <a:cxn ang="0">
                  <a:pos x="98543" y="67196"/>
                </a:cxn>
                <a:cxn ang="0">
                  <a:pos x="103796" y="67196"/>
                </a:cxn>
                <a:cxn ang="0">
                  <a:pos x="112556" y="66369"/>
                </a:cxn>
                <a:cxn ang="0">
                  <a:pos x="118689" y="79161"/>
                </a:cxn>
              </a:cxnLst>
              <a:rect l="T0" t="T1" r="T2" b="T3"/>
              <a:pathLst>
                <a:path w="120000" h="120000" extrusionOk="0">
                  <a:moveTo>
                    <a:pt x="118689" y="79161"/>
                  </a:moveTo>
                  <a:cubicBezTo>
                    <a:pt x="116498" y="84525"/>
                    <a:pt x="110364" y="86995"/>
                    <a:pt x="105112" y="84933"/>
                  </a:cubicBezTo>
                  <a:cubicBezTo>
                    <a:pt x="102045" y="84112"/>
                    <a:pt x="99854" y="81636"/>
                    <a:pt x="98978" y="79161"/>
                  </a:cubicBezTo>
                  <a:cubicBezTo>
                    <a:pt x="98103" y="77512"/>
                    <a:pt x="96792" y="76272"/>
                    <a:pt x="95036" y="75444"/>
                  </a:cubicBezTo>
                  <a:cubicBezTo>
                    <a:pt x="93285" y="75037"/>
                    <a:pt x="91094" y="75858"/>
                    <a:pt x="90659" y="77512"/>
                  </a:cubicBezTo>
                  <a:cubicBezTo>
                    <a:pt x="73580" y="120000"/>
                    <a:pt x="73580" y="120000"/>
                    <a:pt x="73580" y="120000"/>
                  </a:cubicBezTo>
                  <a:cubicBezTo>
                    <a:pt x="43799" y="86174"/>
                    <a:pt x="43799" y="86174"/>
                    <a:pt x="43799" y="86174"/>
                  </a:cubicBezTo>
                  <a:cubicBezTo>
                    <a:pt x="43799" y="86174"/>
                    <a:pt x="44234" y="86174"/>
                    <a:pt x="44234" y="86174"/>
                  </a:cubicBezTo>
                  <a:cubicBezTo>
                    <a:pt x="48616" y="86588"/>
                    <a:pt x="52993" y="85760"/>
                    <a:pt x="56495" y="82871"/>
                  </a:cubicBezTo>
                  <a:cubicBezTo>
                    <a:pt x="62629" y="77920"/>
                    <a:pt x="63504" y="68845"/>
                    <a:pt x="58251" y="63072"/>
                  </a:cubicBezTo>
                  <a:cubicBezTo>
                    <a:pt x="52993" y="56886"/>
                    <a:pt x="43358" y="56059"/>
                    <a:pt x="37225" y="61010"/>
                  </a:cubicBezTo>
                  <a:cubicBezTo>
                    <a:pt x="33723" y="63486"/>
                    <a:pt x="31531" y="67196"/>
                    <a:pt x="31531" y="71320"/>
                  </a:cubicBezTo>
                  <a:cubicBezTo>
                    <a:pt x="31531" y="71734"/>
                    <a:pt x="31531" y="71734"/>
                    <a:pt x="31531" y="71734"/>
                  </a:cubicBezTo>
                  <a:cubicBezTo>
                    <a:pt x="0" y="35433"/>
                    <a:pt x="0" y="35433"/>
                    <a:pt x="0" y="35433"/>
                  </a:cubicBezTo>
                  <a:cubicBezTo>
                    <a:pt x="7008" y="26357"/>
                    <a:pt x="14893" y="19344"/>
                    <a:pt x="21461" y="14807"/>
                  </a:cubicBezTo>
                  <a:cubicBezTo>
                    <a:pt x="36349" y="4083"/>
                    <a:pt x="81459" y="-5819"/>
                    <a:pt x="120000" y="4083"/>
                  </a:cubicBezTo>
                  <a:cubicBezTo>
                    <a:pt x="96352" y="63072"/>
                    <a:pt x="96352" y="63072"/>
                    <a:pt x="96352" y="63072"/>
                  </a:cubicBezTo>
                  <a:cubicBezTo>
                    <a:pt x="96352" y="63072"/>
                    <a:pt x="96352" y="63072"/>
                    <a:pt x="96352" y="63072"/>
                  </a:cubicBezTo>
                  <a:cubicBezTo>
                    <a:pt x="95476" y="64721"/>
                    <a:pt x="96352" y="66783"/>
                    <a:pt x="98543" y="67196"/>
                  </a:cubicBezTo>
                  <a:cubicBezTo>
                    <a:pt x="100294" y="68023"/>
                    <a:pt x="102045" y="68023"/>
                    <a:pt x="103796" y="67196"/>
                  </a:cubicBezTo>
                  <a:cubicBezTo>
                    <a:pt x="106428" y="65548"/>
                    <a:pt x="109489" y="65548"/>
                    <a:pt x="112556" y="66369"/>
                  </a:cubicBezTo>
                  <a:cubicBezTo>
                    <a:pt x="117814" y="68437"/>
                    <a:pt x="120440" y="74209"/>
                    <a:pt x="118689" y="79161"/>
                  </a:cubicBezTo>
                  <a:close/>
                </a:path>
              </a:pathLst>
            </a:custGeom>
            <a:solidFill>
              <a:schemeClr val="accent2">
                <a:alpha val="54509"/>
              </a:schemeClr>
            </a:solidFill>
            <a:ln w="9525">
              <a:noFill/>
              <a:round/>
              <a:headEnd/>
              <a:tailEnd/>
            </a:ln>
          </p:spPr>
          <p:txBody>
            <a:bodyPr lIns="45700" tIns="45700" rIns="45700" bIns="45700"/>
            <a:lstStyle/>
            <a:p>
              <a:pPr>
                <a:defRPr/>
              </a:pPr>
              <a:endParaRPr lang="en-US"/>
            </a:p>
          </p:txBody>
        </p:sp>
        <p:sp>
          <p:nvSpPr>
            <p:cNvPr id="14" name="Google Shape;204;p9">
              <a:extLst>
                <a:ext uri="{FF2B5EF4-FFF2-40B4-BE49-F238E27FC236}">
                  <a16:creationId xmlns:a16="http://schemas.microsoft.com/office/drawing/2014/main" id="{EBF95F09-9B88-A7A9-479F-664E824FD72E}"/>
                </a:ext>
              </a:extLst>
            </p:cNvPr>
            <p:cNvSpPr>
              <a:spLocks/>
            </p:cNvSpPr>
            <p:nvPr/>
          </p:nvSpPr>
          <p:spPr bwMode="auto">
            <a:xfrm>
              <a:off x="4884676" y="1994984"/>
              <a:ext cx="778791" cy="1022527"/>
            </a:xfrm>
            <a:custGeom>
              <a:avLst/>
              <a:gdLst>
                <a:gd name="T0" fmla="*/ 0 w 120000"/>
                <a:gd name="T1" fmla="*/ 0 h 120000"/>
                <a:gd name="T2" fmla="*/ 120000 w 120000"/>
                <a:gd name="T3" fmla="*/ 120000 h 120000"/>
              </a:gdLst>
              <a:ahLst/>
              <a:cxnLst>
                <a:cxn ang="0">
                  <a:pos x="119831" y="76334"/>
                </a:cxn>
                <a:cxn ang="0">
                  <a:pos x="117871" y="90107"/>
                </a:cxn>
                <a:cxn ang="0">
                  <a:pos x="70919" y="96067"/>
                </a:cxn>
                <a:cxn ang="0">
                  <a:pos x="67982" y="99418"/>
                </a:cxn>
                <a:cxn ang="0">
                  <a:pos x="71408" y="103512"/>
                </a:cxn>
                <a:cxn ang="0">
                  <a:pos x="76787" y="109471"/>
                </a:cxn>
                <a:cxn ang="0">
                  <a:pos x="67005" y="119899"/>
                </a:cxn>
                <a:cxn ang="0">
                  <a:pos x="53803" y="112448"/>
                </a:cxn>
                <a:cxn ang="0">
                  <a:pos x="56245" y="105377"/>
                </a:cxn>
                <a:cxn ang="0">
                  <a:pos x="57711" y="100909"/>
                </a:cxn>
                <a:cxn ang="0">
                  <a:pos x="53314" y="98301"/>
                </a:cxn>
                <a:cxn ang="0">
                  <a:pos x="53314" y="98301"/>
                </a:cxn>
                <a:cxn ang="0">
                  <a:pos x="0" y="105003"/>
                </a:cxn>
                <a:cxn ang="0">
                  <a:pos x="18099" y="67766"/>
                </a:cxn>
                <a:cxn ang="0">
                  <a:pos x="18587" y="68140"/>
                </a:cxn>
                <a:cxn ang="0">
                  <a:pos x="28370" y="75585"/>
                </a:cxn>
                <a:cxn ang="0">
                  <a:pos x="50377" y="68140"/>
                </a:cxn>
                <a:cxn ang="0">
                  <a:pos x="40106" y="51384"/>
                </a:cxn>
                <a:cxn ang="0">
                  <a:pos x="26410" y="52127"/>
                </a:cxn>
                <a:cxn ang="0">
                  <a:pos x="25921" y="52501"/>
                </a:cxn>
                <a:cxn ang="0">
                  <a:pos x="51843" y="0"/>
                </a:cxn>
                <a:cxn ang="0">
                  <a:pos x="67982" y="5211"/>
                </a:cxn>
                <a:cxn ang="0">
                  <a:pos x="119831" y="76334"/>
                </a:cxn>
              </a:cxnLst>
              <a:rect l="T0" t="T1" r="T2" b="T3"/>
              <a:pathLst>
                <a:path w="120000" h="120000" extrusionOk="0">
                  <a:moveTo>
                    <a:pt x="119831" y="76334"/>
                  </a:moveTo>
                  <a:cubicBezTo>
                    <a:pt x="119831" y="81171"/>
                    <a:pt x="118854" y="86013"/>
                    <a:pt x="117871" y="90107"/>
                  </a:cubicBezTo>
                  <a:cubicBezTo>
                    <a:pt x="70919" y="96067"/>
                    <a:pt x="70919" y="96067"/>
                    <a:pt x="70919" y="96067"/>
                  </a:cubicBezTo>
                  <a:cubicBezTo>
                    <a:pt x="68965" y="96441"/>
                    <a:pt x="67494" y="97926"/>
                    <a:pt x="67982" y="99418"/>
                  </a:cubicBezTo>
                  <a:cubicBezTo>
                    <a:pt x="68476" y="101278"/>
                    <a:pt x="69453" y="102395"/>
                    <a:pt x="71408" y="103512"/>
                  </a:cubicBezTo>
                  <a:cubicBezTo>
                    <a:pt x="73856" y="104629"/>
                    <a:pt x="76299" y="106863"/>
                    <a:pt x="76787" y="109471"/>
                  </a:cubicBezTo>
                  <a:cubicBezTo>
                    <a:pt x="77764" y="114314"/>
                    <a:pt x="73367" y="118782"/>
                    <a:pt x="67005" y="119899"/>
                  </a:cubicBezTo>
                  <a:cubicBezTo>
                    <a:pt x="60648" y="120642"/>
                    <a:pt x="54780" y="117291"/>
                    <a:pt x="53803" y="112448"/>
                  </a:cubicBezTo>
                  <a:cubicBezTo>
                    <a:pt x="52820" y="109845"/>
                    <a:pt x="53803" y="107237"/>
                    <a:pt x="56245" y="105377"/>
                  </a:cubicBezTo>
                  <a:cubicBezTo>
                    <a:pt x="57223" y="103886"/>
                    <a:pt x="58205" y="102395"/>
                    <a:pt x="57711" y="100909"/>
                  </a:cubicBezTo>
                  <a:cubicBezTo>
                    <a:pt x="57223" y="99043"/>
                    <a:pt x="55268" y="98301"/>
                    <a:pt x="53314" y="98301"/>
                  </a:cubicBezTo>
                  <a:cubicBezTo>
                    <a:pt x="53314" y="98301"/>
                    <a:pt x="53314" y="98301"/>
                    <a:pt x="53314" y="98301"/>
                  </a:cubicBezTo>
                  <a:cubicBezTo>
                    <a:pt x="0" y="105003"/>
                    <a:pt x="0" y="105003"/>
                    <a:pt x="0" y="105003"/>
                  </a:cubicBezTo>
                  <a:cubicBezTo>
                    <a:pt x="18099" y="67766"/>
                    <a:pt x="18099" y="67766"/>
                    <a:pt x="18099" y="67766"/>
                  </a:cubicBezTo>
                  <a:cubicBezTo>
                    <a:pt x="18587" y="67766"/>
                    <a:pt x="18587" y="68140"/>
                    <a:pt x="18587" y="68140"/>
                  </a:cubicBezTo>
                  <a:cubicBezTo>
                    <a:pt x="20053" y="71491"/>
                    <a:pt x="23967" y="74100"/>
                    <a:pt x="28370" y="75585"/>
                  </a:cubicBezTo>
                  <a:cubicBezTo>
                    <a:pt x="37169" y="78194"/>
                    <a:pt x="46952" y="74842"/>
                    <a:pt x="50377" y="68140"/>
                  </a:cubicBezTo>
                  <a:cubicBezTo>
                    <a:pt x="53314" y="61438"/>
                    <a:pt x="48911" y="53993"/>
                    <a:pt x="40106" y="51384"/>
                  </a:cubicBezTo>
                  <a:cubicBezTo>
                    <a:pt x="35704" y="50267"/>
                    <a:pt x="30812" y="50641"/>
                    <a:pt x="26410" y="52127"/>
                  </a:cubicBezTo>
                  <a:cubicBezTo>
                    <a:pt x="26410" y="52127"/>
                    <a:pt x="25921" y="52127"/>
                    <a:pt x="25921" y="52501"/>
                  </a:cubicBezTo>
                  <a:cubicBezTo>
                    <a:pt x="51843" y="0"/>
                    <a:pt x="51843" y="0"/>
                    <a:pt x="51843" y="0"/>
                  </a:cubicBezTo>
                  <a:cubicBezTo>
                    <a:pt x="57223" y="1491"/>
                    <a:pt x="63091" y="2976"/>
                    <a:pt x="67982" y="5211"/>
                  </a:cubicBezTo>
                  <a:cubicBezTo>
                    <a:pt x="113963" y="23458"/>
                    <a:pt x="121297" y="48776"/>
                    <a:pt x="119831" y="76334"/>
                  </a:cubicBezTo>
                  <a:close/>
                </a:path>
              </a:pathLst>
            </a:custGeom>
            <a:solidFill>
              <a:schemeClr val="accent2">
                <a:alpha val="39999"/>
              </a:schemeClr>
            </a:solidFill>
            <a:ln w="9525">
              <a:noFill/>
              <a:round/>
              <a:headEnd/>
              <a:tailEnd/>
            </a:ln>
          </p:spPr>
          <p:txBody>
            <a:bodyPr lIns="45700" tIns="45700" rIns="45700" bIns="45700"/>
            <a:lstStyle/>
            <a:p>
              <a:pPr>
                <a:defRPr/>
              </a:pPr>
              <a:endParaRPr lang="en-US"/>
            </a:p>
          </p:txBody>
        </p:sp>
        <p:sp>
          <p:nvSpPr>
            <p:cNvPr id="15" name="Google Shape;205;p9">
              <a:extLst>
                <a:ext uri="{FF2B5EF4-FFF2-40B4-BE49-F238E27FC236}">
                  <a16:creationId xmlns:a16="http://schemas.microsoft.com/office/drawing/2014/main" id="{69931DDD-6C84-02DA-F5BF-66021582F36A}"/>
                </a:ext>
              </a:extLst>
            </p:cNvPr>
            <p:cNvSpPr>
              <a:spLocks/>
            </p:cNvSpPr>
            <p:nvPr/>
          </p:nvSpPr>
          <p:spPr bwMode="auto">
            <a:xfrm>
              <a:off x="4064645" y="2255379"/>
              <a:ext cx="762930" cy="768483"/>
            </a:xfrm>
            <a:custGeom>
              <a:avLst/>
              <a:gdLst>
                <a:gd name="T0" fmla="*/ 0 w 120000"/>
                <a:gd name="T1" fmla="*/ 0 h 120000"/>
                <a:gd name="T2" fmla="*/ 120000 w 120000"/>
                <a:gd name="T3" fmla="*/ 120000 h 120000"/>
              </a:gdLst>
              <a:ahLst/>
              <a:cxnLst>
                <a:cxn ang="0">
                  <a:pos x="67500" y="109088"/>
                </a:cxn>
                <a:cxn ang="0">
                  <a:pos x="71000" y="95205"/>
                </a:cxn>
                <a:cxn ang="0">
                  <a:pos x="51000" y="81322"/>
                </a:cxn>
                <a:cxn ang="0">
                  <a:pos x="37000" y="100661"/>
                </a:cxn>
                <a:cxn ang="0">
                  <a:pos x="45000" y="112561"/>
                </a:cxn>
                <a:cxn ang="0">
                  <a:pos x="45000" y="112561"/>
                </a:cxn>
                <a:cxn ang="0">
                  <a:pos x="0" y="120000"/>
                </a:cxn>
                <a:cxn ang="0">
                  <a:pos x="5000" y="111572"/>
                </a:cxn>
                <a:cxn ang="0">
                  <a:pos x="24000" y="83305"/>
                </a:cxn>
                <a:cxn ang="0">
                  <a:pos x="25000" y="73883"/>
                </a:cxn>
                <a:cxn ang="0">
                  <a:pos x="36500" y="0"/>
                </a:cxn>
                <a:cxn ang="0">
                  <a:pos x="73000" y="44133"/>
                </a:cxn>
                <a:cxn ang="0">
                  <a:pos x="78500" y="44627"/>
                </a:cxn>
                <a:cxn ang="0">
                  <a:pos x="81500" y="39172"/>
                </a:cxn>
                <a:cxn ang="0">
                  <a:pos x="85500" y="30250"/>
                </a:cxn>
                <a:cxn ang="0">
                  <a:pos x="102500" y="31733"/>
                </a:cxn>
                <a:cxn ang="0">
                  <a:pos x="101000" y="48594"/>
                </a:cxn>
                <a:cxn ang="0">
                  <a:pos x="91500" y="51072"/>
                </a:cxn>
                <a:cxn ang="0">
                  <a:pos x="85500" y="52561"/>
                </a:cxn>
                <a:cxn ang="0">
                  <a:pos x="85000" y="58016"/>
                </a:cxn>
                <a:cxn ang="0">
                  <a:pos x="120000" y="100661"/>
                </a:cxn>
                <a:cxn ang="0">
                  <a:pos x="67000" y="109088"/>
                </a:cxn>
                <a:cxn ang="0">
                  <a:pos x="67500" y="109088"/>
                </a:cxn>
              </a:cxnLst>
              <a:rect l="T0" t="T1" r="T2" b="T3"/>
              <a:pathLst>
                <a:path w="120000" h="120000" extrusionOk="0">
                  <a:moveTo>
                    <a:pt x="67500" y="109088"/>
                  </a:moveTo>
                  <a:cubicBezTo>
                    <a:pt x="70500" y="105122"/>
                    <a:pt x="72000" y="100166"/>
                    <a:pt x="71000" y="95205"/>
                  </a:cubicBezTo>
                  <a:cubicBezTo>
                    <a:pt x="69500" y="85783"/>
                    <a:pt x="60500" y="79338"/>
                    <a:pt x="51000" y="81322"/>
                  </a:cubicBezTo>
                  <a:cubicBezTo>
                    <a:pt x="42000" y="82811"/>
                    <a:pt x="35500" y="91238"/>
                    <a:pt x="37000" y="100661"/>
                  </a:cubicBezTo>
                  <a:cubicBezTo>
                    <a:pt x="37500" y="105622"/>
                    <a:pt x="40500" y="110083"/>
                    <a:pt x="45000" y="112561"/>
                  </a:cubicBezTo>
                  <a:cubicBezTo>
                    <a:pt x="45000" y="112561"/>
                    <a:pt x="45000" y="112561"/>
                    <a:pt x="45000" y="112561"/>
                  </a:cubicBezTo>
                  <a:cubicBezTo>
                    <a:pt x="0" y="120000"/>
                    <a:pt x="0" y="120000"/>
                    <a:pt x="0" y="120000"/>
                  </a:cubicBezTo>
                  <a:cubicBezTo>
                    <a:pt x="1500" y="117522"/>
                    <a:pt x="3000" y="114544"/>
                    <a:pt x="5000" y="111572"/>
                  </a:cubicBezTo>
                  <a:cubicBezTo>
                    <a:pt x="7000" y="108594"/>
                    <a:pt x="18500" y="91733"/>
                    <a:pt x="24000" y="83305"/>
                  </a:cubicBezTo>
                  <a:cubicBezTo>
                    <a:pt x="25500" y="80333"/>
                    <a:pt x="26000" y="76861"/>
                    <a:pt x="25000" y="73883"/>
                  </a:cubicBezTo>
                  <a:cubicBezTo>
                    <a:pt x="16000" y="44133"/>
                    <a:pt x="24000" y="18844"/>
                    <a:pt x="36500" y="0"/>
                  </a:cubicBezTo>
                  <a:cubicBezTo>
                    <a:pt x="73000" y="44133"/>
                    <a:pt x="73000" y="44133"/>
                    <a:pt x="73000" y="44133"/>
                  </a:cubicBezTo>
                  <a:cubicBezTo>
                    <a:pt x="74500" y="45622"/>
                    <a:pt x="77000" y="46116"/>
                    <a:pt x="78500" y="44627"/>
                  </a:cubicBezTo>
                  <a:cubicBezTo>
                    <a:pt x="80500" y="43138"/>
                    <a:pt x="81500" y="41155"/>
                    <a:pt x="81500" y="39172"/>
                  </a:cubicBezTo>
                  <a:cubicBezTo>
                    <a:pt x="81500" y="35700"/>
                    <a:pt x="83000" y="32727"/>
                    <a:pt x="85500" y="30250"/>
                  </a:cubicBezTo>
                  <a:cubicBezTo>
                    <a:pt x="91000" y="26283"/>
                    <a:pt x="98500" y="26777"/>
                    <a:pt x="102500" y="31733"/>
                  </a:cubicBezTo>
                  <a:cubicBezTo>
                    <a:pt x="107000" y="37188"/>
                    <a:pt x="106000" y="44627"/>
                    <a:pt x="101000" y="48594"/>
                  </a:cubicBezTo>
                  <a:cubicBezTo>
                    <a:pt x="98000" y="51072"/>
                    <a:pt x="94500" y="51572"/>
                    <a:pt x="91500" y="51072"/>
                  </a:cubicBezTo>
                  <a:cubicBezTo>
                    <a:pt x="89000" y="50577"/>
                    <a:pt x="87000" y="51572"/>
                    <a:pt x="85500" y="52561"/>
                  </a:cubicBezTo>
                  <a:cubicBezTo>
                    <a:pt x="83500" y="54050"/>
                    <a:pt x="83500" y="56527"/>
                    <a:pt x="85000" y="58016"/>
                  </a:cubicBezTo>
                  <a:cubicBezTo>
                    <a:pt x="120000" y="100661"/>
                    <a:pt x="120000" y="100661"/>
                    <a:pt x="120000" y="100661"/>
                  </a:cubicBezTo>
                  <a:cubicBezTo>
                    <a:pt x="67000" y="109088"/>
                    <a:pt x="67000" y="109088"/>
                    <a:pt x="67000" y="109088"/>
                  </a:cubicBezTo>
                  <a:cubicBezTo>
                    <a:pt x="67000" y="109088"/>
                    <a:pt x="67000" y="109088"/>
                    <a:pt x="67500" y="109088"/>
                  </a:cubicBezTo>
                  <a:close/>
                </a:path>
              </a:pathLst>
            </a:custGeom>
            <a:solidFill>
              <a:schemeClr val="accent2">
                <a:alpha val="69411"/>
              </a:schemeClr>
            </a:solidFill>
            <a:ln w="9525">
              <a:noFill/>
              <a:round/>
              <a:headEnd/>
              <a:tailEnd/>
            </a:ln>
          </p:spPr>
          <p:txBody>
            <a:bodyPr lIns="45700" tIns="45700" rIns="45700" bIns="45700"/>
            <a:lstStyle/>
            <a:p>
              <a:pPr>
                <a:defRPr/>
              </a:pPr>
              <a:endParaRPr lang="en-US"/>
            </a:p>
          </p:txBody>
        </p:sp>
        <p:sp>
          <p:nvSpPr>
            <p:cNvPr id="16" name="Google Shape;206;p9">
              <a:extLst>
                <a:ext uri="{FF2B5EF4-FFF2-40B4-BE49-F238E27FC236}">
                  <a16:creationId xmlns:a16="http://schemas.microsoft.com/office/drawing/2014/main" id="{E538DC52-C342-5F98-BED9-576A9C66ADDE}"/>
                </a:ext>
              </a:extLst>
            </p:cNvPr>
            <p:cNvSpPr>
              <a:spLocks/>
            </p:cNvSpPr>
            <p:nvPr/>
          </p:nvSpPr>
          <p:spPr bwMode="auto">
            <a:xfrm>
              <a:off x="4044026" y="2806336"/>
              <a:ext cx="786722" cy="852635"/>
            </a:xfrm>
            <a:custGeom>
              <a:avLst/>
              <a:gdLst>
                <a:gd name="T0" fmla="*/ 0 w 120000"/>
                <a:gd name="T1" fmla="*/ 0 h 120000"/>
                <a:gd name="T2" fmla="*/ 120000 w 120000"/>
                <a:gd name="T3" fmla="*/ 120000 h 120000"/>
              </a:gdLst>
              <a:ahLst/>
              <a:cxnLst>
                <a:cxn ang="0">
                  <a:pos x="120000" y="17550"/>
                </a:cxn>
                <a:cxn ang="0">
                  <a:pos x="102075" y="62235"/>
                </a:cxn>
                <a:cxn ang="0">
                  <a:pos x="101593" y="62235"/>
                </a:cxn>
                <a:cxn ang="0">
                  <a:pos x="91904" y="52849"/>
                </a:cxn>
                <a:cxn ang="0">
                  <a:pos x="70106" y="62235"/>
                </a:cxn>
                <a:cxn ang="0">
                  <a:pos x="80276" y="81896"/>
                </a:cxn>
                <a:cxn ang="0">
                  <a:pos x="93839" y="81003"/>
                </a:cxn>
                <a:cxn ang="0">
                  <a:pos x="94326" y="81003"/>
                </a:cxn>
                <a:cxn ang="0">
                  <a:pos x="80276" y="115852"/>
                </a:cxn>
                <a:cxn ang="0">
                  <a:pos x="38131" y="119431"/>
                </a:cxn>
                <a:cxn ang="0">
                  <a:pos x="23598" y="101556"/>
                </a:cxn>
                <a:cxn ang="0">
                  <a:pos x="21176" y="88153"/>
                </a:cxn>
                <a:cxn ang="0">
                  <a:pos x="19242" y="80553"/>
                </a:cxn>
                <a:cxn ang="0">
                  <a:pos x="27960" y="76531"/>
                </a:cxn>
                <a:cxn ang="0">
                  <a:pos x="19724" y="72509"/>
                </a:cxn>
                <a:cxn ang="0">
                  <a:pos x="16820" y="64021"/>
                </a:cxn>
                <a:cxn ang="0">
                  <a:pos x="19242" y="54641"/>
                </a:cxn>
                <a:cxn ang="0">
                  <a:pos x="5191" y="47934"/>
                </a:cxn>
                <a:cxn ang="0">
                  <a:pos x="835" y="35873"/>
                </a:cxn>
                <a:cxn ang="0">
                  <a:pos x="49759" y="28273"/>
                </a:cxn>
                <a:cxn ang="0">
                  <a:pos x="52663" y="24257"/>
                </a:cxn>
                <a:cxn ang="0">
                  <a:pos x="49277" y="19785"/>
                </a:cxn>
                <a:cxn ang="0">
                  <a:pos x="43945" y="12191"/>
                </a:cxn>
                <a:cxn ang="0">
                  <a:pos x="53633" y="125"/>
                </a:cxn>
                <a:cxn ang="0">
                  <a:pos x="67196" y="9062"/>
                </a:cxn>
                <a:cxn ang="0">
                  <a:pos x="64291" y="17550"/>
                </a:cxn>
                <a:cxn ang="0">
                  <a:pos x="62839" y="22914"/>
                </a:cxn>
                <a:cxn ang="0">
                  <a:pos x="67196" y="25594"/>
                </a:cxn>
                <a:cxn ang="0">
                  <a:pos x="120000" y="17550"/>
                </a:cxn>
              </a:cxnLst>
              <a:rect l="T0" t="T1" r="T2" b="T3"/>
              <a:pathLst>
                <a:path w="120000" h="120000" extrusionOk="0">
                  <a:moveTo>
                    <a:pt x="120000" y="17550"/>
                  </a:moveTo>
                  <a:cubicBezTo>
                    <a:pt x="102075" y="62235"/>
                    <a:pt x="102075" y="62235"/>
                    <a:pt x="102075" y="62235"/>
                  </a:cubicBezTo>
                  <a:cubicBezTo>
                    <a:pt x="101593" y="62235"/>
                    <a:pt x="101593" y="62235"/>
                    <a:pt x="101593" y="62235"/>
                  </a:cubicBezTo>
                  <a:cubicBezTo>
                    <a:pt x="100141" y="57764"/>
                    <a:pt x="96261" y="54641"/>
                    <a:pt x="91904" y="52849"/>
                  </a:cubicBezTo>
                  <a:cubicBezTo>
                    <a:pt x="83186" y="50169"/>
                    <a:pt x="73498" y="54191"/>
                    <a:pt x="70106" y="62235"/>
                  </a:cubicBezTo>
                  <a:cubicBezTo>
                    <a:pt x="67196" y="69830"/>
                    <a:pt x="71558" y="78767"/>
                    <a:pt x="80276" y="81896"/>
                  </a:cubicBezTo>
                  <a:cubicBezTo>
                    <a:pt x="84638" y="83682"/>
                    <a:pt x="89482" y="83238"/>
                    <a:pt x="93839" y="81003"/>
                  </a:cubicBezTo>
                  <a:cubicBezTo>
                    <a:pt x="93839" y="81003"/>
                    <a:pt x="94326" y="81003"/>
                    <a:pt x="94326" y="81003"/>
                  </a:cubicBezTo>
                  <a:cubicBezTo>
                    <a:pt x="80276" y="115852"/>
                    <a:pt x="80276" y="115852"/>
                    <a:pt x="80276" y="115852"/>
                  </a:cubicBezTo>
                  <a:cubicBezTo>
                    <a:pt x="53151" y="122110"/>
                    <a:pt x="38131" y="119431"/>
                    <a:pt x="38131" y="119431"/>
                  </a:cubicBezTo>
                  <a:cubicBezTo>
                    <a:pt x="28442" y="118537"/>
                    <a:pt x="22146" y="108258"/>
                    <a:pt x="23598" y="101556"/>
                  </a:cubicBezTo>
                  <a:cubicBezTo>
                    <a:pt x="24568" y="94405"/>
                    <a:pt x="25056" y="91277"/>
                    <a:pt x="21176" y="88153"/>
                  </a:cubicBezTo>
                  <a:cubicBezTo>
                    <a:pt x="16820" y="85468"/>
                    <a:pt x="16820" y="81896"/>
                    <a:pt x="19242" y="80553"/>
                  </a:cubicBezTo>
                  <a:cubicBezTo>
                    <a:pt x="21176" y="79216"/>
                    <a:pt x="27960" y="76531"/>
                    <a:pt x="27960" y="76531"/>
                  </a:cubicBezTo>
                  <a:cubicBezTo>
                    <a:pt x="27960" y="76531"/>
                    <a:pt x="22634" y="73408"/>
                    <a:pt x="19724" y="72509"/>
                  </a:cubicBezTo>
                  <a:cubicBezTo>
                    <a:pt x="16820" y="71172"/>
                    <a:pt x="15367" y="66701"/>
                    <a:pt x="16820" y="64021"/>
                  </a:cubicBezTo>
                  <a:cubicBezTo>
                    <a:pt x="18754" y="61342"/>
                    <a:pt x="19242" y="54641"/>
                    <a:pt x="19242" y="54641"/>
                  </a:cubicBezTo>
                  <a:cubicBezTo>
                    <a:pt x="19242" y="54641"/>
                    <a:pt x="12458" y="51512"/>
                    <a:pt x="5191" y="47934"/>
                  </a:cubicBezTo>
                  <a:cubicBezTo>
                    <a:pt x="347" y="45703"/>
                    <a:pt x="-1104" y="42125"/>
                    <a:pt x="835" y="35873"/>
                  </a:cubicBezTo>
                  <a:cubicBezTo>
                    <a:pt x="49759" y="28273"/>
                    <a:pt x="49759" y="28273"/>
                    <a:pt x="49759" y="28273"/>
                  </a:cubicBezTo>
                  <a:cubicBezTo>
                    <a:pt x="51699" y="28273"/>
                    <a:pt x="53151" y="26487"/>
                    <a:pt x="52663" y="24257"/>
                  </a:cubicBezTo>
                  <a:cubicBezTo>
                    <a:pt x="52181" y="22465"/>
                    <a:pt x="51211" y="20678"/>
                    <a:pt x="49277" y="19785"/>
                  </a:cubicBezTo>
                  <a:cubicBezTo>
                    <a:pt x="46855" y="17999"/>
                    <a:pt x="44433" y="15763"/>
                    <a:pt x="43945" y="12191"/>
                  </a:cubicBezTo>
                  <a:cubicBezTo>
                    <a:pt x="42975" y="6382"/>
                    <a:pt x="47337" y="1018"/>
                    <a:pt x="53633" y="125"/>
                  </a:cubicBezTo>
                  <a:cubicBezTo>
                    <a:pt x="59929" y="-767"/>
                    <a:pt x="65744" y="3254"/>
                    <a:pt x="67196" y="9062"/>
                  </a:cubicBezTo>
                  <a:cubicBezTo>
                    <a:pt x="67683" y="12191"/>
                    <a:pt x="66714" y="15319"/>
                    <a:pt x="64291" y="17550"/>
                  </a:cubicBezTo>
                  <a:cubicBezTo>
                    <a:pt x="63321" y="18892"/>
                    <a:pt x="62352" y="21128"/>
                    <a:pt x="62839" y="22914"/>
                  </a:cubicBezTo>
                  <a:cubicBezTo>
                    <a:pt x="63321" y="24700"/>
                    <a:pt x="65261" y="26043"/>
                    <a:pt x="67196" y="25594"/>
                  </a:cubicBezTo>
                  <a:lnTo>
                    <a:pt x="120000" y="17550"/>
                  </a:lnTo>
                  <a:close/>
                </a:path>
              </a:pathLst>
            </a:custGeom>
            <a:solidFill>
              <a:schemeClr val="accent2">
                <a:alpha val="84312"/>
              </a:schemeClr>
            </a:solidFill>
            <a:ln w="9525">
              <a:noFill/>
              <a:round/>
              <a:headEnd/>
              <a:tailEnd/>
            </a:ln>
          </p:spPr>
          <p:txBody>
            <a:bodyPr lIns="45700" tIns="45700" rIns="45700" bIns="45700"/>
            <a:lstStyle/>
            <a:p>
              <a:pPr>
                <a:defRPr/>
              </a:pPr>
              <a:endParaRPr lang="en-US"/>
            </a:p>
          </p:txBody>
        </p:sp>
        <p:sp>
          <p:nvSpPr>
            <p:cNvPr id="17" name="Google Shape;207;p9">
              <a:extLst>
                <a:ext uri="{FF2B5EF4-FFF2-40B4-BE49-F238E27FC236}">
                  <a16:creationId xmlns:a16="http://schemas.microsoft.com/office/drawing/2014/main" id="{7D3D48A7-A475-7C26-7983-3DA25AA990D6}"/>
                </a:ext>
              </a:extLst>
            </p:cNvPr>
            <p:cNvSpPr>
              <a:spLocks/>
            </p:cNvSpPr>
            <p:nvPr/>
          </p:nvSpPr>
          <p:spPr bwMode="auto">
            <a:xfrm>
              <a:off x="4530968" y="2944473"/>
              <a:ext cx="889821" cy="1000298"/>
            </a:xfrm>
            <a:custGeom>
              <a:avLst/>
              <a:gdLst>
                <a:gd name="T0" fmla="*/ 0 w 120000"/>
                <a:gd name="T1" fmla="*/ 0 h 120000"/>
                <a:gd name="T2" fmla="*/ 120000 w 120000"/>
                <a:gd name="T3" fmla="*/ 120000 h 120000"/>
              </a:gdLst>
              <a:ahLst/>
              <a:cxnLst>
                <a:cxn ang="0">
                  <a:pos x="120000" y="81905"/>
                </a:cxn>
                <a:cxn ang="0">
                  <a:pos x="120000" y="109333"/>
                </a:cxn>
                <a:cxn ang="0">
                  <a:pos x="63049" y="120000"/>
                </a:cxn>
                <a:cxn ang="0">
                  <a:pos x="5666" y="109333"/>
                </a:cxn>
                <a:cxn ang="0">
                  <a:pos x="5666" y="91811"/>
                </a:cxn>
                <a:cxn ang="0">
                  <a:pos x="22368" y="52572"/>
                </a:cxn>
                <a:cxn ang="0">
                  <a:pos x="20225" y="48761"/>
                </a:cxn>
                <a:cxn ang="0">
                  <a:pos x="15086" y="49144"/>
                </a:cxn>
                <a:cxn ang="0">
                  <a:pos x="6524" y="49522"/>
                </a:cxn>
                <a:cxn ang="0">
                  <a:pos x="527" y="37716"/>
                </a:cxn>
                <a:cxn ang="0">
                  <a:pos x="13801" y="32383"/>
                </a:cxn>
                <a:cxn ang="0">
                  <a:pos x="19798" y="37716"/>
                </a:cxn>
                <a:cxn ang="0">
                  <a:pos x="23653" y="41144"/>
                </a:cxn>
                <a:cxn ang="0">
                  <a:pos x="27933" y="39616"/>
                </a:cxn>
                <a:cxn ang="0">
                  <a:pos x="44636" y="0"/>
                </a:cxn>
                <a:cxn ang="0">
                  <a:pos x="73753" y="31616"/>
                </a:cxn>
                <a:cxn ang="0">
                  <a:pos x="73327" y="31616"/>
                </a:cxn>
                <a:cxn ang="0">
                  <a:pos x="61764" y="34283"/>
                </a:cxn>
                <a:cxn ang="0">
                  <a:pos x="59621" y="52950"/>
                </a:cxn>
                <a:cxn ang="0">
                  <a:pos x="80177" y="54855"/>
                </a:cxn>
                <a:cxn ang="0">
                  <a:pos x="85743" y="44950"/>
                </a:cxn>
                <a:cxn ang="0">
                  <a:pos x="85743" y="44572"/>
                </a:cxn>
                <a:cxn ang="0">
                  <a:pos x="120000" y="81905"/>
                </a:cxn>
              </a:cxnLst>
              <a:rect l="T0" t="T1" r="T2" b="T3"/>
              <a:pathLst>
                <a:path w="120000" h="120000" extrusionOk="0">
                  <a:moveTo>
                    <a:pt x="120000" y="81905"/>
                  </a:moveTo>
                  <a:cubicBezTo>
                    <a:pt x="120000" y="94477"/>
                    <a:pt x="120000" y="109333"/>
                    <a:pt x="120000" y="109333"/>
                  </a:cubicBezTo>
                  <a:cubicBezTo>
                    <a:pt x="120000" y="109333"/>
                    <a:pt x="103297" y="120000"/>
                    <a:pt x="63049" y="120000"/>
                  </a:cubicBezTo>
                  <a:cubicBezTo>
                    <a:pt x="22794" y="120000"/>
                    <a:pt x="5666" y="109333"/>
                    <a:pt x="5666" y="109333"/>
                  </a:cubicBezTo>
                  <a:cubicBezTo>
                    <a:pt x="5666" y="91811"/>
                    <a:pt x="5666" y="91811"/>
                    <a:pt x="5666" y="91811"/>
                  </a:cubicBezTo>
                  <a:cubicBezTo>
                    <a:pt x="22368" y="52572"/>
                    <a:pt x="22368" y="52572"/>
                    <a:pt x="22368" y="52572"/>
                  </a:cubicBezTo>
                  <a:cubicBezTo>
                    <a:pt x="23226" y="51050"/>
                    <a:pt x="22368" y="49522"/>
                    <a:pt x="20225" y="48761"/>
                  </a:cubicBezTo>
                  <a:cubicBezTo>
                    <a:pt x="18514" y="48383"/>
                    <a:pt x="16803" y="48383"/>
                    <a:pt x="15086" y="49144"/>
                  </a:cubicBezTo>
                  <a:cubicBezTo>
                    <a:pt x="12516" y="50283"/>
                    <a:pt x="9520" y="50666"/>
                    <a:pt x="6524" y="49522"/>
                  </a:cubicBezTo>
                  <a:cubicBezTo>
                    <a:pt x="1385" y="48000"/>
                    <a:pt x="-1183" y="42666"/>
                    <a:pt x="527" y="37716"/>
                  </a:cubicBezTo>
                  <a:cubicBezTo>
                    <a:pt x="2670" y="33144"/>
                    <a:pt x="8662" y="30855"/>
                    <a:pt x="13801" y="32383"/>
                  </a:cubicBezTo>
                  <a:cubicBezTo>
                    <a:pt x="16803" y="33522"/>
                    <a:pt x="18940" y="35427"/>
                    <a:pt x="19798" y="37716"/>
                  </a:cubicBezTo>
                  <a:cubicBezTo>
                    <a:pt x="20657" y="39238"/>
                    <a:pt x="21942" y="40761"/>
                    <a:pt x="23653" y="41144"/>
                  </a:cubicBezTo>
                  <a:cubicBezTo>
                    <a:pt x="25364" y="41905"/>
                    <a:pt x="27507" y="41144"/>
                    <a:pt x="27933" y="39616"/>
                  </a:cubicBezTo>
                  <a:cubicBezTo>
                    <a:pt x="44636" y="0"/>
                    <a:pt x="44636" y="0"/>
                    <a:pt x="44636" y="0"/>
                  </a:cubicBezTo>
                  <a:cubicBezTo>
                    <a:pt x="73753" y="31616"/>
                    <a:pt x="73753" y="31616"/>
                    <a:pt x="73753" y="31616"/>
                  </a:cubicBezTo>
                  <a:cubicBezTo>
                    <a:pt x="73753" y="31616"/>
                    <a:pt x="73327" y="31616"/>
                    <a:pt x="73327" y="31616"/>
                  </a:cubicBezTo>
                  <a:cubicBezTo>
                    <a:pt x="69041" y="30855"/>
                    <a:pt x="64760" y="32000"/>
                    <a:pt x="61764" y="34283"/>
                  </a:cubicBezTo>
                  <a:cubicBezTo>
                    <a:pt x="55340" y="38855"/>
                    <a:pt x="54482" y="47238"/>
                    <a:pt x="59621" y="52950"/>
                  </a:cubicBezTo>
                  <a:cubicBezTo>
                    <a:pt x="64760" y="58666"/>
                    <a:pt x="74180" y="59427"/>
                    <a:pt x="80177" y="54855"/>
                  </a:cubicBezTo>
                  <a:cubicBezTo>
                    <a:pt x="83599" y="52188"/>
                    <a:pt x="85743" y="48761"/>
                    <a:pt x="85743" y="44950"/>
                  </a:cubicBezTo>
                  <a:cubicBezTo>
                    <a:pt x="85743" y="44950"/>
                    <a:pt x="85743" y="44572"/>
                    <a:pt x="85743" y="44572"/>
                  </a:cubicBezTo>
                  <a:lnTo>
                    <a:pt x="120000" y="81905"/>
                  </a:lnTo>
                  <a:close/>
                </a:path>
              </a:pathLst>
            </a:custGeom>
            <a:solidFill>
              <a:schemeClr val="accent2"/>
            </a:solidFill>
            <a:ln w="9525">
              <a:noFill/>
              <a:round/>
              <a:headEnd/>
              <a:tailEnd/>
            </a:ln>
          </p:spPr>
          <p:txBody>
            <a:bodyPr lIns="45700" tIns="45700" rIns="45700" bIns="45700"/>
            <a:lstStyle/>
            <a:p>
              <a:pPr>
                <a:defRPr/>
              </a:pPr>
              <a:endParaRPr lang="en-US"/>
            </a:p>
          </p:txBody>
        </p:sp>
        <p:sp>
          <p:nvSpPr>
            <p:cNvPr id="18" name="Google Shape;208;p9">
              <a:extLst>
                <a:ext uri="{FF2B5EF4-FFF2-40B4-BE49-F238E27FC236}">
                  <a16:creationId xmlns:a16="http://schemas.microsoft.com/office/drawing/2014/main" id="{111839F8-DE88-90EC-19F7-BEAFEA7C641F}"/>
                </a:ext>
              </a:extLst>
            </p:cNvPr>
            <p:cNvSpPr>
              <a:spLocks/>
            </p:cNvSpPr>
            <p:nvPr/>
          </p:nvSpPr>
          <p:spPr bwMode="auto">
            <a:xfrm>
              <a:off x="4887849" y="2801574"/>
              <a:ext cx="754999" cy="771658"/>
            </a:xfrm>
            <a:custGeom>
              <a:avLst/>
              <a:gdLst>
                <a:gd name="T0" fmla="*/ 0 w 120000"/>
                <a:gd name="T1" fmla="*/ 0 h 120000"/>
                <a:gd name="T2" fmla="*/ 120000 w 120000"/>
                <a:gd name="T3" fmla="*/ 120000 h 120000"/>
              </a:gdLst>
              <a:ahLst/>
              <a:cxnLst>
                <a:cxn ang="0">
                  <a:pos x="120000" y="0"/>
                </a:cxn>
                <a:cxn ang="0">
                  <a:pos x="96300" y="49877"/>
                </a:cxn>
                <a:cxn ang="0">
                  <a:pos x="84705" y="110122"/>
                </a:cxn>
                <a:cxn ang="0">
                  <a:pos x="84705" y="120000"/>
                </a:cxn>
                <a:cxn ang="0">
                  <a:pos x="47394" y="75555"/>
                </a:cxn>
                <a:cxn ang="0">
                  <a:pos x="41850" y="75061"/>
                </a:cxn>
                <a:cxn ang="0">
                  <a:pos x="38822" y="80494"/>
                </a:cxn>
                <a:cxn ang="0">
                  <a:pos x="34788" y="89383"/>
                </a:cxn>
                <a:cxn ang="0">
                  <a:pos x="17644" y="87405"/>
                </a:cxn>
                <a:cxn ang="0">
                  <a:pos x="19161" y="70616"/>
                </a:cxn>
                <a:cxn ang="0">
                  <a:pos x="28738" y="68150"/>
                </a:cxn>
                <a:cxn ang="0">
                  <a:pos x="34788" y="66666"/>
                </a:cxn>
                <a:cxn ang="0">
                  <a:pos x="35294" y="61233"/>
                </a:cxn>
                <a:cxn ang="0">
                  <a:pos x="0" y="18766"/>
                </a:cxn>
                <a:cxn ang="0">
                  <a:pos x="53444" y="10372"/>
                </a:cxn>
                <a:cxn ang="0">
                  <a:pos x="52938" y="10866"/>
                </a:cxn>
                <a:cxn ang="0">
                  <a:pos x="49411" y="24200"/>
                </a:cxn>
                <a:cxn ang="0">
                  <a:pos x="69577" y="38516"/>
                </a:cxn>
                <a:cxn ang="0">
                  <a:pos x="83700" y="18766"/>
                </a:cxn>
                <a:cxn ang="0">
                  <a:pos x="75627" y="7405"/>
                </a:cxn>
                <a:cxn ang="0">
                  <a:pos x="75627" y="6911"/>
                </a:cxn>
                <a:cxn ang="0">
                  <a:pos x="120000" y="0"/>
                </a:cxn>
              </a:cxnLst>
              <a:rect l="T0" t="T1" r="T2" b="T3"/>
              <a:pathLst>
                <a:path w="120000" h="120000" extrusionOk="0">
                  <a:moveTo>
                    <a:pt x="120000" y="0"/>
                  </a:moveTo>
                  <a:cubicBezTo>
                    <a:pt x="113950" y="22716"/>
                    <a:pt x="102355" y="38022"/>
                    <a:pt x="96300" y="49877"/>
                  </a:cubicBezTo>
                  <a:cubicBezTo>
                    <a:pt x="87733" y="65677"/>
                    <a:pt x="84705" y="96294"/>
                    <a:pt x="84705" y="110122"/>
                  </a:cubicBezTo>
                  <a:cubicBezTo>
                    <a:pt x="84705" y="120000"/>
                    <a:pt x="84705" y="120000"/>
                    <a:pt x="84705" y="120000"/>
                  </a:cubicBezTo>
                  <a:cubicBezTo>
                    <a:pt x="47394" y="75555"/>
                    <a:pt x="47394" y="75555"/>
                    <a:pt x="47394" y="75555"/>
                  </a:cubicBezTo>
                  <a:cubicBezTo>
                    <a:pt x="45883" y="73577"/>
                    <a:pt x="43361" y="73577"/>
                    <a:pt x="41850" y="75061"/>
                  </a:cubicBezTo>
                  <a:cubicBezTo>
                    <a:pt x="39833" y="76050"/>
                    <a:pt x="38822" y="78022"/>
                    <a:pt x="38822" y="80494"/>
                  </a:cubicBezTo>
                  <a:cubicBezTo>
                    <a:pt x="38822" y="83455"/>
                    <a:pt x="37311" y="86911"/>
                    <a:pt x="34788" y="89383"/>
                  </a:cubicBezTo>
                  <a:cubicBezTo>
                    <a:pt x="29244" y="93333"/>
                    <a:pt x="21683" y="92344"/>
                    <a:pt x="17644" y="87405"/>
                  </a:cubicBezTo>
                  <a:cubicBezTo>
                    <a:pt x="13111" y="82466"/>
                    <a:pt x="14116" y="75061"/>
                    <a:pt x="19161" y="70616"/>
                  </a:cubicBezTo>
                  <a:cubicBezTo>
                    <a:pt x="22183" y="68644"/>
                    <a:pt x="25716" y="67655"/>
                    <a:pt x="28738" y="68150"/>
                  </a:cubicBezTo>
                  <a:cubicBezTo>
                    <a:pt x="31261" y="68644"/>
                    <a:pt x="33277" y="68150"/>
                    <a:pt x="34788" y="66666"/>
                  </a:cubicBezTo>
                  <a:cubicBezTo>
                    <a:pt x="36805" y="65183"/>
                    <a:pt x="36805" y="62716"/>
                    <a:pt x="35294" y="61233"/>
                  </a:cubicBezTo>
                  <a:cubicBezTo>
                    <a:pt x="0" y="18766"/>
                    <a:pt x="0" y="18766"/>
                    <a:pt x="0" y="18766"/>
                  </a:cubicBezTo>
                  <a:cubicBezTo>
                    <a:pt x="53444" y="10372"/>
                    <a:pt x="53444" y="10372"/>
                    <a:pt x="53444" y="10372"/>
                  </a:cubicBezTo>
                  <a:cubicBezTo>
                    <a:pt x="53444" y="10372"/>
                    <a:pt x="53444" y="10866"/>
                    <a:pt x="52938" y="10866"/>
                  </a:cubicBezTo>
                  <a:cubicBezTo>
                    <a:pt x="49916" y="14816"/>
                    <a:pt x="48405" y="19755"/>
                    <a:pt x="49411" y="24200"/>
                  </a:cubicBezTo>
                  <a:cubicBezTo>
                    <a:pt x="50922" y="33577"/>
                    <a:pt x="60000" y="40000"/>
                    <a:pt x="69577" y="38516"/>
                  </a:cubicBezTo>
                  <a:cubicBezTo>
                    <a:pt x="79161" y="37038"/>
                    <a:pt x="85211" y="28150"/>
                    <a:pt x="83700" y="18766"/>
                  </a:cubicBezTo>
                  <a:cubicBezTo>
                    <a:pt x="83194" y="13827"/>
                    <a:pt x="80166" y="9877"/>
                    <a:pt x="75627" y="7405"/>
                  </a:cubicBezTo>
                  <a:cubicBezTo>
                    <a:pt x="75627" y="6911"/>
                    <a:pt x="75627" y="6911"/>
                    <a:pt x="75627" y="6911"/>
                  </a:cubicBezTo>
                  <a:lnTo>
                    <a:pt x="120000" y="0"/>
                  </a:lnTo>
                  <a:close/>
                </a:path>
              </a:pathLst>
            </a:custGeom>
            <a:solidFill>
              <a:schemeClr val="accent2">
                <a:alpha val="24313"/>
              </a:schemeClr>
            </a:solidFill>
            <a:ln w="9525">
              <a:noFill/>
              <a:round/>
              <a:headEnd/>
              <a:tailEnd/>
            </a:ln>
          </p:spPr>
          <p:txBody>
            <a:bodyPr lIns="45700" tIns="45700" rIns="45700" bIns="45700"/>
            <a:lstStyle/>
            <a:p>
              <a:pPr>
                <a:defRPr/>
              </a:pPr>
              <a:endParaRPr lang="en-US"/>
            </a:p>
          </p:txBody>
        </p:sp>
        <p:sp>
          <p:nvSpPr>
            <p:cNvPr id="19" name="Google Shape;209;p9">
              <a:extLst>
                <a:ext uri="{FF2B5EF4-FFF2-40B4-BE49-F238E27FC236}">
                  <a16:creationId xmlns:a16="http://schemas.microsoft.com/office/drawing/2014/main" id="{B668C713-CA91-AD4D-F0AC-EEA13D192D3C}"/>
                </a:ext>
              </a:extLst>
            </p:cNvPr>
            <p:cNvSpPr>
              <a:spLocks/>
            </p:cNvSpPr>
            <p:nvPr/>
          </p:nvSpPr>
          <p:spPr bwMode="auto">
            <a:xfrm>
              <a:off x="4700685" y="4086083"/>
              <a:ext cx="594799" cy="182595"/>
            </a:xfrm>
            <a:custGeom>
              <a:avLst/>
              <a:gdLst>
                <a:gd name="T0" fmla="*/ 0 w 120000"/>
                <a:gd name="T1" fmla="*/ 0 h 120000"/>
                <a:gd name="T2" fmla="*/ 120000 w 120000"/>
                <a:gd name="T3" fmla="*/ 120000 h 120000"/>
              </a:gdLst>
              <a:ahLst/>
              <a:cxnLst>
                <a:cxn ang="0">
                  <a:pos x="115915" y="87"/>
                </a:cxn>
                <a:cxn ang="0">
                  <a:pos x="113994" y="2181"/>
                </a:cxn>
                <a:cxn ang="0">
                  <a:pos x="69174" y="88058"/>
                </a:cxn>
                <a:cxn ang="0">
                  <a:pos x="51246" y="88058"/>
                </a:cxn>
                <a:cxn ang="0">
                  <a:pos x="5787" y="2181"/>
                </a:cxn>
                <a:cxn ang="0">
                  <a:pos x="666" y="6370"/>
                </a:cxn>
                <a:cxn ang="0">
                  <a:pos x="1944" y="23127"/>
                </a:cxn>
                <a:cxn ang="0">
                  <a:pos x="47402" y="109003"/>
                </a:cxn>
                <a:cxn ang="0">
                  <a:pos x="73017" y="109003"/>
                </a:cxn>
                <a:cxn ang="0">
                  <a:pos x="117837" y="23127"/>
                </a:cxn>
                <a:cxn ang="0">
                  <a:pos x="119759" y="6370"/>
                </a:cxn>
                <a:cxn ang="0">
                  <a:pos x="115915" y="87"/>
                </a:cxn>
              </a:cxnLst>
              <a:rect l="T0" t="T1" r="T2" b="T3"/>
              <a:pathLst>
                <a:path w="120000" h="120000" extrusionOk="0">
                  <a:moveTo>
                    <a:pt x="115915" y="87"/>
                  </a:moveTo>
                  <a:cubicBezTo>
                    <a:pt x="115277" y="87"/>
                    <a:pt x="114632" y="87"/>
                    <a:pt x="113994" y="2181"/>
                  </a:cubicBezTo>
                  <a:cubicBezTo>
                    <a:pt x="69174" y="88058"/>
                    <a:pt x="69174" y="88058"/>
                    <a:pt x="69174" y="88058"/>
                  </a:cubicBezTo>
                  <a:cubicBezTo>
                    <a:pt x="63414" y="98530"/>
                    <a:pt x="56366" y="98530"/>
                    <a:pt x="51246" y="88058"/>
                  </a:cubicBezTo>
                  <a:cubicBezTo>
                    <a:pt x="5787" y="2181"/>
                    <a:pt x="5787" y="2181"/>
                    <a:pt x="5787" y="2181"/>
                  </a:cubicBezTo>
                  <a:cubicBezTo>
                    <a:pt x="3865" y="-2007"/>
                    <a:pt x="1305" y="87"/>
                    <a:pt x="666" y="6370"/>
                  </a:cubicBezTo>
                  <a:cubicBezTo>
                    <a:pt x="-616" y="12654"/>
                    <a:pt x="22" y="18938"/>
                    <a:pt x="1944" y="23127"/>
                  </a:cubicBezTo>
                  <a:cubicBezTo>
                    <a:pt x="47402" y="109003"/>
                    <a:pt x="47402" y="109003"/>
                    <a:pt x="47402" y="109003"/>
                  </a:cubicBezTo>
                  <a:cubicBezTo>
                    <a:pt x="55089" y="123665"/>
                    <a:pt x="64692" y="123665"/>
                    <a:pt x="73017" y="109003"/>
                  </a:cubicBezTo>
                  <a:cubicBezTo>
                    <a:pt x="117837" y="23127"/>
                    <a:pt x="117837" y="23127"/>
                    <a:pt x="117837" y="23127"/>
                  </a:cubicBezTo>
                  <a:cubicBezTo>
                    <a:pt x="119759" y="18938"/>
                    <a:pt x="120397" y="12654"/>
                    <a:pt x="119759" y="6370"/>
                  </a:cubicBezTo>
                  <a:cubicBezTo>
                    <a:pt x="118476" y="2181"/>
                    <a:pt x="117198" y="87"/>
                    <a:pt x="115915" y="87"/>
                  </a:cubicBezTo>
                  <a:close/>
                </a:path>
              </a:pathLst>
            </a:custGeom>
            <a:solidFill>
              <a:schemeClr val="accent2">
                <a:alpha val="9412"/>
              </a:schemeClr>
            </a:solidFill>
            <a:ln w="9525">
              <a:noFill/>
              <a:round/>
              <a:headEnd/>
              <a:tailEnd/>
            </a:ln>
          </p:spPr>
          <p:txBody>
            <a:bodyPr lIns="45700" tIns="45700" rIns="45700" bIns="45700"/>
            <a:lstStyle/>
            <a:p>
              <a:pPr>
                <a:defRPr/>
              </a:pPr>
              <a:endParaRPr lang="en-US"/>
            </a:p>
          </p:txBody>
        </p:sp>
        <p:sp>
          <p:nvSpPr>
            <p:cNvPr id="20" name="Google Shape;210;p9">
              <a:extLst>
                <a:ext uri="{FF2B5EF4-FFF2-40B4-BE49-F238E27FC236}">
                  <a16:creationId xmlns:a16="http://schemas.microsoft.com/office/drawing/2014/main" id="{25BA0D2B-287B-27AD-319F-F2B7628479F4}"/>
                </a:ext>
              </a:extLst>
            </p:cNvPr>
            <p:cNvSpPr>
              <a:spLocks/>
            </p:cNvSpPr>
            <p:nvPr/>
          </p:nvSpPr>
          <p:spPr bwMode="auto">
            <a:xfrm>
              <a:off x="4700685" y="4228982"/>
              <a:ext cx="594799" cy="182595"/>
            </a:xfrm>
            <a:custGeom>
              <a:avLst/>
              <a:gdLst>
                <a:gd name="T0" fmla="*/ 0 w 120000"/>
                <a:gd name="T1" fmla="*/ 0 h 120000"/>
                <a:gd name="T2" fmla="*/ 120000 w 120000"/>
                <a:gd name="T3" fmla="*/ 120000 h 120000"/>
              </a:gdLst>
              <a:ahLst/>
              <a:cxnLst>
                <a:cxn ang="0">
                  <a:pos x="115915" y="87"/>
                </a:cxn>
                <a:cxn ang="0">
                  <a:pos x="113994" y="2181"/>
                </a:cxn>
                <a:cxn ang="0">
                  <a:pos x="69174" y="88058"/>
                </a:cxn>
                <a:cxn ang="0">
                  <a:pos x="51246" y="88058"/>
                </a:cxn>
                <a:cxn ang="0">
                  <a:pos x="5787" y="2181"/>
                </a:cxn>
                <a:cxn ang="0">
                  <a:pos x="666" y="6370"/>
                </a:cxn>
                <a:cxn ang="0">
                  <a:pos x="1944" y="25221"/>
                </a:cxn>
                <a:cxn ang="0">
                  <a:pos x="47402" y="109003"/>
                </a:cxn>
                <a:cxn ang="0">
                  <a:pos x="73017" y="109003"/>
                </a:cxn>
                <a:cxn ang="0">
                  <a:pos x="117837" y="25221"/>
                </a:cxn>
                <a:cxn ang="0">
                  <a:pos x="119759" y="6370"/>
                </a:cxn>
                <a:cxn ang="0">
                  <a:pos x="115915" y="87"/>
                </a:cxn>
              </a:cxnLst>
              <a:rect l="T0" t="T1" r="T2" b="T3"/>
              <a:pathLst>
                <a:path w="120000" h="120000" extrusionOk="0">
                  <a:moveTo>
                    <a:pt x="115915" y="87"/>
                  </a:moveTo>
                  <a:cubicBezTo>
                    <a:pt x="115277" y="87"/>
                    <a:pt x="114632" y="2181"/>
                    <a:pt x="113994" y="2181"/>
                  </a:cubicBezTo>
                  <a:cubicBezTo>
                    <a:pt x="69174" y="88058"/>
                    <a:pt x="69174" y="88058"/>
                    <a:pt x="69174" y="88058"/>
                  </a:cubicBezTo>
                  <a:cubicBezTo>
                    <a:pt x="63414" y="98530"/>
                    <a:pt x="56366" y="98530"/>
                    <a:pt x="51246" y="88058"/>
                  </a:cubicBezTo>
                  <a:cubicBezTo>
                    <a:pt x="5787" y="2181"/>
                    <a:pt x="5787" y="2181"/>
                    <a:pt x="5787" y="2181"/>
                  </a:cubicBezTo>
                  <a:cubicBezTo>
                    <a:pt x="3865" y="-2007"/>
                    <a:pt x="1305" y="87"/>
                    <a:pt x="666" y="6370"/>
                  </a:cubicBezTo>
                  <a:cubicBezTo>
                    <a:pt x="-616" y="12654"/>
                    <a:pt x="22" y="21032"/>
                    <a:pt x="1944" y="25221"/>
                  </a:cubicBezTo>
                  <a:cubicBezTo>
                    <a:pt x="47402" y="109003"/>
                    <a:pt x="47402" y="109003"/>
                    <a:pt x="47402" y="109003"/>
                  </a:cubicBezTo>
                  <a:cubicBezTo>
                    <a:pt x="55089" y="123665"/>
                    <a:pt x="64692" y="123665"/>
                    <a:pt x="73017" y="109003"/>
                  </a:cubicBezTo>
                  <a:cubicBezTo>
                    <a:pt x="117837" y="25221"/>
                    <a:pt x="117837" y="25221"/>
                    <a:pt x="117837" y="25221"/>
                  </a:cubicBezTo>
                  <a:cubicBezTo>
                    <a:pt x="119759" y="21032"/>
                    <a:pt x="120397" y="12654"/>
                    <a:pt x="119759" y="6370"/>
                  </a:cubicBezTo>
                  <a:cubicBezTo>
                    <a:pt x="118476" y="2181"/>
                    <a:pt x="117198" y="87"/>
                    <a:pt x="115915" y="87"/>
                  </a:cubicBezTo>
                  <a:close/>
                </a:path>
              </a:pathLst>
            </a:custGeom>
            <a:solidFill>
              <a:schemeClr val="accent2">
                <a:alpha val="49411"/>
              </a:schemeClr>
            </a:solidFill>
            <a:ln w="9525">
              <a:noFill/>
              <a:round/>
              <a:headEnd/>
              <a:tailEnd/>
            </a:ln>
          </p:spPr>
          <p:txBody>
            <a:bodyPr lIns="45700" tIns="45700" rIns="45700" bIns="45700"/>
            <a:lstStyle/>
            <a:p>
              <a:pPr>
                <a:defRPr/>
              </a:pPr>
              <a:endParaRPr lang="en-US"/>
            </a:p>
          </p:txBody>
        </p:sp>
        <p:sp>
          <p:nvSpPr>
            <p:cNvPr id="21" name="Google Shape;211;p9">
              <a:extLst>
                <a:ext uri="{FF2B5EF4-FFF2-40B4-BE49-F238E27FC236}">
                  <a16:creationId xmlns:a16="http://schemas.microsoft.com/office/drawing/2014/main" id="{F89C79F3-EC0E-DCC8-DE52-64454D5CD103}"/>
                </a:ext>
              </a:extLst>
            </p:cNvPr>
            <p:cNvSpPr>
              <a:spLocks/>
            </p:cNvSpPr>
            <p:nvPr/>
          </p:nvSpPr>
          <p:spPr bwMode="auto">
            <a:xfrm>
              <a:off x="4700685" y="4375057"/>
              <a:ext cx="594799" cy="182595"/>
            </a:xfrm>
            <a:custGeom>
              <a:avLst/>
              <a:gdLst>
                <a:gd name="T0" fmla="*/ 0 w 120000"/>
                <a:gd name="T1" fmla="*/ 0 h 120000"/>
                <a:gd name="T2" fmla="*/ 120000 w 120000"/>
                <a:gd name="T3" fmla="*/ 120000 h 120000"/>
              </a:gdLst>
              <a:ahLst/>
              <a:cxnLst>
                <a:cxn ang="0">
                  <a:pos x="115915" y="780"/>
                </a:cxn>
                <a:cxn ang="0">
                  <a:pos x="113994" y="780"/>
                </a:cxn>
                <a:cxn ang="0">
                  <a:pos x="69174" y="86160"/>
                </a:cxn>
                <a:cxn ang="0">
                  <a:pos x="51246" y="86160"/>
                </a:cxn>
                <a:cxn ang="0">
                  <a:pos x="5787" y="780"/>
                </a:cxn>
                <a:cxn ang="0">
                  <a:pos x="666" y="7028"/>
                </a:cxn>
                <a:cxn ang="0">
                  <a:pos x="1944" y="23687"/>
                </a:cxn>
                <a:cxn ang="0">
                  <a:pos x="47402" y="109067"/>
                </a:cxn>
                <a:cxn ang="0">
                  <a:pos x="73017" y="109067"/>
                </a:cxn>
                <a:cxn ang="0">
                  <a:pos x="117837" y="23687"/>
                </a:cxn>
                <a:cxn ang="0">
                  <a:pos x="119759" y="7028"/>
                </a:cxn>
                <a:cxn ang="0">
                  <a:pos x="115915" y="780"/>
                </a:cxn>
              </a:cxnLst>
              <a:rect l="T0" t="T1" r="T2" b="T3"/>
              <a:pathLst>
                <a:path w="120000" h="120000" extrusionOk="0">
                  <a:moveTo>
                    <a:pt x="115915" y="780"/>
                  </a:moveTo>
                  <a:cubicBezTo>
                    <a:pt x="115277" y="780"/>
                    <a:pt x="114632" y="780"/>
                    <a:pt x="113994" y="780"/>
                  </a:cubicBezTo>
                  <a:cubicBezTo>
                    <a:pt x="69174" y="86160"/>
                    <a:pt x="69174" y="86160"/>
                    <a:pt x="69174" y="86160"/>
                  </a:cubicBezTo>
                  <a:cubicBezTo>
                    <a:pt x="63414" y="96572"/>
                    <a:pt x="56366" y="96572"/>
                    <a:pt x="51246" y="86160"/>
                  </a:cubicBezTo>
                  <a:cubicBezTo>
                    <a:pt x="5787" y="780"/>
                    <a:pt x="5787" y="780"/>
                    <a:pt x="5787" y="780"/>
                  </a:cubicBezTo>
                  <a:cubicBezTo>
                    <a:pt x="3865" y="-1301"/>
                    <a:pt x="1305" y="780"/>
                    <a:pt x="666" y="7028"/>
                  </a:cubicBezTo>
                  <a:cubicBezTo>
                    <a:pt x="-616" y="13275"/>
                    <a:pt x="22" y="19522"/>
                    <a:pt x="1944" y="23687"/>
                  </a:cubicBezTo>
                  <a:cubicBezTo>
                    <a:pt x="47402" y="109067"/>
                    <a:pt x="47402" y="109067"/>
                    <a:pt x="47402" y="109067"/>
                  </a:cubicBezTo>
                  <a:cubicBezTo>
                    <a:pt x="55089" y="123644"/>
                    <a:pt x="64692" y="123644"/>
                    <a:pt x="73017" y="109067"/>
                  </a:cubicBezTo>
                  <a:cubicBezTo>
                    <a:pt x="117837" y="23687"/>
                    <a:pt x="117837" y="23687"/>
                    <a:pt x="117837" y="23687"/>
                  </a:cubicBezTo>
                  <a:cubicBezTo>
                    <a:pt x="119759" y="19522"/>
                    <a:pt x="120397" y="13275"/>
                    <a:pt x="119759" y="7028"/>
                  </a:cubicBezTo>
                  <a:cubicBezTo>
                    <a:pt x="118476" y="2863"/>
                    <a:pt x="117198" y="780"/>
                    <a:pt x="115915" y="780"/>
                  </a:cubicBezTo>
                  <a:close/>
                </a:path>
              </a:pathLst>
            </a:custGeom>
            <a:solidFill>
              <a:schemeClr val="accent2">
                <a:alpha val="9412"/>
              </a:schemeClr>
            </a:solidFill>
            <a:ln w="9525">
              <a:noFill/>
              <a:round/>
              <a:headEnd/>
              <a:tailEnd/>
            </a:ln>
          </p:spPr>
          <p:txBody>
            <a:bodyPr lIns="45700" tIns="45700" rIns="45700" bIns="45700"/>
            <a:lstStyle/>
            <a:p>
              <a:pPr>
                <a:defRPr/>
              </a:pPr>
              <a:endParaRPr lang="en-US"/>
            </a:p>
          </p:txBody>
        </p:sp>
      </p:grpSp>
      <p:grpSp>
        <p:nvGrpSpPr>
          <p:cNvPr id="22" name="Google Shape;212;p9">
            <a:extLst>
              <a:ext uri="{FF2B5EF4-FFF2-40B4-BE49-F238E27FC236}">
                <a16:creationId xmlns:a16="http://schemas.microsoft.com/office/drawing/2014/main" id="{7695DCA3-A4E8-8513-476A-C062800EBC48}"/>
              </a:ext>
            </a:extLst>
          </p:cNvPr>
          <p:cNvGrpSpPr>
            <a:grpSpLocks/>
          </p:cNvGrpSpPr>
          <p:nvPr/>
        </p:nvGrpSpPr>
        <p:grpSpPr bwMode="auto">
          <a:xfrm>
            <a:off x="6076950" y="1954213"/>
            <a:ext cx="1620838" cy="2603500"/>
            <a:chOff x="6077203" y="1953702"/>
            <a:chExt cx="1620896" cy="2603950"/>
          </a:xfrm>
        </p:grpSpPr>
        <p:sp>
          <p:nvSpPr>
            <p:cNvPr id="23" name="Google Shape;213;p9">
              <a:extLst>
                <a:ext uri="{FF2B5EF4-FFF2-40B4-BE49-F238E27FC236}">
                  <a16:creationId xmlns:a16="http://schemas.microsoft.com/office/drawing/2014/main" id="{83CBFA66-9D89-D8BD-5FD7-EB9388DB4D40}"/>
                </a:ext>
              </a:extLst>
            </p:cNvPr>
            <p:cNvSpPr/>
            <p:nvPr/>
          </p:nvSpPr>
          <p:spPr>
            <a:xfrm>
              <a:off x="6351851" y="1953702"/>
              <a:ext cx="873156" cy="924085"/>
            </a:xfrm>
            <a:custGeom>
              <a:avLst/>
              <a:gdLst/>
              <a:ahLst/>
              <a:cxnLst/>
              <a:rect l="0" t="0" r="0" b="0"/>
              <a:pathLst>
                <a:path w="120000" h="120000" extrusionOk="0">
                  <a:moveTo>
                    <a:pt x="118254" y="79161"/>
                  </a:moveTo>
                  <a:cubicBezTo>
                    <a:pt x="116509" y="84525"/>
                    <a:pt x="110398" y="86995"/>
                    <a:pt x="104728" y="84933"/>
                  </a:cubicBezTo>
                  <a:cubicBezTo>
                    <a:pt x="102107" y="84112"/>
                    <a:pt x="99927" y="81636"/>
                    <a:pt x="98617" y="79161"/>
                  </a:cubicBezTo>
                  <a:cubicBezTo>
                    <a:pt x="98182" y="77512"/>
                    <a:pt x="96872" y="76272"/>
                    <a:pt x="95126" y="75444"/>
                  </a:cubicBezTo>
                  <a:cubicBezTo>
                    <a:pt x="93381" y="75037"/>
                    <a:pt x="91201" y="75858"/>
                    <a:pt x="90761" y="77512"/>
                  </a:cubicBezTo>
                  <a:cubicBezTo>
                    <a:pt x="73309" y="120000"/>
                    <a:pt x="73309" y="120000"/>
                    <a:pt x="73309" y="120000"/>
                  </a:cubicBezTo>
                  <a:cubicBezTo>
                    <a:pt x="44070" y="86174"/>
                    <a:pt x="44070" y="86174"/>
                    <a:pt x="44070" y="86174"/>
                  </a:cubicBezTo>
                  <a:cubicBezTo>
                    <a:pt x="44070" y="86174"/>
                    <a:pt x="44070" y="86174"/>
                    <a:pt x="44510" y="86174"/>
                  </a:cubicBezTo>
                  <a:cubicBezTo>
                    <a:pt x="48436" y="86588"/>
                    <a:pt x="52801" y="85760"/>
                    <a:pt x="56292" y="82871"/>
                  </a:cubicBezTo>
                  <a:cubicBezTo>
                    <a:pt x="62838" y="77920"/>
                    <a:pt x="63707" y="68845"/>
                    <a:pt x="58472" y="63072"/>
                  </a:cubicBezTo>
                  <a:cubicBezTo>
                    <a:pt x="53236" y="56886"/>
                    <a:pt x="43635" y="56059"/>
                    <a:pt x="37089" y="61010"/>
                  </a:cubicBezTo>
                  <a:cubicBezTo>
                    <a:pt x="34034" y="63486"/>
                    <a:pt x="31853" y="67196"/>
                    <a:pt x="31853" y="71320"/>
                  </a:cubicBezTo>
                  <a:cubicBezTo>
                    <a:pt x="31853" y="71734"/>
                    <a:pt x="31853" y="71734"/>
                    <a:pt x="31853" y="71734"/>
                  </a:cubicBezTo>
                  <a:cubicBezTo>
                    <a:pt x="0" y="35433"/>
                    <a:pt x="0" y="35433"/>
                    <a:pt x="0" y="35433"/>
                  </a:cubicBezTo>
                  <a:cubicBezTo>
                    <a:pt x="6980" y="26357"/>
                    <a:pt x="15271" y="19344"/>
                    <a:pt x="21382" y="14807"/>
                  </a:cubicBezTo>
                  <a:cubicBezTo>
                    <a:pt x="36654" y="4083"/>
                    <a:pt x="81600" y="-5819"/>
                    <a:pt x="120000" y="4083"/>
                  </a:cubicBezTo>
                  <a:cubicBezTo>
                    <a:pt x="96437" y="63072"/>
                    <a:pt x="96437" y="63072"/>
                    <a:pt x="96437" y="63072"/>
                  </a:cubicBezTo>
                  <a:cubicBezTo>
                    <a:pt x="96437" y="63072"/>
                    <a:pt x="96437" y="63072"/>
                    <a:pt x="96437" y="63072"/>
                  </a:cubicBezTo>
                  <a:cubicBezTo>
                    <a:pt x="95561" y="64721"/>
                    <a:pt x="96437" y="66783"/>
                    <a:pt x="98182" y="67196"/>
                  </a:cubicBezTo>
                  <a:cubicBezTo>
                    <a:pt x="99927" y="68023"/>
                    <a:pt x="102107" y="68023"/>
                    <a:pt x="103852" y="67196"/>
                  </a:cubicBezTo>
                  <a:cubicBezTo>
                    <a:pt x="106032" y="65548"/>
                    <a:pt x="109523" y="65548"/>
                    <a:pt x="112143" y="66369"/>
                  </a:cubicBezTo>
                  <a:cubicBezTo>
                    <a:pt x="117814" y="68437"/>
                    <a:pt x="120434" y="74209"/>
                    <a:pt x="118254" y="79161"/>
                  </a:cubicBezTo>
                  <a:close/>
                </a:path>
              </a:pathLst>
            </a:custGeom>
            <a:solidFill>
              <a:schemeClr val="accent3">
                <a:alpha val="54509"/>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4" name="Google Shape;214;p9">
              <a:extLst>
                <a:ext uri="{FF2B5EF4-FFF2-40B4-BE49-F238E27FC236}">
                  <a16:creationId xmlns:a16="http://schemas.microsoft.com/office/drawing/2014/main" id="{8D74C739-543F-B272-93EA-D6627D8C5E87}"/>
                </a:ext>
              </a:extLst>
            </p:cNvPr>
            <p:cNvSpPr/>
            <p:nvPr/>
          </p:nvSpPr>
          <p:spPr>
            <a:xfrm>
              <a:off x="6917021" y="1994984"/>
              <a:ext cx="781078" cy="1022527"/>
            </a:xfrm>
            <a:custGeom>
              <a:avLst/>
              <a:gdLst/>
              <a:ahLst/>
              <a:cxnLst/>
              <a:rect l="0" t="0" r="0" b="0"/>
              <a:pathLst>
                <a:path w="120000" h="120000" extrusionOk="0">
                  <a:moveTo>
                    <a:pt x="119916" y="76334"/>
                  </a:moveTo>
                  <a:cubicBezTo>
                    <a:pt x="119429" y="81171"/>
                    <a:pt x="118942" y="86013"/>
                    <a:pt x="117962" y="90107"/>
                  </a:cubicBezTo>
                  <a:cubicBezTo>
                    <a:pt x="71168" y="96067"/>
                    <a:pt x="71168" y="96067"/>
                    <a:pt x="71168" y="96067"/>
                  </a:cubicBezTo>
                  <a:cubicBezTo>
                    <a:pt x="69220" y="96441"/>
                    <a:pt x="67754" y="97926"/>
                    <a:pt x="68246" y="99418"/>
                  </a:cubicBezTo>
                  <a:cubicBezTo>
                    <a:pt x="68246" y="101278"/>
                    <a:pt x="69707" y="102395"/>
                    <a:pt x="71168" y="103512"/>
                  </a:cubicBezTo>
                  <a:cubicBezTo>
                    <a:pt x="74095" y="104629"/>
                    <a:pt x="76043" y="106863"/>
                    <a:pt x="76530" y="109471"/>
                  </a:cubicBezTo>
                  <a:cubicBezTo>
                    <a:pt x="77990" y="114314"/>
                    <a:pt x="73608" y="118782"/>
                    <a:pt x="67267" y="119899"/>
                  </a:cubicBezTo>
                  <a:cubicBezTo>
                    <a:pt x="60931" y="120642"/>
                    <a:pt x="54596" y="117291"/>
                    <a:pt x="53622" y="112448"/>
                  </a:cubicBezTo>
                  <a:cubicBezTo>
                    <a:pt x="53135" y="109845"/>
                    <a:pt x="54109" y="107237"/>
                    <a:pt x="56057" y="105377"/>
                  </a:cubicBezTo>
                  <a:cubicBezTo>
                    <a:pt x="57517" y="103886"/>
                    <a:pt x="58010" y="102395"/>
                    <a:pt x="58010" y="100909"/>
                  </a:cubicBezTo>
                  <a:cubicBezTo>
                    <a:pt x="57517" y="99043"/>
                    <a:pt x="55570" y="98301"/>
                    <a:pt x="53622" y="98301"/>
                  </a:cubicBezTo>
                  <a:cubicBezTo>
                    <a:pt x="53622" y="98301"/>
                    <a:pt x="53622" y="98301"/>
                    <a:pt x="53135" y="98301"/>
                  </a:cubicBezTo>
                  <a:cubicBezTo>
                    <a:pt x="0" y="105003"/>
                    <a:pt x="0" y="105003"/>
                    <a:pt x="0" y="105003"/>
                  </a:cubicBezTo>
                  <a:cubicBezTo>
                    <a:pt x="18525" y="67766"/>
                    <a:pt x="18525" y="67766"/>
                    <a:pt x="18525" y="67766"/>
                  </a:cubicBezTo>
                  <a:cubicBezTo>
                    <a:pt x="18525" y="67766"/>
                    <a:pt x="18525" y="68140"/>
                    <a:pt x="19012" y="68140"/>
                  </a:cubicBezTo>
                  <a:cubicBezTo>
                    <a:pt x="20472" y="71491"/>
                    <a:pt x="23886" y="74100"/>
                    <a:pt x="28761" y="75585"/>
                  </a:cubicBezTo>
                  <a:cubicBezTo>
                    <a:pt x="37531" y="78194"/>
                    <a:pt x="46794" y="74842"/>
                    <a:pt x="50208" y="68140"/>
                  </a:cubicBezTo>
                  <a:cubicBezTo>
                    <a:pt x="53622" y="61438"/>
                    <a:pt x="49234" y="53993"/>
                    <a:pt x="40458" y="51384"/>
                  </a:cubicBezTo>
                  <a:cubicBezTo>
                    <a:pt x="36071" y="50267"/>
                    <a:pt x="30709" y="50641"/>
                    <a:pt x="26808" y="52127"/>
                  </a:cubicBezTo>
                  <a:cubicBezTo>
                    <a:pt x="26321" y="52127"/>
                    <a:pt x="26321" y="52127"/>
                    <a:pt x="26321" y="52501"/>
                  </a:cubicBezTo>
                  <a:cubicBezTo>
                    <a:pt x="52156" y="0"/>
                    <a:pt x="52156" y="0"/>
                    <a:pt x="52156" y="0"/>
                  </a:cubicBezTo>
                  <a:cubicBezTo>
                    <a:pt x="57517" y="1491"/>
                    <a:pt x="62879" y="2976"/>
                    <a:pt x="68246" y="5211"/>
                  </a:cubicBezTo>
                  <a:cubicBezTo>
                    <a:pt x="114067" y="23458"/>
                    <a:pt x="120889" y="48776"/>
                    <a:pt x="119916" y="76334"/>
                  </a:cubicBezTo>
                  <a:close/>
                </a:path>
              </a:pathLst>
            </a:custGeom>
            <a:solidFill>
              <a:schemeClr val="accent3">
                <a:alpha val="40000"/>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5" name="Google Shape;215;p9">
              <a:extLst>
                <a:ext uri="{FF2B5EF4-FFF2-40B4-BE49-F238E27FC236}">
                  <a16:creationId xmlns:a16="http://schemas.microsoft.com/office/drawing/2014/main" id="{23E6E19A-7E7A-C51F-70DE-BA5293F5EA0C}"/>
                </a:ext>
              </a:extLst>
            </p:cNvPr>
            <p:cNvSpPr/>
            <p:nvPr/>
          </p:nvSpPr>
          <p:spPr>
            <a:xfrm>
              <a:off x="6101017" y="2255379"/>
              <a:ext cx="758852" cy="768483"/>
            </a:xfrm>
            <a:custGeom>
              <a:avLst/>
              <a:gdLst/>
              <a:ahLst/>
              <a:cxnLst/>
              <a:rect l="0" t="0" r="0" b="0"/>
              <a:pathLst>
                <a:path w="120000" h="120000" extrusionOk="0">
                  <a:moveTo>
                    <a:pt x="67277" y="109088"/>
                  </a:moveTo>
                  <a:cubicBezTo>
                    <a:pt x="70794" y="105122"/>
                    <a:pt x="71800" y="100166"/>
                    <a:pt x="71294" y="95205"/>
                  </a:cubicBezTo>
                  <a:cubicBezTo>
                    <a:pt x="69788" y="85783"/>
                    <a:pt x="60755" y="79338"/>
                    <a:pt x="51211" y="81322"/>
                  </a:cubicBezTo>
                  <a:cubicBezTo>
                    <a:pt x="41672" y="82811"/>
                    <a:pt x="35144" y="91238"/>
                    <a:pt x="36650" y="100661"/>
                  </a:cubicBezTo>
                  <a:cubicBezTo>
                    <a:pt x="37655" y="105622"/>
                    <a:pt x="40672" y="110083"/>
                    <a:pt x="44688" y="112561"/>
                  </a:cubicBezTo>
                  <a:cubicBezTo>
                    <a:pt x="45188" y="112561"/>
                    <a:pt x="45188" y="112561"/>
                    <a:pt x="45188" y="112561"/>
                  </a:cubicBezTo>
                  <a:cubicBezTo>
                    <a:pt x="0" y="120000"/>
                    <a:pt x="0" y="120000"/>
                    <a:pt x="0" y="120000"/>
                  </a:cubicBezTo>
                  <a:cubicBezTo>
                    <a:pt x="1505" y="117522"/>
                    <a:pt x="3011" y="114544"/>
                    <a:pt x="5022" y="111572"/>
                  </a:cubicBezTo>
                  <a:cubicBezTo>
                    <a:pt x="7027" y="108594"/>
                    <a:pt x="18077" y="91733"/>
                    <a:pt x="23600" y="83305"/>
                  </a:cubicBezTo>
                  <a:cubicBezTo>
                    <a:pt x="25605" y="80333"/>
                    <a:pt x="26111" y="76861"/>
                    <a:pt x="25105" y="73883"/>
                  </a:cubicBezTo>
                  <a:cubicBezTo>
                    <a:pt x="15566" y="44133"/>
                    <a:pt x="24100" y="18844"/>
                    <a:pt x="36650" y="0"/>
                  </a:cubicBezTo>
                  <a:cubicBezTo>
                    <a:pt x="73305" y="44133"/>
                    <a:pt x="73305" y="44133"/>
                    <a:pt x="73305" y="44133"/>
                  </a:cubicBezTo>
                  <a:cubicBezTo>
                    <a:pt x="74311" y="45622"/>
                    <a:pt x="76822" y="46116"/>
                    <a:pt x="78827" y="44627"/>
                  </a:cubicBezTo>
                  <a:cubicBezTo>
                    <a:pt x="80333" y="43138"/>
                    <a:pt x="81338" y="41155"/>
                    <a:pt x="81338" y="39172"/>
                  </a:cubicBezTo>
                  <a:cubicBezTo>
                    <a:pt x="81838" y="35700"/>
                    <a:pt x="83350" y="32727"/>
                    <a:pt x="85855" y="30250"/>
                  </a:cubicBezTo>
                  <a:cubicBezTo>
                    <a:pt x="90877" y="26283"/>
                    <a:pt x="98411" y="26777"/>
                    <a:pt x="102927" y="31733"/>
                  </a:cubicBezTo>
                  <a:cubicBezTo>
                    <a:pt x="106944" y="37188"/>
                    <a:pt x="106444" y="44627"/>
                    <a:pt x="100922" y="48594"/>
                  </a:cubicBezTo>
                  <a:cubicBezTo>
                    <a:pt x="98411" y="51072"/>
                    <a:pt x="94894" y="51572"/>
                    <a:pt x="91383" y="51072"/>
                  </a:cubicBezTo>
                  <a:cubicBezTo>
                    <a:pt x="89372" y="50577"/>
                    <a:pt x="87366" y="51572"/>
                    <a:pt x="85355" y="52561"/>
                  </a:cubicBezTo>
                  <a:cubicBezTo>
                    <a:pt x="83850" y="54050"/>
                    <a:pt x="83350" y="56527"/>
                    <a:pt x="84855" y="58016"/>
                  </a:cubicBezTo>
                  <a:cubicBezTo>
                    <a:pt x="120000" y="100661"/>
                    <a:pt x="120000" y="100661"/>
                    <a:pt x="120000" y="100661"/>
                  </a:cubicBezTo>
                  <a:cubicBezTo>
                    <a:pt x="67277" y="109088"/>
                    <a:pt x="67277" y="109088"/>
                    <a:pt x="67277" y="109088"/>
                  </a:cubicBezTo>
                  <a:cubicBezTo>
                    <a:pt x="67277" y="109088"/>
                    <a:pt x="67277" y="109088"/>
                    <a:pt x="67277" y="109088"/>
                  </a:cubicBezTo>
                  <a:close/>
                </a:path>
              </a:pathLst>
            </a:custGeom>
            <a:solidFill>
              <a:schemeClr val="accent3">
                <a:alpha val="6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6" name="Google Shape;216;p9">
              <a:extLst>
                <a:ext uri="{FF2B5EF4-FFF2-40B4-BE49-F238E27FC236}">
                  <a16:creationId xmlns:a16="http://schemas.microsoft.com/office/drawing/2014/main" id="{D855E316-5F60-39C3-906D-2221C8314A45}"/>
                </a:ext>
              </a:extLst>
            </p:cNvPr>
            <p:cNvSpPr/>
            <p:nvPr/>
          </p:nvSpPr>
          <p:spPr>
            <a:xfrm>
              <a:off x="6077203" y="2806336"/>
              <a:ext cx="789016" cy="852635"/>
            </a:xfrm>
            <a:custGeom>
              <a:avLst/>
              <a:gdLst/>
              <a:ahLst/>
              <a:cxnLst/>
              <a:rect l="0" t="0" r="0" b="0"/>
              <a:pathLst>
                <a:path w="120000" h="120000" extrusionOk="0">
                  <a:moveTo>
                    <a:pt x="120000" y="17550"/>
                  </a:moveTo>
                  <a:cubicBezTo>
                    <a:pt x="101638" y="62235"/>
                    <a:pt x="101638" y="62235"/>
                    <a:pt x="101638" y="62235"/>
                  </a:cubicBezTo>
                  <a:cubicBezTo>
                    <a:pt x="101638" y="62235"/>
                    <a:pt x="101638" y="62235"/>
                    <a:pt x="101638" y="62235"/>
                  </a:cubicBezTo>
                  <a:cubicBezTo>
                    <a:pt x="99707" y="57764"/>
                    <a:pt x="96321" y="54641"/>
                    <a:pt x="91975" y="52849"/>
                  </a:cubicBezTo>
                  <a:cubicBezTo>
                    <a:pt x="83277" y="50169"/>
                    <a:pt x="73613" y="54191"/>
                    <a:pt x="70227" y="62235"/>
                  </a:cubicBezTo>
                  <a:cubicBezTo>
                    <a:pt x="66847" y="69830"/>
                    <a:pt x="71193" y="78767"/>
                    <a:pt x="79891" y="81896"/>
                  </a:cubicBezTo>
                  <a:cubicBezTo>
                    <a:pt x="84726" y="83682"/>
                    <a:pt x="89555" y="83238"/>
                    <a:pt x="93906" y="81003"/>
                  </a:cubicBezTo>
                  <a:cubicBezTo>
                    <a:pt x="93906" y="81003"/>
                    <a:pt x="93906" y="81003"/>
                    <a:pt x="94389" y="81003"/>
                  </a:cubicBezTo>
                  <a:cubicBezTo>
                    <a:pt x="79891" y="115852"/>
                    <a:pt x="79891" y="115852"/>
                    <a:pt x="79891" y="115852"/>
                  </a:cubicBezTo>
                  <a:cubicBezTo>
                    <a:pt x="53315" y="122110"/>
                    <a:pt x="37856" y="119431"/>
                    <a:pt x="37856" y="119431"/>
                  </a:cubicBezTo>
                  <a:cubicBezTo>
                    <a:pt x="28187" y="118537"/>
                    <a:pt x="22392" y="108258"/>
                    <a:pt x="23358" y="101556"/>
                  </a:cubicBezTo>
                  <a:cubicBezTo>
                    <a:pt x="24807" y="94405"/>
                    <a:pt x="25290" y="91277"/>
                    <a:pt x="20944" y="88153"/>
                  </a:cubicBezTo>
                  <a:cubicBezTo>
                    <a:pt x="17075" y="85468"/>
                    <a:pt x="17075" y="81896"/>
                    <a:pt x="19007" y="80553"/>
                  </a:cubicBezTo>
                  <a:cubicBezTo>
                    <a:pt x="20944" y="79216"/>
                    <a:pt x="27704" y="76531"/>
                    <a:pt x="27704" y="76531"/>
                  </a:cubicBezTo>
                  <a:cubicBezTo>
                    <a:pt x="27704" y="76531"/>
                    <a:pt x="22875" y="73408"/>
                    <a:pt x="19972" y="72509"/>
                  </a:cubicBezTo>
                  <a:cubicBezTo>
                    <a:pt x="17075" y="71172"/>
                    <a:pt x="15626" y="66701"/>
                    <a:pt x="17075" y="64021"/>
                  </a:cubicBezTo>
                  <a:cubicBezTo>
                    <a:pt x="18524" y="61342"/>
                    <a:pt x="19007" y="54641"/>
                    <a:pt x="19007" y="54641"/>
                  </a:cubicBezTo>
                  <a:cubicBezTo>
                    <a:pt x="19007" y="54641"/>
                    <a:pt x="12729" y="51512"/>
                    <a:pt x="5480" y="47934"/>
                  </a:cubicBezTo>
                  <a:cubicBezTo>
                    <a:pt x="162" y="45703"/>
                    <a:pt x="-1285" y="42125"/>
                    <a:pt x="1128" y="35873"/>
                  </a:cubicBezTo>
                  <a:cubicBezTo>
                    <a:pt x="49452" y="28273"/>
                    <a:pt x="49452" y="28273"/>
                    <a:pt x="49452" y="28273"/>
                  </a:cubicBezTo>
                  <a:cubicBezTo>
                    <a:pt x="51866" y="28273"/>
                    <a:pt x="52832" y="26487"/>
                    <a:pt x="52832" y="24257"/>
                  </a:cubicBezTo>
                  <a:cubicBezTo>
                    <a:pt x="52349" y="22465"/>
                    <a:pt x="51383" y="20678"/>
                    <a:pt x="49452" y="19785"/>
                  </a:cubicBezTo>
                  <a:cubicBezTo>
                    <a:pt x="46554" y="17999"/>
                    <a:pt x="44617" y="15763"/>
                    <a:pt x="44134" y="12191"/>
                  </a:cubicBezTo>
                  <a:cubicBezTo>
                    <a:pt x="43168" y="6382"/>
                    <a:pt x="47520" y="1018"/>
                    <a:pt x="53798" y="125"/>
                  </a:cubicBezTo>
                  <a:cubicBezTo>
                    <a:pt x="60081" y="-767"/>
                    <a:pt x="65881" y="3254"/>
                    <a:pt x="66847" y="9062"/>
                  </a:cubicBezTo>
                  <a:cubicBezTo>
                    <a:pt x="67330" y="12191"/>
                    <a:pt x="66364" y="15319"/>
                    <a:pt x="64433" y="17550"/>
                  </a:cubicBezTo>
                  <a:cubicBezTo>
                    <a:pt x="62978" y="18892"/>
                    <a:pt x="62495" y="21128"/>
                    <a:pt x="62978" y="22914"/>
                  </a:cubicBezTo>
                  <a:cubicBezTo>
                    <a:pt x="62978" y="24700"/>
                    <a:pt x="65398" y="26043"/>
                    <a:pt x="67330" y="25594"/>
                  </a:cubicBezTo>
                  <a:lnTo>
                    <a:pt x="120000" y="17550"/>
                  </a:lnTo>
                  <a:close/>
                </a:path>
              </a:pathLst>
            </a:custGeom>
            <a:solidFill>
              <a:schemeClr val="accent3">
                <a:alpha val="84313"/>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7" name="Google Shape;217;p9">
              <a:extLst>
                <a:ext uri="{FF2B5EF4-FFF2-40B4-BE49-F238E27FC236}">
                  <a16:creationId xmlns:a16="http://schemas.microsoft.com/office/drawing/2014/main" id="{A1EB6CC5-7146-0E10-1503-F51A50BD4E05}"/>
                </a:ext>
              </a:extLst>
            </p:cNvPr>
            <p:cNvSpPr/>
            <p:nvPr/>
          </p:nvSpPr>
          <p:spPr>
            <a:xfrm>
              <a:off x="6564583" y="2944473"/>
              <a:ext cx="892207" cy="1000298"/>
            </a:xfrm>
            <a:custGeom>
              <a:avLst/>
              <a:gdLst/>
              <a:ahLst/>
              <a:cxnLst/>
              <a:rect l="0" t="0" r="0" b="0"/>
              <a:pathLst>
                <a:path w="120000" h="120000" extrusionOk="0">
                  <a:moveTo>
                    <a:pt x="120000" y="81905"/>
                  </a:moveTo>
                  <a:cubicBezTo>
                    <a:pt x="120000" y="94477"/>
                    <a:pt x="120000" y="109333"/>
                    <a:pt x="120000" y="109333"/>
                  </a:cubicBezTo>
                  <a:cubicBezTo>
                    <a:pt x="120000" y="109333"/>
                    <a:pt x="102897" y="120000"/>
                    <a:pt x="62698" y="120000"/>
                  </a:cubicBezTo>
                  <a:cubicBezTo>
                    <a:pt x="22505" y="120000"/>
                    <a:pt x="5830" y="109333"/>
                    <a:pt x="5830" y="109333"/>
                  </a:cubicBezTo>
                  <a:cubicBezTo>
                    <a:pt x="5830" y="91811"/>
                    <a:pt x="5830" y="91811"/>
                    <a:pt x="5830" y="91811"/>
                  </a:cubicBezTo>
                  <a:cubicBezTo>
                    <a:pt x="22505" y="52572"/>
                    <a:pt x="22505" y="52572"/>
                    <a:pt x="22505" y="52572"/>
                  </a:cubicBezTo>
                  <a:cubicBezTo>
                    <a:pt x="22932" y="51050"/>
                    <a:pt x="22078" y="49522"/>
                    <a:pt x="20369" y="48761"/>
                  </a:cubicBezTo>
                  <a:cubicBezTo>
                    <a:pt x="18660" y="48383"/>
                    <a:pt x="16945" y="48383"/>
                    <a:pt x="15236" y="49144"/>
                  </a:cubicBezTo>
                  <a:cubicBezTo>
                    <a:pt x="12672" y="50283"/>
                    <a:pt x="9675" y="50666"/>
                    <a:pt x="6684" y="49522"/>
                  </a:cubicBezTo>
                  <a:cubicBezTo>
                    <a:pt x="1551" y="48000"/>
                    <a:pt x="-1439" y="42666"/>
                    <a:pt x="697" y="37716"/>
                  </a:cubicBezTo>
                  <a:cubicBezTo>
                    <a:pt x="2839" y="33144"/>
                    <a:pt x="8393" y="30855"/>
                    <a:pt x="13954" y="32383"/>
                  </a:cubicBezTo>
                  <a:cubicBezTo>
                    <a:pt x="16945" y="33522"/>
                    <a:pt x="19087" y="35427"/>
                    <a:pt x="19941" y="37716"/>
                  </a:cubicBezTo>
                  <a:cubicBezTo>
                    <a:pt x="20369" y="39238"/>
                    <a:pt x="22078" y="40761"/>
                    <a:pt x="23787" y="41144"/>
                  </a:cubicBezTo>
                  <a:cubicBezTo>
                    <a:pt x="25502" y="41905"/>
                    <a:pt x="27211" y="41144"/>
                    <a:pt x="28065" y="39616"/>
                  </a:cubicBezTo>
                  <a:cubicBezTo>
                    <a:pt x="44741" y="0"/>
                    <a:pt x="44741" y="0"/>
                    <a:pt x="44741" y="0"/>
                  </a:cubicBezTo>
                  <a:cubicBezTo>
                    <a:pt x="73819" y="31616"/>
                    <a:pt x="73819" y="31616"/>
                    <a:pt x="73819" y="31616"/>
                  </a:cubicBezTo>
                  <a:cubicBezTo>
                    <a:pt x="73392" y="31616"/>
                    <a:pt x="73392" y="31616"/>
                    <a:pt x="73392" y="31616"/>
                  </a:cubicBezTo>
                  <a:cubicBezTo>
                    <a:pt x="69113" y="30855"/>
                    <a:pt x="64840" y="32000"/>
                    <a:pt x="61416" y="34283"/>
                  </a:cubicBezTo>
                  <a:cubicBezTo>
                    <a:pt x="55001" y="38855"/>
                    <a:pt x="54147" y="47238"/>
                    <a:pt x="59280" y="52950"/>
                  </a:cubicBezTo>
                  <a:cubicBezTo>
                    <a:pt x="64413" y="58666"/>
                    <a:pt x="73819" y="59427"/>
                    <a:pt x="80234" y="54855"/>
                  </a:cubicBezTo>
                  <a:cubicBezTo>
                    <a:pt x="83652" y="52188"/>
                    <a:pt x="85361" y="48761"/>
                    <a:pt x="85788" y="44950"/>
                  </a:cubicBezTo>
                  <a:cubicBezTo>
                    <a:pt x="85788" y="44950"/>
                    <a:pt x="85788" y="44572"/>
                    <a:pt x="85788" y="44572"/>
                  </a:cubicBezTo>
                  <a:lnTo>
                    <a:pt x="120000" y="81905"/>
                  </a:lnTo>
                  <a:close/>
                </a:path>
              </a:pathLst>
            </a:custGeom>
            <a:solidFill>
              <a:schemeClr val="accent3"/>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8" name="Google Shape;218;p9">
              <a:extLst>
                <a:ext uri="{FF2B5EF4-FFF2-40B4-BE49-F238E27FC236}">
                  <a16:creationId xmlns:a16="http://schemas.microsoft.com/office/drawing/2014/main" id="{CFD66E90-F0FF-EB30-6F80-E6F9C59FE357}"/>
                </a:ext>
              </a:extLst>
            </p:cNvPr>
            <p:cNvSpPr/>
            <p:nvPr/>
          </p:nvSpPr>
          <p:spPr>
            <a:xfrm>
              <a:off x="6923371" y="2801574"/>
              <a:ext cx="752502" cy="771658"/>
            </a:xfrm>
            <a:custGeom>
              <a:avLst/>
              <a:gdLst/>
              <a:ahLst/>
              <a:cxnLst/>
              <a:rect l="0" t="0" r="0" b="0"/>
              <a:pathLst>
                <a:path w="120000" h="120000" extrusionOk="0">
                  <a:moveTo>
                    <a:pt x="120000" y="0"/>
                  </a:moveTo>
                  <a:cubicBezTo>
                    <a:pt x="114427" y="22716"/>
                    <a:pt x="102783" y="38022"/>
                    <a:pt x="96200" y="49877"/>
                  </a:cubicBezTo>
                  <a:cubicBezTo>
                    <a:pt x="88100" y="65677"/>
                    <a:pt x="85061" y="96294"/>
                    <a:pt x="85061" y="110122"/>
                  </a:cubicBezTo>
                  <a:cubicBezTo>
                    <a:pt x="85061" y="120000"/>
                    <a:pt x="85061" y="120000"/>
                    <a:pt x="85061" y="120000"/>
                  </a:cubicBezTo>
                  <a:cubicBezTo>
                    <a:pt x="47594" y="75555"/>
                    <a:pt x="47594" y="75555"/>
                    <a:pt x="47594" y="75555"/>
                  </a:cubicBezTo>
                  <a:cubicBezTo>
                    <a:pt x="46077" y="73577"/>
                    <a:pt x="43544" y="73577"/>
                    <a:pt x="41516" y="75061"/>
                  </a:cubicBezTo>
                  <a:cubicBezTo>
                    <a:pt x="40000" y="76050"/>
                    <a:pt x="38988" y="78022"/>
                    <a:pt x="38988" y="80494"/>
                  </a:cubicBezTo>
                  <a:cubicBezTo>
                    <a:pt x="38988" y="83455"/>
                    <a:pt x="37466" y="86911"/>
                    <a:pt x="34427" y="89383"/>
                  </a:cubicBezTo>
                  <a:cubicBezTo>
                    <a:pt x="29366" y="93333"/>
                    <a:pt x="21772" y="92344"/>
                    <a:pt x="17216" y="87405"/>
                  </a:cubicBezTo>
                  <a:cubicBezTo>
                    <a:pt x="13166" y="82466"/>
                    <a:pt x="14177" y="75061"/>
                    <a:pt x="19238" y="70616"/>
                  </a:cubicBezTo>
                  <a:cubicBezTo>
                    <a:pt x="21772" y="68644"/>
                    <a:pt x="25316" y="67655"/>
                    <a:pt x="28861" y="68150"/>
                  </a:cubicBezTo>
                  <a:cubicBezTo>
                    <a:pt x="30883" y="68644"/>
                    <a:pt x="33416" y="68150"/>
                    <a:pt x="34938" y="66666"/>
                  </a:cubicBezTo>
                  <a:cubicBezTo>
                    <a:pt x="36455" y="65183"/>
                    <a:pt x="36961" y="62716"/>
                    <a:pt x="35444" y="61233"/>
                  </a:cubicBezTo>
                  <a:cubicBezTo>
                    <a:pt x="0" y="18766"/>
                    <a:pt x="0" y="18766"/>
                    <a:pt x="0" y="18766"/>
                  </a:cubicBezTo>
                  <a:cubicBezTo>
                    <a:pt x="53672" y="10372"/>
                    <a:pt x="53672" y="10372"/>
                    <a:pt x="53672" y="10372"/>
                  </a:cubicBezTo>
                  <a:cubicBezTo>
                    <a:pt x="53166" y="10372"/>
                    <a:pt x="53166" y="10866"/>
                    <a:pt x="53166" y="10866"/>
                  </a:cubicBezTo>
                  <a:cubicBezTo>
                    <a:pt x="50127" y="14816"/>
                    <a:pt x="48605" y="19755"/>
                    <a:pt x="49622" y="24200"/>
                  </a:cubicBezTo>
                  <a:cubicBezTo>
                    <a:pt x="51138" y="33577"/>
                    <a:pt x="60255" y="40000"/>
                    <a:pt x="69366" y="38516"/>
                  </a:cubicBezTo>
                  <a:cubicBezTo>
                    <a:pt x="78988" y="37038"/>
                    <a:pt x="85572" y="28150"/>
                    <a:pt x="84050" y="18766"/>
                  </a:cubicBezTo>
                  <a:cubicBezTo>
                    <a:pt x="83038" y="13827"/>
                    <a:pt x="80000" y="9877"/>
                    <a:pt x="75950" y="7405"/>
                  </a:cubicBezTo>
                  <a:cubicBezTo>
                    <a:pt x="75950" y="6911"/>
                    <a:pt x="75444" y="6911"/>
                    <a:pt x="75444" y="6911"/>
                  </a:cubicBezTo>
                  <a:lnTo>
                    <a:pt x="120000" y="0"/>
                  </a:lnTo>
                  <a:close/>
                </a:path>
              </a:pathLst>
            </a:custGeom>
            <a:solidFill>
              <a:schemeClr val="accent3">
                <a:alpha val="24313"/>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9" name="Google Shape;219;p9">
              <a:extLst>
                <a:ext uri="{FF2B5EF4-FFF2-40B4-BE49-F238E27FC236}">
                  <a16:creationId xmlns:a16="http://schemas.microsoft.com/office/drawing/2014/main" id="{57D701EC-30A0-A05D-A8AE-7C9DC4740FA4}"/>
                </a:ext>
              </a:extLst>
            </p:cNvPr>
            <p:cNvSpPr/>
            <p:nvPr/>
          </p:nvSpPr>
          <p:spPr>
            <a:xfrm>
              <a:off x="6734452" y="4086083"/>
              <a:ext cx="595334" cy="182595"/>
            </a:xfrm>
            <a:custGeom>
              <a:avLst/>
              <a:gdLst/>
              <a:ahLst/>
              <a:cxnLst/>
              <a:rect l="0" t="0" r="0" b="0"/>
              <a:pathLst>
                <a:path w="120000" h="120000" extrusionOk="0">
                  <a:moveTo>
                    <a:pt x="116134" y="87"/>
                  </a:moveTo>
                  <a:cubicBezTo>
                    <a:pt x="115495" y="87"/>
                    <a:pt x="114851" y="87"/>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18938"/>
                    <a:pt x="2162" y="23127"/>
                  </a:cubicBezTo>
                  <a:cubicBezTo>
                    <a:pt x="46982" y="109003"/>
                    <a:pt x="46982" y="109003"/>
                    <a:pt x="46982" y="109003"/>
                  </a:cubicBezTo>
                  <a:cubicBezTo>
                    <a:pt x="55307" y="123665"/>
                    <a:pt x="64910" y="123665"/>
                    <a:pt x="72597" y="109003"/>
                  </a:cubicBezTo>
                  <a:cubicBezTo>
                    <a:pt x="118055" y="23127"/>
                    <a:pt x="118055" y="23127"/>
                    <a:pt x="118055" y="23127"/>
                  </a:cubicBezTo>
                  <a:cubicBezTo>
                    <a:pt x="119977" y="18938"/>
                    <a:pt x="120616" y="12654"/>
                    <a:pt x="119333" y="6370"/>
                  </a:cubicBezTo>
                  <a:cubicBezTo>
                    <a:pt x="118694" y="2181"/>
                    <a:pt x="117417" y="87"/>
                    <a:pt x="116134" y="87"/>
                  </a:cubicBezTo>
                  <a:close/>
                </a:path>
              </a:pathLst>
            </a:custGeom>
            <a:solidFill>
              <a:schemeClr val="accent3">
                <a:alpha val="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0" name="Google Shape;220;p9">
              <a:extLst>
                <a:ext uri="{FF2B5EF4-FFF2-40B4-BE49-F238E27FC236}">
                  <a16:creationId xmlns:a16="http://schemas.microsoft.com/office/drawing/2014/main" id="{F7839989-51E8-7250-0120-DD04A1532B78}"/>
                </a:ext>
              </a:extLst>
            </p:cNvPr>
            <p:cNvSpPr/>
            <p:nvPr/>
          </p:nvSpPr>
          <p:spPr>
            <a:xfrm>
              <a:off x="6734452" y="4228982"/>
              <a:ext cx="595334" cy="182595"/>
            </a:xfrm>
            <a:custGeom>
              <a:avLst/>
              <a:gdLst/>
              <a:ahLst/>
              <a:cxnLst/>
              <a:rect l="0" t="0" r="0" b="0"/>
              <a:pathLst>
                <a:path w="120000" h="120000" extrusionOk="0">
                  <a:moveTo>
                    <a:pt x="116134" y="87"/>
                  </a:moveTo>
                  <a:cubicBezTo>
                    <a:pt x="115495" y="87"/>
                    <a:pt x="114851" y="2181"/>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21032"/>
                    <a:pt x="2162" y="25221"/>
                  </a:cubicBezTo>
                  <a:cubicBezTo>
                    <a:pt x="46982" y="109003"/>
                    <a:pt x="46982" y="109003"/>
                    <a:pt x="46982" y="109003"/>
                  </a:cubicBezTo>
                  <a:cubicBezTo>
                    <a:pt x="55307" y="123665"/>
                    <a:pt x="64910" y="123665"/>
                    <a:pt x="72597" y="109003"/>
                  </a:cubicBezTo>
                  <a:cubicBezTo>
                    <a:pt x="118055" y="25221"/>
                    <a:pt x="118055" y="25221"/>
                    <a:pt x="118055" y="25221"/>
                  </a:cubicBezTo>
                  <a:cubicBezTo>
                    <a:pt x="119977" y="21032"/>
                    <a:pt x="120616" y="12654"/>
                    <a:pt x="119333" y="6370"/>
                  </a:cubicBezTo>
                  <a:cubicBezTo>
                    <a:pt x="118694" y="2181"/>
                    <a:pt x="117417" y="87"/>
                    <a:pt x="116134" y="87"/>
                  </a:cubicBezTo>
                  <a:close/>
                </a:path>
              </a:pathLst>
            </a:custGeom>
            <a:solidFill>
              <a:schemeClr val="accent3">
                <a:alpha val="4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1" name="Google Shape;221;p9">
              <a:extLst>
                <a:ext uri="{FF2B5EF4-FFF2-40B4-BE49-F238E27FC236}">
                  <a16:creationId xmlns:a16="http://schemas.microsoft.com/office/drawing/2014/main" id="{F4B66157-86F0-E616-00B3-C8623F6D3A4B}"/>
                </a:ext>
              </a:extLst>
            </p:cNvPr>
            <p:cNvSpPr/>
            <p:nvPr/>
          </p:nvSpPr>
          <p:spPr>
            <a:xfrm>
              <a:off x="6734452" y="4375057"/>
              <a:ext cx="595334" cy="182595"/>
            </a:xfrm>
            <a:custGeom>
              <a:avLst/>
              <a:gdLst/>
              <a:ahLst/>
              <a:cxnLst/>
              <a:rect l="0" t="0" r="0" b="0"/>
              <a:pathLst>
                <a:path w="120000" h="120000" extrusionOk="0">
                  <a:moveTo>
                    <a:pt x="116134" y="780"/>
                  </a:moveTo>
                  <a:cubicBezTo>
                    <a:pt x="115495" y="780"/>
                    <a:pt x="114851" y="780"/>
                    <a:pt x="114212" y="780"/>
                  </a:cubicBezTo>
                  <a:cubicBezTo>
                    <a:pt x="68753" y="86160"/>
                    <a:pt x="68753" y="86160"/>
                    <a:pt x="68753" y="86160"/>
                  </a:cubicBezTo>
                  <a:cubicBezTo>
                    <a:pt x="63633" y="96572"/>
                    <a:pt x="56585" y="96572"/>
                    <a:pt x="50825" y="86160"/>
                  </a:cubicBezTo>
                  <a:cubicBezTo>
                    <a:pt x="6005" y="780"/>
                    <a:pt x="6005" y="780"/>
                    <a:pt x="6005" y="780"/>
                  </a:cubicBezTo>
                  <a:cubicBezTo>
                    <a:pt x="4084" y="-1301"/>
                    <a:pt x="1523" y="780"/>
                    <a:pt x="240" y="7028"/>
                  </a:cubicBezTo>
                  <a:cubicBezTo>
                    <a:pt x="-397" y="13275"/>
                    <a:pt x="240" y="19522"/>
                    <a:pt x="2162" y="23687"/>
                  </a:cubicBezTo>
                  <a:cubicBezTo>
                    <a:pt x="46982" y="109067"/>
                    <a:pt x="46982" y="109067"/>
                    <a:pt x="46982" y="109067"/>
                  </a:cubicBezTo>
                  <a:cubicBezTo>
                    <a:pt x="55307" y="123644"/>
                    <a:pt x="64910" y="123644"/>
                    <a:pt x="72597" y="109067"/>
                  </a:cubicBezTo>
                  <a:cubicBezTo>
                    <a:pt x="118055" y="23687"/>
                    <a:pt x="118055" y="23687"/>
                    <a:pt x="118055" y="23687"/>
                  </a:cubicBezTo>
                  <a:cubicBezTo>
                    <a:pt x="119977" y="19522"/>
                    <a:pt x="120616" y="13275"/>
                    <a:pt x="119333" y="7028"/>
                  </a:cubicBezTo>
                  <a:cubicBezTo>
                    <a:pt x="118694" y="2863"/>
                    <a:pt x="117417" y="780"/>
                    <a:pt x="116134" y="780"/>
                  </a:cubicBezTo>
                  <a:close/>
                </a:path>
              </a:pathLst>
            </a:custGeom>
            <a:solidFill>
              <a:schemeClr val="accent3">
                <a:alpha val="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grpSp>
        <p:nvGrpSpPr>
          <p:cNvPr id="32" name="Google Shape;222;p9">
            <a:extLst>
              <a:ext uri="{FF2B5EF4-FFF2-40B4-BE49-F238E27FC236}">
                <a16:creationId xmlns:a16="http://schemas.microsoft.com/office/drawing/2014/main" id="{25D5335C-BDE5-5868-927D-701417DFC706}"/>
              </a:ext>
            </a:extLst>
          </p:cNvPr>
          <p:cNvGrpSpPr>
            <a:grpSpLocks/>
          </p:cNvGrpSpPr>
          <p:nvPr/>
        </p:nvGrpSpPr>
        <p:grpSpPr bwMode="auto">
          <a:xfrm>
            <a:off x="8112125" y="1954213"/>
            <a:ext cx="1617663" cy="2603500"/>
            <a:chOff x="8112261" y="1953702"/>
            <a:chExt cx="1616845" cy="2603950"/>
          </a:xfrm>
        </p:grpSpPr>
        <p:sp>
          <p:nvSpPr>
            <p:cNvPr id="33" name="Google Shape;223;p9">
              <a:extLst>
                <a:ext uri="{FF2B5EF4-FFF2-40B4-BE49-F238E27FC236}">
                  <a16:creationId xmlns:a16="http://schemas.microsoft.com/office/drawing/2014/main" id="{3B005FF2-4791-8509-77B5-E40D7ED0C0FC}"/>
                </a:ext>
              </a:extLst>
            </p:cNvPr>
            <p:cNvSpPr/>
            <p:nvPr/>
          </p:nvSpPr>
          <p:spPr>
            <a:xfrm>
              <a:off x="8385173" y="1953702"/>
              <a:ext cx="869510" cy="924085"/>
            </a:xfrm>
            <a:custGeom>
              <a:avLst/>
              <a:gdLst/>
              <a:ahLst/>
              <a:cxnLst/>
              <a:rect l="0" t="0" r="0" b="0"/>
              <a:pathLst>
                <a:path w="120000" h="120000" extrusionOk="0">
                  <a:moveTo>
                    <a:pt x="118690" y="79161"/>
                  </a:moveTo>
                  <a:cubicBezTo>
                    <a:pt x="116496" y="84525"/>
                    <a:pt x="110368" y="86995"/>
                    <a:pt x="105114" y="84933"/>
                  </a:cubicBezTo>
                  <a:cubicBezTo>
                    <a:pt x="102047" y="84112"/>
                    <a:pt x="99853"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534" y="71320"/>
                  </a:cubicBezTo>
                  <a:cubicBezTo>
                    <a:pt x="31534" y="71734"/>
                    <a:pt x="31534" y="71734"/>
                    <a:pt x="31534" y="71734"/>
                  </a:cubicBezTo>
                  <a:cubicBezTo>
                    <a:pt x="0" y="35433"/>
                    <a:pt x="0" y="35433"/>
                    <a:pt x="0" y="35433"/>
                  </a:cubicBezTo>
                  <a:cubicBezTo>
                    <a:pt x="7006" y="26357"/>
                    <a:pt x="14891"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047" y="68023"/>
                    <a:pt x="103798" y="67196"/>
                  </a:cubicBezTo>
                  <a:cubicBezTo>
                    <a:pt x="106423" y="65548"/>
                    <a:pt x="109490" y="65548"/>
                    <a:pt x="112557" y="66369"/>
                  </a:cubicBezTo>
                  <a:cubicBezTo>
                    <a:pt x="117811" y="68437"/>
                    <a:pt x="120878" y="74209"/>
                    <a:pt x="118690" y="79161"/>
                  </a:cubicBezTo>
                  <a:close/>
                </a:path>
              </a:pathLst>
            </a:custGeom>
            <a:solidFill>
              <a:schemeClr val="accent3">
                <a:alpha val="54509"/>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4" name="Google Shape;224;p9">
              <a:extLst>
                <a:ext uri="{FF2B5EF4-FFF2-40B4-BE49-F238E27FC236}">
                  <a16:creationId xmlns:a16="http://schemas.microsoft.com/office/drawing/2014/main" id="{F9F2FFA7-0B50-8F2A-B140-7ABC0E680172}"/>
                </a:ext>
              </a:extLst>
            </p:cNvPr>
            <p:cNvSpPr/>
            <p:nvPr/>
          </p:nvSpPr>
          <p:spPr>
            <a:xfrm>
              <a:off x="8950037" y="1994984"/>
              <a:ext cx="779069" cy="1022527"/>
            </a:xfrm>
            <a:custGeom>
              <a:avLst/>
              <a:gdLst/>
              <a:ahLst/>
              <a:cxnLst/>
              <a:rect l="0" t="0" r="0" b="0"/>
              <a:pathLst>
                <a:path w="120000" h="120000" extrusionOk="0">
                  <a:moveTo>
                    <a:pt x="119825" y="76334"/>
                  </a:moveTo>
                  <a:cubicBezTo>
                    <a:pt x="119825" y="81171"/>
                    <a:pt x="119337" y="86013"/>
                    <a:pt x="117866" y="90107"/>
                  </a:cubicBezTo>
                  <a:cubicBezTo>
                    <a:pt x="71404" y="96067"/>
                    <a:pt x="71404" y="96067"/>
                    <a:pt x="71404" y="96067"/>
                  </a:cubicBezTo>
                  <a:cubicBezTo>
                    <a:pt x="68962" y="96441"/>
                    <a:pt x="67490" y="97926"/>
                    <a:pt x="67979" y="99418"/>
                  </a:cubicBezTo>
                  <a:cubicBezTo>
                    <a:pt x="68473" y="101278"/>
                    <a:pt x="69450" y="102395"/>
                    <a:pt x="71404" y="103512"/>
                  </a:cubicBezTo>
                  <a:cubicBezTo>
                    <a:pt x="74341" y="104629"/>
                    <a:pt x="76295" y="106863"/>
                    <a:pt x="76784" y="109471"/>
                  </a:cubicBezTo>
                  <a:cubicBezTo>
                    <a:pt x="77761" y="114314"/>
                    <a:pt x="73364" y="118782"/>
                    <a:pt x="67002" y="119899"/>
                  </a:cubicBezTo>
                  <a:cubicBezTo>
                    <a:pt x="60645" y="120642"/>
                    <a:pt x="54777" y="117291"/>
                    <a:pt x="53800" y="112448"/>
                  </a:cubicBezTo>
                  <a:cubicBezTo>
                    <a:pt x="53312" y="109845"/>
                    <a:pt x="54289" y="107237"/>
                    <a:pt x="56243" y="105377"/>
                  </a:cubicBezTo>
                  <a:cubicBezTo>
                    <a:pt x="57708" y="103886"/>
                    <a:pt x="58203" y="102395"/>
                    <a:pt x="57708" y="100909"/>
                  </a:cubicBezTo>
                  <a:cubicBezTo>
                    <a:pt x="57220" y="99043"/>
                    <a:pt x="55266" y="98301"/>
                    <a:pt x="53312" y="98301"/>
                  </a:cubicBezTo>
                  <a:cubicBezTo>
                    <a:pt x="53312" y="98301"/>
                    <a:pt x="53312" y="98301"/>
                    <a:pt x="53312" y="98301"/>
                  </a:cubicBezTo>
                  <a:cubicBezTo>
                    <a:pt x="0" y="105003"/>
                    <a:pt x="0" y="105003"/>
                    <a:pt x="0" y="105003"/>
                  </a:cubicBezTo>
                  <a:cubicBezTo>
                    <a:pt x="18586" y="67766"/>
                    <a:pt x="18586" y="67766"/>
                    <a:pt x="18586" y="67766"/>
                  </a:cubicBezTo>
                  <a:cubicBezTo>
                    <a:pt x="18586" y="67766"/>
                    <a:pt x="18586" y="68140"/>
                    <a:pt x="18586" y="68140"/>
                  </a:cubicBezTo>
                  <a:cubicBezTo>
                    <a:pt x="20540" y="71491"/>
                    <a:pt x="23966" y="74100"/>
                    <a:pt x="28368" y="75585"/>
                  </a:cubicBezTo>
                  <a:cubicBezTo>
                    <a:pt x="37167" y="78194"/>
                    <a:pt x="46949" y="74842"/>
                    <a:pt x="50375" y="68140"/>
                  </a:cubicBezTo>
                  <a:cubicBezTo>
                    <a:pt x="53800" y="61438"/>
                    <a:pt x="49398" y="53993"/>
                    <a:pt x="40593" y="51384"/>
                  </a:cubicBezTo>
                  <a:cubicBezTo>
                    <a:pt x="35702" y="50267"/>
                    <a:pt x="30811" y="50641"/>
                    <a:pt x="26408" y="52127"/>
                  </a:cubicBezTo>
                  <a:cubicBezTo>
                    <a:pt x="26408" y="52127"/>
                    <a:pt x="26408" y="52127"/>
                    <a:pt x="25920" y="52501"/>
                  </a:cubicBezTo>
                  <a:cubicBezTo>
                    <a:pt x="51840" y="0"/>
                    <a:pt x="51840" y="0"/>
                    <a:pt x="51840" y="0"/>
                  </a:cubicBezTo>
                  <a:cubicBezTo>
                    <a:pt x="57708" y="1491"/>
                    <a:pt x="63088" y="2976"/>
                    <a:pt x="67979" y="5211"/>
                  </a:cubicBezTo>
                  <a:cubicBezTo>
                    <a:pt x="114446" y="23458"/>
                    <a:pt x="121291" y="48776"/>
                    <a:pt x="119825" y="76334"/>
                  </a:cubicBezTo>
                  <a:close/>
                </a:path>
              </a:pathLst>
            </a:custGeom>
            <a:solidFill>
              <a:schemeClr val="accent3">
                <a:alpha val="40000"/>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5" name="Google Shape;225;p9">
              <a:extLst>
                <a:ext uri="{FF2B5EF4-FFF2-40B4-BE49-F238E27FC236}">
                  <a16:creationId xmlns:a16="http://schemas.microsoft.com/office/drawing/2014/main" id="{A92936E0-A9A2-02FB-C5F5-F94CB6F75C4E}"/>
                </a:ext>
              </a:extLst>
            </p:cNvPr>
            <p:cNvSpPr/>
            <p:nvPr/>
          </p:nvSpPr>
          <p:spPr>
            <a:xfrm>
              <a:off x="8136062" y="2255379"/>
              <a:ext cx="756854" cy="768483"/>
            </a:xfrm>
            <a:custGeom>
              <a:avLst/>
              <a:gdLst/>
              <a:ahLst/>
              <a:cxnLst/>
              <a:rect l="0" t="0" r="0" b="0"/>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166" y="110083"/>
                    <a:pt x="44688" y="112561"/>
                  </a:cubicBezTo>
                  <a:cubicBezTo>
                    <a:pt x="44688" y="112561"/>
                    <a:pt x="446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105" y="80333"/>
                    <a:pt x="25605" y="76861"/>
                    <a:pt x="24600" y="73883"/>
                  </a:cubicBezTo>
                  <a:cubicBezTo>
                    <a:pt x="15566" y="44133"/>
                    <a:pt x="24100" y="18844"/>
                    <a:pt x="36650" y="0"/>
                  </a:cubicBezTo>
                  <a:cubicBezTo>
                    <a:pt x="72805" y="44133"/>
                    <a:pt x="72805" y="44133"/>
                    <a:pt x="72805" y="44133"/>
                  </a:cubicBezTo>
                  <a:cubicBezTo>
                    <a:pt x="74311" y="45622"/>
                    <a:pt x="76822" y="46116"/>
                    <a:pt x="78327" y="44627"/>
                  </a:cubicBezTo>
                  <a:cubicBezTo>
                    <a:pt x="80333" y="43138"/>
                    <a:pt x="81338" y="41155"/>
                    <a:pt x="81338" y="39172"/>
                  </a:cubicBezTo>
                  <a:cubicBezTo>
                    <a:pt x="81338" y="35700"/>
                    <a:pt x="82844" y="32727"/>
                    <a:pt x="85855" y="30250"/>
                  </a:cubicBezTo>
                  <a:cubicBezTo>
                    <a:pt x="90877" y="26283"/>
                    <a:pt x="98411" y="26777"/>
                    <a:pt x="1024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6777" y="109088"/>
                    <a:pt x="67277" y="109088"/>
                    <a:pt x="67277" y="109088"/>
                  </a:cubicBezTo>
                  <a:close/>
                </a:path>
              </a:pathLst>
            </a:custGeom>
            <a:solidFill>
              <a:schemeClr val="accent3">
                <a:alpha val="6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6" name="Google Shape;226;p9">
              <a:extLst>
                <a:ext uri="{FF2B5EF4-FFF2-40B4-BE49-F238E27FC236}">
                  <a16:creationId xmlns:a16="http://schemas.microsoft.com/office/drawing/2014/main" id="{A7158635-41CE-ACF9-415B-DBFC616A9E04}"/>
                </a:ext>
              </a:extLst>
            </p:cNvPr>
            <p:cNvSpPr/>
            <p:nvPr/>
          </p:nvSpPr>
          <p:spPr>
            <a:xfrm>
              <a:off x="8112261" y="2806336"/>
              <a:ext cx="787002" cy="852635"/>
            </a:xfrm>
            <a:custGeom>
              <a:avLst/>
              <a:gdLst/>
              <a:ahLst/>
              <a:cxnLst/>
              <a:rect l="0" t="0" r="0" b="0"/>
              <a:pathLst>
                <a:path w="120000" h="120000" extrusionOk="0">
                  <a:moveTo>
                    <a:pt x="120000" y="17550"/>
                  </a:moveTo>
                  <a:cubicBezTo>
                    <a:pt x="101641" y="62235"/>
                    <a:pt x="101641" y="62235"/>
                    <a:pt x="101641" y="62235"/>
                  </a:cubicBezTo>
                  <a:cubicBezTo>
                    <a:pt x="101641" y="62235"/>
                    <a:pt x="101158" y="62235"/>
                    <a:pt x="101158" y="62235"/>
                  </a:cubicBezTo>
                  <a:cubicBezTo>
                    <a:pt x="99709" y="57764"/>
                    <a:pt x="96324" y="54641"/>
                    <a:pt x="91496" y="52849"/>
                  </a:cubicBezTo>
                  <a:cubicBezTo>
                    <a:pt x="82799" y="50169"/>
                    <a:pt x="73137"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4820" y="91277"/>
                    <a:pt x="20958" y="88153"/>
                  </a:cubicBezTo>
                  <a:cubicBezTo>
                    <a:pt x="17089" y="85468"/>
                    <a:pt x="17089" y="81896"/>
                    <a:pt x="19021" y="80553"/>
                  </a:cubicBezTo>
                  <a:cubicBezTo>
                    <a:pt x="20958" y="79216"/>
                    <a:pt x="27717" y="76531"/>
                    <a:pt x="27717" y="76531"/>
                  </a:cubicBezTo>
                  <a:cubicBezTo>
                    <a:pt x="27717" y="76531"/>
                    <a:pt x="22406" y="73408"/>
                    <a:pt x="19986" y="72509"/>
                  </a:cubicBezTo>
                  <a:cubicBezTo>
                    <a:pt x="17089" y="71172"/>
                    <a:pt x="15158"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358"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6855" y="25594"/>
                  </a:cubicBezTo>
                  <a:lnTo>
                    <a:pt x="120000" y="17550"/>
                  </a:lnTo>
                  <a:close/>
                </a:path>
              </a:pathLst>
            </a:custGeom>
            <a:solidFill>
              <a:schemeClr val="accent3">
                <a:alpha val="84313"/>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7" name="Google Shape;227;p9">
              <a:extLst>
                <a:ext uri="{FF2B5EF4-FFF2-40B4-BE49-F238E27FC236}">
                  <a16:creationId xmlns:a16="http://schemas.microsoft.com/office/drawing/2014/main" id="{35D24E52-56C1-0FD6-E512-AF128D269646}"/>
                </a:ext>
              </a:extLst>
            </p:cNvPr>
            <p:cNvSpPr/>
            <p:nvPr/>
          </p:nvSpPr>
          <p:spPr>
            <a:xfrm>
              <a:off x="8597790" y="2944473"/>
              <a:ext cx="888550" cy="1000298"/>
            </a:xfrm>
            <a:custGeom>
              <a:avLst/>
              <a:gdLst/>
              <a:ahLst/>
              <a:cxnLst/>
              <a:rect l="0" t="0" r="0" b="0"/>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468" y="109333"/>
                    <a:pt x="5468" y="109333"/>
                  </a:cubicBezTo>
                  <a:cubicBezTo>
                    <a:pt x="5468" y="91811"/>
                    <a:pt x="5468" y="91811"/>
                    <a:pt x="5468" y="91811"/>
                  </a:cubicBezTo>
                  <a:cubicBezTo>
                    <a:pt x="22199" y="52572"/>
                    <a:pt x="22199" y="52572"/>
                    <a:pt x="22199" y="52572"/>
                  </a:cubicBezTo>
                  <a:cubicBezTo>
                    <a:pt x="23059" y="51050"/>
                    <a:pt x="22199" y="49522"/>
                    <a:pt x="20485" y="48761"/>
                  </a:cubicBezTo>
                  <a:cubicBezTo>
                    <a:pt x="18765" y="48383"/>
                    <a:pt x="16624" y="48383"/>
                    <a:pt x="14904" y="49144"/>
                  </a:cubicBezTo>
                  <a:cubicBezTo>
                    <a:pt x="12330" y="50283"/>
                    <a:pt x="9329" y="50666"/>
                    <a:pt x="6755" y="49522"/>
                  </a:cubicBezTo>
                  <a:cubicBezTo>
                    <a:pt x="1180" y="48000"/>
                    <a:pt x="-1393" y="42666"/>
                    <a:pt x="753" y="37716"/>
                  </a:cubicBezTo>
                  <a:cubicBezTo>
                    <a:pt x="2467" y="33144"/>
                    <a:pt x="8469" y="30855"/>
                    <a:pt x="13617" y="32383"/>
                  </a:cubicBezTo>
                  <a:cubicBezTo>
                    <a:pt x="16624" y="33522"/>
                    <a:pt x="18765" y="35427"/>
                    <a:pt x="19625" y="37716"/>
                  </a:cubicBezTo>
                  <a:cubicBezTo>
                    <a:pt x="20485" y="39238"/>
                    <a:pt x="21772" y="40761"/>
                    <a:pt x="23486" y="41144"/>
                  </a:cubicBezTo>
                  <a:cubicBezTo>
                    <a:pt x="25200" y="41905"/>
                    <a:pt x="27347" y="41144"/>
                    <a:pt x="27774" y="39616"/>
                  </a:cubicBezTo>
                  <a:cubicBezTo>
                    <a:pt x="44505" y="0"/>
                    <a:pt x="44505" y="0"/>
                    <a:pt x="44505" y="0"/>
                  </a:cubicBezTo>
                  <a:cubicBezTo>
                    <a:pt x="73673" y="31616"/>
                    <a:pt x="73673" y="31616"/>
                    <a:pt x="73673" y="31616"/>
                  </a:cubicBezTo>
                  <a:cubicBezTo>
                    <a:pt x="73673" y="31616"/>
                    <a:pt x="73673" y="31616"/>
                    <a:pt x="73246" y="31616"/>
                  </a:cubicBezTo>
                  <a:cubicBezTo>
                    <a:pt x="69385" y="30855"/>
                    <a:pt x="64664"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3"/>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8" name="Google Shape;228;p9">
              <a:extLst>
                <a:ext uri="{FF2B5EF4-FFF2-40B4-BE49-F238E27FC236}">
                  <a16:creationId xmlns:a16="http://schemas.microsoft.com/office/drawing/2014/main" id="{65BD7151-3A6D-115F-CD12-1071DFCCDAD5}"/>
                </a:ext>
              </a:extLst>
            </p:cNvPr>
            <p:cNvSpPr/>
            <p:nvPr/>
          </p:nvSpPr>
          <p:spPr>
            <a:xfrm>
              <a:off x="8956384" y="2801574"/>
              <a:ext cx="752094" cy="771658"/>
            </a:xfrm>
            <a:custGeom>
              <a:avLst/>
              <a:gdLst/>
              <a:ahLst/>
              <a:cxnLst/>
              <a:rect l="0" t="0" r="0" b="0"/>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5572" y="73577"/>
                    <a:pt x="43544" y="73577"/>
                    <a:pt x="41516" y="75061"/>
                  </a:cubicBezTo>
                  <a:cubicBezTo>
                    <a:pt x="40000" y="76050"/>
                    <a:pt x="38988" y="78022"/>
                    <a:pt x="38988" y="80494"/>
                  </a:cubicBezTo>
                  <a:cubicBezTo>
                    <a:pt x="38483" y="83455"/>
                    <a:pt x="36961" y="86911"/>
                    <a:pt x="34427" y="89383"/>
                  </a:cubicBezTo>
                  <a:cubicBezTo>
                    <a:pt x="29366" y="93333"/>
                    <a:pt x="21772" y="92344"/>
                    <a:pt x="17216" y="87405"/>
                  </a:cubicBezTo>
                  <a:cubicBezTo>
                    <a:pt x="13166" y="82466"/>
                    <a:pt x="13672" y="75061"/>
                    <a:pt x="18733" y="70616"/>
                  </a:cubicBezTo>
                  <a:cubicBezTo>
                    <a:pt x="21772" y="68644"/>
                    <a:pt x="25316" y="67655"/>
                    <a:pt x="28861" y="68150"/>
                  </a:cubicBezTo>
                  <a:cubicBezTo>
                    <a:pt x="30883" y="68644"/>
                    <a:pt x="32911" y="68150"/>
                    <a:pt x="34938" y="66666"/>
                  </a:cubicBezTo>
                  <a:cubicBezTo>
                    <a:pt x="36455" y="65183"/>
                    <a:pt x="36455" y="62716"/>
                    <a:pt x="35444" y="61233"/>
                  </a:cubicBezTo>
                  <a:cubicBezTo>
                    <a:pt x="0" y="18766"/>
                    <a:pt x="0" y="18766"/>
                    <a:pt x="0" y="18766"/>
                  </a:cubicBezTo>
                  <a:cubicBezTo>
                    <a:pt x="53166" y="10372"/>
                    <a:pt x="53166" y="10372"/>
                    <a:pt x="53166" y="10372"/>
                  </a:cubicBezTo>
                  <a:cubicBezTo>
                    <a:pt x="53166" y="10372"/>
                    <a:pt x="53166" y="10866"/>
                    <a:pt x="53166" y="10866"/>
                  </a:cubicBezTo>
                  <a:cubicBezTo>
                    <a:pt x="49622" y="14816"/>
                    <a:pt x="48605" y="19755"/>
                    <a:pt x="49116" y="24200"/>
                  </a:cubicBezTo>
                  <a:cubicBezTo>
                    <a:pt x="50633"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3">
                <a:alpha val="24313"/>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39" name="Google Shape;229;p9">
              <a:extLst>
                <a:ext uri="{FF2B5EF4-FFF2-40B4-BE49-F238E27FC236}">
                  <a16:creationId xmlns:a16="http://schemas.microsoft.com/office/drawing/2014/main" id="{DF94A379-4EB6-38E9-CB26-8D1C857CD27A}"/>
                </a:ext>
              </a:extLst>
            </p:cNvPr>
            <p:cNvSpPr/>
            <p:nvPr/>
          </p:nvSpPr>
          <p:spPr>
            <a:xfrm>
              <a:off x="8765980" y="4086083"/>
              <a:ext cx="595012" cy="182595"/>
            </a:xfrm>
            <a:custGeom>
              <a:avLst/>
              <a:gdLst/>
              <a:ahLst/>
              <a:cxnLst/>
              <a:rect l="0" t="0" r="0" b="0"/>
              <a:pathLst>
                <a:path w="120000" h="120000" extrusionOk="0">
                  <a:moveTo>
                    <a:pt x="116543" y="87"/>
                  </a:moveTo>
                  <a:cubicBezTo>
                    <a:pt x="115904" y="87"/>
                    <a:pt x="115266" y="87"/>
                    <a:pt x="114622" y="2181"/>
                  </a:cubicBezTo>
                  <a:cubicBezTo>
                    <a:pt x="69167" y="88058"/>
                    <a:pt x="69167" y="88058"/>
                    <a:pt x="69167" y="88058"/>
                  </a:cubicBezTo>
                  <a:cubicBezTo>
                    <a:pt x="63408" y="98530"/>
                    <a:pt x="57005" y="98530"/>
                    <a:pt x="51241" y="88058"/>
                  </a:cubicBezTo>
                  <a:cubicBezTo>
                    <a:pt x="5786" y="2181"/>
                    <a:pt x="5786" y="2181"/>
                    <a:pt x="5786" y="2181"/>
                  </a:cubicBezTo>
                  <a:cubicBezTo>
                    <a:pt x="3865" y="-2007"/>
                    <a:pt x="1943" y="87"/>
                    <a:pt x="666" y="6370"/>
                  </a:cubicBezTo>
                  <a:cubicBezTo>
                    <a:pt x="-616" y="12654"/>
                    <a:pt x="22" y="18938"/>
                    <a:pt x="1943" y="23127"/>
                  </a:cubicBezTo>
                  <a:cubicBezTo>
                    <a:pt x="47398" y="109003"/>
                    <a:pt x="47398" y="109003"/>
                    <a:pt x="47398" y="109003"/>
                  </a:cubicBezTo>
                  <a:cubicBezTo>
                    <a:pt x="55084" y="123665"/>
                    <a:pt x="65324" y="123665"/>
                    <a:pt x="73010" y="109003"/>
                  </a:cubicBezTo>
                  <a:cubicBezTo>
                    <a:pt x="118465" y="23127"/>
                    <a:pt x="118465" y="23127"/>
                    <a:pt x="118465" y="23127"/>
                  </a:cubicBezTo>
                  <a:cubicBezTo>
                    <a:pt x="119747" y="18938"/>
                    <a:pt x="120386" y="12654"/>
                    <a:pt x="119747" y="6370"/>
                  </a:cubicBezTo>
                  <a:cubicBezTo>
                    <a:pt x="119103" y="2181"/>
                    <a:pt x="117826" y="87"/>
                    <a:pt x="116543" y="87"/>
                  </a:cubicBezTo>
                  <a:close/>
                </a:path>
              </a:pathLst>
            </a:custGeom>
            <a:solidFill>
              <a:schemeClr val="accent3">
                <a:alpha val="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40" name="Google Shape;230;p9">
              <a:extLst>
                <a:ext uri="{FF2B5EF4-FFF2-40B4-BE49-F238E27FC236}">
                  <a16:creationId xmlns:a16="http://schemas.microsoft.com/office/drawing/2014/main" id="{491AC6CF-2A4B-0401-40C6-1240668C8606}"/>
                </a:ext>
              </a:extLst>
            </p:cNvPr>
            <p:cNvSpPr/>
            <p:nvPr/>
          </p:nvSpPr>
          <p:spPr>
            <a:xfrm>
              <a:off x="8765980" y="4228982"/>
              <a:ext cx="595012" cy="182595"/>
            </a:xfrm>
            <a:custGeom>
              <a:avLst/>
              <a:gdLst/>
              <a:ahLst/>
              <a:cxnLst/>
              <a:rect l="0" t="0" r="0" b="0"/>
              <a:pathLst>
                <a:path w="120000" h="120000" extrusionOk="0">
                  <a:moveTo>
                    <a:pt x="116543" y="87"/>
                  </a:moveTo>
                  <a:cubicBezTo>
                    <a:pt x="115904" y="87"/>
                    <a:pt x="115266" y="2181"/>
                    <a:pt x="114622" y="2181"/>
                  </a:cubicBezTo>
                  <a:cubicBezTo>
                    <a:pt x="69167" y="88058"/>
                    <a:pt x="69167" y="88058"/>
                    <a:pt x="69167" y="88058"/>
                  </a:cubicBezTo>
                  <a:cubicBezTo>
                    <a:pt x="63408" y="98530"/>
                    <a:pt x="57005" y="98530"/>
                    <a:pt x="51241" y="88058"/>
                  </a:cubicBezTo>
                  <a:cubicBezTo>
                    <a:pt x="5786" y="2181"/>
                    <a:pt x="5786" y="2181"/>
                    <a:pt x="5786" y="2181"/>
                  </a:cubicBezTo>
                  <a:cubicBezTo>
                    <a:pt x="3865" y="-2007"/>
                    <a:pt x="1943" y="87"/>
                    <a:pt x="666" y="6370"/>
                  </a:cubicBezTo>
                  <a:cubicBezTo>
                    <a:pt x="-616" y="12654"/>
                    <a:pt x="22" y="21032"/>
                    <a:pt x="1943" y="25221"/>
                  </a:cubicBezTo>
                  <a:cubicBezTo>
                    <a:pt x="47398" y="109003"/>
                    <a:pt x="47398" y="109003"/>
                    <a:pt x="47398" y="109003"/>
                  </a:cubicBezTo>
                  <a:cubicBezTo>
                    <a:pt x="55084" y="123665"/>
                    <a:pt x="65324" y="123665"/>
                    <a:pt x="73010" y="109003"/>
                  </a:cubicBezTo>
                  <a:cubicBezTo>
                    <a:pt x="118465" y="25221"/>
                    <a:pt x="118465" y="25221"/>
                    <a:pt x="118465" y="25221"/>
                  </a:cubicBezTo>
                  <a:cubicBezTo>
                    <a:pt x="119747" y="21032"/>
                    <a:pt x="120386" y="12654"/>
                    <a:pt x="119747" y="6370"/>
                  </a:cubicBezTo>
                  <a:cubicBezTo>
                    <a:pt x="119103" y="2181"/>
                    <a:pt x="117826" y="87"/>
                    <a:pt x="116543" y="87"/>
                  </a:cubicBezTo>
                  <a:close/>
                </a:path>
              </a:pathLst>
            </a:custGeom>
            <a:solidFill>
              <a:schemeClr val="accent3">
                <a:alpha val="4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41" name="Google Shape;231;p9">
              <a:extLst>
                <a:ext uri="{FF2B5EF4-FFF2-40B4-BE49-F238E27FC236}">
                  <a16:creationId xmlns:a16="http://schemas.microsoft.com/office/drawing/2014/main" id="{D6BE59B9-2009-8915-EF53-8355E594D19C}"/>
                </a:ext>
              </a:extLst>
            </p:cNvPr>
            <p:cNvSpPr/>
            <p:nvPr/>
          </p:nvSpPr>
          <p:spPr>
            <a:xfrm>
              <a:off x="8765980" y="4375057"/>
              <a:ext cx="595012" cy="182595"/>
            </a:xfrm>
            <a:custGeom>
              <a:avLst/>
              <a:gdLst/>
              <a:ahLst/>
              <a:cxnLst/>
              <a:rect l="0" t="0" r="0" b="0"/>
              <a:pathLst>
                <a:path w="120000" h="120000" extrusionOk="0">
                  <a:moveTo>
                    <a:pt x="116543" y="780"/>
                  </a:moveTo>
                  <a:cubicBezTo>
                    <a:pt x="115904" y="780"/>
                    <a:pt x="115266" y="780"/>
                    <a:pt x="114622" y="780"/>
                  </a:cubicBezTo>
                  <a:cubicBezTo>
                    <a:pt x="69167" y="86160"/>
                    <a:pt x="69167" y="86160"/>
                    <a:pt x="69167" y="86160"/>
                  </a:cubicBezTo>
                  <a:cubicBezTo>
                    <a:pt x="63408" y="96572"/>
                    <a:pt x="57005" y="96572"/>
                    <a:pt x="51241" y="86160"/>
                  </a:cubicBezTo>
                  <a:cubicBezTo>
                    <a:pt x="5786" y="780"/>
                    <a:pt x="5786" y="780"/>
                    <a:pt x="5786" y="780"/>
                  </a:cubicBezTo>
                  <a:cubicBezTo>
                    <a:pt x="3865" y="-1301"/>
                    <a:pt x="1943" y="780"/>
                    <a:pt x="666" y="7028"/>
                  </a:cubicBezTo>
                  <a:cubicBezTo>
                    <a:pt x="-616" y="13275"/>
                    <a:pt x="22" y="19522"/>
                    <a:pt x="1943" y="23687"/>
                  </a:cubicBezTo>
                  <a:cubicBezTo>
                    <a:pt x="47398" y="109067"/>
                    <a:pt x="47398" y="109067"/>
                    <a:pt x="47398" y="109067"/>
                  </a:cubicBezTo>
                  <a:cubicBezTo>
                    <a:pt x="55084" y="123644"/>
                    <a:pt x="65324" y="123644"/>
                    <a:pt x="73010" y="109067"/>
                  </a:cubicBezTo>
                  <a:cubicBezTo>
                    <a:pt x="118465" y="23687"/>
                    <a:pt x="118465" y="23687"/>
                    <a:pt x="118465" y="23687"/>
                  </a:cubicBezTo>
                  <a:cubicBezTo>
                    <a:pt x="119747" y="19522"/>
                    <a:pt x="120386" y="13275"/>
                    <a:pt x="119747" y="7028"/>
                  </a:cubicBezTo>
                  <a:cubicBezTo>
                    <a:pt x="119103" y="2863"/>
                    <a:pt x="117826" y="780"/>
                    <a:pt x="116543" y="780"/>
                  </a:cubicBezTo>
                  <a:close/>
                </a:path>
              </a:pathLst>
            </a:custGeom>
            <a:solidFill>
              <a:schemeClr val="accent3">
                <a:alpha val="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sp>
        <p:nvSpPr>
          <p:cNvPr id="42" name="Google Shape;232;p9">
            <a:extLst>
              <a:ext uri="{FF2B5EF4-FFF2-40B4-BE49-F238E27FC236}">
                <a16:creationId xmlns:a16="http://schemas.microsoft.com/office/drawing/2014/main" id="{07471FA2-8D20-81E2-8002-6888FE22BEA4}"/>
              </a:ext>
            </a:extLst>
          </p:cNvPr>
          <p:cNvSpPr>
            <a:spLocks/>
          </p:cNvSpPr>
          <p:nvPr/>
        </p:nvSpPr>
        <p:spPr bwMode="auto">
          <a:xfrm>
            <a:off x="2794000" y="1481138"/>
            <a:ext cx="279400" cy="279400"/>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43" name="Google Shape;233;p9">
            <a:extLst>
              <a:ext uri="{FF2B5EF4-FFF2-40B4-BE49-F238E27FC236}">
                <a16:creationId xmlns:a16="http://schemas.microsoft.com/office/drawing/2014/main" id="{C332BE88-AC74-C463-38D4-3204984292CD}"/>
              </a:ext>
            </a:extLst>
          </p:cNvPr>
          <p:cNvSpPr>
            <a:spLocks/>
          </p:cNvSpPr>
          <p:nvPr/>
        </p:nvSpPr>
        <p:spPr bwMode="auto">
          <a:xfrm>
            <a:off x="8839200" y="1479550"/>
            <a:ext cx="279400" cy="279400"/>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44" name="Google Shape;234;p9">
            <a:extLst>
              <a:ext uri="{FF2B5EF4-FFF2-40B4-BE49-F238E27FC236}">
                <a16:creationId xmlns:a16="http://schemas.microsoft.com/office/drawing/2014/main" id="{77263CD9-A2F2-AA51-F75D-4C4515D349F9}"/>
              </a:ext>
            </a:extLst>
          </p:cNvPr>
          <p:cNvSpPr>
            <a:spLocks/>
          </p:cNvSpPr>
          <p:nvPr/>
        </p:nvSpPr>
        <p:spPr bwMode="auto">
          <a:xfrm>
            <a:off x="4827588" y="1463675"/>
            <a:ext cx="279400" cy="279400"/>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2"/>
          </a:solidFill>
          <a:ln w="9525">
            <a:noFill/>
            <a:round/>
            <a:headEnd/>
            <a:tailEnd/>
          </a:ln>
        </p:spPr>
        <p:txBody>
          <a:bodyPr lIns="19025" tIns="19025" rIns="19025" bIns="19025" anchor="ctr"/>
          <a:lstStyle/>
          <a:p>
            <a:pPr>
              <a:defRPr/>
            </a:pPr>
            <a:endParaRPr lang="en-US"/>
          </a:p>
        </p:txBody>
      </p:sp>
      <p:sp>
        <p:nvSpPr>
          <p:cNvPr id="45" name="Google Shape;235;p9">
            <a:extLst>
              <a:ext uri="{FF2B5EF4-FFF2-40B4-BE49-F238E27FC236}">
                <a16:creationId xmlns:a16="http://schemas.microsoft.com/office/drawing/2014/main" id="{07594552-8B21-8A2D-E913-2C6AEDA632CC}"/>
              </a:ext>
            </a:extLst>
          </p:cNvPr>
          <p:cNvSpPr>
            <a:spLocks/>
          </p:cNvSpPr>
          <p:nvPr/>
        </p:nvSpPr>
        <p:spPr bwMode="auto">
          <a:xfrm>
            <a:off x="6734175" y="1506538"/>
            <a:ext cx="279400" cy="254000"/>
          </a:xfrm>
          <a:custGeom>
            <a:avLst/>
            <a:gdLst>
              <a:gd name="T0" fmla="*/ 0 w 120000"/>
              <a:gd name="T1" fmla="*/ 0 h 120000"/>
              <a:gd name="T2" fmla="*/ 120000 w 120000"/>
              <a:gd name="T3" fmla="*/ 120000 h 120000"/>
            </a:gdLst>
            <a:ahLst/>
            <a:cxnLst>
              <a:cxn ang="0">
                <a:pos x="95455" y="69000"/>
              </a:cxn>
              <a:cxn ang="0">
                <a:pos x="87272" y="60000"/>
              </a:cxn>
              <a:cxn ang="0">
                <a:pos x="95455" y="51000"/>
              </a:cxn>
              <a:cxn ang="0">
                <a:pos x="103638" y="60000"/>
              </a:cxn>
              <a:cxn ang="0">
                <a:pos x="95455" y="69000"/>
              </a:cxn>
              <a:cxn ang="0">
                <a:pos x="117272" y="57000"/>
              </a:cxn>
              <a:cxn ang="0">
                <a:pos x="108816" y="57000"/>
              </a:cxn>
              <a:cxn ang="0">
                <a:pos x="95455" y="45000"/>
              </a:cxn>
              <a:cxn ang="0">
                <a:pos x="82094" y="57000"/>
              </a:cxn>
              <a:cxn ang="0">
                <a:pos x="2727" y="57000"/>
              </a:cxn>
              <a:cxn ang="0">
                <a:pos x="0" y="60000"/>
              </a:cxn>
              <a:cxn ang="0">
                <a:pos x="2727" y="63000"/>
              </a:cxn>
              <a:cxn ang="0">
                <a:pos x="82094" y="63000"/>
              </a:cxn>
              <a:cxn ang="0">
                <a:pos x="95455" y="75000"/>
              </a:cxn>
              <a:cxn ang="0">
                <a:pos x="108816" y="63000"/>
              </a:cxn>
              <a:cxn ang="0">
                <a:pos x="117272" y="63000"/>
              </a:cxn>
              <a:cxn ang="0">
                <a:pos x="120000" y="60000"/>
              </a:cxn>
              <a:cxn ang="0">
                <a:pos x="117272" y="57000"/>
              </a:cxn>
              <a:cxn ang="0">
                <a:pos x="30000" y="6000"/>
              </a:cxn>
              <a:cxn ang="0">
                <a:pos x="38183" y="15000"/>
              </a:cxn>
              <a:cxn ang="0">
                <a:pos x="30000" y="24000"/>
              </a:cxn>
              <a:cxn ang="0">
                <a:pos x="21816" y="15000"/>
              </a:cxn>
              <a:cxn ang="0">
                <a:pos x="30000" y="6000"/>
              </a:cxn>
              <a:cxn ang="0">
                <a:pos x="2727" y="18000"/>
              </a:cxn>
              <a:cxn ang="0">
                <a:pos x="16638" y="18000"/>
              </a:cxn>
              <a:cxn ang="0">
                <a:pos x="30000" y="30000"/>
              </a:cxn>
              <a:cxn ang="0">
                <a:pos x="43361" y="18000"/>
              </a:cxn>
              <a:cxn ang="0">
                <a:pos x="117272" y="18000"/>
              </a:cxn>
              <a:cxn ang="0">
                <a:pos x="120000" y="15000"/>
              </a:cxn>
              <a:cxn ang="0">
                <a:pos x="117272" y="12000"/>
              </a:cxn>
              <a:cxn ang="0">
                <a:pos x="43361" y="12000"/>
              </a:cxn>
              <a:cxn ang="0">
                <a:pos x="30000" y="0"/>
              </a:cxn>
              <a:cxn ang="0">
                <a:pos x="16638" y="12000"/>
              </a:cxn>
              <a:cxn ang="0">
                <a:pos x="2727" y="12000"/>
              </a:cxn>
              <a:cxn ang="0">
                <a:pos x="0" y="15000"/>
              </a:cxn>
              <a:cxn ang="0">
                <a:pos x="2727" y="18000"/>
              </a:cxn>
              <a:cxn ang="0">
                <a:pos x="51816" y="113994"/>
              </a:cxn>
              <a:cxn ang="0">
                <a:pos x="43638" y="104994"/>
              </a:cxn>
              <a:cxn ang="0">
                <a:pos x="51816" y="95994"/>
              </a:cxn>
              <a:cxn ang="0">
                <a:pos x="60000" y="104994"/>
              </a:cxn>
              <a:cxn ang="0">
                <a:pos x="51816" y="113994"/>
              </a:cxn>
              <a:cxn ang="0">
                <a:pos x="117272" y="101994"/>
              </a:cxn>
              <a:cxn ang="0">
                <a:pos x="65177" y="101994"/>
              </a:cxn>
              <a:cxn ang="0">
                <a:pos x="51816" y="89994"/>
              </a:cxn>
              <a:cxn ang="0">
                <a:pos x="38455" y="101994"/>
              </a:cxn>
              <a:cxn ang="0">
                <a:pos x="2727" y="101994"/>
              </a:cxn>
              <a:cxn ang="0">
                <a:pos x="0" y="104994"/>
              </a:cxn>
              <a:cxn ang="0">
                <a:pos x="2727" y="107994"/>
              </a:cxn>
              <a:cxn ang="0">
                <a:pos x="38455" y="107994"/>
              </a:cxn>
              <a:cxn ang="0">
                <a:pos x="51816" y="120000"/>
              </a:cxn>
              <a:cxn ang="0">
                <a:pos x="65177" y="107994"/>
              </a:cxn>
              <a:cxn ang="0">
                <a:pos x="117272" y="107994"/>
              </a:cxn>
              <a:cxn ang="0">
                <a:pos x="120000" y="104994"/>
              </a:cxn>
              <a:cxn ang="0">
                <a:pos x="117272" y="101994"/>
              </a:cxn>
            </a:cxnLst>
            <a:rect l="T0" t="T1" r="T2" b="T3"/>
            <a:pathLst>
              <a:path w="120000" h="120000" extrusionOk="0">
                <a:moveTo>
                  <a:pt x="95455" y="69000"/>
                </a:moveTo>
                <a:cubicBezTo>
                  <a:pt x="90933" y="69000"/>
                  <a:pt x="87272" y="64966"/>
                  <a:pt x="87272" y="60000"/>
                </a:cubicBezTo>
                <a:cubicBezTo>
                  <a:pt x="87272" y="55033"/>
                  <a:pt x="90933" y="51000"/>
                  <a:pt x="95455" y="51000"/>
                </a:cubicBezTo>
                <a:cubicBezTo>
                  <a:pt x="99972" y="51000"/>
                  <a:pt x="103638" y="55033"/>
                  <a:pt x="103638" y="60000"/>
                </a:cubicBezTo>
                <a:cubicBezTo>
                  <a:pt x="103638" y="64966"/>
                  <a:pt x="99972" y="69000"/>
                  <a:pt x="95455" y="69000"/>
                </a:cubicBezTo>
                <a:moveTo>
                  <a:pt x="117272" y="57000"/>
                </a:moveTo>
                <a:lnTo>
                  <a:pt x="108816" y="57000"/>
                </a:lnTo>
                <a:cubicBezTo>
                  <a:pt x="107555" y="50155"/>
                  <a:pt x="102050" y="45000"/>
                  <a:pt x="95455" y="45000"/>
                </a:cubicBezTo>
                <a:cubicBezTo>
                  <a:pt x="88855" y="45000"/>
                  <a:pt x="83355" y="50155"/>
                  <a:pt x="82094" y="57000"/>
                </a:cubicBezTo>
                <a:lnTo>
                  <a:pt x="2727" y="57000"/>
                </a:lnTo>
                <a:cubicBezTo>
                  <a:pt x="1222" y="57000"/>
                  <a:pt x="0" y="58344"/>
                  <a:pt x="0" y="60000"/>
                </a:cubicBezTo>
                <a:cubicBezTo>
                  <a:pt x="0" y="61655"/>
                  <a:pt x="1222" y="63000"/>
                  <a:pt x="2727" y="63000"/>
                </a:cubicBezTo>
                <a:lnTo>
                  <a:pt x="82094" y="63000"/>
                </a:lnTo>
                <a:cubicBezTo>
                  <a:pt x="83355" y="69844"/>
                  <a:pt x="88855" y="75000"/>
                  <a:pt x="95455" y="75000"/>
                </a:cubicBezTo>
                <a:cubicBezTo>
                  <a:pt x="102050" y="75000"/>
                  <a:pt x="107555" y="69844"/>
                  <a:pt x="108816" y="63000"/>
                </a:cubicBezTo>
                <a:lnTo>
                  <a:pt x="117272" y="63000"/>
                </a:lnTo>
                <a:cubicBezTo>
                  <a:pt x="118777" y="63000"/>
                  <a:pt x="120000" y="61655"/>
                  <a:pt x="120000" y="60000"/>
                </a:cubicBezTo>
                <a:cubicBezTo>
                  <a:pt x="120000" y="58344"/>
                  <a:pt x="118777" y="57000"/>
                  <a:pt x="117272" y="57000"/>
                </a:cubicBezTo>
                <a:moveTo>
                  <a:pt x="30000" y="6000"/>
                </a:moveTo>
                <a:cubicBezTo>
                  <a:pt x="34522" y="6000"/>
                  <a:pt x="38183" y="10033"/>
                  <a:pt x="38183" y="15000"/>
                </a:cubicBezTo>
                <a:cubicBezTo>
                  <a:pt x="38183" y="19972"/>
                  <a:pt x="34522" y="24000"/>
                  <a:pt x="30000" y="24000"/>
                </a:cubicBezTo>
                <a:cubicBezTo>
                  <a:pt x="25477" y="24000"/>
                  <a:pt x="21816" y="19972"/>
                  <a:pt x="21816" y="15000"/>
                </a:cubicBezTo>
                <a:cubicBezTo>
                  <a:pt x="21816" y="10033"/>
                  <a:pt x="25477" y="6000"/>
                  <a:pt x="30000" y="6000"/>
                </a:cubicBezTo>
                <a:moveTo>
                  <a:pt x="2727" y="18000"/>
                </a:moveTo>
                <a:lnTo>
                  <a:pt x="16638" y="18000"/>
                </a:lnTo>
                <a:cubicBezTo>
                  <a:pt x="17900" y="24844"/>
                  <a:pt x="23405" y="30000"/>
                  <a:pt x="30000" y="30000"/>
                </a:cubicBezTo>
                <a:cubicBezTo>
                  <a:pt x="36594" y="30000"/>
                  <a:pt x="42100" y="24844"/>
                  <a:pt x="43361" y="18000"/>
                </a:cubicBezTo>
                <a:lnTo>
                  <a:pt x="117272" y="18000"/>
                </a:lnTo>
                <a:cubicBezTo>
                  <a:pt x="118777" y="18000"/>
                  <a:pt x="120000" y="16661"/>
                  <a:pt x="120000" y="15000"/>
                </a:cubicBezTo>
                <a:cubicBezTo>
                  <a:pt x="120000" y="13344"/>
                  <a:pt x="118777" y="12000"/>
                  <a:pt x="117272" y="12000"/>
                </a:cubicBezTo>
                <a:lnTo>
                  <a:pt x="43361" y="12000"/>
                </a:lnTo>
                <a:cubicBezTo>
                  <a:pt x="42100" y="5155"/>
                  <a:pt x="36594" y="0"/>
                  <a:pt x="30000" y="0"/>
                </a:cubicBezTo>
                <a:cubicBezTo>
                  <a:pt x="23405" y="0"/>
                  <a:pt x="17900" y="5155"/>
                  <a:pt x="16638" y="12000"/>
                </a:cubicBezTo>
                <a:lnTo>
                  <a:pt x="2727" y="12000"/>
                </a:lnTo>
                <a:cubicBezTo>
                  <a:pt x="1222" y="12000"/>
                  <a:pt x="0" y="13344"/>
                  <a:pt x="0" y="15000"/>
                </a:cubicBezTo>
                <a:cubicBezTo>
                  <a:pt x="0" y="16661"/>
                  <a:pt x="1222" y="18000"/>
                  <a:pt x="2727" y="18000"/>
                </a:cubicBezTo>
                <a:moveTo>
                  <a:pt x="51816" y="113994"/>
                </a:moveTo>
                <a:cubicBezTo>
                  <a:pt x="47300" y="113994"/>
                  <a:pt x="43638" y="109966"/>
                  <a:pt x="43638" y="104994"/>
                </a:cubicBezTo>
                <a:cubicBezTo>
                  <a:pt x="43638" y="100027"/>
                  <a:pt x="47300" y="95994"/>
                  <a:pt x="51816" y="95994"/>
                </a:cubicBezTo>
                <a:cubicBezTo>
                  <a:pt x="56338" y="95994"/>
                  <a:pt x="60000" y="100027"/>
                  <a:pt x="60000" y="104994"/>
                </a:cubicBezTo>
                <a:cubicBezTo>
                  <a:pt x="60000" y="109966"/>
                  <a:pt x="56338" y="113994"/>
                  <a:pt x="51816" y="113994"/>
                </a:cubicBezTo>
                <a:moveTo>
                  <a:pt x="117272" y="101994"/>
                </a:moveTo>
                <a:lnTo>
                  <a:pt x="65177" y="101994"/>
                </a:lnTo>
                <a:cubicBezTo>
                  <a:pt x="63916" y="95150"/>
                  <a:pt x="58416" y="89994"/>
                  <a:pt x="51816" y="89994"/>
                </a:cubicBezTo>
                <a:cubicBezTo>
                  <a:pt x="45222" y="89994"/>
                  <a:pt x="39722" y="95150"/>
                  <a:pt x="38455" y="101994"/>
                </a:cubicBezTo>
                <a:lnTo>
                  <a:pt x="2727" y="101994"/>
                </a:lnTo>
                <a:cubicBezTo>
                  <a:pt x="1222" y="101994"/>
                  <a:pt x="0" y="103338"/>
                  <a:pt x="0" y="104994"/>
                </a:cubicBezTo>
                <a:cubicBezTo>
                  <a:pt x="0" y="106655"/>
                  <a:pt x="1222" y="107994"/>
                  <a:pt x="2727" y="107994"/>
                </a:cubicBezTo>
                <a:lnTo>
                  <a:pt x="38455" y="107994"/>
                </a:lnTo>
                <a:cubicBezTo>
                  <a:pt x="39722" y="114844"/>
                  <a:pt x="45222" y="120000"/>
                  <a:pt x="51816" y="120000"/>
                </a:cubicBezTo>
                <a:cubicBezTo>
                  <a:pt x="58416" y="120000"/>
                  <a:pt x="63916" y="114844"/>
                  <a:pt x="65177" y="107994"/>
                </a:cubicBezTo>
                <a:lnTo>
                  <a:pt x="117272" y="107994"/>
                </a:lnTo>
                <a:cubicBezTo>
                  <a:pt x="118777" y="107994"/>
                  <a:pt x="120000" y="106655"/>
                  <a:pt x="120000" y="104994"/>
                </a:cubicBezTo>
                <a:cubicBezTo>
                  <a:pt x="120000" y="103338"/>
                  <a:pt x="118777" y="101994"/>
                  <a:pt x="117272" y="101994"/>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190" name="Google Shape;190;p9"/>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236" name="Google Shape;236;p9"/>
          <p:cNvSpPr txBox="1">
            <a:spLocks noGrp="1"/>
          </p:cNvSpPr>
          <p:nvPr>
            <p:ph type="body" idx="2"/>
          </p:nvPr>
        </p:nvSpPr>
        <p:spPr>
          <a:xfrm>
            <a:off x="2120685" y="5139323"/>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37" name="Google Shape;237;p9"/>
          <p:cNvSpPr txBox="1">
            <a:spLocks noGrp="1"/>
          </p:cNvSpPr>
          <p:nvPr>
            <p:ph type="body" idx="3"/>
          </p:nvPr>
        </p:nvSpPr>
        <p:spPr>
          <a:xfrm>
            <a:off x="2130741" y="4679987"/>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38" name="Google Shape;238;p9"/>
          <p:cNvSpPr txBox="1">
            <a:spLocks noGrp="1"/>
          </p:cNvSpPr>
          <p:nvPr>
            <p:ph type="body" idx="4"/>
          </p:nvPr>
        </p:nvSpPr>
        <p:spPr>
          <a:xfrm>
            <a:off x="4230092" y="5139323"/>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39" name="Google Shape;239;p9"/>
          <p:cNvSpPr txBox="1">
            <a:spLocks noGrp="1"/>
          </p:cNvSpPr>
          <p:nvPr>
            <p:ph type="body" idx="5"/>
          </p:nvPr>
        </p:nvSpPr>
        <p:spPr>
          <a:xfrm>
            <a:off x="4240148" y="4679987"/>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40" name="Google Shape;240;p9"/>
          <p:cNvSpPr txBox="1">
            <a:spLocks noGrp="1"/>
          </p:cNvSpPr>
          <p:nvPr>
            <p:ph type="body" idx="6"/>
          </p:nvPr>
        </p:nvSpPr>
        <p:spPr>
          <a:xfrm>
            <a:off x="6329442" y="5139323"/>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41" name="Google Shape;241;p9"/>
          <p:cNvSpPr txBox="1">
            <a:spLocks noGrp="1"/>
          </p:cNvSpPr>
          <p:nvPr>
            <p:ph type="body" idx="7"/>
          </p:nvPr>
        </p:nvSpPr>
        <p:spPr>
          <a:xfrm>
            <a:off x="6339498" y="4679987"/>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42" name="Google Shape;242;p9"/>
          <p:cNvSpPr txBox="1">
            <a:spLocks noGrp="1"/>
          </p:cNvSpPr>
          <p:nvPr>
            <p:ph type="body" idx="8"/>
          </p:nvPr>
        </p:nvSpPr>
        <p:spPr>
          <a:xfrm>
            <a:off x="8374876" y="5139323"/>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43" name="Google Shape;243;p9"/>
          <p:cNvSpPr txBox="1">
            <a:spLocks noGrp="1"/>
          </p:cNvSpPr>
          <p:nvPr>
            <p:ph type="body" idx="9"/>
          </p:nvPr>
        </p:nvSpPr>
        <p:spPr>
          <a:xfrm>
            <a:off x="8384932" y="4679987"/>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290515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500"/>
                                        <p:tgtEl>
                                          <p:spTgt spid="44"/>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fade">
                                      <p:cBhvr>
                                        <p:cTn id="23" dur="500"/>
                                        <p:tgtEl>
                                          <p:spTgt spid="45"/>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5" grpId="0" animBg="1"/>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1_Brained-Infographic">
  <p:cSld name="1_Brained-Infographic">
    <p:spTree>
      <p:nvGrpSpPr>
        <p:cNvPr id="1" name="Shape 244"/>
        <p:cNvGrpSpPr/>
        <p:nvPr/>
      </p:nvGrpSpPr>
      <p:grpSpPr>
        <a:xfrm>
          <a:off x="0" y="0"/>
          <a:ext cx="0" cy="0"/>
          <a:chOff x="0" y="0"/>
          <a:chExt cx="0" cy="0"/>
        </a:xfrm>
      </p:grpSpPr>
      <p:grpSp>
        <p:nvGrpSpPr>
          <p:cNvPr id="2" name="Google Shape;247;p10">
            <a:extLst>
              <a:ext uri="{FF2B5EF4-FFF2-40B4-BE49-F238E27FC236}">
                <a16:creationId xmlns:a16="http://schemas.microsoft.com/office/drawing/2014/main" id="{EDEBE946-3934-0B29-60D0-885A143675C2}"/>
              </a:ext>
            </a:extLst>
          </p:cNvPr>
          <p:cNvGrpSpPr>
            <a:grpSpLocks/>
          </p:cNvGrpSpPr>
          <p:nvPr/>
        </p:nvGrpSpPr>
        <p:grpSpPr bwMode="auto">
          <a:xfrm>
            <a:off x="1398588" y="1954213"/>
            <a:ext cx="1620837" cy="2603500"/>
            <a:chOff x="2011515" y="1953702"/>
            <a:chExt cx="1620994" cy="2603950"/>
          </a:xfrm>
        </p:grpSpPr>
        <p:sp>
          <p:nvSpPr>
            <p:cNvPr id="3" name="Google Shape;248;p10">
              <a:extLst>
                <a:ext uri="{FF2B5EF4-FFF2-40B4-BE49-F238E27FC236}">
                  <a16:creationId xmlns:a16="http://schemas.microsoft.com/office/drawing/2014/main" id="{AC56F573-1EB6-5BD8-219F-E34824B909DD}"/>
                </a:ext>
              </a:extLst>
            </p:cNvPr>
            <p:cNvSpPr>
              <a:spLocks/>
            </p:cNvSpPr>
            <p:nvPr/>
          </p:nvSpPr>
          <p:spPr bwMode="auto">
            <a:xfrm>
              <a:off x="2286179" y="1953702"/>
              <a:ext cx="870034" cy="924085"/>
            </a:xfrm>
            <a:custGeom>
              <a:avLst/>
              <a:gdLst>
                <a:gd name="T0" fmla="*/ 0 w 120000"/>
                <a:gd name="T1" fmla="*/ 0 h 120000"/>
                <a:gd name="T2" fmla="*/ 120000 w 120000"/>
                <a:gd name="T3" fmla="*/ 120000 h 120000"/>
              </a:gdLst>
              <a:ahLst/>
              <a:cxnLst>
                <a:cxn ang="0">
                  <a:pos x="118690" y="79161"/>
                </a:cxn>
                <a:cxn ang="0">
                  <a:pos x="105114" y="84933"/>
                </a:cxn>
                <a:cxn ang="0">
                  <a:pos x="98980" y="79161"/>
                </a:cxn>
                <a:cxn ang="0">
                  <a:pos x="95040" y="75444"/>
                </a:cxn>
                <a:cxn ang="0">
                  <a:pos x="90658" y="77512"/>
                </a:cxn>
                <a:cxn ang="0">
                  <a:pos x="73579" y="120000"/>
                </a:cxn>
                <a:cxn ang="0">
                  <a:pos x="43796" y="86174"/>
                </a:cxn>
                <a:cxn ang="0">
                  <a:pos x="44232" y="86174"/>
                </a:cxn>
                <a:cxn ang="0">
                  <a:pos x="56499" y="82871"/>
                </a:cxn>
                <a:cxn ang="0">
                  <a:pos x="58687" y="63072"/>
                </a:cxn>
                <a:cxn ang="0">
                  <a:pos x="37226" y="61010"/>
                </a:cxn>
                <a:cxn ang="0">
                  <a:pos x="31971" y="71320"/>
                </a:cxn>
                <a:cxn ang="0">
                  <a:pos x="31534" y="71734"/>
                </a:cxn>
                <a:cxn ang="0">
                  <a:pos x="0" y="35433"/>
                </a:cxn>
                <a:cxn ang="0">
                  <a:pos x="21461" y="14807"/>
                </a:cxn>
                <a:cxn ang="0">
                  <a:pos x="119999" y="4083"/>
                </a:cxn>
                <a:cxn ang="0">
                  <a:pos x="96350" y="63072"/>
                </a:cxn>
                <a:cxn ang="0">
                  <a:pos x="96350" y="63072"/>
                </a:cxn>
                <a:cxn ang="0">
                  <a:pos x="98544" y="67196"/>
                </a:cxn>
                <a:cxn ang="0">
                  <a:pos x="103798" y="67196"/>
                </a:cxn>
                <a:cxn ang="0">
                  <a:pos x="112557" y="66369"/>
                </a:cxn>
                <a:cxn ang="0">
                  <a:pos x="118690" y="79161"/>
                </a:cxn>
              </a:cxnLst>
              <a:rect l="T0" t="T1" r="T2" b="T3"/>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w="9525">
              <a:noFill/>
              <a:round/>
              <a:headEnd/>
              <a:tailEnd/>
            </a:ln>
          </p:spPr>
          <p:txBody>
            <a:bodyPr lIns="45700" tIns="45700" rIns="45700" bIns="45700"/>
            <a:lstStyle/>
            <a:p>
              <a:pPr>
                <a:defRPr/>
              </a:pPr>
              <a:endParaRPr lang="en-US"/>
            </a:p>
          </p:txBody>
        </p:sp>
        <p:sp>
          <p:nvSpPr>
            <p:cNvPr id="4" name="Google Shape;249;p10">
              <a:extLst>
                <a:ext uri="{FF2B5EF4-FFF2-40B4-BE49-F238E27FC236}">
                  <a16:creationId xmlns:a16="http://schemas.microsoft.com/office/drawing/2014/main" id="{4FAF7FAA-FDE9-11C5-B3EA-656F85EB11B2}"/>
                </a:ext>
              </a:extLst>
            </p:cNvPr>
            <p:cNvSpPr>
              <a:spLocks/>
            </p:cNvSpPr>
            <p:nvPr/>
          </p:nvSpPr>
          <p:spPr bwMode="auto">
            <a:xfrm>
              <a:off x="2851383" y="1994984"/>
              <a:ext cx="781126" cy="1022527"/>
            </a:xfrm>
            <a:custGeom>
              <a:avLst/>
              <a:gdLst>
                <a:gd name="T0" fmla="*/ 0 w 120000"/>
                <a:gd name="T1" fmla="*/ 0 h 120000"/>
                <a:gd name="T2" fmla="*/ 120000 w 120000"/>
                <a:gd name="T3" fmla="*/ 120000 h 120000"/>
              </a:gdLst>
              <a:ahLst/>
              <a:cxnLst>
                <a:cxn ang="0">
                  <a:pos x="119916" y="76334"/>
                </a:cxn>
                <a:cxn ang="0">
                  <a:pos x="117475" y="90107"/>
                </a:cxn>
                <a:cxn ang="0">
                  <a:pos x="71168" y="96067"/>
                </a:cxn>
                <a:cxn ang="0">
                  <a:pos x="67754" y="99418"/>
                </a:cxn>
                <a:cxn ang="0">
                  <a:pos x="71168" y="103512"/>
                </a:cxn>
                <a:cxn ang="0">
                  <a:pos x="76530" y="109471"/>
                </a:cxn>
                <a:cxn ang="0">
                  <a:pos x="66780" y="119899"/>
                </a:cxn>
                <a:cxn ang="0">
                  <a:pos x="53622" y="112448"/>
                </a:cxn>
                <a:cxn ang="0">
                  <a:pos x="56057" y="105377"/>
                </a:cxn>
                <a:cxn ang="0">
                  <a:pos x="57517" y="100909"/>
                </a:cxn>
                <a:cxn ang="0">
                  <a:pos x="53135" y="98301"/>
                </a:cxn>
                <a:cxn ang="0">
                  <a:pos x="53135" y="98301"/>
                </a:cxn>
                <a:cxn ang="0">
                  <a:pos x="0" y="105003"/>
                </a:cxn>
                <a:cxn ang="0">
                  <a:pos x="18525" y="67766"/>
                </a:cxn>
                <a:cxn ang="0">
                  <a:pos x="18525" y="68140"/>
                </a:cxn>
                <a:cxn ang="0">
                  <a:pos x="28274" y="75585"/>
                </a:cxn>
                <a:cxn ang="0">
                  <a:pos x="50208" y="68140"/>
                </a:cxn>
                <a:cxn ang="0">
                  <a:pos x="40458" y="51384"/>
                </a:cxn>
                <a:cxn ang="0">
                  <a:pos x="26321" y="52127"/>
                </a:cxn>
                <a:cxn ang="0">
                  <a:pos x="26321" y="52501"/>
                </a:cxn>
                <a:cxn ang="0">
                  <a:pos x="52156" y="0"/>
                </a:cxn>
                <a:cxn ang="0">
                  <a:pos x="67754" y="5211"/>
                </a:cxn>
                <a:cxn ang="0">
                  <a:pos x="119916" y="76334"/>
                </a:cxn>
              </a:cxnLst>
              <a:rect l="T0" t="T1" r="T2" b="T3"/>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39999"/>
              </a:schemeClr>
            </a:solidFill>
            <a:ln w="9525">
              <a:noFill/>
              <a:round/>
              <a:headEnd/>
              <a:tailEnd/>
            </a:ln>
          </p:spPr>
          <p:txBody>
            <a:bodyPr lIns="45700" tIns="45700" rIns="45700" bIns="45700"/>
            <a:lstStyle/>
            <a:p>
              <a:pPr>
                <a:defRPr/>
              </a:pPr>
              <a:endParaRPr lang="en-US"/>
            </a:p>
          </p:txBody>
        </p:sp>
        <p:sp>
          <p:nvSpPr>
            <p:cNvPr id="5" name="Google Shape;250;p10">
              <a:extLst>
                <a:ext uri="{FF2B5EF4-FFF2-40B4-BE49-F238E27FC236}">
                  <a16:creationId xmlns:a16="http://schemas.microsoft.com/office/drawing/2014/main" id="{A2982324-F610-FCB7-68B6-5E60BD62398A}"/>
                </a:ext>
              </a:extLst>
            </p:cNvPr>
            <p:cNvSpPr>
              <a:spLocks/>
            </p:cNvSpPr>
            <p:nvPr/>
          </p:nvSpPr>
          <p:spPr bwMode="auto">
            <a:xfrm>
              <a:off x="2035329" y="2255379"/>
              <a:ext cx="758899" cy="768483"/>
            </a:xfrm>
            <a:custGeom>
              <a:avLst/>
              <a:gdLst>
                <a:gd name="T0" fmla="*/ 0 w 120000"/>
                <a:gd name="T1" fmla="*/ 0 h 120000"/>
                <a:gd name="T2" fmla="*/ 120000 w 120000"/>
                <a:gd name="T3" fmla="*/ 120000 h 120000"/>
              </a:gdLst>
              <a:ahLst/>
              <a:cxnLst>
                <a:cxn ang="0">
                  <a:pos x="67277" y="109088"/>
                </a:cxn>
                <a:cxn ang="0">
                  <a:pos x="70794" y="95205"/>
                </a:cxn>
                <a:cxn ang="0">
                  <a:pos x="51211" y="81322"/>
                </a:cxn>
                <a:cxn ang="0">
                  <a:pos x="36650" y="100661"/>
                </a:cxn>
                <a:cxn ang="0">
                  <a:pos x="44688" y="112561"/>
                </a:cxn>
                <a:cxn ang="0">
                  <a:pos x="45188" y="112561"/>
                </a:cxn>
                <a:cxn ang="0">
                  <a:pos x="0" y="120000"/>
                </a:cxn>
                <a:cxn ang="0">
                  <a:pos x="5022" y="111572"/>
                </a:cxn>
                <a:cxn ang="0">
                  <a:pos x="23600" y="83305"/>
                </a:cxn>
                <a:cxn ang="0">
                  <a:pos x="25105" y="73883"/>
                </a:cxn>
                <a:cxn ang="0">
                  <a:pos x="36650" y="0"/>
                </a:cxn>
                <a:cxn ang="0">
                  <a:pos x="72805" y="44133"/>
                </a:cxn>
                <a:cxn ang="0">
                  <a:pos x="78827" y="44627"/>
                </a:cxn>
                <a:cxn ang="0">
                  <a:pos x="81338" y="39172"/>
                </a:cxn>
                <a:cxn ang="0">
                  <a:pos x="85855" y="30250"/>
                </a:cxn>
                <a:cxn ang="0">
                  <a:pos x="102927" y="31733"/>
                </a:cxn>
                <a:cxn ang="0">
                  <a:pos x="100922" y="48594"/>
                </a:cxn>
                <a:cxn ang="0">
                  <a:pos x="91383" y="51072"/>
                </a:cxn>
                <a:cxn ang="0">
                  <a:pos x="85355" y="52561"/>
                </a:cxn>
                <a:cxn ang="0">
                  <a:pos x="84855" y="58016"/>
                </a:cxn>
                <a:cxn ang="0">
                  <a:pos x="120000" y="100661"/>
                </a:cxn>
                <a:cxn ang="0">
                  <a:pos x="66777" y="109088"/>
                </a:cxn>
                <a:cxn ang="0">
                  <a:pos x="67277" y="109088"/>
                </a:cxn>
              </a:cxnLst>
              <a:rect l="T0" t="T1" r="T2" b="T3"/>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w="9525">
              <a:noFill/>
              <a:round/>
              <a:headEnd/>
              <a:tailEnd/>
            </a:ln>
          </p:spPr>
          <p:txBody>
            <a:bodyPr lIns="45700" tIns="45700" rIns="45700" bIns="45700"/>
            <a:lstStyle/>
            <a:p>
              <a:pPr>
                <a:defRPr/>
              </a:pPr>
              <a:endParaRPr lang="en-US"/>
            </a:p>
          </p:txBody>
        </p:sp>
        <p:sp>
          <p:nvSpPr>
            <p:cNvPr id="6" name="Google Shape;251;p10">
              <a:extLst>
                <a:ext uri="{FF2B5EF4-FFF2-40B4-BE49-F238E27FC236}">
                  <a16:creationId xmlns:a16="http://schemas.microsoft.com/office/drawing/2014/main" id="{7B4FDE6C-35B6-FEDB-752F-71CDD69BAF2A}"/>
                </a:ext>
              </a:extLst>
            </p:cNvPr>
            <p:cNvSpPr>
              <a:spLocks/>
            </p:cNvSpPr>
            <p:nvPr/>
          </p:nvSpPr>
          <p:spPr bwMode="auto">
            <a:xfrm>
              <a:off x="2011515" y="2806336"/>
              <a:ext cx="789063" cy="852635"/>
            </a:xfrm>
            <a:custGeom>
              <a:avLst/>
              <a:gdLst>
                <a:gd name="T0" fmla="*/ 0 w 120000"/>
                <a:gd name="T1" fmla="*/ 0 h 120000"/>
                <a:gd name="T2" fmla="*/ 120000 w 120000"/>
                <a:gd name="T3" fmla="*/ 120000 h 120000"/>
              </a:gdLst>
              <a:ahLst/>
              <a:cxnLst>
                <a:cxn ang="0">
                  <a:pos x="120000" y="17550"/>
                </a:cxn>
                <a:cxn ang="0">
                  <a:pos x="101641" y="62235"/>
                </a:cxn>
                <a:cxn ang="0">
                  <a:pos x="101158" y="62235"/>
                </a:cxn>
                <a:cxn ang="0">
                  <a:pos x="91496" y="52849"/>
                </a:cxn>
                <a:cxn ang="0">
                  <a:pos x="70234" y="62235"/>
                </a:cxn>
                <a:cxn ang="0">
                  <a:pos x="79897" y="81896"/>
                </a:cxn>
                <a:cxn ang="0">
                  <a:pos x="93427" y="81003"/>
                </a:cxn>
                <a:cxn ang="0">
                  <a:pos x="93910" y="81003"/>
                </a:cxn>
                <a:cxn ang="0">
                  <a:pos x="79897" y="115852"/>
                </a:cxn>
                <a:cxn ang="0">
                  <a:pos x="37868" y="119431"/>
                </a:cxn>
                <a:cxn ang="0">
                  <a:pos x="23372" y="101556"/>
                </a:cxn>
                <a:cxn ang="0">
                  <a:pos x="20958" y="88153"/>
                </a:cxn>
                <a:cxn ang="0">
                  <a:pos x="19021" y="80553"/>
                </a:cxn>
                <a:cxn ang="0">
                  <a:pos x="27717" y="76531"/>
                </a:cxn>
                <a:cxn ang="0">
                  <a:pos x="19986" y="72509"/>
                </a:cxn>
                <a:cxn ang="0">
                  <a:pos x="17089" y="64021"/>
                </a:cxn>
                <a:cxn ang="0">
                  <a:pos x="19021" y="54641"/>
                </a:cxn>
                <a:cxn ang="0">
                  <a:pos x="5013" y="47934"/>
                </a:cxn>
                <a:cxn ang="0">
                  <a:pos x="1145" y="35873"/>
                </a:cxn>
                <a:cxn ang="0">
                  <a:pos x="49461" y="28273"/>
                </a:cxn>
                <a:cxn ang="0">
                  <a:pos x="52841" y="24257"/>
                </a:cxn>
                <a:cxn ang="0">
                  <a:pos x="49461" y="19785"/>
                </a:cxn>
                <a:cxn ang="0">
                  <a:pos x="44145" y="12191"/>
                </a:cxn>
                <a:cxn ang="0">
                  <a:pos x="53324" y="125"/>
                </a:cxn>
                <a:cxn ang="0">
                  <a:pos x="66855" y="9062"/>
                </a:cxn>
                <a:cxn ang="0">
                  <a:pos x="64440" y="17550"/>
                </a:cxn>
                <a:cxn ang="0">
                  <a:pos x="62503" y="22914"/>
                </a:cxn>
                <a:cxn ang="0">
                  <a:pos x="67337" y="25594"/>
                </a:cxn>
                <a:cxn ang="0">
                  <a:pos x="120000" y="17550"/>
                </a:cxn>
              </a:cxnLst>
              <a:rect l="T0" t="T1" r="T2" b="T3"/>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2"/>
              </a:schemeClr>
            </a:solidFill>
            <a:ln w="9525">
              <a:noFill/>
              <a:round/>
              <a:headEnd/>
              <a:tailEnd/>
            </a:ln>
          </p:spPr>
          <p:txBody>
            <a:bodyPr lIns="45700" tIns="45700" rIns="45700" bIns="45700"/>
            <a:lstStyle/>
            <a:p>
              <a:pPr>
                <a:defRPr/>
              </a:pPr>
              <a:endParaRPr lang="en-US"/>
            </a:p>
          </p:txBody>
        </p:sp>
        <p:sp>
          <p:nvSpPr>
            <p:cNvPr id="7" name="Google Shape;252;p10">
              <a:extLst>
                <a:ext uri="{FF2B5EF4-FFF2-40B4-BE49-F238E27FC236}">
                  <a16:creationId xmlns:a16="http://schemas.microsoft.com/office/drawing/2014/main" id="{953241ED-24F8-5907-8D03-5FBDA521278F}"/>
                </a:ext>
              </a:extLst>
            </p:cNvPr>
            <p:cNvSpPr>
              <a:spLocks/>
            </p:cNvSpPr>
            <p:nvPr/>
          </p:nvSpPr>
          <p:spPr bwMode="auto">
            <a:xfrm>
              <a:off x="2498924" y="2944473"/>
              <a:ext cx="889086" cy="1000298"/>
            </a:xfrm>
            <a:custGeom>
              <a:avLst/>
              <a:gdLst>
                <a:gd name="T0" fmla="*/ 0 w 120000"/>
                <a:gd name="T1" fmla="*/ 0 h 120000"/>
                <a:gd name="T2" fmla="*/ 120000 w 120000"/>
                <a:gd name="T3" fmla="*/ 120000 h 120000"/>
              </a:gdLst>
              <a:ahLst/>
              <a:cxnLst>
                <a:cxn ang="0">
                  <a:pos x="120000" y="81905"/>
                </a:cxn>
                <a:cxn ang="0">
                  <a:pos x="120000" y="109333"/>
                </a:cxn>
                <a:cxn ang="0">
                  <a:pos x="62950" y="120000"/>
                </a:cxn>
                <a:cxn ang="0">
                  <a:pos x="5901" y="109333"/>
                </a:cxn>
                <a:cxn ang="0">
                  <a:pos x="5901" y="91811"/>
                </a:cxn>
                <a:cxn ang="0">
                  <a:pos x="22199" y="52572"/>
                </a:cxn>
                <a:cxn ang="0">
                  <a:pos x="20485" y="48761"/>
                </a:cxn>
                <a:cxn ang="0">
                  <a:pos x="14904" y="49144"/>
                </a:cxn>
                <a:cxn ang="0">
                  <a:pos x="6755" y="49522"/>
                </a:cxn>
                <a:cxn ang="0">
                  <a:pos x="753" y="37716"/>
                </a:cxn>
                <a:cxn ang="0">
                  <a:pos x="14050" y="32383"/>
                </a:cxn>
                <a:cxn ang="0">
                  <a:pos x="20052" y="37716"/>
                </a:cxn>
                <a:cxn ang="0">
                  <a:pos x="23486" y="41144"/>
                </a:cxn>
                <a:cxn ang="0">
                  <a:pos x="28201" y="39616"/>
                </a:cxn>
                <a:cxn ang="0">
                  <a:pos x="44932" y="0"/>
                </a:cxn>
                <a:cxn ang="0">
                  <a:pos x="73673" y="31616"/>
                </a:cxn>
                <a:cxn ang="0">
                  <a:pos x="73246" y="31616"/>
                </a:cxn>
                <a:cxn ang="0">
                  <a:pos x="61663" y="34283"/>
                </a:cxn>
                <a:cxn ang="0">
                  <a:pos x="59516" y="52950"/>
                </a:cxn>
                <a:cxn ang="0">
                  <a:pos x="80535" y="54855"/>
                </a:cxn>
                <a:cxn ang="0">
                  <a:pos x="85683" y="44950"/>
                </a:cxn>
                <a:cxn ang="0">
                  <a:pos x="85683" y="44572"/>
                </a:cxn>
                <a:cxn ang="0">
                  <a:pos x="120000" y="81905"/>
                </a:cxn>
              </a:cxnLst>
              <a:rect l="T0" t="T1" r="T2" b="T3"/>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w="9525">
              <a:noFill/>
              <a:round/>
              <a:headEnd/>
              <a:tailEnd/>
            </a:ln>
          </p:spPr>
          <p:txBody>
            <a:bodyPr lIns="45700" tIns="45700" rIns="45700" bIns="45700"/>
            <a:lstStyle/>
            <a:p>
              <a:pPr>
                <a:defRPr/>
              </a:pPr>
              <a:endParaRPr lang="en-US"/>
            </a:p>
          </p:txBody>
        </p:sp>
        <p:sp>
          <p:nvSpPr>
            <p:cNvPr id="8" name="Google Shape;253;p10">
              <a:extLst>
                <a:ext uri="{FF2B5EF4-FFF2-40B4-BE49-F238E27FC236}">
                  <a16:creationId xmlns:a16="http://schemas.microsoft.com/office/drawing/2014/main" id="{FE6B3BBA-7659-A759-F382-856E092520C5}"/>
                </a:ext>
              </a:extLst>
            </p:cNvPr>
            <p:cNvSpPr>
              <a:spLocks/>
            </p:cNvSpPr>
            <p:nvPr/>
          </p:nvSpPr>
          <p:spPr bwMode="auto">
            <a:xfrm>
              <a:off x="2857734" y="2801574"/>
              <a:ext cx="752548" cy="771658"/>
            </a:xfrm>
            <a:custGeom>
              <a:avLst/>
              <a:gdLst>
                <a:gd name="T0" fmla="*/ 0 w 120000"/>
                <a:gd name="T1" fmla="*/ 0 h 120000"/>
                <a:gd name="T2" fmla="*/ 120000 w 120000"/>
                <a:gd name="T3" fmla="*/ 120000 h 120000"/>
              </a:gdLst>
              <a:ahLst/>
              <a:cxnLst>
                <a:cxn ang="0">
                  <a:pos x="120000" y="0"/>
                </a:cxn>
                <a:cxn ang="0">
                  <a:pos x="96200" y="49877"/>
                </a:cxn>
                <a:cxn ang="0">
                  <a:pos x="84555" y="110122"/>
                </a:cxn>
                <a:cxn ang="0">
                  <a:pos x="84555" y="120000"/>
                </a:cxn>
                <a:cxn ang="0">
                  <a:pos x="47088" y="75555"/>
                </a:cxn>
                <a:cxn ang="0">
                  <a:pos x="41516" y="75061"/>
                </a:cxn>
                <a:cxn ang="0">
                  <a:pos x="38988" y="80494"/>
                </a:cxn>
                <a:cxn ang="0">
                  <a:pos x="34427" y="89383"/>
                </a:cxn>
                <a:cxn ang="0">
                  <a:pos x="17216" y="87405"/>
                </a:cxn>
                <a:cxn ang="0">
                  <a:pos x="19238" y="70616"/>
                </a:cxn>
                <a:cxn ang="0">
                  <a:pos x="28861" y="68150"/>
                </a:cxn>
                <a:cxn ang="0">
                  <a:pos x="34938" y="66666"/>
                </a:cxn>
                <a:cxn ang="0">
                  <a:pos x="35444" y="61233"/>
                </a:cxn>
                <a:cxn ang="0">
                  <a:pos x="0" y="18766"/>
                </a:cxn>
                <a:cxn ang="0">
                  <a:pos x="53166" y="10372"/>
                </a:cxn>
                <a:cxn ang="0">
                  <a:pos x="53166" y="10866"/>
                </a:cxn>
                <a:cxn ang="0">
                  <a:pos x="49116" y="24200"/>
                </a:cxn>
                <a:cxn ang="0">
                  <a:pos x="69366" y="38516"/>
                </a:cxn>
                <a:cxn ang="0">
                  <a:pos x="84050" y="18766"/>
                </a:cxn>
                <a:cxn ang="0">
                  <a:pos x="75950" y="7405"/>
                </a:cxn>
                <a:cxn ang="0">
                  <a:pos x="75444" y="6911"/>
                </a:cxn>
                <a:cxn ang="0">
                  <a:pos x="120000" y="0"/>
                </a:cxn>
              </a:cxnLst>
              <a:rect l="T0" t="T1" r="T2" b="T3"/>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w="9525">
              <a:noFill/>
              <a:round/>
              <a:headEnd/>
              <a:tailEnd/>
            </a:ln>
          </p:spPr>
          <p:txBody>
            <a:bodyPr lIns="45700" tIns="45700" rIns="45700" bIns="45700"/>
            <a:lstStyle/>
            <a:p>
              <a:pPr>
                <a:defRPr/>
              </a:pPr>
              <a:endParaRPr lang="en-US"/>
            </a:p>
          </p:txBody>
        </p:sp>
        <p:sp>
          <p:nvSpPr>
            <p:cNvPr id="9" name="Google Shape;254;p10">
              <a:extLst>
                <a:ext uri="{FF2B5EF4-FFF2-40B4-BE49-F238E27FC236}">
                  <a16:creationId xmlns:a16="http://schemas.microsoft.com/office/drawing/2014/main" id="{D1B7838D-85B4-3941-C05E-D0488C39B003}"/>
                </a:ext>
              </a:extLst>
            </p:cNvPr>
            <p:cNvSpPr>
              <a:spLocks/>
            </p:cNvSpPr>
            <p:nvPr/>
          </p:nvSpPr>
          <p:spPr bwMode="auto">
            <a:xfrm>
              <a:off x="2668804" y="4086083"/>
              <a:ext cx="595370" cy="182595"/>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3127"/>
                </a:cxn>
                <a:cxn ang="0">
                  <a:pos x="46989" y="109003"/>
                </a:cxn>
                <a:cxn ang="0">
                  <a:pos x="72601" y="109003"/>
                </a:cxn>
                <a:cxn ang="0">
                  <a:pos x="118056" y="23127"/>
                </a:cxn>
                <a:cxn ang="0">
                  <a:pos x="119333" y="6370"/>
                </a:cxn>
                <a:cxn ang="0">
                  <a:pos x="116134" y="87"/>
                </a:cxn>
              </a:cxnLst>
              <a:rect l="T0" t="T1" r="T2" b="T3"/>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sp>
          <p:nvSpPr>
            <p:cNvPr id="10" name="Google Shape;255;p10">
              <a:extLst>
                <a:ext uri="{FF2B5EF4-FFF2-40B4-BE49-F238E27FC236}">
                  <a16:creationId xmlns:a16="http://schemas.microsoft.com/office/drawing/2014/main" id="{9439B3B4-7830-1353-6C69-CA50959F9426}"/>
                </a:ext>
              </a:extLst>
            </p:cNvPr>
            <p:cNvSpPr>
              <a:spLocks/>
            </p:cNvSpPr>
            <p:nvPr/>
          </p:nvSpPr>
          <p:spPr bwMode="auto">
            <a:xfrm>
              <a:off x="2668804" y="4228982"/>
              <a:ext cx="595370" cy="182595"/>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5221"/>
                </a:cxn>
                <a:cxn ang="0">
                  <a:pos x="46989" y="109003"/>
                </a:cxn>
                <a:cxn ang="0">
                  <a:pos x="72601" y="109003"/>
                </a:cxn>
                <a:cxn ang="0">
                  <a:pos x="118056" y="25221"/>
                </a:cxn>
                <a:cxn ang="0">
                  <a:pos x="119333" y="6370"/>
                </a:cxn>
                <a:cxn ang="0">
                  <a:pos x="116134" y="87"/>
                </a:cxn>
              </a:cxnLst>
              <a:rect l="T0" t="T1" r="T2" b="T3"/>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w="9525">
              <a:noFill/>
              <a:round/>
              <a:headEnd/>
              <a:tailEnd/>
            </a:ln>
          </p:spPr>
          <p:txBody>
            <a:bodyPr lIns="45700" tIns="45700" rIns="45700" bIns="45700"/>
            <a:lstStyle/>
            <a:p>
              <a:pPr>
                <a:defRPr/>
              </a:pPr>
              <a:endParaRPr lang="en-US"/>
            </a:p>
          </p:txBody>
        </p:sp>
        <p:sp>
          <p:nvSpPr>
            <p:cNvPr id="11" name="Google Shape;256;p10">
              <a:extLst>
                <a:ext uri="{FF2B5EF4-FFF2-40B4-BE49-F238E27FC236}">
                  <a16:creationId xmlns:a16="http://schemas.microsoft.com/office/drawing/2014/main" id="{C13358F9-C217-BEDD-C53C-808AD4C0C4AA}"/>
                </a:ext>
              </a:extLst>
            </p:cNvPr>
            <p:cNvSpPr>
              <a:spLocks/>
            </p:cNvSpPr>
            <p:nvPr/>
          </p:nvSpPr>
          <p:spPr bwMode="auto">
            <a:xfrm>
              <a:off x="2668804" y="4375057"/>
              <a:ext cx="595370" cy="182595"/>
            </a:xfrm>
            <a:custGeom>
              <a:avLst/>
              <a:gdLst>
                <a:gd name="T0" fmla="*/ 0 w 120000"/>
                <a:gd name="T1" fmla="*/ 0 h 120000"/>
                <a:gd name="T2" fmla="*/ 120000 w 120000"/>
                <a:gd name="T3" fmla="*/ 120000 h 120000"/>
              </a:gdLst>
              <a:ahLst/>
              <a:cxnLst>
                <a:cxn ang="0">
                  <a:pos x="116134" y="780"/>
                </a:cxn>
                <a:cxn ang="0">
                  <a:pos x="114213" y="780"/>
                </a:cxn>
                <a:cxn ang="0">
                  <a:pos x="68758" y="86160"/>
                </a:cxn>
                <a:cxn ang="0">
                  <a:pos x="50832" y="86160"/>
                </a:cxn>
                <a:cxn ang="0">
                  <a:pos x="5377" y="780"/>
                </a:cxn>
                <a:cxn ang="0">
                  <a:pos x="252" y="7028"/>
                </a:cxn>
                <a:cxn ang="0">
                  <a:pos x="1534" y="23687"/>
                </a:cxn>
                <a:cxn ang="0">
                  <a:pos x="46989" y="109067"/>
                </a:cxn>
                <a:cxn ang="0">
                  <a:pos x="72601" y="109067"/>
                </a:cxn>
                <a:cxn ang="0">
                  <a:pos x="118056" y="23687"/>
                </a:cxn>
                <a:cxn ang="0">
                  <a:pos x="119333" y="7028"/>
                </a:cxn>
                <a:cxn ang="0">
                  <a:pos x="116134" y="780"/>
                </a:cxn>
              </a:cxnLst>
              <a:rect l="T0" t="T1" r="T2" b="T3"/>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grpSp>
      <p:grpSp>
        <p:nvGrpSpPr>
          <p:cNvPr id="12" name="Google Shape;257;p10">
            <a:extLst>
              <a:ext uri="{FF2B5EF4-FFF2-40B4-BE49-F238E27FC236}">
                <a16:creationId xmlns:a16="http://schemas.microsoft.com/office/drawing/2014/main" id="{1217697F-AD66-4E9E-1203-E3B6E6D37BDE}"/>
              </a:ext>
            </a:extLst>
          </p:cNvPr>
          <p:cNvGrpSpPr>
            <a:grpSpLocks/>
          </p:cNvGrpSpPr>
          <p:nvPr/>
        </p:nvGrpSpPr>
        <p:grpSpPr bwMode="auto">
          <a:xfrm>
            <a:off x="5202238" y="1954213"/>
            <a:ext cx="1620837" cy="2603500"/>
            <a:chOff x="6077203" y="1953702"/>
            <a:chExt cx="1620896" cy="2603950"/>
          </a:xfrm>
        </p:grpSpPr>
        <p:sp>
          <p:nvSpPr>
            <p:cNvPr id="13" name="Google Shape;258;p10">
              <a:extLst>
                <a:ext uri="{FF2B5EF4-FFF2-40B4-BE49-F238E27FC236}">
                  <a16:creationId xmlns:a16="http://schemas.microsoft.com/office/drawing/2014/main" id="{A6D38DEE-D5CC-DCFC-A329-AAE55A9966A1}"/>
                </a:ext>
              </a:extLst>
            </p:cNvPr>
            <p:cNvSpPr/>
            <p:nvPr/>
          </p:nvSpPr>
          <p:spPr>
            <a:xfrm>
              <a:off x="6351850" y="1953702"/>
              <a:ext cx="873157" cy="924085"/>
            </a:xfrm>
            <a:custGeom>
              <a:avLst/>
              <a:gdLst/>
              <a:ahLst/>
              <a:cxnLst/>
              <a:rect l="0" t="0" r="0" b="0"/>
              <a:pathLst>
                <a:path w="120000" h="120000" extrusionOk="0">
                  <a:moveTo>
                    <a:pt x="118254" y="79161"/>
                  </a:moveTo>
                  <a:cubicBezTo>
                    <a:pt x="116509" y="84525"/>
                    <a:pt x="110398" y="86995"/>
                    <a:pt x="104728" y="84933"/>
                  </a:cubicBezTo>
                  <a:cubicBezTo>
                    <a:pt x="102107" y="84112"/>
                    <a:pt x="99927" y="81636"/>
                    <a:pt x="98617" y="79161"/>
                  </a:cubicBezTo>
                  <a:cubicBezTo>
                    <a:pt x="98182" y="77512"/>
                    <a:pt x="96872" y="76272"/>
                    <a:pt x="95126" y="75444"/>
                  </a:cubicBezTo>
                  <a:cubicBezTo>
                    <a:pt x="93381" y="75037"/>
                    <a:pt x="91201" y="75858"/>
                    <a:pt x="90761" y="77512"/>
                  </a:cubicBezTo>
                  <a:cubicBezTo>
                    <a:pt x="73309" y="120000"/>
                    <a:pt x="73309" y="120000"/>
                    <a:pt x="73309" y="120000"/>
                  </a:cubicBezTo>
                  <a:cubicBezTo>
                    <a:pt x="44070" y="86174"/>
                    <a:pt x="44070" y="86174"/>
                    <a:pt x="44070" y="86174"/>
                  </a:cubicBezTo>
                  <a:cubicBezTo>
                    <a:pt x="44070" y="86174"/>
                    <a:pt x="44070" y="86174"/>
                    <a:pt x="44510" y="86174"/>
                  </a:cubicBezTo>
                  <a:cubicBezTo>
                    <a:pt x="48436" y="86588"/>
                    <a:pt x="52801" y="85760"/>
                    <a:pt x="56292" y="82871"/>
                  </a:cubicBezTo>
                  <a:cubicBezTo>
                    <a:pt x="62838" y="77920"/>
                    <a:pt x="63707" y="68845"/>
                    <a:pt x="58472" y="63072"/>
                  </a:cubicBezTo>
                  <a:cubicBezTo>
                    <a:pt x="53236" y="56886"/>
                    <a:pt x="43635" y="56059"/>
                    <a:pt x="37089" y="61010"/>
                  </a:cubicBezTo>
                  <a:cubicBezTo>
                    <a:pt x="34034" y="63486"/>
                    <a:pt x="31853" y="67196"/>
                    <a:pt x="31853" y="71320"/>
                  </a:cubicBezTo>
                  <a:cubicBezTo>
                    <a:pt x="31853" y="71734"/>
                    <a:pt x="31853" y="71734"/>
                    <a:pt x="31853" y="71734"/>
                  </a:cubicBezTo>
                  <a:cubicBezTo>
                    <a:pt x="0" y="35433"/>
                    <a:pt x="0" y="35433"/>
                    <a:pt x="0" y="35433"/>
                  </a:cubicBezTo>
                  <a:cubicBezTo>
                    <a:pt x="6980" y="26357"/>
                    <a:pt x="15271" y="19344"/>
                    <a:pt x="21382" y="14807"/>
                  </a:cubicBezTo>
                  <a:cubicBezTo>
                    <a:pt x="36654" y="4083"/>
                    <a:pt x="81600" y="-5819"/>
                    <a:pt x="120000" y="4083"/>
                  </a:cubicBezTo>
                  <a:cubicBezTo>
                    <a:pt x="96437" y="63072"/>
                    <a:pt x="96437" y="63072"/>
                    <a:pt x="96437" y="63072"/>
                  </a:cubicBezTo>
                  <a:cubicBezTo>
                    <a:pt x="96437" y="63072"/>
                    <a:pt x="96437" y="63072"/>
                    <a:pt x="96437" y="63072"/>
                  </a:cubicBezTo>
                  <a:cubicBezTo>
                    <a:pt x="95561" y="64721"/>
                    <a:pt x="96437" y="66783"/>
                    <a:pt x="98182" y="67196"/>
                  </a:cubicBezTo>
                  <a:cubicBezTo>
                    <a:pt x="99927" y="68023"/>
                    <a:pt x="102107" y="68023"/>
                    <a:pt x="103852" y="67196"/>
                  </a:cubicBezTo>
                  <a:cubicBezTo>
                    <a:pt x="106032" y="65548"/>
                    <a:pt x="109523" y="65548"/>
                    <a:pt x="112143" y="66369"/>
                  </a:cubicBezTo>
                  <a:cubicBezTo>
                    <a:pt x="117814" y="68437"/>
                    <a:pt x="120434" y="74209"/>
                    <a:pt x="118254" y="79161"/>
                  </a:cubicBezTo>
                  <a:close/>
                </a:path>
              </a:pathLst>
            </a:custGeom>
            <a:solidFill>
              <a:schemeClr val="accent3">
                <a:alpha val="54509"/>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4" name="Google Shape;259;p10">
              <a:extLst>
                <a:ext uri="{FF2B5EF4-FFF2-40B4-BE49-F238E27FC236}">
                  <a16:creationId xmlns:a16="http://schemas.microsoft.com/office/drawing/2014/main" id="{B18B5B8E-7075-B8FD-3D70-6EAD235D4A77}"/>
                </a:ext>
              </a:extLst>
            </p:cNvPr>
            <p:cNvSpPr/>
            <p:nvPr/>
          </p:nvSpPr>
          <p:spPr>
            <a:xfrm>
              <a:off x="6917021" y="1994984"/>
              <a:ext cx="781078" cy="1022527"/>
            </a:xfrm>
            <a:custGeom>
              <a:avLst/>
              <a:gdLst/>
              <a:ahLst/>
              <a:cxnLst/>
              <a:rect l="0" t="0" r="0" b="0"/>
              <a:pathLst>
                <a:path w="120000" h="120000" extrusionOk="0">
                  <a:moveTo>
                    <a:pt x="119916" y="76334"/>
                  </a:moveTo>
                  <a:cubicBezTo>
                    <a:pt x="119429" y="81171"/>
                    <a:pt x="118942" y="86013"/>
                    <a:pt x="117962" y="90107"/>
                  </a:cubicBezTo>
                  <a:cubicBezTo>
                    <a:pt x="71168" y="96067"/>
                    <a:pt x="71168" y="96067"/>
                    <a:pt x="71168" y="96067"/>
                  </a:cubicBezTo>
                  <a:cubicBezTo>
                    <a:pt x="69220" y="96441"/>
                    <a:pt x="67754" y="97926"/>
                    <a:pt x="68246" y="99418"/>
                  </a:cubicBezTo>
                  <a:cubicBezTo>
                    <a:pt x="68246" y="101278"/>
                    <a:pt x="69707" y="102395"/>
                    <a:pt x="71168" y="103512"/>
                  </a:cubicBezTo>
                  <a:cubicBezTo>
                    <a:pt x="74095" y="104629"/>
                    <a:pt x="76043" y="106863"/>
                    <a:pt x="76530" y="109471"/>
                  </a:cubicBezTo>
                  <a:cubicBezTo>
                    <a:pt x="77990" y="114314"/>
                    <a:pt x="73608" y="118782"/>
                    <a:pt x="67267" y="119899"/>
                  </a:cubicBezTo>
                  <a:cubicBezTo>
                    <a:pt x="60931" y="120642"/>
                    <a:pt x="54596" y="117291"/>
                    <a:pt x="53622" y="112448"/>
                  </a:cubicBezTo>
                  <a:cubicBezTo>
                    <a:pt x="53135" y="109845"/>
                    <a:pt x="54109" y="107237"/>
                    <a:pt x="56057" y="105377"/>
                  </a:cubicBezTo>
                  <a:cubicBezTo>
                    <a:pt x="57517" y="103886"/>
                    <a:pt x="58010" y="102395"/>
                    <a:pt x="58010" y="100909"/>
                  </a:cubicBezTo>
                  <a:cubicBezTo>
                    <a:pt x="57517" y="99043"/>
                    <a:pt x="55570" y="98301"/>
                    <a:pt x="53622" y="98301"/>
                  </a:cubicBezTo>
                  <a:cubicBezTo>
                    <a:pt x="53622" y="98301"/>
                    <a:pt x="53622" y="98301"/>
                    <a:pt x="53135" y="98301"/>
                  </a:cubicBezTo>
                  <a:cubicBezTo>
                    <a:pt x="0" y="105003"/>
                    <a:pt x="0" y="105003"/>
                    <a:pt x="0" y="105003"/>
                  </a:cubicBezTo>
                  <a:cubicBezTo>
                    <a:pt x="18525" y="67766"/>
                    <a:pt x="18525" y="67766"/>
                    <a:pt x="18525" y="67766"/>
                  </a:cubicBezTo>
                  <a:cubicBezTo>
                    <a:pt x="18525" y="67766"/>
                    <a:pt x="18525" y="68140"/>
                    <a:pt x="19012" y="68140"/>
                  </a:cubicBezTo>
                  <a:cubicBezTo>
                    <a:pt x="20472" y="71491"/>
                    <a:pt x="23886" y="74100"/>
                    <a:pt x="28761" y="75585"/>
                  </a:cubicBezTo>
                  <a:cubicBezTo>
                    <a:pt x="37531" y="78194"/>
                    <a:pt x="46794" y="74842"/>
                    <a:pt x="50208" y="68140"/>
                  </a:cubicBezTo>
                  <a:cubicBezTo>
                    <a:pt x="53622" y="61438"/>
                    <a:pt x="49234" y="53993"/>
                    <a:pt x="40458" y="51384"/>
                  </a:cubicBezTo>
                  <a:cubicBezTo>
                    <a:pt x="36071" y="50267"/>
                    <a:pt x="30709" y="50641"/>
                    <a:pt x="26808" y="52127"/>
                  </a:cubicBezTo>
                  <a:cubicBezTo>
                    <a:pt x="26321" y="52127"/>
                    <a:pt x="26321" y="52127"/>
                    <a:pt x="26321" y="52501"/>
                  </a:cubicBezTo>
                  <a:cubicBezTo>
                    <a:pt x="52156" y="0"/>
                    <a:pt x="52156" y="0"/>
                    <a:pt x="52156" y="0"/>
                  </a:cubicBezTo>
                  <a:cubicBezTo>
                    <a:pt x="57517" y="1491"/>
                    <a:pt x="62879" y="2976"/>
                    <a:pt x="68246" y="5211"/>
                  </a:cubicBezTo>
                  <a:cubicBezTo>
                    <a:pt x="114067" y="23458"/>
                    <a:pt x="120889" y="48776"/>
                    <a:pt x="119916" y="76334"/>
                  </a:cubicBezTo>
                  <a:close/>
                </a:path>
              </a:pathLst>
            </a:custGeom>
            <a:solidFill>
              <a:schemeClr val="accent3">
                <a:alpha val="40000"/>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5" name="Google Shape;260;p10">
              <a:extLst>
                <a:ext uri="{FF2B5EF4-FFF2-40B4-BE49-F238E27FC236}">
                  <a16:creationId xmlns:a16="http://schemas.microsoft.com/office/drawing/2014/main" id="{94B39E3A-2D56-B2BE-A5C9-4E271E2AA5B0}"/>
                </a:ext>
              </a:extLst>
            </p:cNvPr>
            <p:cNvSpPr/>
            <p:nvPr/>
          </p:nvSpPr>
          <p:spPr>
            <a:xfrm>
              <a:off x="6101016" y="2255379"/>
              <a:ext cx="758853" cy="768483"/>
            </a:xfrm>
            <a:custGeom>
              <a:avLst/>
              <a:gdLst/>
              <a:ahLst/>
              <a:cxnLst/>
              <a:rect l="0" t="0" r="0" b="0"/>
              <a:pathLst>
                <a:path w="120000" h="120000" extrusionOk="0">
                  <a:moveTo>
                    <a:pt x="67277" y="109088"/>
                  </a:moveTo>
                  <a:cubicBezTo>
                    <a:pt x="70794" y="105122"/>
                    <a:pt x="71800" y="100166"/>
                    <a:pt x="71294" y="95205"/>
                  </a:cubicBezTo>
                  <a:cubicBezTo>
                    <a:pt x="69788" y="85783"/>
                    <a:pt x="60755" y="79338"/>
                    <a:pt x="51211" y="81322"/>
                  </a:cubicBezTo>
                  <a:cubicBezTo>
                    <a:pt x="41672" y="82811"/>
                    <a:pt x="35144" y="91238"/>
                    <a:pt x="36650" y="100661"/>
                  </a:cubicBezTo>
                  <a:cubicBezTo>
                    <a:pt x="37655" y="105622"/>
                    <a:pt x="40672" y="110083"/>
                    <a:pt x="44688" y="112561"/>
                  </a:cubicBezTo>
                  <a:cubicBezTo>
                    <a:pt x="45188" y="112561"/>
                    <a:pt x="45188" y="112561"/>
                    <a:pt x="45188" y="112561"/>
                  </a:cubicBezTo>
                  <a:cubicBezTo>
                    <a:pt x="0" y="120000"/>
                    <a:pt x="0" y="120000"/>
                    <a:pt x="0" y="120000"/>
                  </a:cubicBezTo>
                  <a:cubicBezTo>
                    <a:pt x="1505" y="117522"/>
                    <a:pt x="3011" y="114544"/>
                    <a:pt x="5022" y="111572"/>
                  </a:cubicBezTo>
                  <a:cubicBezTo>
                    <a:pt x="7027" y="108594"/>
                    <a:pt x="18077" y="91733"/>
                    <a:pt x="23600" y="83305"/>
                  </a:cubicBezTo>
                  <a:cubicBezTo>
                    <a:pt x="25605" y="80333"/>
                    <a:pt x="26111" y="76861"/>
                    <a:pt x="25105" y="73883"/>
                  </a:cubicBezTo>
                  <a:cubicBezTo>
                    <a:pt x="15566" y="44133"/>
                    <a:pt x="24100" y="18844"/>
                    <a:pt x="36650" y="0"/>
                  </a:cubicBezTo>
                  <a:cubicBezTo>
                    <a:pt x="73305" y="44133"/>
                    <a:pt x="73305" y="44133"/>
                    <a:pt x="73305" y="44133"/>
                  </a:cubicBezTo>
                  <a:cubicBezTo>
                    <a:pt x="74311" y="45622"/>
                    <a:pt x="76822" y="46116"/>
                    <a:pt x="78827" y="44627"/>
                  </a:cubicBezTo>
                  <a:cubicBezTo>
                    <a:pt x="80333" y="43138"/>
                    <a:pt x="81338" y="41155"/>
                    <a:pt x="81338" y="39172"/>
                  </a:cubicBezTo>
                  <a:cubicBezTo>
                    <a:pt x="81838" y="35700"/>
                    <a:pt x="83350" y="32727"/>
                    <a:pt x="85855" y="30250"/>
                  </a:cubicBezTo>
                  <a:cubicBezTo>
                    <a:pt x="90877" y="26283"/>
                    <a:pt x="98411" y="26777"/>
                    <a:pt x="102927" y="31733"/>
                  </a:cubicBezTo>
                  <a:cubicBezTo>
                    <a:pt x="106944" y="37188"/>
                    <a:pt x="106444" y="44627"/>
                    <a:pt x="100922" y="48594"/>
                  </a:cubicBezTo>
                  <a:cubicBezTo>
                    <a:pt x="98411" y="51072"/>
                    <a:pt x="94894" y="51572"/>
                    <a:pt x="91383" y="51072"/>
                  </a:cubicBezTo>
                  <a:cubicBezTo>
                    <a:pt x="89372" y="50577"/>
                    <a:pt x="87366" y="51572"/>
                    <a:pt x="85355" y="52561"/>
                  </a:cubicBezTo>
                  <a:cubicBezTo>
                    <a:pt x="83850" y="54050"/>
                    <a:pt x="83350" y="56527"/>
                    <a:pt x="84855" y="58016"/>
                  </a:cubicBezTo>
                  <a:cubicBezTo>
                    <a:pt x="120000" y="100661"/>
                    <a:pt x="120000" y="100661"/>
                    <a:pt x="120000" y="100661"/>
                  </a:cubicBezTo>
                  <a:cubicBezTo>
                    <a:pt x="67277" y="109088"/>
                    <a:pt x="67277" y="109088"/>
                    <a:pt x="67277" y="109088"/>
                  </a:cubicBezTo>
                  <a:cubicBezTo>
                    <a:pt x="67277" y="109088"/>
                    <a:pt x="67277" y="109088"/>
                    <a:pt x="67277" y="109088"/>
                  </a:cubicBezTo>
                  <a:close/>
                </a:path>
              </a:pathLst>
            </a:custGeom>
            <a:solidFill>
              <a:schemeClr val="accent3">
                <a:alpha val="6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6" name="Google Shape;261;p10">
              <a:extLst>
                <a:ext uri="{FF2B5EF4-FFF2-40B4-BE49-F238E27FC236}">
                  <a16:creationId xmlns:a16="http://schemas.microsoft.com/office/drawing/2014/main" id="{CC1F177E-AA2B-1E42-151A-DB3DB55FF9E2}"/>
                </a:ext>
              </a:extLst>
            </p:cNvPr>
            <p:cNvSpPr/>
            <p:nvPr/>
          </p:nvSpPr>
          <p:spPr>
            <a:xfrm>
              <a:off x="6077203" y="2806336"/>
              <a:ext cx="789016" cy="852635"/>
            </a:xfrm>
            <a:custGeom>
              <a:avLst/>
              <a:gdLst/>
              <a:ahLst/>
              <a:cxnLst/>
              <a:rect l="0" t="0" r="0" b="0"/>
              <a:pathLst>
                <a:path w="120000" h="120000" extrusionOk="0">
                  <a:moveTo>
                    <a:pt x="120000" y="17550"/>
                  </a:moveTo>
                  <a:cubicBezTo>
                    <a:pt x="101638" y="62235"/>
                    <a:pt x="101638" y="62235"/>
                    <a:pt x="101638" y="62235"/>
                  </a:cubicBezTo>
                  <a:cubicBezTo>
                    <a:pt x="101638" y="62235"/>
                    <a:pt x="101638" y="62235"/>
                    <a:pt x="101638" y="62235"/>
                  </a:cubicBezTo>
                  <a:cubicBezTo>
                    <a:pt x="99707" y="57764"/>
                    <a:pt x="96321" y="54641"/>
                    <a:pt x="91975" y="52849"/>
                  </a:cubicBezTo>
                  <a:cubicBezTo>
                    <a:pt x="83277" y="50169"/>
                    <a:pt x="73613" y="54191"/>
                    <a:pt x="70227" y="62235"/>
                  </a:cubicBezTo>
                  <a:cubicBezTo>
                    <a:pt x="66847" y="69830"/>
                    <a:pt x="71193" y="78767"/>
                    <a:pt x="79891" y="81896"/>
                  </a:cubicBezTo>
                  <a:cubicBezTo>
                    <a:pt x="84726" y="83682"/>
                    <a:pt x="89555" y="83238"/>
                    <a:pt x="93906" y="81003"/>
                  </a:cubicBezTo>
                  <a:cubicBezTo>
                    <a:pt x="93906" y="81003"/>
                    <a:pt x="93906" y="81003"/>
                    <a:pt x="94389" y="81003"/>
                  </a:cubicBezTo>
                  <a:cubicBezTo>
                    <a:pt x="79891" y="115852"/>
                    <a:pt x="79891" y="115852"/>
                    <a:pt x="79891" y="115852"/>
                  </a:cubicBezTo>
                  <a:cubicBezTo>
                    <a:pt x="53315" y="122110"/>
                    <a:pt x="37856" y="119431"/>
                    <a:pt x="37856" y="119431"/>
                  </a:cubicBezTo>
                  <a:cubicBezTo>
                    <a:pt x="28187" y="118537"/>
                    <a:pt x="22392" y="108258"/>
                    <a:pt x="23358" y="101556"/>
                  </a:cubicBezTo>
                  <a:cubicBezTo>
                    <a:pt x="24807" y="94405"/>
                    <a:pt x="25290" y="91277"/>
                    <a:pt x="20944" y="88153"/>
                  </a:cubicBezTo>
                  <a:cubicBezTo>
                    <a:pt x="17075" y="85468"/>
                    <a:pt x="17075" y="81896"/>
                    <a:pt x="19007" y="80553"/>
                  </a:cubicBezTo>
                  <a:cubicBezTo>
                    <a:pt x="20944" y="79216"/>
                    <a:pt x="27704" y="76531"/>
                    <a:pt x="27704" y="76531"/>
                  </a:cubicBezTo>
                  <a:cubicBezTo>
                    <a:pt x="27704" y="76531"/>
                    <a:pt x="22875" y="73408"/>
                    <a:pt x="19972" y="72509"/>
                  </a:cubicBezTo>
                  <a:cubicBezTo>
                    <a:pt x="17075" y="71172"/>
                    <a:pt x="15626" y="66701"/>
                    <a:pt x="17075" y="64021"/>
                  </a:cubicBezTo>
                  <a:cubicBezTo>
                    <a:pt x="18524" y="61342"/>
                    <a:pt x="19007" y="54641"/>
                    <a:pt x="19007" y="54641"/>
                  </a:cubicBezTo>
                  <a:cubicBezTo>
                    <a:pt x="19007" y="54641"/>
                    <a:pt x="12729" y="51512"/>
                    <a:pt x="5480" y="47934"/>
                  </a:cubicBezTo>
                  <a:cubicBezTo>
                    <a:pt x="162" y="45703"/>
                    <a:pt x="-1285" y="42125"/>
                    <a:pt x="1128" y="35873"/>
                  </a:cubicBezTo>
                  <a:cubicBezTo>
                    <a:pt x="49452" y="28273"/>
                    <a:pt x="49452" y="28273"/>
                    <a:pt x="49452" y="28273"/>
                  </a:cubicBezTo>
                  <a:cubicBezTo>
                    <a:pt x="51866" y="28273"/>
                    <a:pt x="52832" y="26487"/>
                    <a:pt x="52832" y="24257"/>
                  </a:cubicBezTo>
                  <a:cubicBezTo>
                    <a:pt x="52349" y="22465"/>
                    <a:pt x="51383" y="20678"/>
                    <a:pt x="49452" y="19785"/>
                  </a:cubicBezTo>
                  <a:cubicBezTo>
                    <a:pt x="46554" y="17999"/>
                    <a:pt x="44617" y="15763"/>
                    <a:pt x="44134" y="12191"/>
                  </a:cubicBezTo>
                  <a:cubicBezTo>
                    <a:pt x="43168" y="6382"/>
                    <a:pt x="47520" y="1018"/>
                    <a:pt x="53798" y="125"/>
                  </a:cubicBezTo>
                  <a:cubicBezTo>
                    <a:pt x="60081" y="-767"/>
                    <a:pt x="65881" y="3254"/>
                    <a:pt x="66847" y="9062"/>
                  </a:cubicBezTo>
                  <a:cubicBezTo>
                    <a:pt x="67330" y="12191"/>
                    <a:pt x="66364" y="15319"/>
                    <a:pt x="64433" y="17550"/>
                  </a:cubicBezTo>
                  <a:cubicBezTo>
                    <a:pt x="62978" y="18892"/>
                    <a:pt x="62495" y="21128"/>
                    <a:pt x="62978" y="22914"/>
                  </a:cubicBezTo>
                  <a:cubicBezTo>
                    <a:pt x="62978" y="24700"/>
                    <a:pt x="65398" y="26043"/>
                    <a:pt x="67330" y="25594"/>
                  </a:cubicBezTo>
                  <a:lnTo>
                    <a:pt x="120000" y="17550"/>
                  </a:lnTo>
                  <a:close/>
                </a:path>
              </a:pathLst>
            </a:custGeom>
            <a:solidFill>
              <a:schemeClr val="accent3">
                <a:alpha val="84313"/>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7" name="Google Shape;262;p10">
              <a:extLst>
                <a:ext uri="{FF2B5EF4-FFF2-40B4-BE49-F238E27FC236}">
                  <a16:creationId xmlns:a16="http://schemas.microsoft.com/office/drawing/2014/main" id="{2E941BCF-A69E-CABD-B2AB-3BA1BE4BF440}"/>
                </a:ext>
              </a:extLst>
            </p:cNvPr>
            <p:cNvSpPr/>
            <p:nvPr/>
          </p:nvSpPr>
          <p:spPr>
            <a:xfrm>
              <a:off x="6564583" y="2944473"/>
              <a:ext cx="892207" cy="1000298"/>
            </a:xfrm>
            <a:custGeom>
              <a:avLst/>
              <a:gdLst/>
              <a:ahLst/>
              <a:cxnLst/>
              <a:rect l="0" t="0" r="0" b="0"/>
              <a:pathLst>
                <a:path w="120000" h="120000" extrusionOk="0">
                  <a:moveTo>
                    <a:pt x="120000" y="81905"/>
                  </a:moveTo>
                  <a:cubicBezTo>
                    <a:pt x="120000" y="94477"/>
                    <a:pt x="120000" y="109333"/>
                    <a:pt x="120000" y="109333"/>
                  </a:cubicBezTo>
                  <a:cubicBezTo>
                    <a:pt x="120000" y="109333"/>
                    <a:pt x="102897" y="120000"/>
                    <a:pt x="62698" y="120000"/>
                  </a:cubicBezTo>
                  <a:cubicBezTo>
                    <a:pt x="22505" y="120000"/>
                    <a:pt x="5830" y="109333"/>
                    <a:pt x="5830" y="109333"/>
                  </a:cubicBezTo>
                  <a:cubicBezTo>
                    <a:pt x="5830" y="91811"/>
                    <a:pt x="5830" y="91811"/>
                    <a:pt x="5830" y="91811"/>
                  </a:cubicBezTo>
                  <a:cubicBezTo>
                    <a:pt x="22505" y="52572"/>
                    <a:pt x="22505" y="52572"/>
                    <a:pt x="22505" y="52572"/>
                  </a:cubicBezTo>
                  <a:cubicBezTo>
                    <a:pt x="22932" y="51050"/>
                    <a:pt x="22078" y="49522"/>
                    <a:pt x="20369" y="48761"/>
                  </a:cubicBezTo>
                  <a:cubicBezTo>
                    <a:pt x="18660" y="48383"/>
                    <a:pt x="16945" y="48383"/>
                    <a:pt x="15236" y="49144"/>
                  </a:cubicBezTo>
                  <a:cubicBezTo>
                    <a:pt x="12672" y="50283"/>
                    <a:pt x="9675" y="50666"/>
                    <a:pt x="6684" y="49522"/>
                  </a:cubicBezTo>
                  <a:cubicBezTo>
                    <a:pt x="1551" y="48000"/>
                    <a:pt x="-1439" y="42666"/>
                    <a:pt x="697" y="37716"/>
                  </a:cubicBezTo>
                  <a:cubicBezTo>
                    <a:pt x="2839" y="33144"/>
                    <a:pt x="8393" y="30855"/>
                    <a:pt x="13954" y="32383"/>
                  </a:cubicBezTo>
                  <a:cubicBezTo>
                    <a:pt x="16945" y="33522"/>
                    <a:pt x="19087" y="35427"/>
                    <a:pt x="19941" y="37716"/>
                  </a:cubicBezTo>
                  <a:cubicBezTo>
                    <a:pt x="20369" y="39238"/>
                    <a:pt x="22078" y="40761"/>
                    <a:pt x="23787" y="41144"/>
                  </a:cubicBezTo>
                  <a:cubicBezTo>
                    <a:pt x="25502" y="41905"/>
                    <a:pt x="27211" y="41144"/>
                    <a:pt x="28065" y="39616"/>
                  </a:cubicBezTo>
                  <a:cubicBezTo>
                    <a:pt x="44741" y="0"/>
                    <a:pt x="44741" y="0"/>
                    <a:pt x="44741" y="0"/>
                  </a:cubicBezTo>
                  <a:cubicBezTo>
                    <a:pt x="73819" y="31616"/>
                    <a:pt x="73819" y="31616"/>
                    <a:pt x="73819" y="31616"/>
                  </a:cubicBezTo>
                  <a:cubicBezTo>
                    <a:pt x="73392" y="31616"/>
                    <a:pt x="73392" y="31616"/>
                    <a:pt x="73392" y="31616"/>
                  </a:cubicBezTo>
                  <a:cubicBezTo>
                    <a:pt x="69113" y="30855"/>
                    <a:pt x="64840" y="32000"/>
                    <a:pt x="61416" y="34283"/>
                  </a:cubicBezTo>
                  <a:cubicBezTo>
                    <a:pt x="55001" y="38855"/>
                    <a:pt x="54147" y="47238"/>
                    <a:pt x="59280" y="52950"/>
                  </a:cubicBezTo>
                  <a:cubicBezTo>
                    <a:pt x="64413" y="58666"/>
                    <a:pt x="73819" y="59427"/>
                    <a:pt x="80234" y="54855"/>
                  </a:cubicBezTo>
                  <a:cubicBezTo>
                    <a:pt x="83652" y="52188"/>
                    <a:pt x="85361" y="48761"/>
                    <a:pt x="85788" y="44950"/>
                  </a:cubicBezTo>
                  <a:cubicBezTo>
                    <a:pt x="85788" y="44950"/>
                    <a:pt x="85788" y="44572"/>
                    <a:pt x="85788" y="44572"/>
                  </a:cubicBezTo>
                  <a:lnTo>
                    <a:pt x="120000" y="81905"/>
                  </a:lnTo>
                  <a:close/>
                </a:path>
              </a:pathLst>
            </a:custGeom>
            <a:solidFill>
              <a:schemeClr val="accent3"/>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8" name="Google Shape;263;p10">
              <a:extLst>
                <a:ext uri="{FF2B5EF4-FFF2-40B4-BE49-F238E27FC236}">
                  <a16:creationId xmlns:a16="http://schemas.microsoft.com/office/drawing/2014/main" id="{92CAC1EB-8A30-9BC1-DA07-BD5CAFC87A30}"/>
                </a:ext>
              </a:extLst>
            </p:cNvPr>
            <p:cNvSpPr/>
            <p:nvPr/>
          </p:nvSpPr>
          <p:spPr>
            <a:xfrm>
              <a:off x="6923371" y="2801574"/>
              <a:ext cx="752502" cy="771658"/>
            </a:xfrm>
            <a:custGeom>
              <a:avLst/>
              <a:gdLst/>
              <a:ahLst/>
              <a:cxnLst/>
              <a:rect l="0" t="0" r="0" b="0"/>
              <a:pathLst>
                <a:path w="120000" h="120000" extrusionOk="0">
                  <a:moveTo>
                    <a:pt x="120000" y="0"/>
                  </a:moveTo>
                  <a:cubicBezTo>
                    <a:pt x="114427" y="22716"/>
                    <a:pt x="102783" y="38022"/>
                    <a:pt x="96200" y="49877"/>
                  </a:cubicBezTo>
                  <a:cubicBezTo>
                    <a:pt x="88100" y="65677"/>
                    <a:pt x="85061" y="96294"/>
                    <a:pt x="85061" y="110122"/>
                  </a:cubicBezTo>
                  <a:cubicBezTo>
                    <a:pt x="85061" y="120000"/>
                    <a:pt x="85061" y="120000"/>
                    <a:pt x="85061" y="120000"/>
                  </a:cubicBezTo>
                  <a:cubicBezTo>
                    <a:pt x="47594" y="75555"/>
                    <a:pt x="47594" y="75555"/>
                    <a:pt x="47594" y="75555"/>
                  </a:cubicBezTo>
                  <a:cubicBezTo>
                    <a:pt x="46077" y="73577"/>
                    <a:pt x="43544" y="73577"/>
                    <a:pt x="41516" y="75061"/>
                  </a:cubicBezTo>
                  <a:cubicBezTo>
                    <a:pt x="40000" y="76050"/>
                    <a:pt x="38988" y="78022"/>
                    <a:pt x="38988" y="80494"/>
                  </a:cubicBezTo>
                  <a:cubicBezTo>
                    <a:pt x="38988" y="83455"/>
                    <a:pt x="37466" y="86911"/>
                    <a:pt x="34427" y="89383"/>
                  </a:cubicBezTo>
                  <a:cubicBezTo>
                    <a:pt x="29366" y="93333"/>
                    <a:pt x="21772" y="92344"/>
                    <a:pt x="17216" y="87405"/>
                  </a:cubicBezTo>
                  <a:cubicBezTo>
                    <a:pt x="13166" y="82466"/>
                    <a:pt x="14177" y="75061"/>
                    <a:pt x="19238" y="70616"/>
                  </a:cubicBezTo>
                  <a:cubicBezTo>
                    <a:pt x="21772" y="68644"/>
                    <a:pt x="25316" y="67655"/>
                    <a:pt x="28861" y="68150"/>
                  </a:cubicBezTo>
                  <a:cubicBezTo>
                    <a:pt x="30883" y="68644"/>
                    <a:pt x="33416" y="68150"/>
                    <a:pt x="34938" y="66666"/>
                  </a:cubicBezTo>
                  <a:cubicBezTo>
                    <a:pt x="36455" y="65183"/>
                    <a:pt x="36961" y="62716"/>
                    <a:pt x="35444" y="61233"/>
                  </a:cubicBezTo>
                  <a:cubicBezTo>
                    <a:pt x="0" y="18766"/>
                    <a:pt x="0" y="18766"/>
                    <a:pt x="0" y="18766"/>
                  </a:cubicBezTo>
                  <a:cubicBezTo>
                    <a:pt x="53672" y="10372"/>
                    <a:pt x="53672" y="10372"/>
                    <a:pt x="53672" y="10372"/>
                  </a:cubicBezTo>
                  <a:cubicBezTo>
                    <a:pt x="53166" y="10372"/>
                    <a:pt x="53166" y="10866"/>
                    <a:pt x="53166" y="10866"/>
                  </a:cubicBezTo>
                  <a:cubicBezTo>
                    <a:pt x="50127" y="14816"/>
                    <a:pt x="48605" y="19755"/>
                    <a:pt x="49622" y="24200"/>
                  </a:cubicBezTo>
                  <a:cubicBezTo>
                    <a:pt x="51138" y="33577"/>
                    <a:pt x="60255" y="40000"/>
                    <a:pt x="69366" y="38516"/>
                  </a:cubicBezTo>
                  <a:cubicBezTo>
                    <a:pt x="78988" y="37038"/>
                    <a:pt x="85572" y="28150"/>
                    <a:pt x="84050" y="18766"/>
                  </a:cubicBezTo>
                  <a:cubicBezTo>
                    <a:pt x="83038" y="13827"/>
                    <a:pt x="80000" y="9877"/>
                    <a:pt x="75950" y="7405"/>
                  </a:cubicBezTo>
                  <a:cubicBezTo>
                    <a:pt x="75950" y="6911"/>
                    <a:pt x="75444" y="6911"/>
                    <a:pt x="75444" y="6911"/>
                  </a:cubicBezTo>
                  <a:lnTo>
                    <a:pt x="120000" y="0"/>
                  </a:lnTo>
                  <a:close/>
                </a:path>
              </a:pathLst>
            </a:custGeom>
            <a:solidFill>
              <a:schemeClr val="accent3">
                <a:alpha val="24313"/>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9" name="Google Shape;264;p10">
              <a:extLst>
                <a:ext uri="{FF2B5EF4-FFF2-40B4-BE49-F238E27FC236}">
                  <a16:creationId xmlns:a16="http://schemas.microsoft.com/office/drawing/2014/main" id="{FFC20578-8D99-C6B6-BF03-C927EF6F3024}"/>
                </a:ext>
              </a:extLst>
            </p:cNvPr>
            <p:cNvSpPr/>
            <p:nvPr/>
          </p:nvSpPr>
          <p:spPr>
            <a:xfrm>
              <a:off x="6734452" y="4086083"/>
              <a:ext cx="595334" cy="182595"/>
            </a:xfrm>
            <a:custGeom>
              <a:avLst/>
              <a:gdLst/>
              <a:ahLst/>
              <a:cxnLst/>
              <a:rect l="0" t="0" r="0" b="0"/>
              <a:pathLst>
                <a:path w="120000" h="120000" extrusionOk="0">
                  <a:moveTo>
                    <a:pt x="116134" y="87"/>
                  </a:moveTo>
                  <a:cubicBezTo>
                    <a:pt x="115495" y="87"/>
                    <a:pt x="114851" y="87"/>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18938"/>
                    <a:pt x="2162" y="23127"/>
                  </a:cubicBezTo>
                  <a:cubicBezTo>
                    <a:pt x="46982" y="109003"/>
                    <a:pt x="46982" y="109003"/>
                    <a:pt x="46982" y="109003"/>
                  </a:cubicBezTo>
                  <a:cubicBezTo>
                    <a:pt x="55307" y="123665"/>
                    <a:pt x="64910" y="123665"/>
                    <a:pt x="72597" y="109003"/>
                  </a:cubicBezTo>
                  <a:cubicBezTo>
                    <a:pt x="118055" y="23127"/>
                    <a:pt x="118055" y="23127"/>
                    <a:pt x="118055" y="23127"/>
                  </a:cubicBezTo>
                  <a:cubicBezTo>
                    <a:pt x="119977" y="18938"/>
                    <a:pt x="120616" y="12654"/>
                    <a:pt x="119333" y="6370"/>
                  </a:cubicBezTo>
                  <a:cubicBezTo>
                    <a:pt x="118694" y="2181"/>
                    <a:pt x="117417" y="87"/>
                    <a:pt x="116134" y="87"/>
                  </a:cubicBezTo>
                  <a:close/>
                </a:path>
              </a:pathLst>
            </a:custGeom>
            <a:solidFill>
              <a:schemeClr val="accent3">
                <a:alpha val="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0" name="Google Shape;265;p10">
              <a:extLst>
                <a:ext uri="{FF2B5EF4-FFF2-40B4-BE49-F238E27FC236}">
                  <a16:creationId xmlns:a16="http://schemas.microsoft.com/office/drawing/2014/main" id="{B4186A00-CE56-3F0D-BA65-25ED9BEE82A9}"/>
                </a:ext>
              </a:extLst>
            </p:cNvPr>
            <p:cNvSpPr/>
            <p:nvPr/>
          </p:nvSpPr>
          <p:spPr>
            <a:xfrm>
              <a:off x="6734452" y="4228982"/>
              <a:ext cx="595334" cy="182595"/>
            </a:xfrm>
            <a:custGeom>
              <a:avLst/>
              <a:gdLst/>
              <a:ahLst/>
              <a:cxnLst/>
              <a:rect l="0" t="0" r="0" b="0"/>
              <a:pathLst>
                <a:path w="120000" h="120000" extrusionOk="0">
                  <a:moveTo>
                    <a:pt x="116134" y="87"/>
                  </a:moveTo>
                  <a:cubicBezTo>
                    <a:pt x="115495" y="87"/>
                    <a:pt x="114851" y="2181"/>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21032"/>
                    <a:pt x="2162" y="25221"/>
                  </a:cubicBezTo>
                  <a:cubicBezTo>
                    <a:pt x="46982" y="109003"/>
                    <a:pt x="46982" y="109003"/>
                    <a:pt x="46982" y="109003"/>
                  </a:cubicBezTo>
                  <a:cubicBezTo>
                    <a:pt x="55307" y="123665"/>
                    <a:pt x="64910" y="123665"/>
                    <a:pt x="72597" y="109003"/>
                  </a:cubicBezTo>
                  <a:cubicBezTo>
                    <a:pt x="118055" y="25221"/>
                    <a:pt x="118055" y="25221"/>
                    <a:pt x="118055" y="25221"/>
                  </a:cubicBezTo>
                  <a:cubicBezTo>
                    <a:pt x="119977" y="21032"/>
                    <a:pt x="120616" y="12654"/>
                    <a:pt x="119333" y="6370"/>
                  </a:cubicBezTo>
                  <a:cubicBezTo>
                    <a:pt x="118694" y="2181"/>
                    <a:pt x="117417" y="87"/>
                    <a:pt x="116134" y="87"/>
                  </a:cubicBezTo>
                  <a:close/>
                </a:path>
              </a:pathLst>
            </a:custGeom>
            <a:solidFill>
              <a:schemeClr val="accent3">
                <a:alpha val="4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21" name="Google Shape;266;p10">
              <a:extLst>
                <a:ext uri="{FF2B5EF4-FFF2-40B4-BE49-F238E27FC236}">
                  <a16:creationId xmlns:a16="http://schemas.microsoft.com/office/drawing/2014/main" id="{ED7FBEB6-CAD7-2A95-AC13-7D1EE87CBA6F}"/>
                </a:ext>
              </a:extLst>
            </p:cNvPr>
            <p:cNvSpPr/>
            <p:nvPr/>
          </p:nvSpPr>
          <p:spPr>
            <a:xfrm>
              <a:off x="6734452" y="4375057"/>
              <a:ext cx="595334" cy="182595"/>
            </a:xfrm>
            <a:custGeom>
              <a:avLst/>
              <a:gdLst/>
              <a:ahLst/>
              <a:cxnLst/>
              <a:rect l="0" t="0" r="0" b="0"/>
              <a:pathLst>
                <a:path w="120000" h="120000" extrusionOk="0">
                  <a:moveTo>
                    <a:pt x="116134" y="780"/>
                  </a:moveTo>
                  <a:cubicBezTo>
                    <a:pt x="115495" y="780"/>
                    <a:pt x="114851" y="780"/>
                    <a:pt x="114212" y="780"/>
                  </a:cubicBezTo>
                  <a:cubicBezTo>
                    <a:pt x="68753" y="86160"/>
                    <a:pt x="68753" y="86160"/>
                    <a:pt x="68753" y="86160"/>
                  </a:cubicBezTo>
                  <a:cubicBezTo>
                    <a:pt x="63633" y="96572"/>
                    <a:pt x="56585" y="96572"/>
                    <a:pt x="50825" y="86160"/>
                  </a:cubicBezTo>
                  <a:cubicBezTo>
                    <a:pt x="6005" y="780"/>
                    <a:pt x="6005" y="780"/>
                    <a:pt x="6005" y="780"/>
                  </a:cubicBezTo>
                  <a:cubicBezTo>
                    <a:pt x="4084" y="-1301"/>
                    <a:pt x="1523" y="780"/>
                    <a:pt x="240" y="7028"/>
                  </a:cubicBezTo>
                  <a:cubicBezTo>
                    <a:pt x="-397" y="13275"/>
                    <a:pt x="240" y="19522"/>
                    <a:pt x="2162" y="23687"/>
                  </a:cubicBezTo>
                  <a:cubicBezTo>
                    <a:pt x="46982" y="109067"/>
                    <a:pt x="46982" y="109067"/>
                    <a:pt x="46982" y="109067"/>
                  </a:cubicBezTo>
                  <a:cubicBezTo>
                    <a:pt x="55307" y="123644"/>
                    <a:pt x="64910" y="123644"/>
                    <a:pt x="72597" y="109067"/>
                  </a:cubicBezTo>
                  <a:cubicBezTo>
                    <a:pt x="118055" y="23687"/>
                    <a:pt x="118055" y="23687"/>
                    <a:pt x="118055" y="23687"/>
                  </a:cubicBezTo>
                  <a:cubicBezTo>
                    <a:pt x="119977" y="19522"/>
                    <a:pt x="120616" y="13275"/>
                    <a:pt x="119333" y="7028"/>
                  </a:cubicBezTo>
                  <a:cubicBezTo>
                    <a:pt x="118694" y="2863"/>
                    <a:pt x="117417" y="780"/>
                    <a:pt x="116134" y="780"/>
                  </a:cubicBezTo>
                  <a:close/>
                </a:path>
              </a:pathLst>
            </a:custGeom>
            <a:solidFill>
              <a:schemeClr val="accent3">
                <a:alpha val="9411"/>
              </a:schemeClr>
            </a:solidFill>
            <a:ln>
              <a:noFill/>
            </a:ln>
          </p:spPr>
          <p:txBody>
            <a:bodyPr spcFirstLastPara="1" lIns="45700" tIns="45700" rIns="45700"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sp>
        <p:nvSpPr>
          <p:cNvPr id="22" name="Google Shape;267;p10">
            <a:extLst>
              <a:ext uri="{FF2B5EF4-FFF2-40B4-BE49-F238E27FC236}">
                <a16:creationId xmlns:a16="http://schemas.microsoft.com/office/drawing/2014/main" id="{1B709731-9CC8-5B2E-606D-1406CE3DBD09}"/>
              </a:ext>
            </a:extLst>
          </p:cNvPr>
          <p:cNvSpPr>
            <a:spLocks/>
          </p:cNvSpPr>
          <p:nvPr/>
        </p:nvSpPr>
        <p:spPr bwMode="auto">
          <a:xfrm>
            <a:off x="2181225" y="1481138"/>
            <a:ext cx="279400" cy="279400"/>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23" name="Google Shape;268;p10">
            <a:extLst>
              <a:ext uri="{FF2B5EF4-FFF2-40B4-BE49-F238E27FC236}">
                <a16:creationId xmlns:a16="http://schemas.microsoft.com/office/drawing/2014/main" id="{64021750-4F42-4645-302B-FD6D80CC4A00}"/>
              </a:ext>
            </a:extLst>
          </p:cNvPr>
          <p:cNvSpPr>
            <a:spLocks/>
          </p:cNvSpPr>
          <p:nvPr/>
        </p:nvSpPr>
        <p:spPr bwMode="auto">
          <a:xfrm>
            <a:off x="5951538" y="1471613"/>
            <a:ext cx="279400" cy="279400"/>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2"/>
          </a:solidFill>
          <a:ln w="9525">
            <a:noFill/>
            <a:round/>
            <a:headEnd/>
            <a:tailEnd/>
          </a:ln>
        </p:spPr>
        <p:txBody>
          <a:bodyPr lIns="19025" tIns="19025" rIns="19025" bIns="19025" anchor="ctr"/>
          <a:lstStyle/>
          <a:p>
            <a:pPr>
              <a:defRPr/>
            </a:pPr>
            <a:endParaRPr lang="en-US"/>
          </a:p>
        </p:txBody>
      </p:sp>
      <p:sp>
        <p:nvSpPr>
          <p:cNvPr id="24" name="Google Shape;269;p10">
            <a:extLst>
              <a:ext uri="{FF2B5EF4-FFF2-40B4-BE49-F238E27FC236}">
                <a16:creationId xmlns:a16="http://schemas.microsoft.com/office/drawing/2014/main" id="{04FC41F4-DACD-97F4-19BF-D3E8718A5C04}"/>
              </a:ext>
            </a:extLst>
          </p:cNvPr>
          <p:cNvSpPr>
            <a:spLocks/>
          </p:cNvSpPr>
          <p:nvPr/>
        </p:nvSpPr>
        <p:spPr bwMode="auto">
          <a:xfrm>
            <a:off x="9969500" y="1497013"/>
            <a:ext cx="279400" cy="254000"/>
          </a:xfrm>
          <a:custGeom>
            <a:avLst/>
            <a:gdLst>
              <a:gd name="T0" fmla="*/ 0 w 120000"/>
              <a:gd name="T1" fmla="*/ 0 h 120000"/>
              <a:gd name="T2" fmla="*/ 120000 w 120000"/>
              <a:gd name="T3" fmla="*/ 120000 h 120000"/>
            </a:gdLst>
            <a:ahLst/>
            <a:cxnLst>
              <a:cxn ang="0">
                <a:pos x="95455" y="69000"/>
              </a:cxn>
              <a:cxn ang="0">
                <a:pos x="87272" y="60000"/>
              </a:cxn>
              <a:cxn ang="0">
                <a:pos x="95455" y="51000"/>
              </a:cxn>
              <a:cxn ang="0">
                <a:pos x="103638" y="60000"/>
              </a:cxn>
              <a:cxn ang="0">
                <a:pos x="95455" y="69000"/>
              </a:cxn>
              <a:cxn ang="0">
                <a:pos x="117272" y="57000"/>
              </a:cxn>
              <a:cxn ang="0">
                <a:pos x="108816" y="57000"/>
              </a:cxn>
              <a:cxn ang="0">
                <a:pos x="95455" y="45000"/>
              </a:cxn>
              <a:cxn ang="0">
                <a:pos x="82094" y="57000"/>
              </a:cxn>
              <a:cxn ang="0">
                <a:pos x="2727" y="57000"/>
              </a:cxn>
              <a:cxn ang="0">
                <a:pos x="0" y="60000"/>
              </a:cxn>
              <a:cxn ang="0">
                <a:pos x="2727" y="63000"/>
              </a:cxn>
              <a:cxn ang="0">
                <a:pos x="82094" y="63000"/>
              </a:cxn>
              <a:cxn ang="0">
                <a:pos x="95455" y="75000"/>
              </a:cxn>
              <a:cxn ang="0">
                <a:pos x="108816" y="63000"/>
              </a:cxn>
              <a:cxn ang="0">
                <a:pos x="117272" y="63000"/>
              </a:cxn>
              <a:cxn ang="0">
                <a:pos x="120000" y="60000"/>
              </a:cxn>
              <a:cxn ang="0">
                <a:pos x="117272" y="57000"/>
              </a:cxn>
              <a:cxn ang="0">
                <a:pos x="30000" y="6000"/>
              </a:cxn>
              <a:cxn ang="0">
                <a:pos x="38183" y="15000"/>
              </a:cxn>
              <a:cxn ang="0">
                <a:pos x="30000" y="24000"/>
              </a:cxn>
              <a:cxn ang="0">
                <a:pos x="21816" y="15000"/>
              </a:cxn>
              <a:cxn ang="0">
                <a:pos x="30000" y="6000"/>
              </a:cxn>
              <a:cxn ang="0">
                <a:pos x="2727" y="18000"/>
              </a:cxn>
              <a:cxn ang="0">
                <a:pos x="16638" y="18000"/>
              </a:cxn>
              <a:cxn ang="0">
                <a:pos x="30000" y="30000"/>
              </a:cxn>
              <a:cxn ang="0">
                <a:pos x="43361" y="18000"/>
              </a:cxn>
              <a:cxn ang="0">
                <a:pos x="117272" y="18000"/>
              </a:cxn>
              <a:cxn ang="0">
                <a:pos x="120000" y="15000"/>
              </a:cxn>
              <a:cxn ang="0">
                <a:pos x="117272" y="12000"/>
              </a:cxn>
              <a:cxn ang="0">
                <a:pos x="43361" y="12000"/>
              </a:cxn>
              <a:cxn ang="0">
                <a:pos x="30000" y="0"/>
              </a:cxn>
              <a:cxn ang="0">
                <a:pos x="16638" y="12000"/>
              </a:cxn>
              <a:cxn ang="0">
                <a:pos x="2727" y="12000"/>
              </a:cxn>
              <a:cxn ang="0">
                <a:pos x="0" y="15000"/>
              </a:cxn>
              <a:cxn ang="0">
                <a:pos x="2727" y="18000"/>
              </a:cxn>
              <a:cxn ang="0">
                <a:pos x="51816" y="113994"/>
              </a:cxn>
              <a:cxn ang="0">
                <a:pos x="43638" y="104994"/>
              </a:cxn>
              <a:cxn ang="0">
                <a:pos x="51816" y="95994"/>
              </a:cxn>
              <a:cxn ang="0">
                <a:pos x="60000" y="104994"/>
              </a:cxn>
              <a:cxn ang="0">
                <a:pos x="51816" y="113994"/>
              </a:cxn>
              <a:cxn ang="0">
                <a:pos x="117272" y="101994"/>
              </a:cxn>
              <a:cxn ang="0">
                <a:pos x="65177" y="101994"/>
              </a:cxn>
              <a:cxn ang="0">
                <a:pos x="51816" y="89994"/>
              </a:cxn>
              <a:cxn ang="0">
                <a:pos x="38455" y="101994"/>
              </a:cxn>
              <a:cxn ang="0">
                <a:pos x="2727" y="101994"/>
              </a:cxn>
              <a:cxn ang="0">
                <a:pos x="0" y="104994"/>
              </a:cxn>
              <a:cxn ang="0">
                <a:pos x="2727" y="107994"/>
              </a:cxn>
              <a:cxn ang="0">
                <a:pos x="38455" y="107994"/>
              </a:cxn>
              <a:cxn ang="0">
                <a:pos x="51816" y="120000"/>
              </a:cxn>
              <a:cxn ang="0">
                <a:pos x="65177" y="107994"/>
              </a:cxn>
              <a:cxn ang="0">
                <a:pos x="117272" y="107994"/>
              </a:cxn>
              <a:cxn ang="0">
                <a:pos x="120000" y="104994"/>
              </a:cxn>
              <a:cxn ang="0">
                <a:pos x="117272" y="101994"/>
              </a:cxn>
            </a:cxnLst>
            <a:rect l="T0" t="T1" r="T2" b="T3"/>
            <a:pathLst>
              <a:path w="120000" h="120000" extrusionOk="0">
                <a:moveTo>
                  <a:pt x="95455" y="69000"/>
                </a:moveTo>
                <a:cubicBezTo>
                  <a:pt x="90933" y="69000"/>
                  <a:pt x="87272" y="64966"/>
                  <a:pt x="87272" y="60000"/>
                </a:cubicBezTo>
                <a:cubicBezTo>
                  <a:pt x="87272" y="55033"/>
                  <a:pt x="90933" y="51000"/>
                  <a:pt x="95455" y="51000"/>
                </a:cubicBezTo>
                <a:cubicBezTo>
                  <a:pt x="99972" y="51000"/>
                  <a:pt x="103638" y="55033"/>
                  <a:pt x="103638" y="60000"/>
                </a:cubicBezTo>
                <a:cubicBezTo>
                  <a:pt x="103638" y="64966"/>
                  <a:pt x="99972" y="69000"/>
                  <a:pt x="95455" y="69000"/>
                </a:cubicBezTo>
                <a:moveTo>
                  <a:pt x="117272" y="57000"/>
                </a:moveTo>
                <a:lnTo>
                  <a:pt x="108816" y="57000"/>
                </a:lnTo>
                <a:cubicBezTo>
                  <a:pt x="107555" y="50155"/>
                  <a:pt x="102050" y="45000"/>
                  <a:pt x="95455" y="45000"/>
                </a:cubicBezTo>
                <a:cubicBezTo>
                  <a:pt x="88855" y="45000"/>
                  <a:pt x="83355" y="50155"/>
                  <a:pt x="82094" y="57000"/>
                </a:cubicBezTo>
                <a:lnTo>
                  <a:pt x="2727" y="57000"/>
                </a:lnTo>
                <a:cubicBezTo>
                  <a:pt x="1222" y="57000"/>
                  <a:pt x="0" y="58344"/>
                  <a:pt x="0" y="60000"/>
                </a:cubicBezTo>
                <a:cubicBezTo>
                  <a:pt x="0" y="61655"/>
                  <a:pt x="1222" y="63000"/>
                  <a:pt x="2727" y="63000"/>
                </a:cubicBezTo>
                <a:lnTo>
                  <a:pt x="82094" y="63000"/>
                </a:lnTo>
                <a:cubicBezTo>
                  <a:pt x="83355" y="69844"/>
                  <a:pt x="88855" y="75000"/>
                  <a:pt x="95455" y="75000"/>
                </a:cubicBezTo>
                <a:cubicBezTo>
                  <a:pt x="102050" y="75000"/>
                  <a:pt x="107555" y="69844"/>
                  <a:pt x="108816" y="63000"/>
                </a:cubicBezTo>
                <a:lnTo>
                  <a:pt x="117272" y="63000"/>
                </a:lnTo>
                <a:cubicBezTo>
                  <a:pt x="118777" y="63000"/>
                  <a:pt x="120000" y="61655"/>
                  <a:pt x="120000" y="60000"/>
                </a:cubicBezTo>
                <a:cubicBezTo>
                  <a:pt x="120000" y="58344"/>
                  <a:pt x="118777" y="57000"/>
                  <a:pt x="117272" y="57000"/>
                </a:cubicBezTo>
                <a:moveTo>
                  <a:pt x="30000" y="6000"/>
                </a:moveTo>
                <a:cubicBezTo>
                  <a:pt x="34522" y="6000"/>
                  <a:pt x="38183" y="10033"/>
                  <a:pt x="38183" y="15000"/>
                </a:cubicBezTo>
                <a:cubicBezTo>
                  <a:pt x="38183" y="19972"/>
                  <a:pt x="34522" y="24000"/>
                  <a:pt x="30000" y="24000"/>
                </a:cubicBezTo>
                <a:cubicBezTo>
                  <a:pt x="25477" y="24000"/>
                  <a:pt x="21816" y="19972"/>
                  <a:pt x="21816" y="15000"/>
                </a:cubicBezTo>
                <a:cubicBezTo>
                  <a:pt x="21816" y="10033"/>
                  <a:pt x="25477" y="6000"/>
                  <a:pt x="30000" y="6000"/>
                </a:cubicBezTo>
                <a:moveTo>
                  <a:pt x="2727" y="18000"/>
                </a:moveTo>
                <a:lnTo>
                  <a:pt x="16638" y="18000"/>
                </a:lnTo>
                <a:cubicBezTo>
                  <a:pt x="17900" y="24844"/>
                  <a:pt x="23405" y="30000"/>
                  <a:pt x="30000" y="30000"/>
                </a:cubicBezTo>
                <a:cubicBezTo>
                  <a:pt x="36594" y="30000"/>
                  <a:pt x="42100" y="24844"/>
                  <a:pt x="43361" y="18000"/>
                </a:cubicBezTo>
                <a:lnTo>
                  <a:pt x="117272" y="18000"/>
                </a:lnTo>
                <a:cubicBezTo>
                  <a:pt x="118777" y="18000"/>
                  <a:pt x="120000" y="16661"/>
                  <a:pt x="120000" y="15000"/>
                </a:cubicBezTo>
                <a:cubicBezTo>
                  <a:pt x="120000" y="13344"/>
                  <a:pt x="118777" y="12000"/>
                  <a:pt x="117272" y="12000"/>
                </a:cubicBezTo>
                <a:lnTo>
                  <a:pt x="43361" y="12000"/>
                </a:lnTo>
                <a:cubicBezTo>
                  <a:pt x="42100" y="5155"/>
                  <a:pt x="36594" y="0"/>
                  <a:pt x="30000" y="0"/>
                </a:cubicBezTo>
                <a:cubicBezTo>
                  <a:pt x="23405" y="0"/>
                  <a:pt x="17900" y="5155"/>
                  <a:pt x="16638" y="12000"/>
                </a:cubicBezTo>
                <a:lnTo>
                  <a:pt x="2727" y="12000"/>
                </a:lnTo>
                <a:cubicBezTo>
                  <a:pt x="1222" y="12000"/>
                  <a:pt x="0" y="13344"/>
                  <a:pt x="0" y="15000"/>
                </a:cubicBezTo>
                <a:cubicBezTo>
                  <a:pt x="0" y="16661"/>
                  <a:pt x="1222" y="18000"/>
                  <a:pt x="2727" y="18000"/>
                </a:cubicBezTo>
                <a:moveTo>
                  <a:pt x="51816" y="113994"/>
                </a:moveTo>
                <a:cubicBezTo>
                  <a:pt x="47300" y="113994"/>
                  <a:pt x="43638" y="109966"/>
                  <a:pt x="43638" y="104994"/>
                </a:cubicBezTo>
                <a:cubicBezTo>
                  <a:pt x="43638" y="100027"/>
                  <a:pt x="47300" y="95994"/>
                  <a:pt x="51816" y="95994"/>
                </a:cubicBezTo>
                <a:cubicBezTo>
                  <a:pt x="56338" y="95994"/>
                  <a:pt x="60000" y="100027"/>
                  <a:pt x="60000" y="104994"/>
                </a:cubicBezTo>
                <a:cubicBezTo>
                  <a:pt x="60000" y="109966"/>
                  <a:pt x="56338" y="113994"/>
                  <a:pt x="51816" y="113994"/>
                </a:cubicBezTo>
                <a:moveTo>
                  <a:pt x="117272" y="101994"/>
                </a:moveTo>
                <a:lnTo>
                  <a:pt x="65177" y="101994"/>
                </a:lnTo>
                <a:cubicBezTo>
                  <a:pt x="63916" y="95150"/>
                  <a:pt x="58416" y="89994"/>
                  <a:pt x="51816" y="89994"/>
                </a:cubicBezTo>
                <a:cubicBezTo>
                  <a:pt x="45222" y="89994"/>
                  <a:pt x="39722" y="95150"/>
                  <a:pt x="38455" y="101994"/>
                </a:cubicBezTo>
                <a:lnTo>
                  <a:pt x="2727" y="101994"/>
                </a:lnTo>
                <a:cubicBezTo>
                  <a:pt x="1222" y="101994"/>
                  <a:pt x="0" y="103338"/>
                  <a:pt x="0" y="104994"/>
                </a:cubicBezTo>
                <a:cubicBezTo>
                  <a:pt x="0" y="106655"/>
                  <a:pt x="1222" y="107994"/>
                  <a:pt x="2727" y="107994"/>
                </a:cubicBezTo>
                <a:lnTo>
                  <a:pt x="38455" y="107994"/>
                </a:lnTo>
                <a:cubicBezTo>
                  <a:pt x="39722" y="114844"/>
                  <a:pt x="45222" y="120000"/>
                  <a:pt x="51816" y="120000"/>
                </a:cubicBezTo>
                <a:cubicBezTo>
                  <a:pt x="58416" y="120000"/>
                  <a:pt x="63916" y="114844"/>
                  <a:pt x="65177" y="107994"/>
                </a:cubicBezTo>
                <a:lnTo>
                  <a:pt x="117272" y="107994"/>
                </a:lnTo>
                <a:cubicBezTo>
                  <a:pt x="118777" y="107994"/>
                  <a:pt x="120000" y="106655"/>
                  <a:pt x="120000" y="104994"/>
                </a:cubicBezTo>
                <a:cubicBezTo>
                  <a:pt x="120000" y="103338"/>
                  <a:pt x="118777" y="101994"/>
                  <a:pt x="117272" y="101994"/>
                </a:cubicBezTo>
              </a:path>
            </a:pathLst>
          </a:custGeom>
          <a:solidFill>
            <a:schemeClr val="bg2"/>
          </a:solidFill>
          <a:ln w="9525">
            <a:noFill/>
            <a:round/>
            <a:headEnd/>
            <a:tailEnd/>
          </a:ln>
        </p:spPr>
        <p:txBody>
          <a:bodyPr lIns="19025" tIns="19025" rIns="19025" bIns="19025" anchor="ctr"/>
          <a:lstStyle/>
          <a:p>
            <a:pPr>
              <a:defRPr/>
            </a:pPr>
            <a:endParaRPr lang="en-US"/>
          </a:p>
        </p:txBody>
      </p:sp>
      <p:grpSp>
        <p:nvGrpSpPr>
          <p:cNvPr id="25" name="Google Shape;272;p10">
            <a:extLst>
              <a:ext uri="{FF2B5EF4-FFF2-40B4-BE49-F238E27FC236}">
                <a16:creationId xmlns:a16="http://schemas.microsoft.com/office/drawing/2014/main" id="{8FEE54E0-8EB4-7933-E939-A6057B01EB9D}"/>
              </a:ext>
            </a:extLst>
          </p:cNvPr>
          <p:cNvGrpSpPr>
            <a:grpSpLocks/>
          </p:cNvGrpSpPr>
          <p:nvPr/>
        </p:nvGrpSpPr>
        <p:grpSpPr bwMode="auto">
          <a:xfrm>
            <a:off x="9228138" y="1954213"/>
            <a:ext cx="1620837" cy="2603500"/>
            <a:chOff x="2011515" y="1953702"/>
            <a:chExt cx="1620994" cy="2603950"/>
          </a:xfrm>
        </p:grpSpPr>
        <p:sp>
          <p:nvSpPr>
            <p:cNvPr id="26" name="Google Shape;273;p10">
              <a:extLst>
                <a:ext uri="{FF2B5EF4-FFF2-40B4-BE49-F238E27FC236}">
                  <a16:creationId xmlns:a16="http://schemas.microsoft.com/office/drawing/2014/main" id="{3A5864E4-DD04-B7C6-F521-92577E375486}"/>
                </a:ext>
              </a:extLst>
            </p:cNvPr>
            <p:cNvSpPr>
              <a:spLocks/>
            </p:cNvSpPr>
            <p:nvPr/>
          </p:nvSpPr>
          <p:spPr bwMode="auto">
            <a:xfrm>
              <a:off x="2286179" y="1953702"/>
              <a:ext cx="870034" cy="924085"/>
            </a:xfrm>
            <a:custGeom>
              <a:avLst/>
              <a:gdLst>
                <a:gd name="T0" fmla="*/ 0 w 120000"/>
                <a:gd name="T1" fmla="*/ 0 h 120000"/>
                <a:gd name="T2" fmla="*/ 120000 w 120000"/>
                <a:gd name="T3" fmla="*/ 120000 h 120000"/>
              </a:gdLst>
              <a:ahLst/>
              <a:cxnLst>
                <a:cxn ang="0">
                  <a:pos x="118690" y="79161"/>
                </a:cxn>
                <a:cxn ang="0">
                  <a:pos x="105114" y="84933"/>
                </a:cxn>
                <a:cxn ang="0">
                  <a:pos x="98980" y="79161"/>
                </a:cxn>
                <a:cxn ang="0">
                  <a:pos x="95040" y="75444"/>
                </a:cxn>
                <a:cxn ang="0">
                  <a:pos x="90658" y="77512"/>
                </a:cxn>
                <a:cxn ang="0">
                  <a:pos x="73579" y="120000"/>
                </a:cxn>
                <a:cxn ang="0">
                  <a:pos x="43796" y="86174"/>
                </a:cxn>
                <a:cxn ang="0">
                  <a:pos x="44232" y="86174"/>
                </a:cxn>
                <a:cxn ang="0">
                  <a:pos x="56499" y="82871"/>
                </a:cxn>
                <a:cxn ang="0">
                  <a:pos x="58687" y="63072"/>
                </a:cxn>
                <a:cxn ang="0">
                  <a:pos x="37226" y="61010"/>
                </a:cxn>
                <a:cxn ang="0">
                  <a:pos x="31971" y="71320"/>
                </a:cxn>
                <a:cxn ang="0">
                  <a:pos x="31534" y="71734"/>
                </a:cxn>
                <a:cxn ang="0">
                  <a:pos x="0" y="35433"/>
                </a:cxn>
                <a:cxn ang="0">
                  <a:pos x="21461" y="14807"/>
                </a:cxn>
                <a:cxn ang="0">
                  <a:pos x="119999" y="4083"/>
                </a:cxn>
                <a:cxn ang="0">
                  <a:pos x="96350" y="63072"/>
                </a:cxn>
                <a:cxn ang="0">
                  <a:pos x="96350" y="63072"/>
                </a:cxn>
                <a:cxn ang="0">
                  <a:pos x="98544" y="67196"/>
                </a:cxn>
                <a:cxn ang="0">
                  <a:pos x="103798" y="67196"/>
                </a:cxn>
                <a:cxn ang="0">
                  <a:pos x="112557" y="66369"/>
                </a:cxn>
                <a:cxn ang="0">
                  <a:pos x="118690" y="79161"/>
                </a:cxn>
              </a:cxnLst>
              <a:rect l="T0" t="T1" r="T2" b="T3"/>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w="9525">
              <a:noFill/>
              <a:round/>
              <a:headEnd/>
              <a:tailEnd/>
            </a:ln>
          </p:spPr>
          <p:txBody>
            <a:bodyPr lIns="45700" tIns="45700" rIns="45700" bIns="45700"/>
            <a:lstStyle/>
            <a:p>
              <a:pPr>
                <a:defRPr/>
              </a:pPr>
              <a:endParaRPr lang="en-US"/>
            </a:p>
          </p:txBody>
        </p:sp>
        <p:sp>
          <p:nvSpPr>
            <p:cNvPr id="27" name="Google Shape;274;p10">
              <a:extLst>
                <a:ext uri="{FF2B5EF4-FFF2-40B4-BE49-F238E27FC236}">
                  <a16:creationId xmlns:a16="http://schemas.microsoft.com/office/drawing/2014/main" id="{3F252766-8E34-CCB1-6F81-35DAB60F972D}"/>
                </a:ext>
              </a:extLst>
            </p:cNvPr>
            <p:cNvSpPr>
              <a:spLocks/>
            </p:cNvSpPr>
            <p:nvPr/>
          </p:nvSpPr>
          <p:spPr bwMode="auto">
            <a:xfrm>
              <a:off x="2851383" y="1994984"/>
              <a:ext cx="781126" cy="1022527"/>
            </a:xfrm>
            <a:custGeom>
              <a:avLst/>
              <a:gdLst>
                <a:gd name="T0" fmla="*/ 0 w 120000"/>
                <a:gd name="T1" fmla="*/ 0 h 120000"/>
                <a:gd name="T2" fmla="*/ 120000 w 120000"/>
                <a:gd name="T3" fmla="*/ 120000 h 120000"/>
              </a:gdLst>
              <a:ahLst/>
              <a:cxnLst>
                <a:cxn ang="0">
                  <a:pos x="119916" y="76334"/>
                </a:cxn>
                <a:cxn ang="0">
                  <a:pos x="117475" y="90107"/>
                </a:cxn>
                <a:cxn ang="0">
                  <a:pos x="71168" y="96067"/>
                </a:cxn>
                <a:cxn ang="0">
                  <a:pos x="67754" y="99418"/>
                </a:cxn>
                <a:cxn ang="0">
                  <a:pos x="71168" y="103512"/>
                </a:cxn>
                <a:cxn ang="0">
                  <a:pos x="76530" y="109471"/>
                </a:cxn>
                <a:cxn ang="0">
                  <a:pos x="66780" y="119899"/>
                </a:cxn>
                <a:cxn ang="0">
                  <a:pos x="53622" y="112448"/>
                </a:cxn>
                <a:cxn ang="0">
                  <a:pos x="56057" y="105377"/>
                </a:cxn>
                <a:cxn ang="0">
                  <a:pos x="57517" y="100909"/>
                </a:cxn>
                <a:cxn ang="0">
                  <a:pos x="53135" y="98301"/>
                </a:cxn>
                <a:cxn ang="0">
                  <a:pos x="53135" y="98301"/>
                </a:cxn>
                <a:cxn ang="0">
                  <a:pos x="0" y="105003"/>
                </a:cxn>
                <a:cxn ang="0">
                  <a:pos x="18525" y="67766"/>
                </a:cxn>
                <a:cxn ang="0">
                  <a:pos x="18525" y="68140"/>
                </a:cxn>
                <a:cxn ang="0">
                  <a:pos x="28274" y="75585"/>
                </a:cxn>
                <a:cxn ang="0">
                  <a:pos x="50208" y="68140"/>
                </a:cxn>
                <a:cxn ang="0">
                  <a:pos x="40458" y="51384"/>
                </a:cxn>
                <a:cxn ang="0">
                  <a:pos x="26321" y="52127"/>
                </a:cxn>
                <a:cxn ang="0">
                  <a:pos x="26321" y="52501"/>
                </a:cxn>
                <a:cxn ang="0">
                  <a:pos x="52156" y="0"/>
                </a:cxn>
                <a:cxn ang="0">
                  <a:pos x="67754" y="5211"/>
                </a:cxn>
                <a:cxn ang="0">
                  <a:pos x="119916" y="76334"/>
                </a:cxn>
              </a:cxnLst>
              <a:rect l="T0" t="T1" r="T2" b="T3"/>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39999"/>
              </a:schemeClr>
            </a:solidFill>
            <a:ln w="9525">
              <a:noFill/>
              <a:round/>
              <a:headEnd/>
              <a:tailEnd/>
            </a:ln>
          </p:spPr>
          <p:txBody>
            <a:bodyPr lIns="45700" tIns="45700" rIns="45700" bIns="45700"/>
            <a:lstStyle/>
            <a:p>
              <a:pPr>
                <a:defRPr/>
              </a:pPr>
              <a:endParaRPr lang="en-US"/>
            </a:p>
          </p:txBody>
        </p:sp>
        <p:sp>
          <p:nvSpPr>
            <p:cNvPr id="28" name="Google Shape;275;p10">
              <a:extLst>
                <a:ext uri="{FF2B5EF4-FFF2-40B4-BE49-F238E27FC236}">
                  <a16:creationId xmlns:a16="http://schemas.microsoft.com/office/drawing/2014/main" id="{8357E367-725E-94C9-3F56-0AC09D4F28E6}"/>
                </a:ext>
              </a:extLst>
            </p:cNvPr>
            <p:cNvSpPr>
              <a:spLocks/>
            </p:cNvSpPr>
            <p:nvPr/>
          </p:nvSpPr>
          <p:spPr bwMode="auto">
            <a:xfrm>
              <a:off x="2035329" y="2255379"/>
              <a:ext cx="758899" cy="768483"/>
            </a:xfrm>
            <a:custGeom>
              <a:avLst/>
              <a:gdLst>
                <a:gd name="T0" fmla="*/ 0 w 120000"/>
                <a:gd name="T1" fmla="*/ 0 h 120000"/>
                <a:gd name="T2" fmla="*/ 120000 w 120000"/>
                <a:gd name="T3" fmla="*/ 120000 h 120000"/>
              </a:gdLst>
              <a:ahLst/>
              <a:cxnLst>
                <a:cxn ang="0">
                  <a:pos x="67277" y="109088"/>
                </a:cxn>
                <a:cxn ang="0">
                  <a:pos x="70794" y="95205"/>
                </a:cxn>
                <a:cxn ang="0">
                  <a:pos x="51211" y="81322"/>
                </a:cxn>
                <a:cxn ang="0">
                  <a:pos x="36650" y="100661"/>
                </a:cxn>
                <a:cxn ang="0">
                  <a:pos x="44688" y="112561"/>
                </a:cxn>
                <a:cxn ang="0">
                  <a:pos x="45188" y="112561"/>
                </a:cxn>
                <a:cxn ang="0">
                  <a:pos x="0" y="120000"/>
                </a:cxn>
                <a:cxn ang="0">
                  <a:pos x="5022" y="111572"/>
                </a:cxn>
                <a:cxn ang="0">
                  <a:pos x="23600" y="83305"/>
                </a:cxn>
                <a:cxn ang="0">
                  <a:pos x="25105" y="73883"/>
                </a:cxn>
                <a:cxn ang="0">
                  <a:pos x="36650" y="0"/>
                </a:cxn>
                <a:cxn ang="0">
                  <a:pos x="72805" y="44133"/>
                </a:cxn>
                <a:cxn ang="0">
                  <a:pos x="78827" y="44627"/>
                </a:cxn>
                <a:cxn ang="0">
                  <a:pos x="81338" y="39172"/>
                </a:cxn>
                <a:cxn ang="0">
                  <a:pos x="85855" y="30250"/>
                </a:cxn>
                <a:cxn ang="0">
                  <a:pos x="102927" y="31733"/>
                </a:cxn>
                <a:cxn ang="0">
                  <a:pos x="100922" y="48594"/>
                </a:cxn>
                <a:cxn ang="0">
                  <a:pos x="91383" y="51072"/>
                </a:cxn>
                <a:cxn ang="0">
                  <a:pos x="85355" y="52561"/>
                </a:cxn>
                <a:cxn ang="0">
                  <a:pos x="84855" y="58016"/>
                </a:cxn>
                <a:cxn ang="0">
                  <a:pos x="120000" y="100661"/>
                </a:cxn>
                <a:cxn ang="0">
                  <a:pos x="66777" y="109088"/>
                </a:cxn>
                <a:cxn ang="0">
                  <a:pos x="67277" y="109088"/>
                </a:cxn>
              </a:cxnLst>
              <a:rect l="T0" t="T1" r="T2" b="T3"/>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w="9525">
              <a:noFill/>
              <a:round/>
              <a:headEnd/>
              <a:tailEnd/>
            </a:ln>
          </p:spPr>
          <p:txBody>
            <a:bodyPr lIns="45700" tIns="45700" rIns="45700" bIns="45700"/>
            <a:lstStyle/>
            <a:p>
              <a:pPr>
                <a:defRPr/>
              </a:pPr>
              <a:endParaRPr lang="en-US"/>
            </a:p>
          </p:txBody>
        </p:sp>
        <p:sp>
          <p:nvSpPr>
            <p:cNvPr id="29" name="Google Shape;276;p10">
              <a:extLst>
                <a:ext uri="{FF2B5EF4-FFF2-40B4-BE49-F238E27FC236}">
                  <a16:creationId xmlns:a16="http://schemas.microsoft.com/office/drawing/2014/main" id="{6283DDB3-A532-A13B-0278-3A5129944D56}"/>
                </a:ext>
              </a:extLst>
            </p:cNvPr>
            <p:cNvSpPr>
              <a:spLocks/>
            </p:cNvSpPr>
            <p:nvPr/>
          </p:nvSpPr>
          <p:spPr bwMode="auto">
            <a:xfrm>
              <a:off x="2011515" y="2806336"/>
              <a:ext cx="789063" cy="852635"/>
            </a:xfrm>
            <a:custGeom>
              <a:avLst/>
              <a:gdLst>
                <a:gd name="T0" fmla="*/ 0 w 120000"/>
                <a:gd name="T1" fmla="*/ 0 h 120000"/>
                <a:gd name="T2" fmla="*/ 120000 w 120000"/>
                <a:gd name="T3" fmla="*/ 120000 h 120000"/>
              </a:gdLst>
              <a:ahLst/>
              <a:cxnLst>
                <a:cxn ang="0">
                  <a:pos x="120000" y="17550"/>
                </a:cxn>
                <a:cxn ang="0">
                  <a:pos x="101641" y="62235"/>
                </a:cxn>
                <a:cxn ang="0">
                  <a:pos x="101158" y="62235"/>
                </a:cxn>
                <a:cxn ang="0">
                  <a:pos x="91496" y="52849"/>
                </a:cxn>
                <a:cxn ang="0">
                  <a:pos x="70234" y="62235"/>
                </a:cxn>
                <a:cxn ang="0">
                  <a:pos x="79897" y="81896"/>
                </a:cxn>
                <a:cxn ang="0">
                  <a:pos x="93427" y="81003"/>
                </a:cxn>
                <a:cxn ang="0">
                  <a:pos x="93910" y="81003"/>
                </a:cxn>
                <a:cxn ang="0">
                  <a:pos x="79897" y="115852"/>
                </a:cxn>
                <a:cxn ang="0">
                  <a:pos x="37868" y="119431"/>
                </a:cxn>
                <a:cxn ang="0">
                  <a:pos x="23372" y="101556"/>
                </a:cxn>
                <a:cxn ang="0">
                  <a:pos x="20958" y="88153"/>
                </a:cxn>
                <a:cxn ang="0">
                  <a:pos x="19021" y="80553"/>
                </a:cxn>
                <a:cxn ang="0">
                  <a:pos x="27717" y="76531"/>
                </a:cxn>
                <a:cxn ang="0">
                  <a:pos x="19986" y="72509"/>
                </a:cxn>
                <a:cxn ang="0">
                  <a:pos x="17089" y="64021"/>
                </a:cxn>
                <a:cxn ang="0">
                  <a:pos x="19021" y="54641"/>
                </a:cxn>
                <a:cxn ang="0">
                  <a:pos x="5013" y="47934"/>
                </a:cxn>
                <a:cxn ang="0">
                  <a:pos x="1145" y="35873"/>
                </a:cxn>
                <a:cxn ang="0">
                  <a:pos x="49461" y="28273"/>
                </a:cxn>
                <a:cxn ang="0">
                  <a:pos x="52841" y="24257"/>
                </a:cxn>
                <a:cxn ang="0">
                  <a:pos x="49461" y="19785"/>
                </a:cxn>
                <a:cxn ang="0">
                  <a:pos x="44145" y="12191"/>
                </a:cxn>
                <a:cxn ang="0">
                  <a:pos x="53324" y="125"/>
                </a:cxn>
                <a:cxn ang="0">
                  <a:pos x="66855" y="9062"/>
                </a:cxn>
                <a:cxn ang="0">
                  <a:pos x="64440" y="17550"/>
                </a:cxn>
                <a:cxn ang="0">
                  <a:pos x="62503" y="22914"/>
                </a:cxn>
                <a:cxn ang="0">
                  <a:pos x="67337" y="25594"/>
                </a:cxn>
                <a:cxn ang="0">
                  <a:pos x="120000" y="17550"/>
                </a:cxn>
              </a:cxnLst>
              <a:rect l="T0" t="T1" r="T2" b="T3"/>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2"/>
              </a:schemeClr>
            </a:solidFill>
            <a:ln w="9525">
              <a:noFill/>
              <a:round/>
              <a:headEnd/>
              <a:tailEnd/>
            </a:ln>
          </p:spPr>
          <p:txBody>
            <a:bodyPr lIns="45700" tIns="45700" rIns="45700" bIns="45700"/>
            <a:lstStyle/>
            <a:p>
              <a:pPr>
                <a:defRPr/>
              </a:pPr>
              <a:endParaRPr lang="en-US"/>
            </a:p>
          </p:txBody>
        </p:sp>
        <p:sp>
          <p:nvSpPr>
            <p:cNvPr id="30" name="Google Shape;277;p10">
              <a:extLst>
                <a:ext uri="{FF2B5EF4-FFF2-40B4-BE49-F238E27FC236}">
                  <a16:creationId xmlns:a16="http://schemas.microsoft.com/office/drawing/2014/main" id="{EE0A913C-0C5B-9535-8757-F8173CD99991}"/>
                </a:ext>
              </a:extLst>
            </p:cNvPr>
            <p:cNvSpPr>
              <a:spLocks/>
            </p:cNvSpPr>
            <p:nvPr/>
          </p:nvSpPr>
          <p:spPr bwMode="auto">
            <a:xfrm>
              <a:off x="2498924" y="2944473"/>
              <a:ext cx="889086" cy="1000298"/>
            </a:xfrm>
            <a:custGeom>
              <a:avLst/>
              <a:gdLst>
                <a:gd name="T0" fmla="*/ 0 w 120000"/>
                <a:gd name="T1" fmla="*/ 0 h 120000"/>
                <a:gd name="T2" fmla="*/ 120000 w 120000"/>
                <a:gd name="T3" fmla="*/ 120000 h 120000"/>
              </a:gdLst>
              <a:ahLst/>
              <a:cxnLst>
                <a:cxn ang="0">
                  <a:pos x="120000" y="81905"/>
                </a:cxn>
                <a:cxn ang="0">
                  <a:pos x="120000" y="109333"/>
                </a:cxn>
                <a:cxn ang="0">
                  <a:pos x="62950" y="120000"/>
                </a:cxn>
                <a:cxn ang="0">
                  <a:pos x="5901" y="109333"/>
                </a:cxn>
                <a:cxn ang="0">
                  <a:pos x="5901" y="91811"/>
                </a:cxn>
                <a:cxn ang="0">
                  <a:pos x="22199" y="52572"/>
                </a:cxn>
                <a:cxn ang="0">
                  <a:pos x="20485" y="48761"/>
                </a:cxn>
                <a:cxn ang="0">
                  <a:pos x="14904" y="49144"/>
                </a:cxn>
                <a:cxn ang="0">
                  <a:pos x="6755" y="49522"/>
                </a:cxn>
                <a:cxn ang="0">
                  <a:pos x="753" y="37716"/>
                </a:cxn>
                <a:cxn ang="0">
                  <a:pos x="14050" y="32383"/>
                </a:cxn>
                <a:cxn ang="0">
                  <a:pos x="20052" y="37716"/>
                </a:cxn>
                <a:cxn ang="0">
                  <a:pos x="23486" y="41144"/>
                </a:cxn>
                <a:cxn ang="0">
                  <a:pos x="28201" y="39616"/>
                </a:cxn>
                <a:cxn ang="0">
                  <a:pos x="44932" y="0"/>
                </a:cxn>
                <a:cxn ang="0">
                  <a:pos x="73673" y="31616"/>
                </a:cxn>
                <a:cxn ang="0">
                  <a:pos x="73246" y="31616"/>
                </a:cxn>
                <a:cxn ang="0">
                  <a:pos x="61663" y="34283"/>
                </a:cxn>
                <a:cxn ang="0">
                  <a:pos x="59516" y="52950"/>
                </a:cxn>
                <a:cxn ang="0">
                  <a:pos x="80535" y="54855"/>
                </a:cxn>
                <a:cxn ang="0">
                  <a:pos x="85683" y="44950"/>
                </a:cxn>
                <a:cxn ang="0">
                  <a:pos x="85683" y="44572"/>
                </a:cxn>
                <a:cxn ang="0">
                  <a:pos x="120000" y="81905"/>
                </a:cxn>
              </a:cxnLst>
              <a:rect l="T0" t="T1" r="T2" b="T3"/>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w="9525">
              <a:noFill/>
              <a:round/>
              <a:headEnd/>
              <a:tailEnd/>
            </a:ln>
          </p:spPr>
          <p:txBody>
            <a:bodyPr lIns="45700" tIns="45700" rIns="45700" bIns="45700"/>
            <a:lstStyle/>
            <a:p>
              <a:pPr>
                <a:defRPr/>
              </a:pPr>
              <a:endParaRPr lang="en-US"/>
            </a:p>
          </p:txBody>
        </p:sp>
        <p:sp>
          <p:nvSpPr>
            <p:cNvPr id="31" name="Google Shape;278;p10">
              <a:extLst>
                <a:ext uri="{FF2B5EF4-FFF2-40B4-BE49-F238E27FC236}">
                  <a16:creationId xmlns:a16="http://schemas.microsoft.com/office/drawing/2014/main" id="{E9BA041E-B427-0241-52F1-8AAB5A2414CE}"/>
                </a:ext>
              </a:extLst>
            </p:cNvPr>
            <p:cNvSpPr>
              <a:spLocks/>
            </p:cNvSpPr>
            <p:nvPr/>
          </p:nvSpPr>
          <p:spPr bwMode="auto">
            <a:xfrm>
              <a:off x="2857734" y="2801574"/>
              <a:ext cx="752548" cy="771658"/>
            </a:xfrm>
            <a:custGeom>
              <a:avLst/>
              <a:gdLst>
                <a:gd name="T0" fmla="*/ 0 w 120000"/>
                <a:gd name="T1" fmla="*/ 0 h 120000"/>
                <a:gd name="T2" fmla="*/ 120000 w 120000"/>
                <a:gd name="T3" fmla="*/ 120000 h 120000"/>
              </a:gdLst>
              <a:ahLst/>
              <a:cxnLst>
                <a:cxn ang="0">
                  <a:pos x="120000" y="0"/>
                </a:cxn>
                <a:cxn ang="0">
                  <a:pos x="96200" y="49877"/>
                </a:cxn>
                <a:cxn ang="0">
                  <a:pos x="84555" y="110122"/>
                </a:cxn>
                <a:cxn ang="0">
                  <a:pos x="84555" y="120000"/>
                </a:cxn>
                <a:cxn ang="0">
                  <a:pos x="47088" y="75555"/>
                </a:cxn>
                <a:cxn ang="0">
                  <a:pos x="41516" y="75061"/>
                </a:cxn>
                <a:cxn ang="0">
                  <a:pos x="38988" y="80494"/>
                </a:cxn>
                <a:cxn ang="0">
                  <a:pos x="34427" y="89383"/>
                </a:cxn>
                <a:cxn ang="0">
                  <a:pos x="17216" y="87405"/>
                </a:cxn>
                <a:cxn ang="0">
                  <a:pos x="19238" y="70616"/>
                </a:cxn>
                <a:cxn ang="0">
                  <a:pos x="28861" y="68150"/>
                </a:cxn>
                <a:cxn ang="0">
                  <a:pos x="34938" y="66666"/>
                </a:cxn>
                <a:cxn ang="0">
                  <a:pos x="35444" y="61233"/>
                </a:cxn>
                <a:cxn ang="0">
                  <a:pos x="0" y="18766"/>
                </a:cxn>
                <a:cxn ang="0">
                  <a:pos x="53166" y="10372"/>
                </a:cxn>
                <a:cxn ang="0">
                  <a:pos x="53166" y="10866"/>
                </a:cxn>
                <a:cxn ang="0">
                  <a:pos x="49116" y="24200"/>
                </a:cxn>
                <a:cxn ang="0">
                  <a:pos x="69366" y="38516"/>
                </a:cxn>
                <a:cxn ang="0">
                  <a:pos x="84050" y="18766"/>
                </a:cxn>
                <a:cxn ang="0">
                  <a:pos x="75950" y="7405"/>
                </a:cxn>
                <a:cxn ang="0">
                  <a:pos x="75444" y="6911"/>
                </a:cxn>
                <a:cxn ang="0">
                  <a:pos x="120000" y="0"/>
                </a:cxn>
              </a:cxnLst>
              <a:rect l="T0" t="T1" r="T2" b="T3"/>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w="9525">
              <a:noFill/>
              <a:round/>
              <a:headEnd/>
              <a:tailEnd/>
            </a:ln>
          </p:spPr>
          <p:txBody>
            <a:bodyPr lIns="45700" tIns="45700" rIns="45700" bIns="45700"/>
            <a:lstStyle/>
            <a:p>
              <a:pPr>
                <a:defRPr/>
              </a:pPr>
              <a:endParaRPr lang="en-US"/>
            </a:p>
          </p:txBody>
        </p:sp>
        <p:sp>
          <p:nvSpPr>
            <p:cNvPr id="32" name="Google Shape;279;p10">
              <a:extLst>
                <a:ext uri="{FF2B5EF4-FFF2-40B4-BE49-F238E27FC236}">
                  <a16:creationId xmlns:a16="http://schemas.microsoft.com/office/drawing/2014/main" id="{77FC9FCF-6659-56FD-AB82-B77113F18D97}"/>
                </a:ext>
              </a:extLst>
            </p:cNvPr>
            <p:cNvSpPr>
              <a:spLocks/>
            </p:cNvSpPr>
            <p:nvPr/>
          </p:nvSpPr>
          <p:spPr bwMode="auto">
            <a:xfrm>
              <a:off x="2668804" y="4086083"/>
              <a:ext cx="595370" cy="182595"/>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3127"/>
                </a:cxn>
                <a:cxn ang="0">
                  <a:pos x="46989" y="109003"/>
                </a:cxn>
                <a:cxn ang="0">
                  <a:pos x="72601" y="109003"/>
                </a:cxn>
                <a:cxn ang="0">
                  <a:pos x="118056" y="23127"/>
                </a:cxn>
                <a:cxn ang="0">
                  <a:pos x="119333" y="6370"/>
                </a:cxn>
                <a:cxn ang="0">
                  <a:pos x="116134" y="87"/>
                </a:cxn>
              </a:cxnLst>
              <a:rect l="T0" t="T1" r="T2" b="T3"/>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sp>
          <p:nvSpPr>
            <p:cNvPr id="33" name="Google Shape;280;p10">
              <a:extLst>
                <a:ext uri="{FF2B5EF4-FFF2-40B4-BE49-F238E27FC236}">
                  <a16:creationId xmlns:a16="http://schemas.microsoft.com/office/drawing/2014/main" id="{5B50D2AD-6360-CC76-6505-0BA2F503FAD5}"/>
                </a:ext>
              </a:extLst>
            </p:cNvPr>
            <p:cNvSpPr>
              <a:spLocks/>
            </p:cNvSpPr>
            <p:nvPr/>
          </p:nvSpPr>
          <p:spPr bwMode="auto">
            <a:xfrm>
              <a:off x="2668804" y="4228982"/>
              <a:ext cx="595370" cy="182595"/>
            </a:xfrm>
            <a:custGeom>
              <a:avLst/>
              <a:gdLst>
                <a:gd name="T0" fmla="*/ 0 w 120000"/>
                <a:gd name="T1" fmla="*/ 0 h 120000"/>
                <a:gd name="T2" fmla="*/ 120000 w 120000"/>
                <a:gd name="T3" fmla="*/ 120000 h 120000"/>
              </a:gdLst>
              <a:ahLst/>
              <a:cxnLst>
                <a:cxn ang="0">
                  <a:pos x="116134" y="87"/>
                </a:cxn>
                <a:cxn ang="0">
                  <a:pos x="114213" y="2181"/>
                </a:cxn>
                <a:cxn ang="0">
                  <a:pos x="68758" y="88058"/>
                </a:cxn>
                <a:cxn ang="0">
                  <a:pos x="50832" y="88058"/>
                </a:cxn>
                <a:cxn ang="0">
                  <a:pos x="5377" y="2181"/>
                </a:cxn>
                <a:cxn ang="0">
                  <a:pos x="252" y="6370"/>
                </a:cxn>
                <a:cxn ang="0">
                  <a:pos x="1534" y="25221"/>
                </a:cxn>
                <a:cxn ang="0">
                  <a:pos x="46989" y="109003"/>
                </a:cxn>
                <a:cxn ang="0">
                  <a:pos x="72601" y="109003"/>
                </a:cxn>
                <a:cxn ang="0">
                  <a:pos x="118056" y="25221"/>
                </a:cxn>
                <a:cxn ang="0">
                  <a:pos x="119333" y="6370"/>
                </a:cxn>
                <a:cxn ang="0">
                  <a:pos x="116134" y="87"/>
                </a:cxn>
              </a:cxnLst>
              <a:rect l="T0" t="T1" r="T2" b="T3"/>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w="9525">
              <a:noFill/>
              <a:round/>
              <a:headEnd/>
              <a:tailEnd/>
            </a:ln>
          </p:spPr>
          <p:txBody>
            <a:bodyPr lIns="45700" tIns="45700" rIns="45700" bIns="45700"/>
            <a:lstStyle/>
            <a:p>
              <a:pPr>
                <a:defRPr/>
              </a:pPr>
              <a:endParaRPr lang="en-US"/>
            </a:p>
          </p:txBody>
        </p:sp>
        <p:sp>
          <p:nvSpPr>
            <p:cNvPr id="34" name="Google Shape;281;p10">
              <a:extLst>
                <a:ext uri="{FF2B5EF4-FFF2-40B4-BE49-F238E27FC236}">
                  <a16:creationId xmlns:a16="http://schemas.microsoft.com/office/drawing/2014/main" id="{89D08E47-AA89-8FE8-E785-7B7BABC50092}"/>
                </a:ext>
              </a:extLst>
            </p:cNvPr>
            <p:cNvSpPr>
              <a:spLocks/>
            </p:cNvSpPr>
            <p:nvPr/>
          </p:nvSpPr>
          <p:spPr bwMode="auto">
            <a:xfrm>
              <a:off x="2668804" y="4375057"/>
              <a:ext cx="595370" cy="182595"/>
            </a:xfrm>
            <a:custGeom>
              <a:avLst/>
              <a:gdLst>
                <a:gd name="T0" fmla="*/ 0 w 120000"/>
                <a:gd name="T1" fmla="*/ 0 h 120000"/>
                <a:gd name="T2" fmla="*/ 120000 w 120000"/>
                <a:gd name="T3" fmla="*/ 120000 h 120000"/>
              </a:gdLst>
              <a:ahLst/>
              <a:cxnLst>
                <a:cxn ang="0">
                  <a:pos x="116134" y="780"/>
                </a:cxn>
                <a:cxn ang="0">
                  <a:pos x="114213" y="780"/>
                </a:cxn>
                <a:cxn ang="0">
                  <a:pos x="68758" y="86160"/>
                </a:cxn>
                <a:cxn ang="0">
                  <a:pos x="50832" y="86160"/>
                </a:cxn>
                <a:cxn ang="0">
                  <a:pos x="5377" y="780"/>
                </a:cxn>
                <a:cxn ang="0">
                  <a:pos x="252" y="7028"/>
                </a:cxn>
                <a:cxn ang="0">
                  <a:pos x="1534" y="23687"/>
                </a:cxn>
                <a:cxn ang="0">
                  <a:pos x="46989" y="109067"/>
                </a:cxn>
                <a:cxn ang="0">
                  <a:pos x="72601" y="109067"/>
                </a:cxn>
                <a:cxn ang="0">
                  <a:pos x="118056" y="23687"/>
                </a:cxn>
                <a:cxn ang="0">
                  <a:pos x="119333" y="7028"/>
                </a:cxn>
                <a:cxn ang="0">
                  <a:pos x="116134" y="780"/>
                </a:cxn>
              </a:cxnLst>
              <a:rect l="T0" t="T1" r="T2" b="T3"/>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2"/>
              </a:schemeClr>
            </a:solidFill>
            <a:ln w="9525">
              <a:noFill/>
              <a:round/>
              <a:headEnd/>
              <a:tailEnd/>
            </a:ln>
          </p:spPr>
          <p:txBody>
            <a:bodyPr lIns="45700" tIns="45700" rIns="45700" bIns="45700"/>
            <a:lstStyle/>
            <a:p>
              <a:pPr>
                <a:defRPr/>
              </a:pPr>
              <a:endParaRPr lang="en-US"/>
            </a:p>
          </p:txBody>
        </p:sp>
      </p:grpSp>
      <p:sp>
        <p:nvSpPr>
          <p:cNvPr id="245" name="Google Shape;245;p10"/>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270" name="Google Shape;270;p10"/>
          <p:cNvSpPr txBox="1">
            <a:spLocks noGrp="1"/>
          </p:cNvSpPr>
          <p:nvPr>
            <p:ph type="body" idx="2"/>
          </p:nvPr>
        </p:nvSpPr>
        <p:spPr>
          <a:xfrm>
            <a:off x="442709" y="5129363"/>
            <a:ext cx="3658029"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71" name="Google Shape;271;p10"/>
          <p:cNvSpPr txBox="1">
            <a:spLocks noGrp="1"/>
          </p:cNvSpPr>
          <p:nvPr>
            <p:ph type="body" idx="3"/>
          </p:nvPr>
        </p:nvSpPr>
        <p:spPr>
          <a:xfrm>
            <a:off x="443342" y="4670026"/>
            <a:ext cx="3644936" cy="372727"/>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82" name="Google Shape;282;p10"/>
          <p:cNvSpPr txBox="1">
            <a:spLocks noGrp="1"/>
          </p:cNvSpPr>
          <p:nvPr>
            <p:ph type="body" idx="4"/>
          </p:nvPr>
        </p:nvSpPr>
        <p:spPr>
          <a:xfrm>
            <a:off x="4364610" y="5129363"/>
            <a:ext cx="3726654"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83" name="Google Shape;283;p10"/>
          <p:cNvSpPr txBox="1">
            <a:spLocks noGrp="1"/>
          </p:cNvSpPr>
          <p:nvPr>
            <p:ph type="body" idx="5"/>
          </p:nvPr>
        </p:nvSpPr>
        <p:spPr>
          <a:xfrm>
            <a:off x="4376387" y="4670026"/>
            <a:ext cx="3713315" cy="372727"/>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84" name="Google Shape;284;p10"/>
          <p:cNvSpPr txBox="1">
            <a:spLocks noGrp="1"/>
          </p:cNvSpPr>
          <p:nvPr>
            <p:ph type="body" idx="6"/>
          </p:nvPr>
        </p:nvSpPr>
        <p:spPr>
          <a:xfrm>
            <a:off x="8267578" y="5129363"/>
            <a:ext cx="3610195"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285" name="Google Shape;285;p10"/>
          <p:cNvSpPr txBox="1">
            <a:spLocks noGrp="1"/>
          </p:cNvSpPr>
          <p:nvPr>
            <p:ph type="body" idx="7"/>
          </p:nvPr>
        </p:nvSpPr>
        <p:spPr>
          <a:xfrm>
            <a:off x="8277634" y="4670026"/>
            <a:ext cx="3597273" cy="372727"/>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1702177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matchingName="Squared-Infographic">
  <p:cSld name="Squared-Infographic">
    <p:spTree>
      <p:nvGrpSpPr>
        <p:cNvPr id="1" name="Shape 286"/>
        <p:cNvGrpSpPr/>
        <p:nvPr/>
      </p:nvGrpSpPr>
      <p:grpSpPr>
        <a:xfrm>
          <a:off x="0" y="0"/>
          <a:ext cx="0" cy="0"/>
          <a:chOff x="0" y="0"/>
          <a:chExt cx="0" cy="0"/>
        </a:xfrm>
      </p:grpSpPr>
      <p:grpSp>
        <p:nvGrpSpPr>
          <p:cNvPr id="2" name="Google Shape;289;p11">
            <a:extLst>
              <a:ext uri="{FF2B5EF4-FFF2-40B4-BE49-F238E27FC236}">
                <a16:creationId xmlns:a16="http://schemas.microsoft.com/office/drawing/2014/main" id="{F8BDB649-6A82-28C7-F0BA-B98A50045283}"/>
              </a:ext>
            </a:extLst>
          </p:cNvPr>
          <p:cNvGrpSpPr>
            <a:grpSpLocks/>
          </p:cNvGrpSpPr>
          <p:nvPr/>
        </p:nvGrpSpPr>
        <p:grpSpPr bwMode="auto">
          <a:xfrm>
            <a:off x="38100" y="5026025"/>
            <a:ext cx="12192000" cy="144463"/>
            <a:chOff x="1751419" y="4036682"/>
            <a:chExt cx="9944457" cy="58272"/>
          </a:xfrm>
        </p:grpSpPr>
        <p:sp>
          <p:nvSpPr>
            <p:cNvPr id="3" name="Google Shape;290;p11">
              <a:extLst>
                <a:ext uri="{FF2B5EF4-FFF2-40B4-BE49-F238E27FC236}">
                  <a16:creationId xmlns:a16="http://schemas.microsoft.com/office/drawing/2014/main" id="{3C0AE412-97B0-B784-BC1D-E950F8BF6675}"/>
                </a:ext>
              </a:extLst>
            </p:cNvPr>
            <p:cNvSpPr>
              <a:spLocks noChangeArrowheads="1"/>
            </p:cNvSpPr>
            <p:nvPr/>
          </p:nvSpPr>
          <p:spPr bwMode="auto">
            <a:xfrm>
              <a:off x="3041091" y="4036682"/>
              <a:ext cx="1683307" cy="51228"/>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sp>
          <p:nvSpPr>
            <p:cNvPr id="4" name="Google Shape;291;p11">
              <a:extLst>
                <a:ext uri="{FF2B5EF4-FFF2-40B4-BE49-F238E27FC236}">
                  <a16:creationId xmlns:a16="http://schemas.microsoft.com/office/drawing/2014/main" id="{3010640C-D10F-085C-F303-BC92431C4A43}"/>
                </a:ext>
              </a:extLst>
            </p:cNvPr>
            <p:cNvSpPr/>
            <p:nvPr/>
          </p:nvSpPr>
          <p:spPr>
            <a:xfrm>
              <a:off x="4724397" y="4036682"/>
              <a:ext cx="1715678" cy="51228"/>
            </a:xfrm>
            <a:prstGeom prst="rect">
              <a:avLst/>
            </a:prstGeom>
            <a:solidFill>
              <a:schemeClr val="accent3"/>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5" name="Google Shape;292;p11">
              <a:extLst>
                <a:ext uri="{FF2B5EF4-FFF2-40B4-BE49-F238E27FC236}">
                  <a16:creationId xmlns:a16="http://schemas.microsoft.com/office/drawing/2014/main" id="{D2C3A4A4-4669-0E1E-B431-085F78BAD18E}"/>
                </a:ext>
              </a:extLst>
            </p:cNvPr>
            <p:cNvSpPr/>
            <p:nvPr/>
          </p:nvSpPr>
          <p:spPr>
            <a:xfrm>
              <a:off x="6183695" y="4036682"/>
              <a:ext cx="2211606" cy="51228"/>
            </a:xfrm>
            <a:prstGeom prst="rect">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6" name="Google Shape;293;p11">
              <a:extLst>
                <a:ext uri="{FF2B5EF4-FFF2-40B4-BE49-F238E27FC236}">
                  <a16:creationId xmlns:a16="http://schemas.microsoft.com/office/drawing/2014/main" id="{C41EE1C4-1C94-FE2C-6B8E-DB2F7422F42B}"/>
                </a:ext>
              </a:extLst>
            </p:cNvPr>
            <p:cNvSpPr/>
            <p:nvPr/>
          </p:nvSpPr>
          <p:spPr>
            <a:xfrm>
              <a:off x="8326673" y="4036682"/>
              <a:ext cx="1968174" cy="58272"/>
            </a:xfrm>
            <a:prstGeom prst="rect">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7" name="Google Shape;294;p11">
              <a:extLst>
                <a:ext uri="{FF2B5EF4-FFF2-40B4-BE49-F238E27FC236}">
                  <a16:creationId xmlns:a16="http://schemas.microsoft.com/office/drawing/2014/main" id="{E9C0F700-F0FC-E896-4602-7FAEACDC66D2}"/>
                </a:ext>
              </a:extLst>
            </p:cNvPr>
            <p:cNvSpPr>
              <a:spLocks noChangeArrowheads="1"/>
            </p:cNvSpPr>
            <p:nvPr/>
          </p:nvSpPr>
          <p:spPr bwMode="auto">
            <a:xfrm>
              <a:off x="1751419" y="4036682"/>
              <a:ext cx="1289672" cy="51228"/>
            </a:xfrm>
            <a:prstGeom prst="rect">
              <a:avLst/>
            </a:prstGeom>
            <a:solidFill>
              <a:schemeClr val="accent1"/>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sp>
          <p:nvSpPr>
            <p:cNvPr id="8" name="Google Shape;295;p11">
              <a:extLst>
                <a:ext uri="{FF2B5EF4-FFF2-40B4-BE49-F238E27FC236}">
                  <a16:creationId xmlns:a16="http://schemas.microsoft.com/office/drawing/2014/main" id="{075186D9-F0D2-5EDE-1E82-50DB550553D2}"/>
                </a:ext>
              </a:extLst>
            </p:cNvPr>
            <p:cNvSpPr>
              <a:spLocks noChangeArrowheads="1"/>
            </p:cNvSpPr>
            <p:nvPr/>
          </p:nvSpPr>
          <p:spPr bwMode="auto">
            <a:xfrm>
              <a:off x="10294847" y="4036682"/>
              <a:ext cx="1401029" cy="58272"/>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grpSp>
      <p:grpSp>
        <p:nvGrpSpPr>
          <p:cNvPr id="9" name="Google Shape;296;p11">
            <a:extLst>
              <a:ext uri="{FF2B5EF4-FFF2-40B4-BE49-F238E27FC236}">
                <a16:creationId xmlns:a16="http://schemas.microsoft.com/office/drawing/2014/main" id="{9AB3B20D-ECBD-0C51-36BF-7090D157334C}"/>
              </a:ext>
            </a:extLst>
          </p:cNvPr>
          <p:cNvGrpSpPr>
            <a:grpSpLocks/>
          </p:cNvGrpSpPr>
          <p:nvPr/>
        </p:nvGrpSpPr>
        <p:grpSpPr bwMode="auto">
          <a:xfrm>
            <a:off x="1255713" y="2921000"/>
            <a:ext cx="1304925" cy="2430463"/>
            <a:chOff x="1217471" y="1893408"/>
            <a:chExt cx="1304470" cy="2431269"/>
          </a:xfrm>
        </p:grpSpPr>
        <p:grpSp>
          <p:nvGrpSpPr>
            <p:cNvPr id="10" name="Google Shape;297;p11">
              <a:extLst>
                <a:ext uri="{FF2B5EF4-FFF2-40B4-BE49-F238E27FC236}">
                  <a16:creationId xmlns:a16="http://schemas.microsoft.com/office/drawing/2014/main" id="{00235478-33F6-1944-18EB-914C6B38EA79}"/>
                </a:ext>
              </a:extLst>
            </p:cNvPr>
            <p:cNvGrpSpPr>
              <a:grpSpLocks/>
            </p:cNvGrpSpPr>
            <p:nvPr/>
          </p:nvGrpSpPr>
          <p:grpSpPr bwMode="auto">
            <a:xfrm>
              <a:off x="1217471" y="2766893"/>
              <a:ext cx="1304470" cy="1557784"/>
              <a:chOff x="1217471" y="2766893"/>
              <a:chExt cx="1304470" cy="1557784"/>
            </a:xfrm>
          </p:grpSpPr>
          <p:grpSp>
            <p:nvGrpSpPr>
              <p:cNvPr id="15" name="Google Shape;298;p11">
                <a:extLst>
                  <a:ext uri="{FF2B5EF4-FFF2-40B4-BE49-F238E27FC236}">
                    <a16:creationId xmlns:a16="http://schemas.microsoft.com/office/drawing/2014/main" id="{27E1B95A-85CF-49AF-078A-ABC774BF5F7E}"/>
                  </a:ext>
                </a:extLst>
              </p:cNvPr>
              <p:cNvGrpSpPr>
                <a:grpSpLocks/>
              </p:cNvGrpSpPr>
              <p:nvPr/>
            </p:nvGrpSpPr>
            <p:grpSpPr bwMode="auto">
              <a:xfrm>
                <a:off x="1217471" y="2766893"/>
                <a:ext cx="1304470" cy="1557784"/>
                <a:chOff x="1199541" y="3267114"/>
                <a:chExt cx="1304470" cy="1557784"/>
              </a:xfrm>
            </p:grpSpPr>
            <p:sp>
              <p:nvSpPr>
                <p:cNvPr id="17" name="Google Shape;299;p11">
                  <a:extLst>
                    <a:ext uri="{FF2B5EF4-FFF2-40B4-BE49-F238E27FC236}">
                      <a16:creationId xmlns:a16="http://schemas.microsoft.com/office/drawing/2014/main" id="{1AAC0051-AC52-DA63-6B35-1A22F1CD0497}"/>
                    </a:ext>
                  </a:extLst>
                </p:cNvPr>
                <p:cNvSpPr>
                  <a:spLocks noChangeArrowheads="1"/>
                </p:cNvSpPr>
                <p:nvPr/>
              </p:nvSpPr>
              <p:spPr bwMode="auto">
                <a:xfrm rot="10800000" flipH="1">
                  <a:off x="1199541" y="3267044"/>
                  <a:ext cx="1304470" cy="1019513"/>
                </a:xfrm>
                <a:prstGeom prst="triangle">
                  <a:avLst>
                    <a:gd name="adj" fmla="val 50000"/>
                  </a:avLst>
                </a:prstGeom>
                <a:gradFill rotWithShape="0">
                  <a:gsLst>
                    <a:gs pos="0">
                      <a:schemeClr val="accent1"/>
                    </a:gs>
                    <a:gs pos="100000">
                      <a:srgbClr val="DDD9C3">
                        <a:alpha val="0"/>
                      </a:srgbClr>
                    </a:gs>
                  </a:gsLst>
                  <a:lin ang="5400000"/>
                </a:gra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18" name="Google Shape;300;p11">
                  <a:extLst>
                    <a:ext uri="{FF2B5EF4-FFF2-40B4-BE49-F238E27FC236}">
                      <a16:creationId xmlns:a16="http://schemas.microsoft.com/office/drawing/2014/main" id="{E4515EA5-21C2-76AF-77AB-E8C2F3305989}"/>
                    </a:ext>
                  </a:extLst>
                </p:cNvPr>
                <p:cNvSpPr>
                  <a:spLocks noChangeArrowheads="1"/>
                </p:cNvSpPr>
                <p:nvPr/>
              </p:nvSpPr>
              <p:spPr bwMode="auto">
                <a:xfrm>
                  <a:off x="1540734" y="4238916"/>
                  <a:ext cx="585584" cy="585982"/>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16" name="Google Shape;301;p11">
                <a:extLst>
                  <a:ext uri="{FF2B5EF4-FFF2-40B4-BE49-F238E27FC236}">
                    <a16:creationId xmlns:a16="http://schemas.microsoft.com/office/drawing/2014/main" id="{D7A286BE-0E61-A6B6-4118-E8B4CCBC8DC3}"/>
                  </a:ext>
                </a:extLst>
              </p:cNvPr>
              <p:cNvSpPr>
                <a:spLocks/>
              </p:cNvSpPr>
              <p:nvPr/>
            </p:nvSpPr>
            <p:spPr bwMode="auto">
              <a:xfrm>
                <a:off x="1718946" y="3883206"/>
                <a:ext cx="279303" cy="279493"/>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11" name="Google Shape;302;p11">
              <a:extLst>
                <a:ext uri="{FF2B5EF4-FFF2-40B4-BE49-F238E27FC236}">
                  <a16:creationId xmlns:a16="http://schemas.microsoft.com/office/drawing/2014/main" id="{2A18C58A-E5C3-676F-CC90-DB5DC7548621}"/>
                </a:ext>
              </a:extLst>
            </p:cNvPr>
            <p:cNvGrpSpPr>
              <a:grpSpLocks/>
            </p:cNvGrpSpPr>
            <p:nvPr/>
          </p:nvGrpSpPr>
          <p:grpSpPr bwMode="auto">
            <a:xfrm>
              <a:off x="1289951" y="1893408"/>
              <a:ext cx="1136271" cy="1246506"/>
              <a:chOff x="627304" y="1987183"/>
              <a:chExt cx="1594615" cy="1749317"/>
            </a:xfrm>
          </p:grpSpPr>
          <p:sp>
            <p:nvSpPr>
              <p:cNvPr id="12" name="Google Shape;303;p11">
                <a:extLst>
                  <a:ext uri="{FF2B5EF4-FFF2-40B4-BE49-F238E27FC236}">
                    <a16:creationId xmlns:a16="http://schemas.microsoft.com/office/drawing/2014/main" id="{D1A70C01-29ED-F44E-D6A6-C9096A6670C3}"/>
                  </a:ext>
                </a:extLst>
              </p:cNvPr>
              <p:cNvSpPr>
                <a:spLocks/>
              </p:cNvSpPr>
              <p:nvPr/>
            </p:nvSpPr>
            <p:spPr bwMode="auto">
              <a:xfrm>
                <a:off x="1425329" y="2477475"/>
                <a:ext cx="797296" cy="1259159"/>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13" name="Google Shape;304;p11">
                <a:extLst>
                  <a:ext uri="{FF2B5EF4-FFF2-40B4-BE49-F238E27FC236}">
                    <a16:creationId xmlns:a16="http://schemas.microsoft.com/office/drawing/2014/main" id="{84D2BFA8-7FB7-11D2-EEDB-6A4216477EDE}"/>
                  </a:ext>
                </a:extLst>
              </p:cNvPr>
              <p:cNvSpPr>
                <a:spLocks/>
              </p:cNvSpPr>
              <p:nvPr/>
            </p:nvSpPr>
            <p:spPr bwMode="auto">
              <a:xfrm>
                <a:off x="628034" y="2477475"/>
                <a:ext cx="799522" cy="1259159"/>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14" name="Google Shape;305;p11">
                <a:extLst>
                  <a:ext uri="{FF2B5EF4-FFF2-40B4-BE49-F238E27FC236}">
                    <a16:creationId xmlns:a16="http://schemas.microsoft.com/office/drawing/2014/main" id="{46968663-6C70-446E-46CD-A60EE71FA0C8}"/>
                  </a:ext>
                </a:extLst>
              </p:cNvPr>
              <p:cNvSpPr>
                <a:spLocks/>
              </p:cNvSpPr>
              <p:nvPr/>
            </p:nvSpPr>
            <p:spPr bwMode="auto">
              <a:xfrm>
                <a:off x="628034" y="1987183"/>
                <a:ext cx="1594591" cy="982813"/>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grpSp>
        <p:nvGrpSpPr>
          <p:cNvPr id="19" name="Google Shape;306;p11">
            <a:extLst>
              <a:ext uri="{FF2B5EF4-FFF2-40B4-BE49-F238E27FC236}">
                <a16:creationId xmlns:a16="http://schemas.microsoft.com/office/drawing/2014/main" id="{24C5DE10-3A3A-BDF7-418B-2B9875B09812}"/>
              </a:ext>
            </a:extLst>
          </p:cNvPr>
          <p:cNvGrpSpPr>
            <a:grpSpLocks/>
          </p:cNvGrpSpPr>
          <p:nvPr/>
        </p:nvGrpSpPr>
        <p:grpSpPr bwMode="auto">
          <a:xfrm>
            <a:off x="3286125" y="2921000"/>
            <a:ext cx="1304925" cy="2484438"/>
            <a:chOff x="3326504" y="1893408"/>
            <a:chExt cx="1304470" cy="2483739"/>
          </a:xfrm>
        </p:grpSpPr>
        <p:grpSp>
          <p:nvGrpSpPr>
            <p:cNvPr id="20" name="Google Shape;307;p11">
              <a:extLst>
                <a:ext uri="{FF2B5EF4-FFF2-40B4-BE49-F238E27FC236}">
                  <a16:creationId xmlns:a16="http://schemas.microsoft.com/office/drawing/2014/main" id="{067205FA-D2EA-BECB-44CA-3B47E6B505F3}"/>
                </a:ext>
              </a:extLst>
            </p:cNvPr>
            <p:cNvGrpSpPr>
              <a:grpSpLocks/>
            </p:cNvGrpSpPr>
            <p:nvPr/>
          </p:nvGrpSpPr>
          <p:grpSpPr bwMode="auto">
            <a:xfrm>
              <a:off x="3326504" y="2772528"/>
              <a:ext cx="1304470" cy="1604619"/>
              <a:chOff x="3326504" y="2772528"/>
              <a:chExt cx="1304470" cy="1604619"/>
            </a:xfrm>
          </p:grpSpPr>
          <p:grpSp>
            <p:nvGrpSpPr>
              <p:cNvPr id="25" name="Google Shape;308;p11">
                <a:extLst>
                  <a:ext uri="{FF2B5EF4-FFF2-40B4-BE49-F238E27FC236}">
                    <a16:creationId xmlns:a16="http://schemas.microsoft.com/office/drawing/2014/main" id="{3D6D8F84-E319-4CA3-EAEA-EF9314F21F3A}"/>
                  </a:ext>
                </a:extLst>
              </p:cNvPr>
              <p:cNvGrpSpPr>
                <a:grpSpLocks/>
              </p:cNvGrpSpPr>
              <p:nvPr/>
            </p:nvGrpSpPr>
            <p:grpSpPr bwMode="auto">
              <a:xfrm>
                <a:off x="3326504" y="2772528"/>
                <a:ext cx="1304470" cy="1604619"/>
                <a:chOff x="3269602" y="3277053"/>
                <a:chExt cx="1304470" cy="1593145"/>
              </a:xfrm>
            </p:grpSpPr>
            <p:sp>
              <p:nvSpPr>
                <p:cNvPr id="27" name="Google Shape;309;p11">
                  <a:extLst>
                    <a:ext uri="{FF2B5EF4-FFF2-40B4-BE49-F238E27FC236}">
                      <a16:creationId xmlns:a16="http://schemas.microsoft.com/office/drawing/2014/main" id="{F50BE244-8B4B-F2E9-7429-741CD0F33EFC}"/>
                    </a:ext>
                  </a:extLst>
                </p:cNvPr>
                <p:cNvSpPr>
                  <a:spLocks noChangeArrowheads="1"/>
                </p:cNvSpPr>
                <p:nvPr/>
              </p:nvSpPr>
              <p:spPr bwMode="auto">
                <a:xfrm rot="10800000" flipH="1">
                  <a:off x="3269602" y="3277160"/>
                  <a:ext cx="1304470" cy="1019481"/>
                </a:xfrm>
                <a:prstGeom prst="triangle">
                  <a:avLst>
                    <a:gd name="adj" fmla="val 50000"/>
                  </a:avLst>
                </a:prstGeom>
                <a:gradFill rotWithShape="0">
                  <a:gsLst>
                    <a:gs pos="0">
                      <a:schemeClr val="accent2"/>
                    </a:gs>
                    <a:gs pos="100000">
                      <a:srgbClr val="DDD9C3">
                        <a:alpha val="0"/>
                      </a:srgbClr>
                    </a:gs>
                  </a:gsLst>
                  <a:lin ang="5400000"/>
                </a:gra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28" name="Google Shape;310;p11">
                  <a:extLst>
                    <a:ext uri="{FF2B5EF4-FFF2-40B4-BE49-F238E27FC236}">
                      <a16:creationId xmlns:a16="http://schemas.microsoft.com/office/drawing/2014/main" id="{98BBA969-C635-1A21-7D1F-72F805309EB6}"/>
                    </a:ext>
                  </a:extLst>
                </p:cNvPr>
                <p:cNvSpPr>
                  <a:spLocks noChangeArrowheads="1"/>
                </p:cNvSpPr>
                <p:nvPr/>
              </p:nvSpPr>
              <p:spPr bwMode="auto">
                <a:xfrm>
                  <a:off x="3621904" y="4284036"/>
                  <a:ext cx="585584" cy="586162"/>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26" name="Google Shape;311;p11">
                <a:extLst>
                  <a:ext uri="{FF2B5EF4-FFF2-40B4-BE49-F238E27FC236}">
                    <a16:creationId xmlns:a16="http://schemas.microsoft.com/office/drawing/2014/main" id="{A4E8AE15-B2F5-0A44-C694-8C4F82BF42CF}"/>
                  </a:ext>
                </a:extLst>
              </p:cNvPr>
              <p:cNvSpPr>
                <a:spLocks/>
              </p:cNvSpPr>
              <p:nvPr/>
            </p:nvSpPr>
            <p:spPr bwMode="auto">
              <a:xfrm>
                <a:off x="3839088" y="3923250"/>
                <a:ext cx="279303" cy="279321"/>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21" name="Google Shape;312;p11">
              <a:extLst>
                <a:ext uri="{FF2B5EF4-FFF2-40B4-BE49-F238E27FC236}">
                  <a16:creationId xmlns:a16="http://schemas.microsoft.com/office/drawing/2014/main" id="{90BC61B6-9CFA-789A-836B-ED5D81E627D4}"/>
                </a:ext>
              </a:extLst>
            </p:cNvPr>
            <p:cNvGrpSpPr>
              <a:grpSpLocks/>
            </p:cNvGrpSpPr>
            <p:nvPr/>
          </p:nvGrpSpPr>
          <p:grpSpPr bwMode="auto">
            <a:xfrm>
              <a:off x="3410604" y="1893408"/>
              <a:ext cx="1136271" cy="1246506"/>
              <a:chOff x="627304" y="1987183"/>
              <a:chExt cx="1594615" cy="1749317"/>
            </a:xfrm>
          </p:grpSpPr>
          <p:sp>
            <p:nvSpPr>
              <p:cNvPr id="22" name="Google Shape;313;p11">
                <a:extLst>
                  <a:ext uri="{FF2B5EF4-FFF2-40B4-BE49-F238E27FC236}">
                    <a16:creationId xmlns:a16="http://schemas.microsoft.com/office/drawing/2014/main" id="{06561914-E114-D29B-3420-31135DB4B408}"/>
                  </a:ext>
                </a:extLst>
              </p:cNvPr>
              <p:cNvSpPr>
                <a:spLocks/>
              </p:cNvSpPr>
              <p:nvPr/>
            </p:nvSpPr>
            <p:spPr bwMode="auto">
              <a:xfrm>
                <a:off x="1424612" y="2477174"/>
                <a:ext cx="797296" cy="1258387"/>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23" name="Google Shape;314;p11">
                <a:extLst>
                  <a:ext uri="{FF2B5EF4-FFF2-40B4-BE49-F238E27FC236}">
                    <a16:creationId xmlns:a16="http://schemas.microsoft.com/office/drawing/2014/main" id="{D30EE172-038F-624E-C4BE-1778FDC940D2}"/>
                  </a:ext>
                </a:extLst>
              </p:cNvPr>
              <p:cNvSpPr>
                <a:spLocks/>
              </p:cNvSpPr>
              <p:nvPr/>
            </p:nvSpPr>
            <p:spPr bwMode="auto">
              <a:xfrm>
                <a:off x="627317" y="2477174"/>
                <a:ext cx="799522" cy="1258387"/>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24" name="Google Shape;315;p11">
                <a:extLst>
                  <a:ext uri="{FF2B5EF4-FFF2-40B4-BE49-F238E27FC236}">
                    <a16:creationId xmlns:a16="http://schemas.microsoft.com/office/drawing/2014/main" id="{4F78E999-9DEE-624B-D2E7-88A28B018770}"/>
                  </a:ext>
                </a:extLst>
              </p:cNvPr>
              <p:cNvSpPr>
                <a:spLocks/>
              </p:cNvSpPr>
              <p:nvPr/>
            </p:nvSpPr>
            <p:spPr bwMode="auto">
              <a:xfrm>
                <a:off x="627317" y="1987183"/>
                <a:ext cx="1594591" cy="982210"/>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grpSp>
        <p:nvGrpSpPr>
          <p:cNvPr id="29" name="Google Shape;316;p11">
            <a:extLst>
              <a:ext uri="{FF2B5EF4-FFF2-40B4-BE49-F238E27FC236}">
                <a16:creationId xmlns:a16="http://schemas.microsoft.com/office/drawing/2014/main" id="{020F0527-6CB2-D8DD-67EB-4921E8F686E3}"/>
              </a:ext>
            </a:extLst>
          </p:cNvPr>
          <p:cNvGrpSpPr>
            <a:grpSpLocks/>
          </p:cNvGrpSpPr>
          <p:nvPr/>
        </p:nvGrpSpPr>
        <p:grpSpPr bwMode="auto">
          <a:xfrm>
            <a:off x="5362575" y="2917825"/>
            <a:ext cx="1304925" cy="2425700"/>
            <a:chOff x="5452152" y="1890087"/>
            <a:chExt cx="1304470" cy="2426375"/>
          </a:xfrm>
        </p:grpSpPr>
        <p:grpSp>
          <p:nvGrpSpPr>
            <p:cNvPr id="30" name="Google Shape;317;p11">
              <a:extLst>
                <a:ext uri="{FF2B5EF4-FFF2-40B4-BE49-F238E27FC236}">
                  <a16:creationId xmlns:a16="http://schemas.microsoft.com/office/drawing/2014/main" id="{0D1150FD-6DAC-DE0D-275A-BE12A70015BC}"/>
                </a:ext>
              </a:extLst>
            </p:cNvPr>
            <p:cNvGrpSpPr>
              <a:grpSpLocks/>
            </p:cNvGrpSpPr>
            <p:nvPr/>
          </p:nvGrpSpPr>
          <p:grpSpPr bwMode="auto">
            <a:xfrm>
              <a:off x="5452152" y="2763454"/>
              <a:ext cx="1304470" cy="1553007"/>
              <a:chOff x="5452152" y="2763454"/>
              <a:chExt cx="1304470" cy="1553007"/>
            </a:xfrm>
          </p:grpSpPr>
          <p:grpSp>
            <p:nvGrpSpPr>
              <p:cNvPr id="35" name="Google Shape;318;p11">
                <a:extLst>
                  <a:ext uri="{FF2B5EF4-FFF2-40B4-BE49-F238E27FC236}">
                    <a16:creationId xmlns:a16="http://schemas.microsoft.com/office/drawing/2014/main" id="{3F107E2D-D05E-90F0-E53C-413AE7339128}"/>
                  </a:ext>
                </a:extLst>
              </p:cNvPr>
              <p:cNvGrpSpPr>
                <a:grpSpLocks/>
              </p:cNvGrpSpPr>
              <p:nvPr/>
            </p:nvGrpSpPr>
            <p:grpSpPr bwMode="auto">
              <a:xfrm>
                <a:off x="5452152" y="2763454"/>
                <a:ext cx="1304470" cy="1553007"/>
                <a:chOff x="5960996" y="3266996"/>
                <a:chExt cx="1304470" cy="1559627"/>
              </a:xfrm>
            </p:grpSpPr>
            <p:sp>
              <p:nvSpPr>
                <p:cNvPr id="37" name="Google Shape;319;p11">
                  <a:extLst>
                    <a:ext uri="{FF2B5EF4-FFF2-40B4-BE49-F238E27FC236}">
                      <a16:creationId xmlns:a16="http://schemas.microsoft.com/office/drawing/2014/main" id="{71D6AD06-B123-C88B-EE42-1334C586F223}"/>
                    </a:ext>
                  </a:extLst>
                </p:cNvPr>
                <p:cNvSpPr/>
                <p:nvPr/>
              </p:nvSpPr>
              <p:spPr>
                <a:xfrm rot="10800000" flipH="1">
                  <a:off x="5960996" y="3266997"/>
                  <a:ext cx="1304470" cy="1020615"/>
                </a:xfrm>
                <a:prstGeom prst="triangle">
                  <a:avLst>
                    <a:gd name="adj" fmla="val 50000"/>
                  </a:avLst>
                </a:prstGeom>
                <a:gradFill>
                  <a:gsLst>
                    <a:gs pos="0">
                      <a:schemeClr val="accent3"/>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38" name="Google Shape;320;p11">
                  <a:extLst>
                    <a:ext uri="{FF2B5EF4-FFF2-40B4-BE49-F238E27FC236}">
                      <a16:creationId xmlns:a16="http://schemas.microsoft.com/office/drawing/2014/main" id="{47E3A2DD-B101-82B3-1C02-78C33E4EA750}"/>
                    </a:ext>
                  </a:extLst>
                </p:cNvPr>
                <p:cNvSpPr>
                  <a:spLocks noChangeArrowheads="1"/>
                </p:cNvSpPr>
                <p:nvPr/>
              </p:nvSpPr>
              <p:spPr bwMode="auto">
                <a:xfrm>
                  <a:off x="6313298" y="4241366"/>
                  <a:ext cx="585584" cy="585258"/>
                </a:xfrm>
                <a:prstGeom prst="roundRect">
                  <a:avLst>
                    <a:gd name="adj" fmla="val 16667"/>
                  </a:avLst>
                </a:prstGeom>
                <a:gradFill rotWithShape="0">
                  <a:gsLst>
                    <a:gs pos="0">
                      <a:srgbClr val="6A798A"/>
                    </a:gs>
                    <a:gs pos="50000">
                      <a:srgbClr val="54677D"/>
                    </a:gs>
                    <a:gs pos="100000">
                      <a:srgbClr val="485A6F"/>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36" name="Google Shape;321;p11">
                <a:extLst>
                  <a:ext uri="{FF2B5EF4-FFF2-40B4-BE49-F238E27FC236}">
                    <a16:creationId xmlns:a16="http://schemas.microsoft.com/office/drawing/2014/main" id="{46CA8497-1E2A-FEE4-BA94-11DC8868DDF9}"/>
                  </a:ext>
                </a:extLst>
              </p:cNvPr>
              <p:cNvSpPr>
                <a:spLocks/>
              </p:cNvSpPr>
              <p:nvPr/>
            </p:nvSpPr>
            <p:spPr bwMode="auto">
              <a:xfrm>
                <a:off x="5982192" y="3879779"/>
                <a:ext cx="279303" cy="279478"/>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31" name="Google Shape;322;p11">
              <a:extLst>
                <a:ext uri="{FF2B5EF4-FFF2-40B4-BE49-F238E27FC236}">
                  <a16:creationId xmlns:a16="http://schemas.microsoft.com/office/drawing/2014/main" id="{1937D070-FA01-2128-49EF-A37ED5C4C176}"/>
                </a:ext>
              </a:extLst>
            </p:cNvPr>
            <p:cNvGrpSpPr>
              <a:grpSpLocks/>
            </p:cNvGrpSpPr>
            <p:nvPr/>
          </p:nvGrpSpPr>
          <p:grpSpPr bwMode="auto">
            <a:xfrm>
              <a:off x="5556108" y="1890087"/>
              <a:ext cx="1137036" cy="1246506"/>
              <a:chOff x="627304" y="1987183"/>
              <a:chExt cx="1595688" cy="1749317"/>
            </a:xfrm>
          </p:grpSpPr>
          <p:sp>
            <p:nvSpPr>
              <p:cNvPr id="32" name="Google Shape;323;p11">
                <a:extLst>
                  <a:ext uri="{FF2B5EF4-FFF2-40B4-BE49-F238E27FC236}">
                    <a16:creationId xmlns:a16="http://schemas.microsoft.com/office/drawing/2014/main" id="{78E98F07-95D4-C2B1-29B9-DA575C22F980}"/>
                  </a:ext>
                </a:extLst>
              </p:cNvPr>
              <p:cNvSpPr>
                <a:spLocks/>
              </p:cNvSpPr>
              <p:nvPr/>
            </p:nvSpPr>
            <p:spPr bwMode="auto">
              <a:xfrm>
                <a:off x="1425697" y="2477449"/>
                <a:ext cx="797295" cy="1259092"/>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404E5C"/>
              </a:solidFill>
              <a:ln w="9525">
                <a:noFill/>
                <a:round/>
                <a:headEnd/>
                <a:tailEnd/>
              </a:ln>
            </p:spPr>
            <p:txBody>
              <a:bodyPr lIns="91425" tIns="45700" rIns="91425" bIns="45700"/>
              <a:lstStyle/>
              <a:p>
                <a:pPr>
                  <a:defRPr/>
                </a:pPr>
                <a:endParaRPr lang="en-US"/>
              </a:p>
            </p:txBody>
          </p:sp>
          <p:sp>
            <p:nvSpPr>
              <p:cNvPr id="33" name="Google Shape;324;p11">
                <a:extLst>
                  <a:ext uri="{FF2B5EF4-FFF2-40B4-BE49-F238E27FC236}">
                    <a16:creationId xmlns:a16="http://schemas.microsoft.com/office/drawing/2014/main" id="{1CE783E1-DBBF-E242-8242-79F1856A7ADC}"/>
                  </a:ext>
                </a:extLst>
              </p:cNvPr>
              <p:cNvSpPr>
                <a:spLocks/>
              </p:cNvSpPr>
              <p:nvPr/>
            </p:nvSpPr>
            <p:spPr bwMode="auto">
              <a:xfrm>
                <a:off x="628402" y="2477449"/>
                <a:ext cx="799523" cy="1259092"/>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93A3B5"/>
              </a:solidFill>
              <a:ln w="9525">
                <a:noFill/>
                <a:round/>
                <a:headEnd/>
                <a:tailEnd/>
              </a:ln>
            </p:spPr>
            <p:txBody>
              <a:bodyPr lIns="91425" tIns="45700" rIns="91425" bIns="45700"/>
              <a:lstStyle/>
              <a:p>
                <a:pPr>
                  <a:defRPr/>
                </a:pPr>
                <a:endParaRPr lang="en-US"/>
              </a:p>
            </p:txBody>
          </p:sp>
          <p:sp>
            <p:nvSpPr>
              <p:cNvPr id="34" name="Google Shape;325;p11">
                <a:extLst>
                  <a:ext uri="{FF2B5EF4-FFF2-40B4-BE49-F238E27FC236}">
                    <a16:creationId xmlns:a16="http://schemas.microsoft.com/office/drawing/2014/main" id="{DA256442-E409-FD4E-6090-33D46176151F}"/>
                  </a:ext>
                </a:extLst>
              </p:cNvPr>
              <p:cNvSpPr/>
              <p:nvPr/>
            </p:nvSpPr>
            <p:spPr>
              <a:xfrm>
                <a:off x="628402" y="1987183"/>
                <a:ext cx="1594590" cy="982760"/>
              </a:xfrm>
              <a:custGeom>
                <a:avLst/>
                <a:gdLst/>
                <a:ahLst/>
                <a:cxnLst/>
                <a:rect l="0" t="0" r="0" b="0"/>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grpSp>
      <p:grpSp>
        <p:nvGrpSpPr>
          <p:cNvPr id="39" name="Google Shape;326;p11">
            <a:extLst>
              <a:ext uri="{FF2B5EF4-FFF2-40B4-BE49-F238E27FC236}">
                <a16:creationId xmlns:a16="http://schemas.microsoft.com/office/drawing/2014/main" id="{318F43F1-4DD1-904B-3A3F-55F13671A94D}"/>
              </a:ext>
            </a:extLst>
          </p:cNvPr>
          <p:cNvGrpSpPr>
            <a:grpSpLocks/>
          </p:cNvGrpSpPr>
          <p:nvPr/>
        </p:nvGrpSpPr>
        <p:grpSpPr bwMode="auto">
          <a:xfrm>
            <a:off x="7696200" y="2917825"/>
            <a:ext cx="1303338" cy="2433638"/>
            <a:chOff x="7521759" y="1890087"/>
            <a:chExt cx="1304470" cy="2434590"/>
          </a:xfrm>
        </p:grpSpPr>
        <p:grpSp>
          <p:nvGrpSpPr>
            <p:cNvPr id="40" name="Google Shape;327;p11">
              <a:extLst>
                <a:ext uri="{FF2B5EF4-FFF2-40B4-BE49-F238E27FC236}">
                  <a16:creationId xmlns:a16="http://schemas.microsoft.com/office/drawing/2014/main" id="{80B35611-4B16-9DD7-DD1B-F204C60CF0D8}"/>
                </a:ext>
              </a:extLst>
            </p:cNvPr>
            <p:cNvGrpSpPr>
              <a:grpSpLocks/>
            </p:cNvGrpSpPr>
            <p:nvPr/>
          </p:nvGrpSpPr>
          <p:grpSpPr bwMode="auto">
            <a:xfrm>
              <a:off x="7521759" y="2766730"/>
              <a:ext cx="1304470" cy="1557947"/>
              <a:chOff x="7521759" y="2766730"/>
              <a:chExt cx="1304470" cy="1557947"/>
            </a:xfrm>
          </p:grpSpPr>
          <p:grpSp>
            <p:nvGrpSpPr>
              <p:cNvPr id="45" name="Google Shape;328;p11">
                <a:extLst>
                  <a:ext uri="{FF2B5EF4-FFF2-40B4-BE49-F238E27FC236}">
                    <a16:creationId xmlns:a16="http://schemas.microsoft.com/office/drawing/2014/main" id="{F4201E2E-69A0-0967-5BE0-E301686B4AAD}"/>
                  </a:ext>
                </a:extLst>
              </p:cNvPr>
              <p:cNvGrpSpPr>
                <a:grpSpLocks/>
              </p:cNvGrpSpPr>
              <p:nvPr/>
            </p:nvGrpSpPr>
            <p:grpSpPr bwMode="auto">
              <a:xfrm>
                <a:off x="7521759" y="2766730"/>
                <a:ext cx="1304470" cy="1557947"/>
                <a:chOff x="7980910" y="3266951"/>
                <a:chExt cx="1304470" cy="1557947"/>
              </a:xfrm>
            </p:grpSpPr>
            <p:sp>
              <p:nvSpPr>
                <p:cNvPr id="47" name="Google Shape;329;p11">
                  <a:extLst>
                    <a:ext uri="{FF2B5EF4-FFF2-40B4-BE49-F238E27FC236}">
                      <a16:creationId xmlns:a16="http://schemas.microsoft.com/office/drawing/2014/main" id="{2F74409D-5AF9-459D-AC12-9C7BAF338B5D}"/>
                    </a:ext>
                  </a:extLst>
                </p:cNvPr>
                <p:cNvSpPr/>
                <p:nvPr/>
              </p:nvSpPr>
              <p:spPr>
                <a:xfrm rot="10800000" flipH="1">
                  <a:off x="7980910" y="3266951"/>
                  <a:ext cx="1304470" cy="1019574"/>
                </a:xfrm>
                <a:prstGeom prst="triangle">
                  <a:avLst>
                    <a:gd name="adj" fmla="val 50000"/>
                  </a:avLst>
                </a:prstGeom>
                <a:gradFill>
                  <a:gsLst>
                    <a:gs pos="0">
                      <a:schemeClr val="accent4"/>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48" name="Google Shape;330;p11">
                  <a:extLst>
                    <a:ext uri="{FF2B5EF4-FFF2-40B4-BE49-F238E27FC236}">
                      <a16:creationId xmlns:a16="http://schemas.microsoft.com/office/drawing/2014/main" id="{DB57A5A8-B043-E3A7-3F53-AD307F337A1E}"/>
                    </a:ext>
                  </a:extLst>
                </p:cNvPr>
                <p:cNvSpPr>
                  <a:spLocks noChangeArrowheads="1"/>
                </p:cNvSpPr>
                <p:nvPr/>
              </p:nvSpPr>
              <p:spPr bwMode="auto">
                <a:xfrm>
                  <a:off x="8347942" y="4238881"/>
                  <a:ext cx="586296" cy="586017"/>
                </a:xfrm>
                <a:prstGeom prst="roundRect">
                  <a:avLst>
                    <a:gd name="adj" fmla="val 16667"/>
                  </a:avLst>
                </a:prstGeom>
                <a:gradFill rotWithShape="0">
                  <a:gsLst>
                    <a:gs pos="0">
                      <a:srgbClr val="5E697B"/>
                    </a:gs>
                    <a:gs pos="50000">
                      <a:srgbClr val="42536A"/>
                    </a:gs>
                    <a:gs pos="100000">
                      <a:srgbClr val="38495F"/>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46" name="Google Shape;331;p11">
                <a:extLst>
                  <a:ext uri="{FF2B5EF4-FFF2-40B4-BE49-F238E27FC236}">
                    <a16:creationId xmlns:a16="http://schemas.microsoft.com/office/drawing/2014/main" id="{57889CF2-6835-17EB-5D93-A450080D12E9}"/>
                  </a:ext>
                </a:extLst>
              </p:cNvPr>
              <p:cNvSpPr>
                <a:spLocks/>
              </p:cNvSpPr>
              <p:nvPr/>
            </p:nvSpPr>
            <p:spPr bwMode="auto">
              <a:xfrm>
                <a:off x="8050856" y="3892708"/>
                <a:ext cx="279643" cy="277921"/>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41" name="Google Shape;332;p11">
              <a:extLst>
                <a:ext uri="{FF2B5EF4-FFF2-40B4-BE49-F238E27FC236}">
                  <a16:creationId xmlns:a16="http://schemas.microsoft.com/office/drawing/2014/main" id="{545A91EC-5E19-178E-8211-45784347D339}"/>
                </a:ext>
              </a:extLst>
            </p:cNvPr>
            <p:cNvGrpSpPr>
              <a:grpSpLocks/>
            </p:cNvGrpSpPr>
            <p:nvPr/>
          </p:nvGrpSpPr>
          <p:grpSpPr bwMode="auto">
            <a:xfrm>
              <a:off x="7621859" y="1890087"/>
              <a:ext cx="1136553" cy="1246506"/>
              <a:chOff x="626908" y="1987183"/>
              <a:chExt cx="1595011" cy="1749317"/>
            </a:xfrm>
          </p:grpSpPr>
          <p:sp>
            <p:nvSpPr>
              <p:cNvPr id="42" name="Google Shape;333;p11">
                <a:extLst>
                  <a:ext uri="{FF2B5EF4-FFF2-40B4-BE49-F238E27FC236}">
                    <a16:creationId xmlns:a16="http://schemas.microsoft.com/office/drawing/2014/main" id="{07D8F4F4-7908-00FC-D80C-C9D1ACE14282}"/>
                  </a:ext>
                </a:extLst>
              </p:cNvPr>
              <p:cNvSpPr>
                <a:spLocks/>
              </p:cNvSpPr>
              <p:nvPr/>
            </p:nvSpPr>
            <p:spPr bwMode="auto">
              <a:xfrm>
                <a:off x="1425174" y="2477504"/>
                <a:ext cx="796036" cy="1259234"/>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323F4F"/>
              </a:solidFill>
              <a:ln w="9525">
                <a:noFill/>
                <a:round/>
                <a:headEnd/>
                <a:tailEnd/>
              </a:ln>
            </p:spPr>
            <p:txBody>
              <a:bodyPr lIns="91425" tIns="45700" rIns="91425" bIns="45700"/>
              <a:lstStyle/>
              <a:p>
                <a:pPr>
                  <a:defRPr/>
                </a:pPr>
                <a:endParaRPr lang="en-US"/>
              </a:p>
            </p:txBody>
          </p:sp>
          <p:sp>
            <p:nvSpPr>
              <p:cNvPr id="43" name="Google Shape;334;p11">
                <a:extLst>
                  <a:ext uri="{FF2B5EF4-FFF2-40B4-BE49-F238E27FC236}">
                    <a16:creationId xmlns:a16="http://schemas.microsoft.com/office/drawing/2014/main" id="{16FC9FB5-BA49-AF19-7D04-139C85886B63}"/>
                  </a:ext>
                </a:extLst>
              </p:cNvPr>
              <p:cNvSpPr>
                <a:spLocks/>
              </p:cNvSpPr>
              <p:nvPr/>
            </p:nvSpPr>
            <p:spPr bwMode="auto">
              <a:xfrm>
                <a:off x="626908" y="2477504"/>
                <a:ext cx="800495" cy="1259234"/>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8296B0"/>
              </a:solidFill>
              <a:ln w="9525">
                <a:noFill/>
                <a:round/>
                <a:headEnd/>
                <a:tailEnd/>
              </a:ln>
            </p:spPr>
            <p:txBody>
              <a:bodyPr lIns="91425" tIns="45700" rIns="91425" bIns="45700"/>
              <a:lstStyle/>
              <a:p>
                <a:pPr>
                  <a:defRPr/>
                </a:pPr>
                <a:endParaRPr lang="en-US"/>
              </a:p>
            </p:txBody>
          </p:sp>
          <p:sp>
            <p:nvSpPr>
              <p:cNvPr id="44" name="Google Shape;335;p11">
                <a:extLst>
                  <a:ext uri="{FF2B5EF4-FFF2-40B4-BE49-F238E27FC236}">
                    <a16:creationId xmlns:a16="http://schemas.microsoft.com/office/drawing/2014/main" id="{8639A87D-EA58-29F8-95AE-FF18A86DB966}"/>
                  </a:ext>
                </a:extLst>
              </p:cNvPr>
              <p:cNvSpPr/>
              <p:nvPr/>
            </p:nvSpPr>
            <p:spPr>
              <a:xfrm>
                <a:off x="626908" y="1987183"/>
                <a:ext cx="1594302" cy="982871"/>
              </a:xfrm>
              <a:custGeom>
                <a:avLst/>
                <a:gdLst/>
                <a:ahLst/>
                <a:cxnLst/>
                <a:rect l="0" t="0" r="0" b="0"/>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grpSp>
      <p:grpSp>
        <p:nvGrpSpPr>
          <p:cNvPr id="49" name="Google Shape;336;p11">
            <a:extLst>
              <a:ext uri="{FF2B5EF4-FFF2-40B4-BE49-F238E27FC236}">
                <a16:creationId xmlns:a16="http://schemas.microsoft.com/office/drawing/2014/main" id="{E666F958-3898-F1C1-7E4E-562DF45E2055}"/>
              </a:ext>
            </a:extLst>
          </p:cNvPr>
          <p:cNvGrpSpPr>
            <a:grpSpLocks/>
          </p:cNvGrpSpPr>
          <p:nvPr/>
        </p:nvGrpSpPr>
        <p:grpSpPr bwMode="auto">
          <a:xfrm>
            <a:off x="10039350" y="2881313"/>
            <a:ext cx="1304925" cy="2436812"/>
            <a:chOff x="9646841" y="1888970"/>
            <a:chExt cx="1304470" cy="2435707"/>
          </a:xfrm>
        </p:grpSpPr>
        <p:grpSp>
          <p:nvGrpSpPr>
            <p:cNvPr id="50" name="Google Shape;337;p11">
              <a:extLst>
                <a:ext uri="{FF2B5EF4-FFF2-40B4-BE49-F238E27FC236}">
                  <a16:creationId xmlns:a16="http://schemas.microsoft.com/office/drawing/2014/main" id="{5D5FB527-9B79-9A9A-A3D0-DF5AD7A2F98A}"/>
                </a:ext>
              </a:extLst>
            </p:cNvPr>
            <p:cNvGrpSpPr>
              <a:grpSpLocks/>
            </p:cNvGrpSpPr>
            <p:nvPr/>
          </p:nvGrpSpPr>
          <p:grpSpPr bwMode="auto">
            <a:xfrm>
              <a:off x="9646841" y="2766459"/>
              <a:ext cx="1304470" cy="1558218"/>
              <a:chOff x="9646841" y="2766459"/>
              <a:chExt cx="1304470" cy="1558218"/>
            </a:xfrm>
          </p:grpSpPr>
          <p:grpSp>
            <p:nvGrpSpPr>
              <p:cNvPr id="55" name="Google Shape;338;p11">
                <a:extLst>
                  <a:ext uri="{FF2B5EF4-FFF2-40B4-BE49-F238E27FC236}">
                    <a16:creationId xmlns:a16="http://schemas.microsoft.com/office/drawing/2014/main" id="{F093231E-241C-065C-4601-3340365C697D}"/>
                  </a:ext>
                </a:extLst>
              </p:cNvPr>
              <p:cNvGrpSpPr>
                <a:grpSpLocks/>
              </p:cNvGrpSpPr>
              <p:nvPr/>
            </p:nvGrpSpPr>
            <p:grpSpPr bwMode="auto">
              <a:xfrm>
                <a:off x="9646841" y="2766459"/>
                <a:ext cx="1304470" cy="1558218"/>
                <a:chOff x="9539460" y="3266680"/>
                <a:chExt cx="1304470" cy="1558218"/>
              </a:xfrm>
            </p:grpSpPr>
            <p:sp>
              <p:nvSpPr>
                <p:cNvPr id="57" name="Google Shape;339;p11">
                  <a:extLst>
                    <a:ext uri="{FF2B5EF4-FFF2-40B4-BE49-F238E27FC236}">
                      <a16:creationId xmlns:a16="http://schemas.microsoft.com/office/drawing/2014/main" id="{237A0670-27B2-54D1-495F-8EF64C3FC509}"/>
                    </a:ext>
                  </a:extLst>
                </p:cNvPr>
                <p:cNvSpPr/>
                <p:nvPr/>
              </p:nvSpPr>
              <p:spPr>
                <a:xfrm rot="10800000" flipH="1">
                  <a:off x="9539460" y="3266680"/>
                  <a:ext cx="1304470" cy="1020300"/>
                </a:xfrm>
                <a:prstGeom prst="triangle">
                  <a:avLst>
                    <a:gd name="adj" fmla="val 50000"/>
                  </a:avLst>
                </a:prstGeom>
                <a:gradFill>
                  <a:gsLst>
                    <a:gs pos="0">
                      <a:schemeClr val="accent5"/>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58" name="Google Shape;340;p11">
                  <a:extLst>
                    <a:ext uri="{FF2B5EF4-FFF2-40B4-BE49-F238E27FC236}">
                      <a16:creationId xmlns:a16="http://schemas.microsoft.com/office/drawing/2014/main" id="{9AC033FC-75DC-1593-0B44-8C7BAC9212D4}"/>
                    </a:ext>
                  </a:extLst>
                </p:cNvPr>
                <p:cNvSpPr>
                  <a:spLocks noChangeArrowheads="1"/>
                </p:cNvSpPr>
                <p:nvPr/>
              </p:nvSpPr>
              <p:spPr bwMode="auto">
                <a:xfrm>
                  <a:off x="9904458" y="4239377"/>
                  <a:ext cx="585584" cy="585521"/>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56" name="Google Shape;341;p11">
                <a:extLst>
                  <a:ext uri="{FF2B5EF4-FFF2-40B4-BE49-F238E27FC236}">
                    <a16:creationId xmlns:a16="http://schemas.microsoft.com/office/drawing/2014/main" id="{29EA0A0F-6468-0CF6-A3F1-2219786B5C1E}"/>
                  </a:ext>
                </a:extLst>
              </p:cNvPr>
              <p:cNvSpPr>
                <a:spLocks/>
              </p:cNvSpPr>
              <p:nvPr/>
            </p:nvSpPr>
            <p:spPr bwMode="auto">
              <a:xfrm>
                <a:off x="10159425" y="3878792"/>
                <a:ext cx="279303" cy="279273"/>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51" name="Google Shape;342;p11">
              <a:extLst>
                <a:ext uri="{FF2B5EF4-FFF2-40B4-BE49-F238E27FC236}">
                  <a16:creationId xmlns:a16="http://schemas.microsoft.com/office/drawing/2014/main" id="{ACA84E57-62B9-D356-08B8-73E3F4BE70B5}"/>
                </a:ext>
              </a:extLst>
            </p:cNvPr>
            <p:cNvGrpSpPr>
              <a:grpSpLocks/>
            </p:cNvGrpSpPr>
            <p:nvPr/>
          </p:nvGrpSpPr>
          <p:grpSpPr bwMode="auto">
            <a:xfrm>
              <a:off x="9755990" y="1888970"/>
              <a:ext cx="1136271" cy="1246506"/>
              <a:chOff x="627304" y="1987183"/>
              <a:chExt cx="1594615" cy="1749317"/>
            </a:xfrm>
          </p:grpSpPr>
          <p:sp>
            <p:nvSpPr>
              <p:cNvPr id="52" name="Google Shape;343;p11">
                <a:extLst>
                  <a:ext uri="{FF2B5EF4-FFF2-40B4-BE49-F238E27FC236}">
                    <a16:creationId xmlns:a16="http://schemas.microsoft.com/office/drawing/2014/main" id="{C54D0EA0-AACA-3AB0-1AF7-F47F3FF35E7A}"/>
                  </a:ext>
                </a:extLst>
              </p:cNvPr>
              <p:cNvSpPr>
                <a:spLocks/>
              </p:cNvSpPr>
              <p:nvPr/>
            </p:nvSpPr>
            <p:spPr bwMode="auto">
              <a:xfrm>
                <a:off x="1425092" y="2477090"/>
                <a:ext cx="797296" cy="1260397"/>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53" name="Google Shape;344;p11">
                <a:extLst>
                  <a:ext uri="{FF2B5EF4-FFF2-40B4-BE49-F238E27FC236}">
                    <a16:creationId xmlns:a16="http://schemas.microsoft.com/office/drawing/2014/main" id="{CD5FDCE7-4234-9898-ACCF-B3B9C2A3AAA6}"/>
                  </a:ext>
                </a:extLst>
              </p:cNvPr>
              <p:cNvSpPr>
                <a:spLocks/>
              </p:cNvSpPr>
              <p:nvPr/>
            </p:nvSpPr>
            <p:spPr bwMode="auto">
              <a:xfrm>
                <a:off x="627796" y="2477090"/>
                <a:ext cx="799522" cy="1260397"/>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54" name="Google Shape;345;p11">
                <a:extLst>
                  <a:ext uri="{FF2B5EF4-FFF2-40B4-BE49-F238E27FC236}">
                    <a16:creationId xmlns:a16="http://schemas.microsoft.com/office/drawing/2014/main" id="{923EAA33-2B3C-56C0-3113-D38E53D48ECD}"/>
                  </a:ext>
                </a:extLst>
              </p:cNvPr>
              <p:cNvSpPr>
                <a:spLocks/>
              </p:cNvSpPr>
              <p:nvPr/>
            </p:nvSpPr>
            <p:spPr bwMode="auto">
              <a:xfrm>
                <a:off x="627796" y="1987183"/>
                <a:ext cx="1594591" cy="982040"/>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sp>
        <p:nvSpPr>
          <p:cNvPr id="287" name="Google Shape;287;p11"/>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346" name="Google Shape;346;p11"/>
          <p:cNvSpPr txBox="1">
            <a:spLocks noGrp="1"/>
          </p:cNvSpPr>
          <p:nvPr>
            <p:ph type="body" idx="2"/>
          </p:nvPr>
        </p:nvSpPr>
        <p:spPr>
          <a:xfrm>
            <a:off x="906855" y="5707711"/>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47" name="Google Shape;347;p11"/>
          <p:cNvSpPr txBox="1">
            <a:spLocks noGrp="1"/>
          </p:cNvSpPr>
          <p:nvPr>
            <p:ph type="body" idx="3"/>
          </p:nvPr>
        </p:nvSpPr>
        <p:spPr>
          <a:xfrm>
            <a:off x="3081061" y="5721632"/>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48" name="Google Shape;348;p11"/>
          <p:cNvSpPr txBox="1">
            <a:spLocks noGrp="1"/>
          </p:cNvSpPr>
          <p:nvPr>
            <p:ph type="body" idx="4"/>
          </p:nvPr>
        </p:nvSpPr>
        <p:spPr>
          <a:xfrm>
            <a:off x="5293281" y="5707711"/>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49" name="Google Shape;349;p11"/>
          <p:cNvSpPr txBox="1">
            <a:spLocks noGrp="1"/>
          </p:cNvSpPr>
          <p:nvPr>
            <p:ph type="body" idx="5"/>
          </p:nvPr>
        </p:nvSpPr>
        <p:spPr>
          <a:xfrm>
            <a:off x="7412699" y="5707711"/>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50" name="Google Shape;350;p11"/>
          <p:cNvSpPr txBox="1">
            <a:spLocks noGrp="1"/>
          </p:cNvSpPr>
          <p:nvPr>
            <p:ph type="body" idx="6"/>
          </p:nvPr>
        </p:nvSpPr>
        <p:spPr>
          <a:xfrm>
            <a:off x="9532117" y="5707711"/>
            <a:ext cx="1899629"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351" name="Google Shape;351;p11"/>
          <p:cNvSpPr txBox="1">
            <a:spLocks noGrp="1"/>
          </p:cNvSpPr>
          <p:nvPr>
            <p:ph type="body" idx="7"/>
          </p:nvPr>
        </p:nvSpPr>
        <p:spPr>
          <a:xfrm>
            <a:off x="514350" y="1304995"/>
            <a:ext cx="10273812" cy="1453287"/>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1pPr>
            <a:lvl2pPr marL="914400" marR="0" lvl="1" indent="-342900" algn="l" rtl="0">
              <a:lnSpc>
                <a:spcPct val="100000"/>
              </a:lnSpc>
              <a:spcBef>
                <a:spcPts val="838"/>
              </a:spcBef>
              <a:spcAft>
                <a:spcPts val="0"/>
              </a:spcAft>
              <a:buClr>
                <a:srgbClr val="000000"/>
              </a:buClr>
              <a:buSzPts val="1800"/>
              <a:buFont typeface="Noto Sans Symbols"/>
              <a:buChar char="⇥"/>
              <a:defRPr sz="1800" b="0" i="0" u="none" strike="noStrike" cap="none">
                <a:solidFill>
                  <a:srgbClr val="000000"/>
                </a:solidFill>
                <a:latin typeface="Arial"/>
                <a:ea typeface="Arial"/>
                <a:cs typeface="Arial"/>
                <a:sym typeface="Arial"/>
              </a:defRPr>
            </a:lvl2pPr>
            <a:lvl3pPr marL="1371600" marR="0" lvl="2" indent="-330200" algn="l" rtl="0">
              <a:lnSpc>
                <a:spcPct val="100000"/>
              </a:lnSpc>
              <a:spcBef>
                <a:spcPts val="838"/>
              </a:spcBef>
              <a:spcAft>
                <a:spcPts val="0"/>
              </a:spcAft>
              <a:buClr>
                <a:srgbClr val="000000"/>
              </a:buClr>
              <a:buSzPts val="1600"/>
              <a:buFont typeface="Noto Sans Symbols"/>
              <a:buChar char="↳"/>
              <a:defRPr sz="1600" b="0" i="0" u="none" strike="noStrike" cap="none">
                <a:solidFill>
                  <a:srgbClr val="000000"/>
                </a:solidFill>
                <a:latin typeface="Arial"/>
                <a:ea typeface="Arial"/>
                <a:cs typeface="Arial"/>
                <a:sym typeface="Arial"/>
              </a:defRPr>
            </a:lvl3pPr>
            <a:lvl4pPr marL="1828800" marR="0" lvl="3" indent="-323850" algn="l" rtl="0">
              <a:lnSpc>
                <a:spcPct val="100000"/>
              </a:lnSpc>
              <a:spcBef>
                <a:spcPts val="838"/>
              </a:spcBef>
              <a:spcAft>
                <a:spcPts val="0"/>
              </a:spcAft>
              <a:buClr>
                <a:srgbClr val="000000"/>
              </a:buClr>
              <a:buSzPts val="1500"/>
              <a:buFont typeface="Noto Sans Symbols"/>
              <a:buChar char="→"/>
              <a:defRPr sz="1500" b="0" i="0" u="none" strike="noStrike" cap="none">
                <a:solidFill>
                  <a:srgbClr val="000000"/>
                </a:solidFill>
                <a:latin typeface="Arial"/>
                <a:ea typeface="Arial"/>
                <a:cs typeface="Arial"/>
                <a:sym typeface="Arial"/>
              </a:defRPr>
            </a:lvl4pPr>
            <a:lvl5pPr marL="2286000" marR="0" lvl="4" indent="-298450" algn="l" rtl="0">
              <a:lnSpc>
                <a:spcPct val="100000"/>
              </a:lnSpc>
              <a:spcBef>
                <a:spcPts val="838"/>
              </a:spcBef>
              <a:spcAft>
                <a:spcPts val="0"/>
              </a:spcAft>
              <a:buClr>
                <a:srgbClr val="000000"/>
              </a:buClr>
              <a:buSzPts val="1100"/>
              <a:buFont typeface="Noto Sans Symbols"/>
              <a:buChar char="→"/>
              <a:defRPr sz="1100" b="0" i="0" u="none" strike="noStrike" cap="none">
                <a:solidFill>
                  <a:srgbClr val="000000"/>
                </a:solidFill>
                <a:latin typeface="Arial"/>
                <a:ea typeface="Arial"/>
                <a:cs typeface="Arial"/>
                <a:sym typeface="Arial"/>
              </a:defRPr>
            </a:lvl5pPr>
            <a:lvl6pPr marL="2743200" marR="0" lvl="5" indent="-228600" algn="l" rtl="0">
              <a:lnSpc>
                <a:spcPct val="100000"/>
              </a:lnSpc>
              <a:spcBef>
                <a:spcPts val="838"/>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1621738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1_Squared-Infographic">
  <p:cSld name="1_Squared-Infographic">
    <p:spTree>
      <p:nvGrpSpPr>
        <p:cNvPr id="1" name="Shape 352"/>
        <p:cNvGrpSpPr/>
        <p:nvPr/>
      </p:nvGrpSpPr>
      <p:grpSpPr>
        <a:xfrm>
          <a:off x="0" y="0"/>
          <a:ext cx="0" cy="0"/>
          <a:chOff x="0" y="0"/>
          <a:chExt cx="0" cy="0"/>
        </a:xfrm>
      </p:grpSpPr>
      <p:grpSp>
        <p:nvGrpSpPr>
          <p:cNvPr id="2" name="Google Shape;355;p12">
            <a:extLst>
              <a:ext uri="{FF2B5EF4-FFF2-40B4-BE49-F238E27FC236}">
                <a16:creationId xmlns:a16="http://schemas.microsoft.com/office/drawing/2014/main" id="{A8BA5FCE-F779-8BA3-7EFD-2124315C1AD2}"/>
              </a:ext>
            </a:extLst>
          </p:cNvPr>
          <p:cNvGrpSpPr>
            <a:grpSpLocks/>
          </p:cNvGrpSpPr>
          <p:nvPr/>
        </p:nvGrpSpPr>
        <p:grpSpPr bwMode="auto">
          <a:xfrm>
            <a:off x="0" y="3998913"/>
            <a:ext cx="12192000" cy="125412"/>
            <a:chOff x="1751419" y="4036682"/>
            <a:chExt cx="9944457" cy="50961"/>
          </a:xfrm>
        </p:grpSpPr>
        <p:sp>
          <p:nvSpPr>
            <p:cNvPr id="3" name="Google Shape;356;p12">
              <a:extLst>
                <a:ext uri="{FF2B5EF4-FFF2-40B4-BE49-F238E27FC236}">
                  <a16:creationId xmlns:a16="http://schemas.microsoft.com/office/drawing/2014/main" id="{02DC530D-7827-3137-25C9-56D0DD231429}"/>
                </a:ext>
              </a:extLst>
            </p:cNvPr>
            <p:cNvSpPr>
              <a:spLocks noChangeArrowheads="1"/>
            </p:cNvSpPr>
            <p:nvPr/>
          </p:nvSpPr>
          <p:spPr bwMode="auto">
            <a:xfrm>
              <a:off x="3041091" y="4036682"/>
              <a:ext cx="1683307" cy="50961"/>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sp>
          <p:nvSpPr>
            <p:cNvPr id="4" name="Google Shape;357;p12">
              <a:extLst>
                <a:ext uri="{FF2B5EF4-FFF2-40B4-BE49-F238E27FC236}">
                  <a16:creationId xmlns:a16="http://schemas.microsoft.com/office/drawing/2014/main" id="{F7D8EB31-2D54-CB66-8F31-918B51937428}"/>
                </a:ext>
              </a:extLst>
            </p:cNvPr>
            <p:cNvSpPr/>
            <p:nvPr/>
          </p:nvSpPr>
          <p:spPr>
            <a:xfrm>
              <a:off x="4724397" y="4036682"/>
              <a:ext cx="1715678" cy="50961"/>
            </a:xfrm>
            <a:prstGeom prst="rect">
              <a:avLst/>
            </a:prstGeom>
            <a:solidFill>
              <a:schemeClr val="accent3"/>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5" name="Google Shape;358;p12">
              <a:extLst>
                <a:ext uri="{FF2B5EF4-FFF2-40B4-BE49-F238E27FC236}">
                  <a16:creationId xmlns:a16="http://schemas.microsoft.com/office/drawing/2014/main" id="{C2306953-931B-6B8D-3B9D-3A284DA86420}"/>
                </a:ext>
              </a:extLst>
            </p:cNvPr>
            <p:cNvSpPr/>
            <p:nvPr/>
          </p:nvSpPr>
          <p:spPr>
            <a:xfrm>
              <a:off x="6436191" y="4036682"/>
              <a:ext cx="1661294" cy="50961"/>
            </a:xfrm>
            <a:prstGeom prst="rect">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6" name="Google Shape;359;p12">
              <a:extLst>
                <a:ext uri="{FF2B5EF4-FFF2-40B4-BE49-F238E27FC236}">
                  <a16:creationId xmlns:a16="http://schemas.microsoft.com/office/drawing/2014/main" id="{9BECEB5F-455A-8371-2591-94D97DBBDA0F}"/>
                </a:ext>
              </a:extLst>
            </p:cNvPr>
            <p:cNvSpPr/>
            <p:nvPr/>
          </p:nvSpPr>
          <p:spPr>
            <a:xfrm>
              <a:off x="8087126" y="4036682"/>
              <a:ext cx="1720857" cy="50961"/>
            </a:xfrm>
            <a:prstGeom prst="rect">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200"/>
                <a:buFont typeface="Arial"/>
                <a:buNone/>
                <a:defRPr/>
              </a:pPr>
              <a:endParaRPr sz="1200" kern="0">
                <a:solidFill>
                  <a:schemeClr val="lt1"/>
                </a:solidFill>
                <a:latin typeface="Arial"/>
                <a:ea typeface="Arial"/>
                <a:cs typeface="Arial"/>
                <a:sym typeface="Arial"/>
              </a:endParaRPr>
            </a:p>
          </p:txBody>
        </p:sp>
        <p:sp>
          <p:nvSpPr>
            <p:cNvPr id="7" name="Google Shape;360;p12">
              <a:extLst>
                <a:ext uri="{FF2B5EF4-FFF2-40B4-BE49-F238E27FC236}">
                  <a16:creationId xmlns:a16="http://schemas.microsoft.com/office/drawing/2014/main" id="{062EAB6E-8D56-8BC1-37B4-B8C2D9535B28}"/>
                </a:ext>
              </a:extLst>
            </p:cNvPr>
            <p:cNvSpPr>
              <a:spLocks noChangeArrowheads="1"/>
            </p:cNvSpPr>
            <p:nvPr/>
          </p:nvSpPr>
          <p:spPr bwMode="auto">
            <a:xfrm>
              <a:off x="1751419" y="4036682"/>
              <a:ext cx="1289672" cy="50961"/>
            </a:xfrm>
            <a:prstGeom prst="rect">
              <a:avLst/>
            </a:prstGeom>
            <a:solidFill>
              <a:schemeClr val="accent1"/>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sp>
          <p:nvSpPr>
            <p:cNvPr id="8" name="Google Shape;361;p12">
              <a:extLst>
                <a:ext uri="{FF2B5EF4-FFF2-40B4-BE49-F238E27FC236}">
                  <a16:creationId xmlns:a16="http://schemas.microsoft.com/office/drawing/2014/main" id="{1C7458C6-1928-5B6F-EC52-9A2690335E9C}"/>
                </a:ext>
              </a:extLst>
            </p:cNvPr>
            <p:cNvSpPr>
              <a:spLocks noChangeArrowheads="1"/>
            </p:cNvSpPr>
            <p:nvPr/>
          </p:nvSpPr>
          <p:spPr bwMode="auto">
            <a:xfrm>
              <a:off x="9807983" y="4036682"/>
              <a:ext cx="1887893" cy="50961"/>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200"/>
                <a:buFont typeface="Arial" pitchFamily="34" charset="0"/>
                <a:buNone/>
                <a:defRPr/>
              </a:pPr>
              <a:endParaRPr lang="en-US" sz="1200">
                <a:solidFill>
                  <a:srgbClr val="FFFFFF"/>
                </a:solidFill>
              </a:endParaRPr>
            </a:p>
          </p:txBody>
        </p:sp>
      </p:grpSp>
      <p:grpSp>
        <p:nvGrpSpPr>
          <p:cNvPr id="9" name="Google Shape;362;p12">
            <a:extLst>
              <a:ext uri="{FF2B5EF4-FFF2-40B4-BE49-F238E27FC236}">
                <a16:creationId xmlns:a16="http://schemas.microsoft.com/office/drawing/2014/main" id="{1502BB59-9A0E-11EA-0FA8-D832F972498A}"/>
              </a:ext>
            </a:extLst>
          </p:cNvPr>
          <p:cNvGrpSpPr>
            <a:grpSpLocks/>
          </p:cNvGrpSpPr>
          <p:nvPr/>
        </p:nvGrpSpPr>
        <p:grpSpPr bwMode="auto">
          <a:xfrm>
            <a:off x="1217613" y="1893888"/>
            <a:ext cx="1304925" cy="2430462"/>
            <a:chOff x="1217471" y="1893408"/>
            <a:chExt cx="1304470" cy="2431269"/>
          </a:xfrm>
        </p:grpSpPr>
        <p:grpSp>
          <p:nvGrpSpPr>
            <p:cNvPr id="10" name="Google Shape;363;p12">
              <a:extLst>
                <a:ext uri="{FF2B5EF4-FFF2-40B4-BE49-F238E27FC236}">
                  <a16:creationId xmlns:a16="http://schemas.microsoft.com/office/drawing/2014/main" id="{6213D3A9-328A-CBCD-2CB7-4451991A644B}"/>
                </a:ext>
              </a:extLst>
            </p:cNvPr>
            <p:cNvGrpSpPr>
              <a:grpSpLocks/>
            </p:cNvGrpSpPr>
            <p:nvPr/>
          </p:nvGrpSpPr>
          <p:grpSpPr bwMode="auto">
            <a:xfrm>
              <a:off x="1217471" y="2766893"/>
              <a:ext cx="1304470" cy="1557784"/>
              <a:chOff x="1217471" y="2766893"/>
              <a:chExt cx="1304470" cy="1557784"/>
            </a:xfrm>
          </p:grpSpPr>
          <p:grpSp>
            <p:nvGrpSpPr>
              <p:cNvPr id="15" name="Google Shape;364;p12">
                <a:extLst>
                  <a:ext uri="{FF2B5EF4-FFF2-40B4-BE49-F238E27FC236}">
                    <a16:creationId xmlns:a16="http://schemas.microsoft.com/office/drawing/2014/main" id="{C3AE6D7E-4413-B320-528A-EF98CCB15C86}"/>
                  </a:ext>
                </a:extLst>
              </p:cNvPr>
              <p:cNvGrpSpPr>
                <a:grpSpLocks/>
              </p:cNvGrpSpPr>
              <p:nvPr/>
            </p:nvGrpSpPr>
            <p:grpSpPr bwMode="auto">
              <a:xfrm>
                <a:off x="1217471" y="2766893"/>
                <a:ext cx="1304470" cy="1557784"/>
                <a:chOff x="1199541" y="3267114"/>
                <a:chExt cx="1304470" cy="1557784"/>
              </a:xfrm>
            </p:grpSpPr>
            <p:sp>
              <p:nvSpPr>
                <p:cNvPr id="17" name="Google Shape;365;p12">
                  <a:extLst>
                    <a:ext uri="{FF2B5EF4-FFF2-40B4-BE49-F238E27FC236}">
                      <a16:creationId xmlns:a16="http://schemas.microsoft.com/office/drawing/2014/main" id="{E1DF30EF-AF7B-B7FD-F520-B906EFA0CE85}"/>
                    </a:ext>
                  </a:extLst>
                </p:cNvPr>
                <p:cNvSpPr>
                  <a:spLocks noChangeArrowheads="1"/>
                </p:cNvSpPr>
                <p:nvPr/>
              </p:nvSpPr>
              <p:spPr bwMode="auto">
                <a:xfrm rot="10800000" flipH="1">
                  <a:off x="1199541" y="3267044"/>
                  <a:ext cx="1304470" cy="1019513"/>
                </a:xfrm>
                <a:prstGeom prst="triangle">
                  <a:avLst>
                    <a:gd name="adj" fmla="val 50000"/>
                  </a:avLst>
                </a:prstGeom>
                <a:gradFill rotWithShape="0">
                  <a:gsLst>
                    <a:gs pos="0">
                      <a:schemeClr val="accent1"/>
                    </a:gs>
                    <a:gs pos="100000">
                      <a:srgbClr val="DDD9C3">
                        <a:alpha val="0"/>
                      </a:srgbClr>
                    </a:gs>
                  </a:gsLst>
                  <a:lin ang="5400000"/>
                </a:gra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18" name="Google Shape;366;p12">
                  <a:extLst>
                    <a:ext uri="{FF2B5EF4-FFF2-40B4-BE49-F238E27FC236}">
                      <a16:creationId xmlns:a16="http://schemas.microsoft.com/office/drawing/2014/main" id="{B6689845-40E2-D31D-B457-8E393EC51209}"/>
                    </a:ext>
                  </a:extLst>
                </p:cNvPr>
                <p:cNvSpPr>
                  <a:spLocks noChangeArrowheads="1"/>
                </p:cNvSpPr>
                <p:nvPr/>
              </p:nvSpPr>
              <p:spPr bwMode="auto">
                <a:xfrm>
                  <a:off x="1540734" y="4238917"/>
                  <a:ext cx="585584" cy="585981"/>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16" name="Google Shape;367;p12">
                <a:extLst>
                  <a:ext uri="{FF2B5EF4-FFF2-40B4-BE49-F238E27FC236}">
                    <a16:creationId xmlns:a16="http://schemas.microsoft.com/office/drawing/2014/main" id="{850A7B4D-28C7-B585-BDF9-1E2C31DD8453}"/>
                  </a:ext>
                </a:extLst>
              </p:cNvPr>
              <p:cNvSpPr>
                <a:spLocks/>
              </p:cNvSpPr>
              <p:nvPr/>
            </p:nvSpPr>
            <p:spPr bwMode="auto">
              <a:xfrm>
                <a:off x="1718946" y="3883205"/>
                <a:ext cx="279303" cy="279493"/>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11" name="Google Shape;368;p12">
              <a:extLst>
                <a:ext uri="{FF2B5EF4-FFF2-40B4-BE49-F238E27FC236}">
                  <a16:creationId xmlns:a16="http://schemas.microsoft.com/office/drawing/2014/main" id="{FBE6FDE7-B53E-027C-0F08-47A524A9AFB2}"/>
                </a:ext>
              </a:extLst>
            </p:cNvPr>
            <p:cNvGrpSpPr>
              <a:grpSpLocks/>
            </p:cNvGrpSpPr>
            <p:nvPr/>
          </p:nvGrpSpPr>
          <p:grpSpPr bwMode="auto">
            <a:xfrm>
              <a:off x="1289951" y="1893408"/>
              <a:ext cx="1136271" cy="1246506"/>
              <a:chOff x="627304" y="1987183"/>
              <a:chExt cx="1594615" cy="1749317"/>
            </a:xfrm>
          </p:grpSpPr>
          <p:sp>
            <p:nvSpPr>
              <p:cNvPr id="12" name="Google Shape;369;p12">
                <a:extLst>
                  <a:ext uri="{FF2B5EF4-FFF2-40B4-BE49-F238E27FC236}">
                    <a16:creationId xmlns:a16="http://schemas.microsoft.com/office/drawing/2014/main" id="{4CB60EAF-A9D3-32B2-A1CB-7CB19E2C0B90}"/>
                  </a:ext>
                </a:extLst>
              </p:cNvPr>
              <p:cNvSpPr>
                <a:spLocks/>
              </p:cNvSpPr>
              <p:nvPr/>
            </p:nvSpPr>
            <p:spPr bwMode="auto">
              <a:xfrm>
                <a:off x="1425329" y="2477475"/>
                <a:ext cx="797296" cy="1259158"/>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13" name="Google Shape;370;p12">
                <a:extLst>
                  <a:ext uri="{FF2B5EF4-FFF2-40B4-BE49-F238E27FC236}">
                    <a16:creationId xmlns:a16="http://schemas.microsoft.com/office/drawing/2014/main" id="{FF489ABB-FA23-9F77-0D42-69BC1C9ED018}"/>
                  </a:ext>
                </a:extLst>
              </p:cNvPr>
              <p:cNvSpPr>
                <a:spLocks/>
              </p:cNvSpPr>
              <p:nvPr/>
            </p:nvSpPr>
            <p:spPr bwMode="auto">
              <a:xfrm>
                <a:off x="628034" y="2477475"/>
                <a:ext cx="799522" cy="1259158"/>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14" name="Google Shape;371;p12">
                <a:extLst>
                  <a:ext uri="{FF2B5EF4-FFF2-40B4-BE49-F238E27FC236}">
                    <a16:creationId xmlns:a16="http://schemas.microsoft.com/office/drawing/2014/main" id="{E5BC3822-2538-E1E3-8141-354B7D9BBA9D}"/>
                  </a:ext>
                </a:extLst>
              </p:cNvPr>
              <p:cNvSpPr>
                <a:spLocks/>
              </p:cNvSpPr>
              <p:nvPr/>
            </p:nvSpPr>
            <p:spPr bwMode="auto">
              <a:xfrm>
                <a:off x="628034" y="1987183"/>
                <a:ext cx="1594591" cy="982812"/>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grpSp>
        <p:nvGrpSpPr>
          <p:cNvPr id="19" name="Google Shape;372;p12">
            <a:extLst>
              <a:ext uri="{FF2B5EF4-FFF2-40B4-BE49-F238E27FC236}">
                <a16:creationId xmlns:a16="http://schemas.microsoft.com/office/drawing/2014/main" id="{C2E14AA3-5A51-8C29-FACB-675302638B05}"/>
              </a:ext>
            </a:extLst>
          </p:cNvPr>
          <p:cNvGrpSpPr>
            <a:grpSpLocks/>
          </p:cNvGrpSpPr>
          <p:nvPr/>
        </p:nvGrpSpPr>
        <p:grpSpPr bwMode="auto">
          <a:xfrm>
            <a:off x="3286125" y="1893888"/>
            <a:ext cx="1304925" cy="2482850"/>
            <a:chOff x="3326504" y="1893408"/>
            <a:chExt cx="1304470" cy="2483739"/>
          </a:xfrm>
        </p:grpSpPr>
        <p:grpSp>
          <p:nvGrpSpPr>
            <p:cNvPr id="20" name="Google Shape;373;p12">
              <a:extLst>
                <a:ext uri="{FF2B5EF4-FFF2-40B4-BE49-F238E27FC236}">
                  <a16:creationId xmlns:a16="http://schemas.microsoft.com/office/drawing/2014/main" id="{9EC3EFAD-39E3-E0D4-8A97-98F368405437}"/>
                </a:ext>
              </a:extLst>
            </p:cNvPr>
            <p:cNvGrpSpPr>
              <a:grpSpLocks/>
            </p:cNvGrpSpPr>
            <p:nvPr/>
          </p:nvGrpSpPr>
          <p:grpSpPr bwMode="auto">
            <a:xfrm>
              <a:off x="3326504" y="2772528"/>
              <a:ext cx="1304470" cy="1604619"/>
              <a:chOff x="3326504" y="2772528"/>
              <a:chExt cx="1304470" cy="1604619"/>
            </a:xfrm>
          </p:grpSpPr>
          <p:grpSp>
            <p:nvGrpSpPr>
              <p:cNvPr id="25" name="Google Shape;374;p12">
                <a:extLst>
                  <a:ext uri="{FF2B5EF4-FFF2-40B4-BE49-F238E27FC236}">
                    <a16:creationId xmlns:a16="http://schemas.microsoft.com/office/drawing/2014/main" id="{BCA390A3-66F9-0A87-A64E-4B90982EA62C}"/>
                  </a:ext>
                </a:extLst>
              </p:cNvPr>
              <p:cNvGrpSpPr>
                <a:grpSpLocks/>
              </p:cNvGrpSpPr>
              <p:nvPr/>
            </p:nvGrpSpPr>
            <p:grpSpPr bwMode="auto">
              <a:xfrm>
                <a:off x="3326504" y="2772528"/>
                <a:ext cx="1304470" cy="1604619"/>
                <a:chOff x="3269602" y="3277053"/>
                <a:chExt cx="1304470" cy="1593145"/>
              </a:xfrm>
            </p:grpSpPr>
            <p:sp>
              <p:nvSpPr>
                <p:cNvPr id="27" name="Google Shape;375;p12">
                  <a:extLst>
                    <a:ext uri="{FF2B5EF4-FFF2-40B4-BE49-F238E27FC236}">
                      <a16:creationId xmlns:a16="http://schemas.microsoft.com/office/drawing/2014/main" id="{D60587E9-2128-C9DF-8CCB-8ADCCB13631E}"/>
                    </a:ext>
                  </a:extLst>
                </p:cNvPr>
                <p:cNvSpPr>
                  <a:spLocks noChangeArrowheads="1"/>
                </p:cNvSpPr>
                <p:nvPr/>
              </p:nvSpPr>
              <p:spPr bwMode="auto">
                <a:xfrm rot="10800000" flipH="1">
                  <a:off x="3269602" y="3277718"/>
                  <a:ext cx="1304470" cy="1020132"/>
                </a:xfrm>
                <a:prstGeom prst="triangle">
                  <a:avLst>
                    <a:gd name="adj" fmla="val 50000"/>
                  </a:avLst>
                </a:prstGeom>
                <a:gradFill rotWithShape="0">
                  <a:gsLst>
                    <a:gs pos="0">
                      <a:schemeClr val="accent2"/>
                    </a:gs>
                    <a:gs pos="100000">
                      <a:srgbClr val="DDD9C3">
                        <a:alpha val="0"/>
                      </a:srgbClr>
                    </a:gs>
                  </a:gsLst>
                  <a:lin ang="5400000"/>
                </a:gra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28" name="Google Shape;376;p12">
                  <a:extLst>
                    <a:ext uri="{FF2B5EF4-FFF2-40B4-BE49-F238E27FC236}">
                      <a16:creationId xmlns:a16="http://schemas.microsoft.com/office/drawing/2014/main" id="{8180CD38-A5F6-1897-827B-C7787F95B50D}"/>
                    </a:ext>
                  </a:extLst>
                </p:cNvPr>
                <p:cNvSpPr>
                  <a:spLocks noChangeArrowheads="1"/>
                </p:cNvSpPr>
                <p:nvPr/>
              </p:nvSpPr>
              <p:spPr bwMode="auto">
                <a:xfrm>
                  <a:off x="3621904" y="4285237"/>
                  <a:ext cx="585584" cy="584961"/>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26" name="Google Shape;377;p12">
                <a:extLst>
                  <a:ext uri="{FF2B5EF4-FFF2-40B4-BE49-F238E27FC236}">
                    <a16:creationId xmlns:a16="http://schemas.microsoft.com/office/drawing/2014/main" id="{5C3F13A3-1578-1170-BD0E-C76AEBFB6496}"/>
                  </a:ext>
                </a:extLst>
              </p:cNvPr>
              <p:cNvSpPr>
                <a:spLocks/>
              </p:cNvSpPr>
              <p:nvPr/>
            </p:nvSpPr>
            <p:spPr bwMode="auto">
              <a:xfrm>
                <a:off x="3839088" y="3922960"/>
                <a:ext cx="279303" cy="279500"/>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21" name="Google Shape;378;p12">
              <a:extLst>
                <a:ext uri="{FF2B5EF4-FFF2-40B4-BE49-F238E27FC236}">
                  <a16:creationId xmlns:a16="http://schemas.microsoft.com/office/drawing/2014/main" id="{6DD47425-3033-7F6E-D42C-D58024D7E07A}"/>
                </a:ext>
              </a:extLst>
            </p:cNvPr>
            <p:cNvGrpSpPr>
              <a:grpSpLocks/>
            </p:cNvGrpSpPr>
            <p:nvPr/>
          </p:nvGrpSpPr>
          <p:grpSpPr bwMode="auto">
            <a:xfrm>
              <a:off x="3410604" y="1893408"/>
              <a:ext cx="1136271" cy="1246506"/>
              <a:chOff x="627304" y="1987183"/>
              <a:chExt cx="1594615" cy="1749317"/>
            </a:xfrm>
          </p:grpSpPr>
          <p:sp>
            <p:nvSpPr>
              <p:cNvPr id="22" name="Google Shape;379;p12">
                <a:extLst>
                  <a:ext uri="{FF2B5EF4-FFF2-40B4-BE49-F238E27FC236}">
                    <a16:creationId xmlns:a16="http://schemas.microsoft.com/office/drawing/2014/main" id="{A05BC1A3-2203-7DEA-9DCC-FB3AD4EC24CE}"/>
                  </a:ext>
                </a:extLst>
              </p:cNvPr>
              <p:cNvSpPr>
                <a:spLocks/>
              </p:cNvSpPr>
              <p:nvPr/>
            </p:nvSpPr>
            <p:spPr bwMode="auto">
              <a:xfrm>
                <a:off x="1424612" y="2477488"/>
                <a:ext cx="797296" cy="1259191"/>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23" name="Google Shape;380;p12">
                <a:extLst>
                  <a:ext uri="{FF2B5EF4-FFF2-40B4-BE49-F238E27FC236}">
                    <a16:creationId xmlns:a16="http://schemas.microsoft.com/office/drawing/2014/main" id="{4DCC1AD7-27AE-0545-EA2B-0CC509CF12D7}"/>
                  </a:ext>
                </a:extLst>
              </p:cNvPr>
              <p:cNvSpPr>
                <a:spLocks/>
              </p:cNvSpPr>
              <p:nvPr/>
            </p:nvSpPr>
            <p:spPr bwMode="auto">
              <a:xfrm>
                <a:off x="627317" y="2477488"/>
                <a:ext cx="799522" cy="1259191"/>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24" name="Google Shape;381;p12">
                <a:extLst>
                  <a:ext uri="{FF2B5EF4-FFF2-40B4-BE49-F238E27FC236}">
                    <a16:creationId xmlns:a16="http://schemas.microsoft.com/office/drawing/2014/main" id="{80A891C0-E241-2BDF-7DB2-91EAF65975FB}"/>
                  </a:ext>
                </a:extLst>
              </p:cNvPr>
              <p:cNvSpPr>
                <a:spLocks/>
              </p:cNvSpPr>
              <p:nvPr/>
            </p:nvSpPr>
            <p:spPr bwMode="auto">
              <a:xfrm>
                <a:off x="627317" y="1987183"/>
                <a:ext cx="1594591" cy="982837"/>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grpSp>
        <p:nvGrpSpPr>
          <p:cNvPr id="29" name="Google Shape;382;p12">
            <a:extLst>
              <a:ext uri="{FF2B5EF4-FFF2-40B4-BE49-F238E27FC236}">
                <a16:creationId xmlns:a16="http://schemas.microsoft.com/office/drawing/2014/main" id="{2380D213-83C4-2760-8F3F-E21BBE6B35B5}"/>
              </a:ext>
            </a:extLst>
          </p:cNvPr>
          <p:cNvGrpSpPr>
            <a:grpSpLocks/>
          </p:cNvGrpSpPr>
          <p:nvPr/>
        </p:nvGrpSpPr>
        <p:grpSpPr bwMode="auto">
          <a:xfrm>
            <a:off x="5362575" y="1890713"/>
            <a:ext cx="1304925" cy="2425700"/>
            <a:chOff x="5452152" y="1890087"/>
            <a:chExt cx="1304470" cy="2426375"/>
          </a:xfrm>
        </p:grpSpPr>
        <p:grpSp>
          <p:nvGrpSpPr>
            <p:cNvPr id="30" name="Google Shape;383;p12">
              <a:extLst>
                <a:ext uri="{FF2B5EF4-FFF2-40B4-BE49-F238E27FC236}">
                  <a16:creationId xmlns:a16="http://schemas.microsoft.com/office/drawing/2014/main" id="{6B0A1AC4-F2E7-757E-C456-39B9EF7F470E}"/>
                </a:ext>
              </a:extLst>
            </p:cNvPr>
            <p:cNvGrpSpPr>
              <a:grpSpLocks/>
            </p:cNvGrpSpPr>
            <p:nvPr/>
          </p:nvGrpSpPr>
          <p:grpSpPr bwMode="auto">
            <a:xfrm>
              <a:off x="5452152" y="2763454"/>
              <a:ext cx="1304470" cy="1553007"/>
              <a:chOff x="5452152" y="2763454"/>
              <a:chExt cx="1304470" cy="1553007"/>
            </a:xfrm>
          </p:grpSpPr>
          <p:grpSp>
            <p:nvGrpSpPr>
              <p:cNvPr id="35" name="Google Shape;384;p12">
                <a:extLst>
                  <a:ext uri="{FF2B5EF4-FFF2-40B4-BE49-F238E27FC236}">
                    <a16:creationId xmlns:a16="http://schemas.microsoft.com/office/drawing/2014/main" id="{B2F9BF2D-C169-751D-7EA5-6BF9C4B0178F}"/>
                  </a:ext>
                </a:extLst>
              </p:cNvPr>
              <p:cNvGrpSpPr>
                <a:grpSpLocks/>
              </p:cNvGrpSpPr>
              <p:nvPr/>
            </p:nvGrpSpPr>
            <p:grpSpPr bwMode="auto">
              <a:xfrm>
                <a:off x="5452152" y="2763454"/>
                <a:ext cx="1304470" cy="1553007"/>
                <a:chOff x="5960996" y="3266996"/>
                <a:chExt cx="1304470" cy="1559627"/>
              </a:xfrm>
            </p:grpSpPr>
            <p:sp>
              <p:nvSpPr>
                <p:cNvPr id="37" name="Google Shape;385;p12">
                  <a:extLst>
                    <a:ext uri="{FF2B5EF4-FFF2-40B4-BE49-F238E27FC236}">
                      <a16:creationId xmlns:a16="http://schemas.microsoft.com/office/drawing/2014/main" id="{BDED988A-2851-7DD7-3A1E-200252E15195}"/>
                    </a:ext>
                  </a:extLst>
                </p:cNvPr>
                <p:cNvSpPr/>
                <p:nvPr/>
              </p:nvSpPr>
              <p:spPr>
                <a:xfrm rot="10800000" flipH="1">
                  <a:off x="5960996" y="3266997"/>
                  <a:ext cx="1304470" cy="1020615"/>
                </a:xfrm>
                <a:prstGeom prst="triangle">
                  <a:avLst>
                    <a:gd name="adj" fmla="val 50000"/>
                  </a:avLst>
                </a:prstGeom>
                <a:gradFill>
                  <a:gsLst>
                    <a:gs pos="0">
                      <a:schemeClr val="accent3"/>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38" name="Google Shape;386;p12">
                  <a:extLst>
                    <a:ext uri="{FF2B5EF4-FFF2-40B4-BE49-F238E27FC236}">
                      <a16:creationId xmlns:a16="http://schemas.microsoft.com/office/drawing/2014/main" id="{62891868-F316-6FBC-7343-35E3B777C4A8}"/>
                    </a:ext>
                  </a:extLst>
                </p:cNvPr>
                <p:cNvSpPr>
                  <a:spLocks noChangeArrowheads="1"/>
                </p:cNvSpPr>
                <p:nvPr/>
              </p:nvSpPr>
              <p:spPr bwMode="auto">
                <a:xfrm>
                  <a:off x="6313298" y="4241365"/>
                  <a:ext cx="585584" cy="585259"/>
                </a:xfrm>
                <a:prstGeom prst="roundRect">
                  <a:avLst>
                    <a:gd name="adj" fmla="val 16667"/>
                  </a:avLst>
                </a:prstGeom>
                <a:gradFill rotWithShape="0">
                  <a:gsLst>
                    <a:gs pos="0">
                      <a:srgbClr val="6A798A"/>
                    </a:gs>
                    <a:gs pos="50000">
                      <a:srgbClr val="54677D"/>
                    </a:gs>
                    <a:gs pos="100000">
                      <a:srgbClr val="485A6F"/>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36" name="Google Shape;387;p12">
                <a:extLst>
                  <a:ext uri="{FF2B5EF4-FFF2-40B4-BE49-F238E27FC236}">
                    <a16:creationId xmlns:a16="http://schemas.microsoft.com/office/drawing/2014/main" id="{167C7521-DF27-6472-737E-CAA11E5E313C}"/>
                  </a:ext>
                </a:extLst>
              </p:cNvPr>
              <p:cNvSpPr>
                <a:spLocks/>
              </p:cNvSpPr>
              <p:nvPr/>
            </p:nvSpPr>
            <p:spPr bwMode="auto">
              <a:xfrm>
                <a:off x="5982192" y="3879778"/>
                <a:ext cx="279303" cy="279478"/>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31" name="Google Shape;388;p12">
              <a:extLst>
                <a:ext uri="{FF2B5EF4-FFF2-40B4-BE49-F238E27FC236}">
                  <a16:creationId xmlns:a16="http://schemas.microsoft.com/office/drawing/2014/main" id="{DFBEF0BA-C18D-2575-0E43-C338259EC1CE}"/>
                </a:ext>
              </a:extLst>
            </p:cNvPr>
            <p:cNvGrpSpPr>
              <a:grpSpLocks/>
            </p:cNvGrpSpPr>
            <p:nvPr/>
          </p:nvGrpSpPr>
          <p:grpSpPr bwMode="auto">
            <a:xfrm>
              <a:off x="5556108" y="1890087"/>
              <a:ext cx="1137036" cy="1246506"/>
              <a:chOff x="627304" y="1987183"/>
              <a:chExt cx="1595688" cy="1749317"/>
            </a:xfrm>
          </p:grpSpPr>
          <p:sp>
            <p:nvSpPr>
              <p:cNvPr id="32" name="Google Shape;389;p12">
                <a:extLst>
                  <a:ext uri="{FF2B5EF4-FFF2-40B4-BE49-F238E27FC236}">
                    <a16:creationId xmlns:a16="http://schemas.microsoft.com/office/drawing/2014/main" id="{D1DA0E96-124B-34B7-A05C-A256BAAE00D1}"/>
                  </a:ext>
                </a:extLst>
              </p:cNvPr>
              <p:cNvSpPr>
                <a:spLocks/>
              </p:cNvSpPr>
              <p:nvPr/>
            </p:nvSpPr>
            <p:spPr bwMode="auto">
              <a:xfrm>
                <a:off x="1425697" y="2477449"/>
                <a:ext cx="797295" cy="1259091"/>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404E5C"/>
              </a:solidFill>
              <a:ln w="9525">
                <a:noFill/>
                <a:round/>
                <a:headEnd/>
                <a:tailEnd/>
              </a:ln>
            </p:spPr>
            <p:txBody>
              <a:bodyPr lIns="91425" tIns="45700" rIns="91425" bIns="45700"/>
              <a:lstStyle/>
              <a:p>
                <a:pPr>
                  <a:defRPr/>
                </a:pPr>
                <a:endParaRPr lang="en-US"/>
              </a:p>
            </p:txBody>
          </p:sp>
          <p:sp>
            <p:nvSpPr>
              <p:cNvPr id="33" name="Google Shape;390;p12">
                <a:extLst>
                  <a:ext uri="{FF2B5EF4-FFF2-40B4-BE49-F238E27FC236}">
                    <a16:creationId xmlns:a16="http://schemas.microsoft.com/office/drawing/2014/main" id="{2F21CEC7-349E-9B7F-6243-DF96182C8EF6}"/>
                  </a:ext>
                </a:extLst>
              </p:cNvPr>
              <p:cNvSpPr>
                <a:spLocks/>
              </p:cNvSpPr>
              <p:nvPr/>
            </p:nvSpPr>
            <p:spPr bwMode="auto">
              <a:xfrm>
                <a:off x="628402" y="2477449"/>
                <a:ext cx="799523" cy="1259091"/>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93A3B5"/>
              </a:solidFill>
              <a:ln w="9525">
                <a:noFill/>
                <a:round/>
                <a:headEnd/>
                <a:tailEnd/>
              </a:ln>
            </p:spPr>
            <p:txBody>
              <a:bodyPr lIns="91425" tIns="45700" rIns="91425" bIns="45700"/>
              <a:lstStyle/>
              <a:p>
                <a:pPr>
                  <a:defRPr/>
                </a:pPr>
                <a:endParaRPr lang="en-US"/>
              </a:p>
            </p:txBody>
          </p:sp>
          <p:sp>
            <p:nvSpPr>
              <p:cNvPr id="34" name="Google Shape;391;p12">
                <a:extLst>
                  <a:ext uri="{FF2B5EF4-FFF2-40B4-BE49-F238E27FC236}">
                    <a16:creationId xmlns:a16="http://schemas.microsoft.com/office/drawing/2014/main" id="{8B20E8E9-4D23-F02C-411B-2B84D40A6E2C}"/>
                  </a:ext>
                </a:extLst>
              </p:cNvPr>
              <p:cNvSpPr/>
              <p:nvPr/>
            </p:nvSpPr>
            <p:spPr>
              <a:xfrm>
                <a:off x="628402" y="1987183"/>
                <a:ext cx="1594590" cy="982759"/>
              </a:xfrm>
              <a:custGeom>
                <a:avLst/>
                <a:gdLst/>
                <a:ahLst/>
                <a:cxnLst/>
                <a:rect l="0" t="0" r="0" b="0"/>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grpSp>
      <p:grpSp>
        <p:nvGrpSpPr>
          <p:cNvPr id="39" name="Google Shape;392;p12">
            <a:extLst>
              <a:ext uri="{FF2B5EF4-FFF2-40B4-BE49-F238E27FC236}">
                <a16:creationId xmlns:a16="http://schemas.microsoft.com/office/drawing/2014/main" id="{EBCCE66A-E16D-5250-67FA-914EFC7848BC}"/>
              </a:ext>
            </a:extLst>
          </p:cNvPr>
          <p:cNvGrpSpPr>
            <a:grpSpLocks/>
          </p:cNvGrpSpPr>
          <p:nvPr/>
        </p:nvGrpSpPr>
        <p:grpSpPr bwMode="auto">
          <a:xfrm>
            <a:off x="7392988" y="1890713"/>
            <a:ext cx="1303337" cy="2433637"/>
            <a:chOff x="7521759" y="1890087"/>
            <a:chExt cx="1304470" cy="2434590"/>
          </a:xfrm>
        </p:grpSpPr>
        <p:grpSp>
          <p:nvGrpSpPr>
            <p:cNvPr id="40" name="Google Shape;393;p12">
              <a:extLst>
                <a:ext uri="{FF2B5EF4-FFF2-40B4-BE49-F238E27FC236}">
                  <a16:creationId xmlns:a16="http://schemas.microsoft.com/office/drawing/2014/main" id="{633A3B69-A15F-A7FA-D2B9-0EF922B4C442}"/>
                </a:ext>
              </a:extLst>
            </p:cNvPr>
            <p:cNvGrpSpPr>
              <a:grpSpLocks/>
            </p:cNvGrpSpPr>
            <p:nvPr/>
          </p:nvGrpSpPr>
          <p:grpSpPr bwMode="auto">
            <a:xfrm>
              <a:off x="7521759" y="2766730"/>
              <a:ext cx="1304470" cy="1557947"/>
              <a:chOff x="7521759" y="2766730"/>
              <a:chExt cx="1304470" cy="1557947"/>
            </a:xfrm>
          </p:grpSpPr>
          <p:grpSp>
            <p:nvGrpSpPr>
              <p:cNvPr id="45" name="Google Shape;394;p12">
                <a:extLst>
                  <a:ext uri="{FF2B5EF4-FFF2-40B4-BE49-F238E27FC236}">
                    <a16:creationId xmlns:a16="http://schemas.microsoft.com/office/drawing/2014/main" id="{A656EFCF-C2F0-215C-22F8-E49A1517BD1A}"/>
                  </a:ext>
                </a:extLst>
              </p:cNvPr>
              <p:cNvGrpSpPr>
                <a:grpSpLocks/>
              </p:cNvGrpSpPr>
              <p:nvPr/>
            </p:nvGrpSpPr>
            <p:grpSpPr bwMode="auto">
              <a:xfrm>
                <a:off x="7521759" y="2766730"/>
                <a:ext cx="1304470" cy="1557947"/>
                <a:chOff x="7980910" y="3266951"/>
                <a:chExt cx="1304470" cy="1557947"/>
              </a:xfrm>
            </p:grpSpPr>
            <p:sp>
              <p:nvSpPr>
                <p:cNvPr id="47" name="Google Shape;395;p12">
                  <a:extLst>
                    <a:ext uri="{FF2B5EF4-FFF2-40B4-BE49-F238E27FC236}">
                      <a16:creationId xmlns:a16="http://schemas.microsoft.com/office/drawing/2014/main" id="{B5905B39-022B-EDAA-03A8-BE3086ECF527}"/>
                    </a:ext>
                  </a:extLst>
                </p:cNvPr>
                <p:cNvSpPr/>
                <p:nvPr/>
              </p:nvSpPr>
              <p:spPr>
                <a:xfrm rot="10800000" flipH="1">
                  <a:off x="7980910" y="3266951"/>
                  <a:ext cx="1304470" cy="1019574"/>
                </a:xfrm>
                <a:prstGeom prst="triangle">
                  <a:avLst>
                    <a:gd name="adj" fmla="val 50000"/>
                  </a:avLst>
                </a:prstGeom>
                <a:gradFill>
                  <a:gsLst>
                    <a:gs pos="0">
                      <a:schemeClr val="accent4"/>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48" name="Google Shape;396;p12">
                  <a:extLst>
                    <a:ext uri="{FF2B5EF4-FFF2-40B4-BE49-F238E27FC236}">
                      <a16:creationId xmlns:a16="http://schemas.microsoft.com/office/drawing/2014/main" id="{A737FF00-EBCC-3E42-B61A-D16450E17439}"/>
                    </a:ext>
                  </a:extLst>
                </p:cNvPr>
                <p:cNvSpPr>
                  <a:spLocks noChangeArrowheads="1"/>
                </p:cNvSpPr>
                <p:nvPr/>
              </p:nvSpPr>
              <p:spPr bwMode="auto">
                <a:xfrm>
                  <a:off x="8347941" y="4238882"/>
                  <a:ext cx="586297" cy="586016"/>
                </a:xfrm>
                <a:prstGeom prst="roundRect">
                  <a:avLst>
                    <a:gd name="adj" fmla="val 16667"/>
                  </a:avLst>
                </a:prstGeom>
                <a:gradFill rotWithShape="0">
                  <a:gsLst>
                    <a:gs pos="0">
                      <a:srgbClr val="5E697B"/>
                    </a:gs>
                    <a:gs pos="50000">
                      <a:srgbClr val="42536A"/>
                    </a:gs>
                    <a:gs pos="100000">
                      <a:srgbClr val="38495F"/>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46" name="Google Shape;397;p12">
                <a:extLst>
                  <a:ext uri="{FF2B5EF4-FFF2-40B4-BE49-F238E27FC236}">
                    <a16:creationId xmlns:a16="http://schemas.microsoft.com/office/drawing/2014/main" id="{CF7D2530-ADD0-0820-E1CD-3C9714599767}"/>
                  </a:ext>
                </a:extLst>
              </p:cNvPr>
              <p:cNvSpPr>
                <a:spLocks/>
              </p:cNvSpPr>
              <p:nvPr/>
            </p:nvSpPr>
            <p:spPr bwMode="auto">
              <a:xfrm>
                <a:off x="8050856" y="3892708"/>
                <a:ext cx="279643" cy="277922"/>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41" name="Google Shape;398;p12">
              <a:extLst>
                <a:ext uri="{FF2B5EF4-FFF2-40B4-BE49-F238E27FC236}">
                  <a16:creationId xmlns:a16="http://schemas.microsoft.com/office/drawing/2014/main" id="{6E56EC79-FF2C-E7C7-8F70-EA3144AC3897}"/>
                </a:ext>
              </a:extLst>
            </p:cNvPr>
            <p:cNvGrpSpPr>
              <a:grpSpLocks/>
            </p:cNvGrpSpPr>
            <p:nvPr/>
          </p:nvGrpSpPr>
          <p:grpSpPr bwMode="auto">
            <a:xfrm>
              <a:off x="7621858" y="1890087"/>
              <a:ext cx="1136555" cy="1246506"/>
              <a:chOff x="626906" y="1987183"/>
              <a:chExt cx="1595013" cy="1749317"/>
            </a:xfrm>
          </p:grpSpPr>
          <p:sp>
            <p:nvSpPr>
              <p:cNvPr id="42" name="Google Shape;399;p12">
                <a:extLst>
                  <a:ext uri="{FF2B5EF4-FFF2-40B4-BE49-F238E27FC236}">
                    <a16:creationId xmlns:a16="http://schemas.microsoft.com/office/drawing/2014/main" id="{845F288E-64BB-F7A7-0A7E-A5BE343B765E}"/>
                  </a:ext>
                </a:extLst>
              </p:cNvPr>
              <p:cNvSpPr>
                <a:spLocks/>
              </p:cNvSpPr>
              <p:nvPr/>
            </p:nvSpPr>
            <p:spPr bwMode="auto">
              <a:xfrm>
                <a:off x="1425172" y="2477504"/>
                <a:ext cx="796037" cy="1259233"/>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323F4F"/>
              </a:solidFill>
              <a:ln w="9525">
                <a:noFill/>
                <a:round/>
                <a:headEnd/>
                <a:tailEnd/>
              </a:ln>
            </p:spPr>
            <p:txBody>
              <a:bodyPr lIns="91425" tIns="45700" rIns="91425" bIns="45700"/>
              <a:lstStyle/>
              <a:p>
                <a:pPr>
                  <a:defRPr/>
                </a:pPr>
                <a:endParaRPr lang="en-US"/>
              </a:p>
            </p:txBody>
          </p:sp>
          <p:sp>
            <p:nvSpPr>
              <p:cNvPr id="43" name="Google Shape;400;p12">
                <a:extLst>
                  <a:ext uri="{FF2B5EF4-FFF2-40B4-BE49-F238E27FC236}">
                    <a16:creationId xmlns:a16="http://schemas.microsoft.com/office/drawing/2014/main" id="{66C1308D-939B-A226-82A1-B77257D4F479}"/>
                  </a:ext>
                </a:extLst>
              </p:cNvPr>
              <p:cNvSpPr>
                <a:spLocks/>
              </p:cNvSpPr>
              <p:nvPr/>
            </p:nvSpPr>
            <p:spPr bwMode="auto">
              <a:xfrm>
                <a:off x="626906" y="2477504"/>
                <a:ext cx="800497" cy="1259233"/>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8296B0"/>
              </a:solidFill>
              <a:ln w="9525">
                <a:noFill/>
                <a:round/>
                <a:headEnd/>
                <a:tailEnd/>
              </a:ln>
            </p:spPr>
            <p:txBody>
              <a:bodyPr lIns="91425" tIns="45700" rIns="91425" bIns="45700"/>
              <a:lstStyle/>
              <a:p>
                <a:pPr>
                  <a:defRPr/>
                </a:pPr>
                <a:endParaRPr lang="en-US"/>
              </a:p>
            </p:txBody>
          </p:sp>
          <p:sp>
            <p:nvSpPr>
              <p:cNvPr id="44" name="Google Shape;401;p12">
                <a:extLst>
                  <a:ext uri="{FF2B5EF4-FFF2-40B4-BE49-F238E27FC236}">
                    <a16:creationId xmlns:a16="http://schemas.microsoft.com/office/drawing/2014/main" id="{47AEF462-81AE-85CA-92A6-C45B9FC3C96A}"/>
                  </a:ext>
                </a:extLst>
              </p:cNvPr>
              <p:cNvSpPr/>
              <p:nvPr/>
            </p:nvSpPr>
            <p:spPr>
              <a:xfrm>
                <a:off x="626906" y="1987183"/>
                <a:ext cx="1594304" cy="982870"/>
              </a:xfrm>
              <a:custGeom>
                <a:avLst/>
                <a:gdLst/>
                <a:ahLst/>
                <a:cxnLst/>
                <a:rect l="0" t="0" r="0" b="0"/>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grpSp>
      </p:grpSp>
      <p:grpSp>
        <p:nvGrpSpPr>
          <p:cNvPr id="49" name="Google Shape;402;p12">
            <a:extLst>
              <a:ext uri="{FF2B5EF4-FFF2-40B4-BE49-F238E27FC236}">
                <a16:creationId xmlns:a16="http://schemas.microsoft.com/office/drawing/2014/main" id="{79408DDC-879F-16A9-9BD2-DDC85F17A214}"/>
              </a:ext>
            </a:extLst>
          </p:cNvPr>
          <p:cNvGrpSpPr>
            <a:grpSpLocks/>
          </p:cNvGrpSpPr>
          <p:nvPr/>
        </p:nvGrpSpPr>
        <p:grpSpPr bwMode="auto">
          <a:xfrm>
            <a:off x="9507538" y="1889125"/>
            <a:ext cx="1304925" cy="2435225"/>
            <a:chOff x="9646841" y="1888970"/>
            <a:chExt cx="1304470" cy="2435707"/>
          </a:xfrm>
        </p:grpSpPr>
        <p:grpSp>
          <p:nvGrpSpPr>
            <p:cNvPr id="50" name="Google Shape;403;p12">
              <a:extLst>
                <a:ext uri="{FF2B5EF4-FFF2-40B4-BE49-F238E27FC236}">
                  <a16:creationId xmlns:a16="http://schemas.microsoft.com/office/drawing/2014/main" id="{0097D1ED-9BDE-78C7-B8C2-21A653A657E3}"/>
                </a:ext>
              </a:extLst>
            </p:cNvPr>
            <p:cNvGrpSpPr>
              <a:grpSpLocks/>
            </p:cNvGrpSpPr>
            <p:nvPr/>
          </p:nvGrpSpPr>
          <p:grpSpPr bwMode="auto">
            <a:xfrm>
              <a:off x="9646841" y="2767032"/>
              <a:ext cx="1304470" cy="1557645"/>
              <a:chOff x="9646841" y="2767032"/>
              <a:chExt cx="1304470" cy="1557645"/>
            </a:xfrm>
          </p:grpSpPr>
          <p:grpSp>
            <p:nvGrpSpPr>
              <p:cNvPr id="55" name="Google Shape;404;p12">
                <a:extLst>
                  <a:ext uri="{FF2B5EF4-FFF2-40B4-BE49-F238E27FC236}">
                    <a16:creationId xmlns:a16="http://schemas.microsoft.com/office/drawing/2014/main" id="{0176804C-CC16-600C-7F23-E06D25B4798A}"/>
                  </a:ext>
                </a:extLst>
              </p:cNvPr>
              <p:cNvGrpSpPr>
                <a:grpSpLocks/>
              </p:cNvGrpSpPr>
              <p:nvPr/>
            </p:nvGrpSpPr>
            <p:grpSpPr bwMode="auto">
              <a:xfrm>
                <a:off x="9646841" y="2767032"/>
                <a:ext cx="1304470" cy="1557645"/>
                <a:chOff x="9539460" y="3267253"/>
                <a:chExt cx="1304470" cy="1557645"/>
              </a:xfrm>
            </p:grpSpPr>
            <p:sp>
              <p:nvSpPr>
                <p:cNvPr id="57" name="Google Shape;405;p12">
                  <a:extLst>
                    <a:ext uri="{FF2B5EF4-FFF2-40B4-BE49-F238E27FC236}">
                      <a16:creationId xmlns:a16="http://schemas.microsoft.com/office/drawing/2014/main" id="{AEBA306B-D29C-99A1-5451-62D1B69F50B7}"/>
                    </a:ext>
                  </a:extLst>
                </p:cNvPr>
                <p:cNvSpPr/>
                <p:nvPr/>
              </p:nvSpPr>
              <p:spPr>
                <a:xfrm rot="10800000" flipH="1">
                  <a:off x="9539460" y="3267253"/>
                  <a:ext cx="1304470" cy="1019377"/>
                </a:xfrm>
                <a:prstGeom prst="triangle">
                  <a:avLst>
                    <a:gd name="adj" fmla="val 50000"/>
                  </a:avLst>
                </a:prstGeom>
                <a:gradFill>
                  <a:gsLst>
                    <a:gs pos="0">
                      <a:schemeClr val="accent5"/>
                    </a:gs>
                    <a:gs pos="100000">
                      <a:srgbClr val="DDD9C3">
                        <a:alpha val="0"/>
                      </a:srgbClr>
                    </a:gs>
                  </a:gsLst>
                  <a:lin ang="5400000" scaled="0"/>
                </a:gra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58" name="Google Shape;406;p12">
                  <a:extLst>
                    <a:ext uri="{FF2B5EF4-FFF2-40B4-BE49-F238E27FC236}">
                      <a16:creationId xmlns:a16="http://schemas.microsoft.com/office/drawing/2014/main" id="{79BF5AC0-EE03-820A-C31E-52C2FD5E69ED}"/>
                    </a:ext>
                  </a:extLst>
                </p:cNvPr>
                <p:cNvSpPr>
                  <a:spLocks noChangeArrowheads="1"/>
                </p:cNvSpPr>
                <p:nvPr/>
              </p:nvSpPr>
              <p:spPr bwMode="auto">
                <a:xfrm>
                  <a:off x="9904458" y="4238995"/>
                  <a:ext cx="585583" cy="585903"/>
                </a:xfrm>
                <a:prstGeom prst="roundRect">
                  <a:avLst>
                    <a:gd name="adj" fmla="val 16667"/>
                  </a:avLst>
                </a:prstGeom>
                <a:gradFill rotWithShape="0">
                  <a:gsLst>
                    <a:gs pos="0">
                      <a:srgbClr val="4AC990"/>
                    </a:gs>
                    <a:gs pos="50000">
                      <a:srgbClr val="12C884"/>
                    </a:gs>
                    <a:gs pos="100000">
                      <a:srgbClr val="08B876"/>
                    </a:gs>
                  </a:gsLst>
                  <a:lin ang="5400000"/>
                </a:gra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56" name="Google Shape;407;p12">
                <a:extLst>
                  <a:ext uri="{FF2B5EF4-FFF2-40B4-BE49-F238E27FC236}">
                    <a16:creationId xmlns:a16="http://schemas.microsoft.com/office/drawing/2014/main" id="{482D0E0F-1CC8-B3A3-E79F-30FC4A06DE40}"/>
                  </a:ext>
                </a:extLst>
              </p:cNvPr>
              <p:cNvSpPr>
                <a:spLocks/>
              </p:cNvSpPr>
              <p:nvPr/>
            </p:nvSpPr>
            <p:spPr bwMode="auto">
              <a:xfrm>
                <a:off x="10159424" y="3878502"/>
                <a:ext cx="279303" cy="279455"/>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51" name="Google Shape;408;p12">
              <a:extLst>
                <a:ext uri="{FF2B5EF4-FFF2-40B4-BE49-F238E27FC236}">
                  <a16:creationId xmlns:a16="http://schemas.microsoft.com/office/drawing/2014/main" id="{C79082B9-2C2B-D98C-3A4B-E469BE5C9CCA}"/>
                </a:ext>
              </a:extLst>
            </p:cNvPr>
            <p:cNvGrpSpPr>
              <a:grpSpLocks/>
            </p:cNvGrpSpPr>
            <p:nvPr/>
          </p:nvGrpSpPr>
          <p:grpSpPr bwMode="auto">
            <a:xfrm>
              <a:off x="9755990" y="1888970"/>
              <a:ext cx="1136271" cy="1246506"/>
              <a:chOff x="627304" y="1987183"/>
              <a:chExt cx="1594615" cy="1749317"/>
            </a:xfrm>
          </p:grpSpPr>
          <p:sp>
            <p:nvSpPr>
              <p:cNvPr id="52" name="Google Shape;409;p12">
                <a:extLst>
                  <a:ext uri="{FF2B5EF4-FFF2-40B4-BE49-F238E27FC236}">
                    <a16:creationId xmlns:a16="http://schemas.microsoft.com/office/drawing/2014/main" id="{ED36FABE-67E0-1556-3759-3DB7F1C7A284}"/>
                  </a:ext>
                </a:extLst>
              </p:cNvPr>
              <p:cNvSpPr>
                <a:spLocks/>
              </p:cNvSpPr>
              <p:nvPr/>
            </p:nvSpPr>
            <p:spPr bwMode="auto">
              <a:xfrm>
                <a:off x="1425091" y="2477409"/>
                <a:ext cx="797296" cy="1258991"/>
              </a:xfrm>
              <a:custGeom>
                <a:avLst/>
                <a:gdLst>
                  <a:gd name="T0" fmla="*/ 0 w 120000"/>
                  <a:gd name="T1" fmla="*/ 0 h 120000"/>
                  <a:gd name="T2" fmla="*/ 120000 w 120000"/>
                  <a:gd name="T3" fmla="*/ 120000 h 120000"/>
                </a:gdLst>
                <a:ahLst/>
                <a:cxnLst>
                  <a:cxn ang="0">
                    <a:pos x="120000" y="0"/>
                  </a:cxn>
                  <a:cxn ang="0">
                    <a:pos x="120000" y="73388"/>
                  </a:cxn>
                  <a:cxn ang="0">
                    <a:pos x="447" y="120000"/>
                  </a:cxn>
                  <a:cxn ang="0">
                    <a:pos x="0" y="46894"/>
                  </a:cxn>
                  <a:cxn ang="0">
                    <a:pos x="120000" y="0"/>
                  </a:cxn>
                  <a:cxn ang="0">
                    <a:pos x="120000" y="0"/>
                  </a:cxn>
                </a:cxnLst>
                <a:rect l="T0" t="T1" r="T2" b="T3"/>
                <a:pathLst>
                  <a:path w="120000" h="120000" extrusionOk="0">
                    <a:moveTo>
                      <a:pt x="120000" y="0"/>
                    </a:moveTo>
                    <a:lnTo>
                      <a:pt x="120000" y="73388"/>
                    </a:lnTo>
                    <a:lnTo>
                      <a:pt x="447" y="120000"/>
                    </a:lnTo>
                    <a:lnTo>
                      <a:pt x="0" y="46894"/>
                    </a:lnTo>
                    <a:lnTo>
                      <a:pt x="120000"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53" name="Google Shape;410;p12">
                <a:extLst>
                  <a:ext uri="{FF2B5EF4-FFF2-40B4-BE49-F238E27FC236}">
                    <a16:creationId xmlns:a16="http://schemas.microsoft.com/office/drawing/2014/main" id="{27E2BFF4-FB92-5176-C7F5-CD44E38C7F8C}"/>
                  </a:ext>
                </a:extLst>
              </p:cNvPr>
              <p:cNvSpPr>
                <a:spLocks/>
              </p:cNvSpPr>
              <p:nvPr/>
            </p:nvSpPr>
            <p:spPr bwMode="auto">
              <a:xfrm>
                <a:off x="627795" y="2477409"/>
                <a:ext cx="799523" cy="1258991"/>
              </a:xfrm>
              <a:custGeom>
                <a:avLst/>
                <a:gdLst>
                  <a:gd name="T0" fmla="*/ 0 w 120000"/>
                  <a:gd name="T1" fmla="*/ 0 h 120000"/>
                  <a:gd name="T2" fmla="*/ 120000 w 120000"/>
                  <a:gd name="T3" fmla="*/ 120000 h 120000"/>
                </a:gdLst>
                <a:ahLst/>
                <a:cxnLst>
                  <a:cxn ang="0">
                    <a:pos x="120000" y="120000"/>
                  </a:cxn>
                  <a:cxn ang="0">
                    <a:pos x="119553" y="46894"/>
                  </a:cxn>
                  <a:cxn ang="0">
                    <a:pos x="0" y="0"/>
                  </a:cxn>
                  <a:cxn ang="0">
                    <a:pos x="446" y="73388"/>
                  </a:cxn>
                  <a:cxn ang="0">
                    <a:pos x="120000" y="120000"/>
                  </a:cxn>
                  <a:cxn ang="0">
                    <a:pos x="120000" y="120000"/>
                  </a:cxn>
                </a:cxnLst>
                <a:rect l="T0" t="T1" r="T2" b="T3"/>
                <a:pathLst>
                  <a:path w="120000" h="120000" extrusionOk="0">
                    <a:moveTo>
                      <a:pt x="120000" y="120000"/>
                    </a:moveTo>
                    <a:lnTo>
                      <a:pt x="119553" y="46894"/>
                    </a:lnTo>
                    <a:lnTo>
                      <a:pt x="0" y="0"/>
                    </a:lnTo>
                    <a:lnTo>
                      <a:pt x="446" y="73388"/>
                    </a:lnTo>
                    <a:lnTo>
                      <a:pt x="120000" y="120000"/>
                    </a:lnTo>
                    <a:close/>
                  </a:path>
                </a:pathLst>
              </a:custGeom>
              <a:solidFill>
                <a:srgbClr val="65E9B8"/>
              </a:solidFill>
              <a:ln w="9525">
                <a:noFill/>
                <a:round/>
                <a:headEnd/>
                <a:tailEnd/>
              </a:ln>
            </p:spPr>
            <p:txBody>
              <a:bodyPr lIns="91425" tIns="45700" rIns="91425" bIns="45700"/>
              <a:lstStyle/>
              <a:p>
                <a:pPr>
                  <a:defRPr/>
                </a:pPr>
                <a:endParaRPr lang="en-US"/>
              </a:p>
            </p:txBody>
          </p:sp>
          <p:sp>
            <p:nvSpPr>
              <p:cNvPr id="54" name="Google Shape;411;p12">
                <a:extLst>
                  <a:ext uri="{FF2B5EF4-FFF2-40B4-BE49-F238E27FC236}">
                    <a16:creationId xmlns:a16="http://schemas.microsoft.com/office/drawing/2014/main" id="{108010D0-1801-0F2A-8005-3DC54D323028}"/>
                  </a:ext>
                </a:extLst>
              </p:cNvPr>
              <p:cNvSpPr>
                <a:spLocks/>
              </p:cNvSpPr>
              <p:nvPr/>
            </p:nvSpPr>
            <p:spPr bwMode="auto">
              <a:xfrm>
                <a:off x="627795" y="1987183"/>
                <a:ext cx="1594591" cy="982682"/>
              </a:xfrm>
              <a:custGeom>
                <a:avLst/>
                <a:gdLst>
                  <a:gd name="T0" fmla="*/ 0 w 120000"/>
                  <a:gd name="T1" fmla="*/ 0 h 120000"/>
                  <a:gd name="T2" fmla="*/ 120000 w 120000"/>
                  <a:gd name="T3" fmla="*/ 120000 h 120000"/>
                </a:gdLst>
                <a:ahLst/>
                <a:cxnLst>
                  <a:cxn ang="0">
                    <a:pos x="60000" y="120000"/>
                  </a:cxn>
                  <a:cxn ang="0">
                    <a:pos x="120000" y="59818"/>
                  </a:cxn>
                  <a:cxn ang="0">
                    <a:pos x="60000" y="0"/>
                  </a:cxn>
                  <a:cxn ang="0">
                    <a:pos x="0" y="59818"/>
                  </a:cxn>
                  <a:cxn ang="0">
                    <a:pos x="60000" y="120000"/>
                  </a:cxn>
                  <a:cxn ang="0">
                    <a:pos x="60000" y="120000"/>
                  </a:cxn>
                </a:cxnLst>
                <a:rect l="T0" t="T1" r="T2" b="T3"/>
                <a:pathLst>
                  <a:path w="120000" h="120000" extrusionOk="0">
                    <a:moveTo>
                      <a:pt x="60000" y="120000"/>
                    </a:moveTo>
                    <a:lnTo>
                      <a:pt x="120000" y="59818"/>
                    </a:lnTo>
                    <a:lnTo>
                      <a:pt x="60000" y="0"/>
                    </a:lnTo>
                    <a:lnTo>
                      <a:pt x="0" y="59818"/>
                    </a:lnTo>
                    <a:lnTo>
                      <a:pt x="60000" y="120000"/>
                    </a:lnTo>
                    <a:close/>
                  </a:path>
                </a:pathLst>
              </a:custGeom>
              <a:solidFill>
                <a:schemeClr val="accent1"/>
              </a:solidFill>
              <a:ln w="9525">
                <a:noFill/>
                <a:round/>
                <a:headEnd/>
                <a:tailEnd/>
              </a:ln>
            </p:spPr>
            <p:txBody>
              <a:bodyPr lIns="91425" tIns="45700" rIns="91425" bIns="45700"/>
              <a:lstStyle/>
              <a:p>
                <a:pPr>
                  <a:defRPr/>
                </a:pPr>
                <a:endParaRPr lang="en-US"/>
              </a:p>
            </p:txBody>
          </p:sp>
        </p:grpSp>
      </p:grpSp>
      <p:sp>
        <p:nvSpPr>
          <p:cNvPr id="353" name="Google Shape;353;p12"/>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412" name="Google Shape;412;p12"/>
          <p:cNvSpPr txBox="1">
            <a:spLocks noGrp="1"/>
          </p:cNvSpPr>
          <p:nvPr>
            <p:ph type="body" idx="2"/>
          </p:nvPr>
        </p:nvSpPr>
        <p:spPr>
          <a:xfrm>
            <a:off x="858786" y="5139521"/>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13" name="Google Shape;413;p12"/>
          <p:cNvSpPr txBox="1">
            <a:spLocks noGrp="1"/>
          </p:cNvSpPr>
          <p:nvPr>
            <p:ph type="body" idx="3"/>
          </p:nvPr>
        </p:nvSpPr>
        <p:spPr>
          <a:xfrm>
            <a:off x="868842" y="4680185"/>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14" name="Google Shape;414;p12"/>
          <p:cNvSpPr txBox="1">
            <a:spLocks noGrp="1"/>
          </p:cNvSpPr>
          <p:nvPr>
            <p:ph type="body" idx="4"/>
          </p:nvPr>
        </p:nvSpPr>
        <p:spPr>
          <a:xfrm>
            <a:off x="3213620" y="5139521"/>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15" name="Google Shape;415;p12"/>
          <p:cNvSpPr txBox="1">
            <a:spLocks noGrp="1"/>
          </p:cNvSpPr>
          <p:nvPr>
            <p:ph type="body" idx="5"/>
          </p:nvPr>
        </p:nvSpPr>
        <p:spPr>
          <a:xfrm>
            <a:off x="3223676" y="4680185"/>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16" name="Google Shape;416;p12"/>
          <p:cNvSpPr txBox="1">
            <a:spLocks noGrp="1"/>
          </p:cNvSpPr>
          <p:nvPr>
            <p:ph type="body" idx="6"/>
          </p:nvPr>
        </p:nvSpPr>
        <p:spPr>
          <a:xfrm>
            <a:off x="5283225" y="5139521"/>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17" name="Google Shape;417;p12"/>
          <p:cNvSpPr txBox="1">
            <a:spLocks noGrp="1"/>
          </p:cNvSpPr>
          <p:nvPr>
            <p:ph type="body" idx="7"/>
          </p:nvPr>
        </p:nvSpPr>
        <p:spPr>
          <a:xfrm>
            <a:off x="5293281" y="4680185"/>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18" name="Google Shape;418;p12"/>
          <p:cNvSpPr txBox="1">
            <a:spLocks noGrp="1"/>
          </p:cNvSpPr>
          <p:nvPr>
            <p:ph type="body" idx="8"/>
          </p:nvPr>
        </p:nvSpPr>
        <p:spPr>
          <a:xfrm>
            <a:off x="7402643" y="5139521"/>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19" name="Google Shape;419;p12"/>
          <p:cNvSpPr txBox="1">
            <a:spLocks noGrp="1"/>
          </p:cNvSpPr>
          <p:nvPr>
            <p:ph type="body" idx="9"/>
          </p:nvPr>
        </p:nvSpPr>
        <p:spPr>
          <a:xfrm>
            <a:off x="7412699" y="4680185"/>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20" name="Google Shape;420;p12"/>
          <p:cNvSpPr txBox="1">
            <a:spLocks noGrp="1"/>
          </p:cNvSpPr>
          <p:nvPr>
            <p:ph type="body" idx="13"/>
          </p:nvPr>
        </p:nvSpPr>
        <p:spPr>
          <a:xfrm>
            <a:off x="9688643" y="5139521"/>
            <a:ext cx="1733046" cy="108543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21" name="Google Shape;421;p12"/>
          <p:cNvSpPr txBox="1">
            <a:spLocks noGrp="1"/>
          </p:cNvSpPr>
          <p:nvPr>
            <p:ph type="body" idx="14"/>
          </p:nvPr>
        </p:nvSpPr>
        <p:spPr>
          <a:xfrm>
            <a:off x="9698699" y="4680185"/>
            <a:ext cx="1733047" cy="36276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1424560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matchingName="Process-Infographic">
  <p:cSld name="Process-Infographic">
    <p:spTree>
      <p:nvGrpSpPr>
        <p:cNvPr id="1" name="Shape 422"/>
        <p:cNvGrpSpPr/>
        <p:nvPr/>
      </p:nvGrpSpPr>
      <p:grpSpPr>
        <a:xfrm>
          <a:off x="0" y="0"/>
          <a:ext cx="0" cy="0"/>
          <a:chOff x="0" y="0"/>
          <a:chExt cx="0" cy="0"/>
        </a:xfrm>
      </p:grpSpPr>
      <p:sp>
        <p:nvSpPr>
          <p:cNvPr id="2" name="Google Shape;425;p13">
            <a:extLst>
              <a:ext uri="{FF2B5EF4-FFF2-40B4-BE49-F238E27FC236}">
                <a16:creationId xmlns:a16="http://schemas.microsoft.com/office/drawing/2014/main" id="{F843DF34-57A5-5A4F-6654-799D191EE345}"/>
              </a:ext>
            </a:extLst>
          </p:cNvPr>
          <p:cNvSpPr>
            <a:spLocks/>
          </p:cNvSpPr>
          <p:nvPr/>
        </p:nvSpPr>
        <p:spPr bwMode="auto">
          <a:xfrm>
            <a:off x="635000" y="3114675"/>
            <a:ext cx="2438400" cy="1189038"/>
          </a:xfrm>
          <a:custGeom>
            <a:avLst/>
            <a:gdLst>
              <a:gd name="T0" fmla="*/ 0 w 120000"/>
              <a:gd name="T1" fmla="*/ 0 h 120000"/>
              <a:gd name="T2" fmla="*/ 120000 w 120000"/>
              <a:gd name="T3" fmla="*/ 120000 h 120000"/>
            </a:gdLst>
            <a:ahLst/>
            <a:cxnLst>
              <a:cxn ang="0">
                <a:pos x="0" y="0"/>
              </a:cxn>
              <a:cxn ang="0">
                <a:pos x="15114" y="0"/>
              </a:cxn>
              <a:cxn ang="0">
                <a:pos x="15333" y="8702"/>
              </a:cxn>
              <a:cxn ang="0">
                <a:pos x="59999" y="89647"/>
              </a:cxn>
              <a:cxn ang="0">
                <a:pos x="104666" y="8702"/>
              </a:cxn>
              <a:cxn ang="0">
                <a:pos x="104885" y="0"/>
              </a:cxn>
              <a:cxn ang="0">
                <a:pos x="120000" y="0"/>
              </a:cxn>
              <a:cxn ang="0">
                <a:pos x="119703" y="11806"/>
              </a:cxn>
              <a:cxn ang="0">
                <a:pos x="59999" y="120000"/>
              </a:cxn>
              <a:cxn ang="0">
                <a:pos x="296" y="11806"/>
              </a:cxn>
              <a:cxn ang="0">
                <a:pos x="0" y="0"/>
              </a:cxn>
            </a:cxnLst>
            <a:rect l="T0" t="T1" r="T2" b="T3"/>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lnTo>
                  <a:pt x="0" y="0"/>
                </a:lnTo>
                <a:close/>
              </a:path>
            </a:pathLst>
          </a:custGeom>
          <a:solidFill>
            <a:srgbClr val="656D78">
              <a:alpha val="24313"/>
            </a:srgbClr>
          </a:solidFill>
          <a:ln w="9525">
            <a:noFill/>
            <a:round/>
            <a:headEnd/>
            <a:tailEnd/>
          </a:ln>
        </p:spPr>
        <p:txBody>
          <a:bodyPr lIns="91425" tIns="45700" rIns="91425" bIns="45700" anchor="ctr"/>
          <a:lstStyle/>
          <a:p>
            <a:pPr>
              <a:defRPr/>
            </a:pPr>
            <a:endParaRPr lang="en-US"/>
          </a:p>
        </p:txBody>
      </p:sp>
      <p:sp>
        <p:nvSpPr>
          <p:cNvPr id="3" name="Google Shape;426;p13">
            <a:extLst>
              <a:ext uri="{FF2B5EF4-FFF2-40B4-BE49-F238E27FC236}">
                <a16:creationId xmlns:a16="http://schemas.microsoft.com/office/drawing/2014/main" id="{5591E32B-DC57-D4DE-9705-18FEB76BF3E6}"/>
              </a:ext>
            </a:extLst>
          </p:cNvPr>
          <p:cNvSpPr>
            <a:spLocks/>
          </p:cNvSpPr>
          <p:nvPr/>
        </p:nvSpPr>
        <p:spPr bwMode="auto">
          <a:xfrm>
            <a:off x="4879975" y="3114675"/>
            <a:ext cx="2438400" cy="1189038"/>
          </a:xfrm>
          <a:custGeom>
            <a:avLst/>
            <a:gdLst>
              <a:gd name="T0" fmla="*/ 0 w 120000"/>
              <a:gd name="T1" fmla="*/ 0 h 120000"/>
              <a:gd name="T2" fmla="*/ 120000 w 120000"/>
              <a:gd name="T3" fmla="*/ 120000 h 120000"/>
            </a:gdLst>
            <a:ahLst/>
            <a:cxnLst>
              <a:cxn ang="0">
                <a:pos x="0" y="0"/>
              </a:cxn>
              <a:cxn ang="0">
                <a:pos x="15114" y="0"/>
              </a:cxn>
              <a:cxn ang="0">
                <a:pos x="15333" y="8702"/>
              </a:cxn>
              <a:cxn ang="0">
                <a:pos x="59999" y="89647"/>
              </a:cxn>
              <a:cxn ang="0">
                <a:pos x="104666" y="8702"/>
              </a:cxn>
              <a:cxn ang="0">
                <a:pos x="104885" y="0"/>
              </a:cxn>
              <a:cxn ang="0">
                <a:pos x="120000" y="0"/>
              </a:cxn>
              <a:cxn ang="0">
                <a:pos x="119703" y="11806"/>
              </a:cxn>
              <a:cxn ang="0">
                <a:pos x="59999" y="120000"/>
              </a:cxn>
              <a:cxn ang="0">
                <a:pos x="296" y="11806"/>
              </a:cxn>
              <a:cxn ang="0">
                <a:pos x="0" y="0"/>
              </a:cxn>
            </a:cxnLst>
            <a:rect l="T0" t="T1" r="T2" b="T3"/>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lnTo>
                  <a:pt x="0" y="0"/>
                </a:lnTo>
                <a:close/>
              </a:path>
            </a:pathLst>
          </a:custGeom>
          <a:solidFill>
            <a:srgbClr val="656D78">
              <a:alpha val="24313"/>
            </a:srgbClr>
          </a:solidFill>
          <a:ln w="9525">
            <a:noFill/>
            <a:round/>
            <a:headEnd/>
            <a:tailEnd/>
          </a:ln>
        </p:spPr>
        <p:txBody>
          <a:bodyPr lIns="91425" tIns="45700" rIns="91425" bIns="45700" anchor="ctr"/>
          <a:lstStyle/>
          <a:p>
            <a:pPr>
              <a:defRPr/>
            </a:pPr>
            <a:endParaRPr lang="en-US"/>
          </a:p>
        </p:txBody>
      </p:sp>
      <p:sp>
        <p:nvSpPr>
          <p:cNvPr id="4" name="Google Shape;427;p13">
            <a:extLst>
              <a:ext uri="{FF2B5EF4-FFF2-40B4-BE49-F238E27FC236}">
                <a16:creationId xmlns:a16="http://schemas.microsoft.com/office/drawing/2014/main" id="{C2AAC6A5-4183-C472-231D-563669B57C6E}"/>
              </a:ext>
            </a:extLst>
          </p:cNvPr>
          <p:cNvSpPr>
            <a:spLocks/>
          </p:cNvSpPr>
          <p:nvPr/>
        </p:nvSpPr>
        <p:spPr bwMode="auto">
          <a:xfrm rot="10800000" flipH="1">
            <a:off x="2754313" y="1925638"/>
            <a:ext cx="2438400" cy="1189037"/>
          </a:xfrm>
          <a:custGeom>
            <a:avLst/>
            <a:gdLst>
              <a:gd name="T0" fmla="*/ 0 w 120000"/>
              <a:gd name="T1" fmla="*/ 0 h 120000"/>
              <a:gd name="T2" fmla="*/ 120000 w 120000"/>
              <a:gd name="T3" fmla="*/ 120000 h 120000"/>
            </a:gdLst>
            <a:ahLst/>
            <a:cxnLst>
              <a:cxn ang="0">
                <a:pos x="0" y="0"/>
              </a:cxn>
              <a:cxn ang="0">
                <a:pos x="15114" y="0"/>
              </a:cxn>
              <a:cxn ang="0">
                <a:pos x="15333" y="8702"/>
              </a:cxn>
              <a:cxn ang="0">
                <a:pos x="59999" y="89647"/>
              </a:cxn>
              <a:cxn ang="0">
                <a:pos x="104666" y="8702"/>
              </a:cxn>
              <a:cxn ang="0">
                <a:pos x="104885" y="0"/>
              </a:cxn>
              <a:cxn ang="0">
                <a:pos x="120000" y="0"/>
              </a:cxn>
              <a:cxn ang="0">
                <a:pos x="119703" y="11806"/>
              </a:cxn>
              <a:cxn ang="0">
                <a:pos x="59999" y="120000"/>
              </a:cxn>
              <a:cxn ang="0">
                <a:pos x="296" y="11806"/>
              </a:cxn>
              <a:cxn ang="0">
                <a:pos x="0" y="0"/>
              </a:cxn>
            </a:cxnLst>
            <a:rect l="T0" t="T1" r="T2" b="T3"/>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lnTo>
                  <a:pt x="0" y="0"/>
                </a:lnTo>
                <a:close/>
              </a:path>
            </a:pathLst>
          </a:custGeom>
          <a:solidFill>
            <a:srgbClr val="656D78">
              <a:alpha val="24313"/>
            </a:srgbClr>
          </a:solidFill>
          <a:ln w="9525">
            <a:noFill/>
            <a:round/>
            <a:headEnd/>
            <a:tailEnd/>
          </a:ln>
        </p:spPr>
        <p:txBody>
          <a:bodyPr lIns="91425" tIns="45700" rIns="91425" bIns="45700" anchor="ctr"/>
          <a:lstStyle/>
          <a:p>
            <a:pPr>
              <a:defRPr/>
            </a:pPr>
            <a:endParaRPr lang="en-US"/>
          </a:p>
        </p:txBody>
      </p:sp>
      <p:sp>
        <p:nvSpPr>
          <p:cNvPr id="5" name="Google Shape;428;p13">
            <a:extLst>
              <a:ext uri="{FF2B5EF4-FFF2-40B4-BE49-F238E27FC236}">
                <a16:creationId xmlns:a16="http://schemas.microsoft.com/office/drawing/2014/main" id="{D7646E94-AC03-0E22-11A8-9357D343DAB0}"/>
              </a:ext>
            </a:extLst>
          </p:cNvPr>
          <p:cNvSpPr>
            <a:spLocks/>
          </p:cNvSpPr>
          <p:nvPr/>
        </p:nvSpPr>
        <p:spPr bwMode="auto">
          <a:xfrm>
            <a:off x="9132888" y="3114675"/>
            <a:ext cx="2438400" cy="1189038"/>
          </a:xfrm>
          <a:custGeom>
            <a:avLst/>
            <a:gdLst>
              <a:gd name="T0" fmla="*/ 0 w 120000"/>
              <a:gd name="T1" fmla="*/ 0 h 120000"/>
              <a:gd name="T2" fmla="*/ 120000 w 120000"/>
              <a:gd name="T3" fmla="*/ 120000 h 120000"/>
            </a:gdLst>
            <a:ahLst/>
            <a:cxnLst>
              <a:cxn ang="0">
                <a:pos x="0" y="0"/>
              </a:cxn>
              <a:cxn ang="0">
                <a:pos x="15114" y="0"/>
              </a:cxn>
              <a:cxn ang="0">
                <a:pos x="15333" y="8702"/>
              </a:cxn>
              <a:cxn ang="0">
                <a:pos x="59999" y="89647"/>
              </a:cxn>
              <a:cxn ang="0">
                <a:pos x="104666" y="8702"/>
              </a:cxn>
              <a:cxn ang="0">
                <a:pos x="104885" y="0"/>
              </a:cxn>
              <a:cxn ang="0">
                <a:pos x="120000" y="0"/>
              </a:cxn>
              <a:cxn ang="0">
                <a:pos x="119703" y="11806"/>
              </a:cxn>
              <a:cxn ang="0">
                <a:pos x="59999" y="120000"/>
              </a:cxn>
              <a:cxn ang="0">
                <a:pos x="296" y="11806"/>
              </a:cxn>
              <a:cxn ang="0">
                <a:pos x="0" y="0"/>
              </a:cxn>
            </a:cxnLst>
            <a:rect l="T0" t="T1" r="T2" b="T3"/>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lnTo>
                  <a:pt x="0" y="0"/>
                </a:lnTo>
                <a:close/>
              </a:path>
            </a:pathLst>
          </a:custGeom>
          <a:solidFill>
            <a:srgbClr val="656D78">
              <a:alpha val="24313"/>
            </a:srgbClr>
          </a:solidFill>
          <a:ln w="9525">
            <a:noFill/>
            <a:round/>
            <a:headEnd/>
            <a:tailEnd/>
          </a:ln>
        </p:spPr>
        <p:txBody>
          <a:bodyPr lIns="91425" tIns="45700" rIns="91425" bIns="45700" anchor="ctr"/>
          <a:lstStyle/>
          <a:p>
            <a:pPr>
              <a:defRPr/>
            </a:pPr>
            <a:endParaRPr lang="en-US"/>
          </a:p>
        </p:txBody>
      </p:sp>
      <p:sp>
        <p:nvSpPr>
          <p:cNvPr id="6" name="Google Shape;429;p13">
            <a:extLst>
              <a:ext uri="{FF2B5EF4-FFF2-40B4-BE49-F238E27FC236}">
                <a16:creationId xmlns:a16="http://schemas.microsoft.com/office/drawing/2014/main" id="{FF107722-BAEB-4176-841B-56E05FABD8A1}"/>
              </a:ext>
            </a:extLst>
          </p:cNvPr>
          <p:cNvSpPr>
            <a:spLocks/>
          </p:cNvSpPr>
          <p:nvPr/>
        </p:nvSpPr>
        <p:spPr bwMode="auto">
          <a:xfrm rot="10800000" flipH="1">
            <a:off x="7026275" y="1925638"/>
            <a:ext cx="2438400" cy="1189037"/>
          </a:xfrm>
          <a:custGeom>
            <a:avLst/>
            <a:gdLst>
              <a:gd name="T0" fmla="*/ 0 w 120000"/>
              <a:gd name="T1" fmla="*/ 0 h 120000"/>
              <a:gd name="T2" fmla="*/ 120000 w 120000"/>
              <a:gd name="T3" fmla="*/ 120000 h 120000"/>
            </a:gdLst>
            <a:ahLst/>
            <a:cxnLst>
              <a:cxn ang="0">
                <a:pos x="0" y="0"/>
              </a:cxn>
              <a:cxn ang="0">
                <a:pos x="15114" y="0"/>
              </a:cxn>
              <a:cxn ang="0">
                <a:pos x="15333" y="8702"/>
              </a:cxn>
              <a:cxn ang="0">
                <a:pos x="59999" y="89647"/>
              </a:cxn>
              <a:cxn ang="0">
                <a:pos x="104666" y="8702"/>
              </a:cxn>
              <a:cxn ang="0">
                <a:pos x="104885" y="0"/>
              </a:cxn>
              <a:cxn ang="0">
                <a:pos x="120000" y="0"/>
              </a:cxn>
              <a:cxn ang="0">
                <a:pos x="119703" y="11806"/>
              </a:cxn>
              <a:cxn ang="0">
                <a:pos x="59999" y="120000"/>
              </a:cxn>
              <a:cxn ang="0">
                <a:pos x="296" y="11806"/>
              </a:cxn>
              <a:cxn ang="0">
                <a:pos x="0" y="0"/>
              </a:cxn>
            </a:cxnLst>
            <a:rect l="T0" t="T1" r="T2" b="T3"/>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lnTo>
                  <a:pt x="0" y="0"/>
                </a:lnTo>
                <a:close/>
              </a:path>
            </a:pathLst>
          </a:custGeom>
          <a:solidFill>
            <a:srgbClr val="656D78">
              <a:alpha val="24313"/>
            </a:srgbClr>
          </a:solidFill>
          <a:ln w="9525">
            <a:noFill/>
            <a:round/>
            <a:headEnd/>
            <a:tailEnd/>
          </a:ln>
        </p:spPr>
        <p:txBody>
          <a:bodyPr lIns="91425" tIns="45700" rIns="91425" bIns="45700" anchor="ctr"/>
          <a:lstStyle/>
          <a:p>
            <a:pPr>
              <a:defRPr/>
            </a:pPr>
            <a:endParaRPr lang="en-US"/>
          </a:p>
        </p:txBody>
      </p:sp>
      <p:sp>
        <p:nvSpPr>
          <p:cNvPr id="7" name="Google Shape;430;p13">
            <a:extLst>
              <a:ext uri="{FF2B5EF4-FFF2-40B4-BE49-F238E27FC236}">
                <a16:creationId xmlns:a16="http://schemas.microsoft.com/office/drawing/2014/main" id="{0893DAA6-19DB-B11E-A384-83FB1740233C}"/>
              </a:ext>
            </a:extLst>
          </p:cNvPr>
          <p:cNvSpPr>
            <a:spLocks/>
          </p:cNvSpPr>
          <p:nvPr/>
        </p:nvSpPr>
        <p:spPr bwMode="auto">
          <a:xfrm>
            <a:off x="2754313" y="3114675"/>
            <a:ext cx="2438400" cy="1189038"/>
          </a:xfrm>
          <a:custGeom>
            <a:avLst/>
            <a:gdLst>
              <a:gd name="T0" fmla="*/ 0 w 120000"/>
              <a:gd name="T1" fmla="*/ 0 h 120000"/>
              <a:gd name="T2" fmla="*/ 120000 w 120000"/>
              <a:gd name="T3" fmla="*/ 120000 h 120000"/>
            </a:gdLst>
            <a:ahLst/>
            <a:cxnLst>
              <a:cxn ang="0">
                <a:pos x="0" y="0"/>
              </a:cxn>
              <a:cxn ang="0">
                <a:pos x="15114" y="0"/>
              </a:cxn>
              <a:cxn ang="0">
                <a:pos x="15333" y="8702"/>
              </a:cxn>
              <a:cxn ang="0">
                <a:pos x="59999" y="89647"/>
              </a:cxn>
              <a:cxn ang="0">
                <a:pos x="104666" y="8702"/>
              </a:cxn>
              <a:cxn ang="0">
                <a:pos x="104885" y="0"/>
              </a:cxn>
              <a:cxn ang="0">
                <a:pos x="120000" y="0"/>
              </a:cxn>
              <a:cxn ang="0">
                <a:pos x="119703" y="11806"/>
              </a:cxn>
              <a:cxn ang="0">
                <a:pos x="59999" y="120000"/>
              </a:cxn>
              <a:cxn ang="0">
                <a:pos x="296" y="11806"/>
              </a:cxn>
              <a:cxn ang="0">
                <a:pos x="0" y="0"/>
              </a:cxn>
            </a:cxnLst>
            <a:rect l="T0" t="T1" r="T2" b="T3"/>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lnTo>
                  <a:pt x="0" y="0"/>
                </a:lnTo>
                <a:close/>
              </a:path>
            </a:pathLst>
          </a:custGeom>
          <a:solidFill>
            <a:schemeClr val="accent2"/>
          </a:solidFill>
          <a:ln w="9525">
            <a:noFill/>
            <a:round/>
            <a:headEnd/>
            <a:tailEnd/>
          </a:ln>
        </p:spPr>
        <p:txBody>
          <a:bodyPr lIns="91425" tIns="45700" rIns="91425" bIns="45700" anchor="ctr"/>
          <a:lstStyle/>
          <a:p>
            <a:pPr>
              <a:defRPr/>
            </a:pPr>
            <a:endParaRPr lang="en-US"/>
          </a:p>
        </p:txBody>
      </p:sp>
      <p:sp>
        <p:nvSpPr>
          <p:cNvPr id="8" name="Google Shape;431;p13">
            <a:extLst>
              <a:ext uri="{FF2B5EF4-FFF2-40B4-BE49-F238E27FC236}">
                <a16:creationId xmlns:a16="http://schemas.microsoft.com/office/drawing/2014/main" id="{9E9895E6-5302-3745-AE04-8BDD98D6B6ED}"/>
              </a:ext>
            </a:extLst>
          </p:cNvPr>
          <p:cNvSpPr>
            <a:spLocks/>
          </p:cNvSpPr>
          <p:nvPr/>
        </p:nvSpPr>
        <p:spPr bwMode="auto">
          <a:xfrm rot="10800000" flipH="1">
            <a:off x="628650" y="1925638"/>
            <a:ext cx="2436813" cy="1189037"/>
          </a:xfrm>
          <a:custGeom>
            <a:avLst/>
            <a:gdLst>
              <a:gd name="T0" fmla="*/ 0 w 120000"/>
              <a:gd name="T1" fmla="*/ 0 h 120000"/>
              <a:gd name="T2" fmla="*/ 120000 w 120000"/>
              <a:gd name="T3" fmla="*/ 120000 h 120000"/>
            </a:gdLst>
            <a:ahLst/>
            <a:cxnLst>
              <a:cxn ang="0">
                <a:pos x="0" y="0"/>
              </a:cxn>
              <a:cxn ang="0">
                <a:pos x="15114" y="0"/>
              </a:cxn>
              <a:cxn ang="0">
                <a:pos x="15333" y="8702"/>
              </a:cxn>
              <a:cxn ang="0">
                <a:pos x="59999" y="89647"/>
              </a:cxn>
              <a:cxn ang="0">
                <a:pos x="104666" y="8702"/>
              </a:cxn>
              <a:cxn ang="0">
                <a:pos x="104885" y="0"/>
              </a:cxn>
              <a:cxn ang="0">
                <a:pos x="120000" y="0"/>
              </a:cxn>
              <a:cxn ang="0">
                <a:pos x="119703" y="11806"/>
              </a:cxn>
              <a:cxn ang="0">
                <a:pos x="59999" y="120000"/>
              </a:cxn>
              <a:cxn ang="0">
                <a:pos x="296" y="11806"/>
              </a:cxn>
              <a:cxn ang="0">
                <a:pos x="0" y="0"/>
              </a:cxn>
            </a:cxnLst>
            <a:rect l="T0" t="T1" r="T2" b="T3"/>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lnTo>
                  <a:pt x="0" y="0"/>
                </a:lnTo>
                <a:close/>
              </a:path>
            </a:pathLst>
          </a:custGeom>
          <a:solidFill>
            <a:schemeClr val="accent1"/>
          </a:solidFill>
          <a:ln w="9525">
            <a:noFill/>
            <a:round/>
            <a:headEnd/>
            <a:tailEnd/>
          </a:ln>
        </p:spPr>
        <p:txBody>
          <a:bodyPr lIns="91425" tIns="45700" rIns="91425" bIns="45700" anchor="ctr"/>
          <a:lstStyle/>
          <a:p>
            <a:pPr>
              <a:defRPr/>
            </a:pPr>
            <a:endParaRPr lang="en-US"/>
          </a:p>
        </p:txBody>
      </p:sp>
      <p:sp>
        <p:nvSpPr>
          <p:cNvPr id="9" name="Google Shape;432;p13">
            <a:extLst>
              <a:ext uri="{FF2B5EF4-FFF2-40B4-BE49-F238E27FC236}">
                <a16:creationId xmlns:a16="http://schemas.microsoft.com/office/drawing/2014/main" id="{CA06A0B1-D0B0-AA54-085F-59CF635E518C}"/>
              </a:ext>
            </a:extLst>
          </p:cNvPr>
          <p:cNvSpPr/>
          <p:nvPr/>
        </p:nvSpPr>
        <p:spPr>
          <a:xfrm>
            <a:off x="7007225" y="3114675"/>
            <a:ext cx="2436813" cy="1189038"/>
          </a:xfrm>
          <a:custGeom>
            <a:avLst/>
            <a:gdLst/>
            <a:ahLst/>
            <a:cxnLst/>
            <a:rect l="0" t="0" r="0" b="0"/>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0" name="Google Shape;433;p13">
            <a:extLst>
              <a:ext uri="{FF2B5EF4-FFF2-40B4-BE49-F238E27FC236}">
                <a16:creationId xmlns:a16="http://schemas.microsoft.com/office/drawing/2014/main" id="{700382E5-216B-F049-DA9A-70C4C3E421A7}"/>
              </a:ext>
            </a:extLst>
          </p:cNvPr>
          <p:cNvSpPr/>
          <p:nvPr/>
        </p:nvSpPr>
        <p:spPr>
          <a:xfrm rot="10800000" flipH="1">
            <a:off x="4879975" y="1925638"/>
            <a:ext cx="2438400" cy="1189037"/>
          </a:xfrm>
          <a:custGeom>
            <a:avLst/>
            <a:gdLst/>
            <a:ahLst/>
            <a:cxnLst/>
            <a:rect l="0" t="0" r="0" b="0"/>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1" name="Google Shape;434;p13">
            <a:extLst>
              <a:ext uri="{FF2B5EF4-FFF2-40B4-BE49-F238E27FC236}">
                <a16:creationId xmlns:a16="http://schemas.microsoft.com/office/drawing/2014/main" id="{9131BA28-8312-FC15-1D5E-17DD57E3B847}"/>
              </a:ext>
            </a:extLst>
          </p:cNvPr>
          <p:cNvSpPr/>
          <p:nvPr/>
        </p:nvSpPr>
        <p:spPr>
          <a:xfrm rot="10800000" flipH="1">
            <a:off x="9132888" y="1925638"/>
            <a:ext cx="2438400" cy="1189037"/>
          </a:xfrm>
          <a:custGeom>
            <a:avLst/>
            <a:gdLst/>
            <a:ahLst/>
            <a:cxnLst/>
            <a:rect l="0" t="0" r="0" b="0"/>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6"/>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2" name="Google Shape;435;p13">
            <a:extLst>
              <a:ext uri="{FF2B5EF4-FFF2-40B4-BE49-F238E27FC236}">
                <a16:creationId xmlns:a16="http://schemas.microsoft.com/office/drawing/2014/main" id="{1E1117A4-ABCE-CC7D-9045-C36C9E668809}"/>
              </a:ext>
            </a:extLst>
          </p:cNvPr>
          <p:cNvSpPr>
            <a:spLocks noChangeArrowheads="1"/>
          </p:cNvSpPr>
          <p:nvPr/>
        </p:nvSpPr>
        <p:spPr bwMode="auto">
          <a:xfrm>
            <a:off x="661988" y="4762500"/>
            <a:ext cx="179387" cy="179388"/>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656D78"/>
              </a:solidFill>
            </a:endParaRPr>
          </a:p>
        </p:txBody>
      </p:sp>
      <p:sp>
        <p:nvSpPr>
          <p:cNvPr id="13" name="Google Shape;436;p13">
            <a:extLst>
              <a:ext uri="{FF2B5EF4-FFF2-40B4-BE49-F238E27FC236}">
                <a16:creationId xmlns:a16="http://schemas.microsoft.com/office/drawing/2014/main" id="{FED5B567-3B96-82F8-7B53-42937EB0490F}"/>
              </a:ext>
            </a:extLst>
          </p:cNvPr>
          <p:cNvSpPr>
            <a:spLocks noChangeArrowheads="1"/>
          </p:cNvSpPr>
          <p:nvPr/>
        </p:nvSpPr>
        <p:spPr bwMode="auto">
          <a:xfrm>
            <a:off x="2947988" y="4756150"/>
            <a:ext cx="179387" cy="179388"/>
          </a:xfrm>
          <a:prstGeom prst="ellipse">
            <a:avLst/>
          </a:prstGeom>
          <a:solidFill>
            <a:schemeClr val="accent2"/>
          </a:soli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656D78"/>
              </a:solidFill>
            </a:endParaRPr>
          </a:p>
        </p:txBody>
      </p:sp>
      <p:sp>
        <p:nvSpPr>
          <p:cNvPr id="14" name="Google Shape;437;p13">
            <a:extLst>
              <a:ext uri="{FF2B5EF4-FFF2-40B4-BE49-F238E27FC236}">
                <a16:creationId xmlns:a16="http://schemas.microsoft.com/office/drawing/2014/main" id="{8CF6BD4E-9C12-6EDA-1219-AC4097398FB5}"/>
              </a:ext>
            </a:extLst>
          </p:cNvPr>
          <p:cNvSpPr/>
          <p:nvPr/>
        </p:nvSpPr>
        <p:spPr>
          <a:xfrm>
            <a:off x="7158038" y="4749800"/>
            <a:ext cx="179387" cy="179388"/>
          </a:xfrm>
          <a:prstGeom prst="ellipse">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rgbClr val="656D78"/>
              </a:solidFill>
              <a:latin typeface="Arial"/>
              <a:ea typeface="Arial"/>
              <a:cs typeface="Arial"/>
              <a:sym typeface="Arial"/>
            </a:endParaRPr>
          </a:p>
        </p:txBody>
      </p:sp>
      <p:sp>
        <p:nvSpPr>
          <p:cNvPr id="15" name="Google Shape;438;p13">
            <a:extLst>
              <a:ext uri="{FF2B5EF4-FFF2-40B4-BE49-F238E27FC236}">
                <a16:creationId xmlns:a16="http://schemas.microsoft.com/office/drawing/2014/main" id="{B1B22BC9-F933-6D78-CA3F-BED90C372AB0}"/>
              </a:ext>
            </a:extLst>
          </p:cNvPr>
          <p:cNvSpPr/>
          <p:nvPr/>
        </p:nvSpPr>
        <p:spPr>
          <a:xfrm>
            <a:off x="9436100" y="4749800"/>
            <a:ext cx="179388" cy="179388"/>
          </a:xfrm>
          <a:prstGeom prst="ellipse">
            <a:avLst/>
          </a:prstGeom>
          <a:solidFill>
            <a:schemeClr val="accent6"/>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rgbClr val="656D78"/>
              </a:solidFill>
              <a:latin typeface="Arial"/>
              <a:ea typeface="Arial"/>
              <a:cs typeface="Arial"/>
              <a:sym typeface="Arial"/>
            </a:endParaRPr>
          </a:p>
        </p:txBody>
      </p:sp>
      <p:sp>
        <p:nvSpPr>
          <p:cNvPr id="16" name="Google Shape;439;p13">
            <a:extLst>
              <a:ext uri="{FF2B5EF4-FFF2-40B4-BE49-F238E27FC236}">
                <a16:creationId xmlns:a16="http://schemas.microsoft.com/office/drawing/2014/main" id="{F088A48C-6CC5-D6FA-4F91-6C7BAEB18A2C}"/>
              </a:ext>
            </a:extLst>
          </p:cNvPr>
          <p:cNvSpPr/>
          <p:nvPr/>
        </p:nvSpPr>
        <p:spPr>
          <a:xfrm>
            <a:off x="5053013" y="4749800"/>
            <a:ext cx="179387" cy="179388"/>
          </a:xfrm>
          <a:prstGeom prst="ellipse">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rgbClr val="656D78"/>
              </a:solidFill>
              <a:latin typeface="Arial"/>
              <a:ea typeface="Arial"/>
              <a:cs typeface="Arial"/>
              <a:sym typeface="Arial"/>
            </a:endParaRPr>
          </a:p>
        </p:txBody>
      </p:sp>
      <p:sp>
        <p:nvSpPr>
          <p:cNvPr id="423" name="Google Shape;423;p13"/>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440" name="Google Shape;440;p13"/>
          <p:cNvSpPr txBox="1">
            <a:spLocks noGrp="1"/>
          </p:cNvSpPr>
          <p:nvPr>
            <p:ph type="body" idx="2"/>
          </p:nvPr>
        </p:nvSpPr>
        <p:spPr>
          <a:xfrm>
            <a:off x="858786" y="5139521"/>
            <a:ext cx="1733046" cy="108543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1" name="Google Shape;441;p13"/>
          <p:cNvSpPr txBox="1">
            <a:spLocks noGrp="1"/>
          </p:cNvSpPr>
          <p:nvPr>
            <p:ph type="body" idx="3"/>
          </p:nvPr>
        </p:nvSpPr>
        <p:spPr>
          <a:xfrm>
            <a:off x="989700" y="2873670"/>
            <a:ext cx="1733047"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2" name="Google Shape;442;p13"/>
          <p:cNvSpPr txBox="1">
            <a:spLocks noGrp="1"/>
          </p:cNvSpPr>
          <p:nvPr>
            <p:ph type="body" idx="4"/>
          </p:nvPr>
        </p:nvSpPr>
        <p:spPr>
          <a:xfrm>
            <a:off x="3080692" y="2873670"/>
            <a:ext cx="1733047"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3" name="Google Shape;443;p13"/>
          <p:cNvSpPr txBox="1">
            <a:spLocks noGrp="1"/>
          </p:cNvSpPr>
          <p:nvPr>
            <p:ph type="body" idx="5"/>
          </p:nvPr>
        </p:nvSpPr>
        <p:spPr>
          <a:xfrm>
            <a:off x="5220008" y="2873670"/>
            <a:ext cx="1733047"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4" name="Google Shape;444;p13"/>
          <p:cNvSpPr txBox="1">
            <a:spLocks noGrp="1"/>
          </p:cNvSpPr>
          <p:nvPr>
            <p:ph type="body" idx="6"/>
          </p:nvPr>
        </p:nvSpPr>
        <p:spPr>
          <a:xfrm>
            <a:off x="7386215" y="2873670"/>
            <a:ext cx="1733047"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5" name="Google Shape;445;p13"/>
          <p:cNvSpPr txBox="1">
            <a:spLocks noGrp="1"/>
          </p:cNvSpPr>
          <p:nvPr>
            <p:ph type="body" idx="7"/>
          </p:nvPr>
        </p:nvSpPr>
        <p:spPr>
          <a:xfrm>
            <a:off x="9485359" y="2873670"/>
            <a:ext cx="1733047"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6" name="Google Shape;446;p13"/>
          <p:cNvSpPr txBox="1">
            <a:spLocks noGrp="1"/>
          </p:cNvSpPr>
          <p:nvPr>
            <p:ph type="body" idx="8"/>
          </p:nvPr>
        </p:nvSpPr>
        <p:spPr>
          <a:xfrm>
            <a:off x="868842" y="4680185"/>
            <a:ext cx="1733047"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7" name="Google Shape;447;p13"/>
          <p:cNvSpPr txBox="1">
            <a:spLocks noGrp="1"/>
          </p:cNvSpPr>
          <p:nvPr>
            <p:ph type="body" idx="9"/>
          </p:nvPr>
        </p:nvSpPr>
        <p:spPr>
          <a:xfrm>
            <a:off x="3213620" y="5139521"/>
            <a:ext cx="1733046" cy="108543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8" name="Google Shape;448;p13"/>
          <p:cNvSpPr txBox="1">
            <a:spLocks noGrp="1"/>
          </p:cNvSpPr>
          <p:nvPr>
            <p:ph type="body" idx="13"/>
          </p:nvPr>
        </p:nvSpPr>
        <p:spPr>
          <a:xfrm>
            <a:off x="3223676" y="4680185"/>
            <a:ext cx="1733047"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49" name="Google Shape;449;p13"/>
          <p:cNvSpPr txBox="1">
            <a:spLocks noGrp="1"/>
          </p:cNvSpPr>
          <p:nvPr>
            <p:ph type="body" idx="14"/>
          </p:nvPr>
        </p:nvSpPr>
        <p:spPr>
          <a:xfrm>
            <a:off x="5283225" y="5139521"/>
            <a:ext cx="1733046" cy="108543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50" name="Google Shape;450;p13"/>
          <p:cNvSpPr txBox="1">
            <a:spLocks noGrp="1"/>
          </p:cNvSpPr>
          <p:nvPr>
            <p:ph type="body" idx="15"/>
          </p:nvPr>
        </p:nvSpPr>
        <p:spPr>
          <a:xfrm>
            <a:off x="5293281" y="4680185"/>
            <a:ext cx="1733047"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51" name="Google Shape;451;p13"/>
          <p:cNvSpPr txBox="1">
            <a:spLocks noGrp="1"/>
          </p:cNvSpPr>
          <p:nvPr>
            <p:ph type="body" idx="16"/>
          </p:nvPr>
        </p:nvSpPr>
        <p:spPr>
          <a:xfrm>
            <a:off x="7402643" y="5139521"/>
            <a:ext cx="1733046" cy="108543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52" name="Google Shape;452;p13"/>
          <p:cNvSpPr txBox="1">
            <a:spLocks noGrp="1"/>
          </p:cNvSpPr>
          <p:nvPr>
            <p:ph type="body" idx="17"/>
          </p:nvPr>
        </p:nvSpPr>
        <p:spPr>
          <a:xfrm>
            <a:off x="7412699" y="4680185"/>
            <a:ext cx="1733047"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53" name="Google Shape;453;p13"/>
          <p:cNvSpPr txBox="1">
            <a:spLocks noGrp="1"/>
          </p:cNvSpPr>
          <p:nvPr>
            <p:ph type="body" idx="18"/>
          </p:nvPr>
        </p:nvSpPr>
        <p:spPr>
          <a:xfrm>
            <a:off x="9688643" y="5139521"/>
            <a:ext cx="1733046" cy="1085432"/>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454" name="Google Shape;454;p13"/>
          <p:cNvSpPr txBox="1">
            <a:spLocks noGrp="1"/>
          </p:cNvSpPr>
          <p:nvPr>
            <p:ph type="body" idx="19"/>
          </p:nvPr>
        </p:nvSpPr>
        <p:spPr>
          <a:xfrm>
            <a:off x="9698699" y="4680185"/>
            <a:ext cx="1733047" cy="362766"/>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2355486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fade">
                                      <p:cBhvr>
                                        <p:cTn id="52" dur="500"/>
                                        <p:tgtEl>
                                          <p:spTgt spid="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AllinedArrows-Infographic">
  <p:cSld name="AllinedArrows-Infographic">
    <p:spTree>
      <p:nvGrpSpPr>
        <p:cNvPr id="1" name="Shape 455"/>
        <p:cNvGrpSpPr/>
        <p:nvPr/>
      </p:nvGrpSpPr>
      <p:grpSpPr>
        <a:xfrm>
          <a:off x="0" y="0"/>
          <a:ext cx="0" cy="0"/>
          <a:chOff x="0" y="0"/>
          <a:chExt cx="0" cy="0"/>
        </a:xfrm>
      </p:grpSpPr>
      <p:sp>
        <p:nvSpPr>
          <p:cNvPr id="2" name="Google Shape;458;p14">
            <a:extLst>
              <a:ext uri="{FF2B5EF4-FFF2-40B4-BE49-F238E27FC236}">
                <a16:creationId xmlns:a16="http://schemas.microsoft.com/office/drawing/2014/main" id="{84D570B8-490F-7729-74C5-1666CF15F32F}"/>
              </a:ext>
            </a:extLst>
          </p:cNvPr>
          <p:cNvSpPr>
            <a:spLocks/>
          </p:cNvSpPr>
          <p:nvPr/>
        </p:nvSpPr>
        <p:spPr bwMode="auto">
          <a:xfrm>
            <a:off x="9199563" y="1193800"/>
            <a:ext cx="85725" cy="392113"/>
          </a:xfrm>
          <a:custGeom>
            <a:avLst/>
            <a:gdLst>
              <a:gd name="T0" fmla="*/ 0 w 120000"/>
              <a:gd name="T1" fmla="*/ 0 h 120000"/>
              <a:gd name="T2" fmla="*/ 120000 w 120000"/>
              <a:gd name="T3" fmla="*/ 120000 h 120000"/>
            </a:gdLst>
            <a:ahLst/>
            <a:cxnLst>
              <a:cxn ang="0">
                <a:pos x="0" y="120000"/>
              </a:cxn>
              <a:cxn ang="0">
                <a:pos x="76800" y="98275"/>
              </a:cxn>
              <a:cxn ang="0">
                <a:pos x="0" y="0"/>
              </a:cxn>
              <a:cxn ang="0">
                <a:pos x="110400" y="38275"/>
              </a:cxn>
              <a:cxn ang="0">
                <a:pos x="110400" y="38275"/>
              </a:cxn>
              <a:cxn ang="0">
                <a:pos x="110400" y="39310"/>
              </a:cxn>
              <a:cxn ang="0">
                <a:pos x="110400" y="39310"/>
              </a:cxn>
              <a:cxn ang="0">
                <a:pos x="110400" y="39310"/>
              </a:cxn>
              <a:cxn ang="0">
                <a:pos x="110400" y="39310"/>
              </a:cxn>
              <a:cxn ang="0">
                <a:pos x="110400" y="40344"/>
              </a:cxn>
              <a:cxn ang="0">
                <a:pos x="120000" y="53793"/>
              </a:cxn>
              <a:cxn ang="0">
                <a:pos x="120000" y="54827"/>
              </a:cxn>
              <a:cxn ang="0">
                <a:pos x="120000" y="54827"/>
              </a:cxn>
              <a:cxn ang="0">
                <a:pos x="120000" y="54827"/>
              </a:cxn>
              <a:cxn ang="0">
                <a:pos x="120000" y="54827"/>
              </a:cxn>
              <a:cxn ang="0">
                <a:pos x="120000" y="55862"/>
              </a:cxn>
              <a:cxn ang="0">
                <a:pos x="120000" y="55862"/>
              </a:cxn>
              <a:cxn ang="0">
                <a:pos x="120000" y="55862"/>
              </a:cxn>
              <a:cxn ang="0">
                <a:pos x="120000" y="55862"/>
              </a:cxn>
              <a:cxn ang="0">
                <a:pos x="120000" y="56896"/>
              </a:cxn>
              <a:cxn ang="0">
                <a:pos x="120000" y="56896"/>
              </a:cxn>
              <a:cxn ang="0">
                <a:pos x="120000" y="56896"/>
              </a:cxn>
              <a:cxn ang="0">
                <a:pos x="120000" y="56896"/>
              </a:cxn>
              <a:cxn ang="0">
                <a:pos x="120000" y="57931"/>
              </a:cxn>
              <a:cxn ang="0">
                <a:pos x="120000" y="57931"/>
              </a:cxn>
              <a:cxn ang="0">
                <a:pos x="120000" y="57931"/>
              </a:cxn>
              <a:cxn ang="0">
                <a:pos x="120000" y="57931"/>
              </a:cxn>
              <a:cxn ang="0">
                <a:pos x="120000" y="58965"/>
              </a:cxn>
              <a:cxn ang="0">
                <a:pos x="120000" y="58965"/>
              </a:cxn>
              <a:cxn ang="0">
                <a:pos x="120000" y="58965"/>
              </a:cxn>
              <a:cxn ang="0">
                <a:pos x="120000" y="60000"/>
              </a:cxn>
              <a:cxn ang="0">
                <a:pos x="120000" y="60000"/>
              </a:cxn>
              <a:cxn ang="0">
                <a:pos x="120000" y="60000"/>
              </a:cxn>
            </a:cxnLst>
            <a:rect l="T0" t="T1" r="T2" b="T3"/>
            <a:pathLst>
              <a:path w="120000" h="120000" extrusionOk="0">
                <a:moveTo>
                  <a:pt x="76800" y="98275"/>
                </a:moveTo>
                <a:cubicBezTo>
                  <a:pt x="57600" y="106551"/>
                  <a:pt x="33600" y="113793"/>
                  <a:pt x="0" y="120000"/>
                </a:cubicBezTo>
                <a:cubicBezTo>
                  <a:pt x="0" y="120000"/>
                  <a:pt x="0" y="120000"/>
                  <a:pt x="0" y="120000"/>
                </a:cubicBezTo>
                <a:cubicBezTo>
                  <a:pt x="33600" y="113793"/>
                  <a:pt x="57600" y="106551"/>
                  <a:pt x="76800" y="98275"/>
                </a:cubicBezTo>
                <a:moveTo>
                  <a:pt x="0" y="0"/>
                </a:moveTo>
                <a:cubicBezTo>
                  <a:pt x="0" y="0"/>
                  <a:pt x="0" y="0"/>
                  <a:pt x="0" y="0"/>
                </a:cubicBezTo>
                <a:cubicBezTo>
                  <a:pt x="52800" y="10344"/>
                  <a:pt x="91200" y="23793"/>
                  <a:pt x="110400" y="38275"/>
                </a:cubicBezTo>
                <a:cubicBezTo>
                  <a:pt x="110400" y="38275"/>
                  <a:pt x="110400" y="38275"/>
                  <a:pt x="110400" y="38275"/>
                </a:cubicBezTo>
                <a:cubicBezTo>
                  <a:pt x="110400" y="38275"/>
                  <a:pt x="110400" y="38275"/>
                  <a:pt x="110400" y="38275"/>
                </a:cubicBezTo>
                <a:cubicBezTo>
                  <a:pt x="110400" y="38275"/>
                  <a:pt x="110400" y="38275"/>
                  <a:pt x="110400" y="38275"/>
                </a:cubicBezTo>
                <a:cubicBezTo>
                  <a:pt x="110400" y="38275"/>
                  <a:pt x="110400" y="38275"/>
                  <a:pt x="110400" y="38275"/>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40344"/>
                  <a:pt x="110400" y="40344"/>
                  <a:pt x="110400" y="40344"/>
                </a:cubicBezTo>
                <a:cubicBezTo>
                  <a:pt x="110400" y="40344"/>
                  <a:pt x="110400" y="40344"/>
                  <a:pt x="110400" y="40344"/>
                </a:cubicBezTo>
                <a:cubicBezTo>
                  <a:pt x="115200" y="44482"/>
                  <a:pt x="120000" y="49655"/>
                  <a:pt x="120000" y="53793"/>
                </a:cubicBezTo>
                <a:cubicBezTo>
                  <a:pt x="120000" y="53793"/>
                  <a:pt x="120000" y="53793"/>
                  <a:pt x="120000" y="53793"/>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36206"/>
                  <a:pt x="76800" y="14482"/>
                  <a:pt x="0" y="0"/>
                </a:cubicBezTo>
              </a:path>
            </a:pathLst>
          </a:custGeom>
          <a:solidFill>
            <a:srgbClr val="D3D1D0"/>
          </a:solidFill>
          <a:ln w="9525">
            <a:noFill/>
            <a:round/>
            <a:headEnd/>
            <a:tailEnd/>
          </a:ln>
        </p:spPr>
        <p:txBody>
          <a:bodyPr lIns="91425" tIns="45700" rIns="91425" bIns="45700"/>
          <a:lstStyle/>
          <a:p>
            <a:pPr>
              <a:defRPr/>
            </a:pPr>
            <a:endParaRPr lang="en-US"/>
          </a:p>
        </p:txBody>
      </p:sp>
      <p:sp>
        <p:nvSpPr>
          <p:cNvPr id="3" name="Google Shape;459;p14">
            <a:extLst>
              <a:ext uri="{FF2B5EF4-FFF2-40B4-BE49-F238E27FC236}">
                <a16:creationId xmlns:a16="http://schemas.microsoft.com/office/drawing/2014/main" id="{E1769ACF-C3F8-1C5F-715B-EFBA5959383B}"/>
              </a:ext>
            </a:extLst>
          </p:cNvPr>
          <p:cNvSpPr>
            <a:spLocks/>
          </p:cNvSpPr>
          <p:nvPr/>
        </p:nvSpPr>
        <p:spPr bwMode="auto">
          <a:xfrm>
            <a:off x="9199563" y="1193800"/>
            <a:ext cx="85725" cy="392113"/>
          </a:xfrm>
          <a:custGeom>
            <a:avLst/>
            <a:gdLst>
              <a:gd name="T0" fmla="*/ 0 w 120000"/>
              <a:gd name="T1" fmla="*/ 0 h 120000"/>
              <a:gd name="T2" fmla="*/ 120000 w 120000"/>
              <a:gd name="T3" fmla="*/ 120000 h 120000"/>
            </a:gdLst>
            <a:ahLst/>
            <a:cxnLst>
              <a:cxn ang="0">
                <a:pos x="4800" y="120000"/>
              </a:cxn>
              <a:cxn ang="0">
                <a:pos x="0" y="120000"/>
              </a:cxn>
              <a:cxn ang="0">
                <a:pos x="96000" y="88965"/>
              </a:cxn>
              <a:cxn ang="0">
                <a:pos x="120000" y="60000"/>
              </a:cxn>
              <a:cxn ang="0">
                <a:pos x="120000" y="60000"/>
              </a:cxn>
              <a:cxn ang="0">
                <a:pos x="120000" y="60000"/>
              </a:cxn>
              <a:cxn ang="0">
                <a:pos x="120000" y="58965"/>
              </a:cxn>
              <a:cxn ang="0">
                <a:pos x="120000" y="58965"/>
              </a:cxn>
              <a:cxn ang="0">
                <a:pos x="120000" y="58965"/>
              </a:cxn>
              <a:cxn ang="0">
                <a:pos x="120000" y="58965"/>
              </a:cxn>
              <a:cxn ang="0">
                <a:pos x="120000" y="58965"/>
              </a:cxn>
              <a:cxn ang="0">
                <a:pos x="120000" y="58965"/>
              </a:cxn>
              <a:cxn ang="0">
                <a:pos x="120000" y="57931"/>
              </a:cxn>
              <a:cxn ang="0">
                <a:pos x="120000" y="57931"/>
              </a:cxn>
              <a:cxn ang="0">
                <a:pos x="120000" y="57931"/>
              </a:cxn>
              <a:cxn ang="0">
                <a:pos x="120000" y="57931"/>
              </a:cxn>
              <a:cxn ang="0">
                <a:pos x="120000" y="57931"/>
              </a:cxn>
              <a:cxn ang="0">
                <a:pos x="120000" y="57931"/>
              </a:cxn>
              <a:cxn ang="0">
                <a:pos x="120000" y="56896"/>
              </a:cxn>
              <a:cxn ang="0">
                <a:pos x="120000" y="56896"/>
              </a:cxn>
              <a:cxn ang="0">
                <a:pos x="120000" y="56896"/>
              </a:cxn>
              <a:cxn ang="0">
                <a:pos x="120000" y="56896"/>
              </a:cxn>
              <a:cxn ang="0">
                <a:pos x="120000" y="56896"/>
              </a:cxn>
              <a:cxn ang="0">
                <a:pos x="120000" y="56896"/>
              </a:cxn>
              <a:cxn ang="0">
                <a:pos x="120000" y="55862"/>
              </a:cxn>
              <a:cxn ang="0">
                <a:pos x="120000" y="55862"/>
              </a:cxn>
              <a:cxn ang="0">
                <a:pos x="120000" y="55862"/>
              </a:cxn>
              <a:cxn ang="0">
                <a:pos x="120000" y="55862"/>
              </a:cxn>
              <a:cxn ang="0">
                <a:pos x="120000" y="55862"/>
              </a:cxn>
              <a:cxn ang="0">
                <a:pos x="120000" y="54827"/>
              </a:cxn>
              <a:cxn ang="0">
                <a:pos x="120000" y="54827"/>
              </a:cxn>
              <a:cxn ang="0">
                <a:pos x="120000" y="54827"/>
              </a:cxn>
              <a:cxn ang="0">
                <a:pos x="120000" y="54827"/>
              </a:cxn>
              <a:cxn ang="0">
                <a:pos x="120000" y="54827"/>
              </a:cxn>
              <a:cxn ang="0">
                <a:pos x="120000" y="54827"/>
              </a:cxn>
              <a:cxn ang="0">
                <a:pos x="120000" y="53793"/>
              </a:cxn>
              <a:cxn ang="0">
                <a:pos x="110400" y="40344"/>
              </a:cxn>
              <a:cxn ang="0">
                <a:pos x="110400" y="40344"/>
              </a:cxn>
              <a:cxn ang="0">
                <a:pos x="110400" y="39310"/>
              </a:cxn>
              <a:cxn ang="0">
                <a:pos x="110400" y="39310"/>
              </a:cxn>
              <a:cxn ang="0">
                <a:pos x="110400" y="39310"/>
              </a:cxn>
              <a:cxn ang="0">
                <a:pos x="110400" y="39310"/>
              </a:cxn>
              <a:cxn ang="0">
                <a:pos x="110400" y="39310"/>
              </a:cxn>
              <a:cxn ang="0">
                <a:pos x="110400" y="39310"/>
              </a:cxn>
              <a:cxn ang="0">
                <a:pos x="110400" y="38275"/>
              </a:cxn>
              <a:cxn ang="0">
                <a:pos x="110400" y="38275"/>
              </a:cxn>
              <a:cxn ang="0">
                <a:pos x="110400" y="38275"/>
              </a:cxn>
              <a:cxn ang="0">
                <a:pos x="0" y="0"/>
              </a:cxn>
              <a:cxn ang="0">
                <a:pos x="110400" y="38275"/>
              </a:cxn>
            </a:cxnLst>
            <a:rect l="T0" t="T1" r="T2" b="T3"/>
            <a:pathLst>
              <a:path w="120000" h="120000" extrusionOk="0">
                <a:moveTo>
                  <a:pt x="96000" y="88965"/>
                </a:moveTo>
                <a:cubicBezTo>
                  <a:pt x="76800" y="100344"/>
                  <a:pt x="43200" y="110689"/>
                  <a:pt x="4800" y="120000"/>
                </a:cubicBezTo>
                <a:cubicBezTo>
                  <a:pt x="0" y="120000"/>
                  <a:pt x="0" y="120000"/>
                  <a:pt x="0" y="120000"/>
                </a:cubicBezTo>
                <a:cubicBezTo>
                  <a:pt x="0" y="120000"/>
                  <a:pt x="0" y="120000"/>
                  <a:pt x="0" y="120000"/>
                </a:cubicBezTo>
                <a:cubicBezTo>
                  <a:pt x="33600" y="113793"/>
                  <a:pt x="57600" y="106551"/>
                  <a:pt x="76800" y="98275"/>
                </a:cubicBezTo>
                <a:cubicBezTo>
                  <a:pt x="86400" y="95172"/>
                  <a:pt x="91200" y="92068"/>
                  <a:pt x="96000" y="88965"/>
                </a:cubicBezTo>
                <a:moveTo>
                  <a:pt x="120000" y="60000"/>
                </a:moveTo>
                <a:cubicBezTo>
                  <a:pt x="120000" y="60000"/>
                  <a:pt x="120000" y="60000"/>
                  <a:pt x="120000" y="60000"/>
                </a:cubicBez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7931"/>
                </a:moveTo>
                <a:cubicBezTo>
                  <a:pt x="120000" y="58965"/>
                  <a:pt x="120000" y="58965"/>
                  <a:pt x="120000" y="58965"/>
                </a:cubicBezTo>
                <a:cubicBezTo>
                  <a:pt x="120000" y="58965"/>
                  <a:pt x="120000" y="58965"/>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6896"/>
                </a:moveTo>
                <a:cubicBezTo>
                  <a:pt x="120000" y="56896"/>
                  <a:pt x="120000" y="57931"/>
                  <a:pt x="120000" y="57931"/>
                </a:cubicBezTo>
                <a:cubicBezTo>
                  <a:pt x="120000" y="57931"/>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5862"/>
                </a:moveTo>
                <a:cubicBezTo>
                  <a:pt x="120000" y="55862"/>
                  <a:pt x="120000" y="55862"/>
                  <a:pt x="120000" y="56896"/>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3793"/>
                </a:moveTo>
                <a:cubicBezTo>
                  <a:pt x="120000" y="53793"/>
                  <a:pt x="120000" y="53793"/>
                  <a:pt x="120000" y="53793"/>
                </a:cubicBezTo>
                <a:cubicBezTo>
                  <a:pt x="120000" y="53793"/>
                  <a:pt x="120000" y="53793"/>
                  <a:pt x="120000" y="53793"/>
                </a:cubicBezTo>
                <a:moveTo>
                  <a:pt x="110400" y="40344"/>
                </a:moveTo>
                <a:cubicBezTo>
                  <a:pt x="110400" y="40344"/>
                  <a:pt x="110400" y="40344"/>
                  <a:pt x="110400" y="40344"/>
                </a:cubicBezTo>
                <a:cubicBezTo>
                  <a:pt x="110400" y="40344"/>
                  <a:pt x="110400" y="40344"/>
                  <a:pt x="110400" y="40344"/>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8275"/>
                </a:moveTo>
                <a:cubicBezTo>
                  <a:pt x="110400" y="38275"/>
                  <a:pt x="110400" y="38275"/>
                  <a:pt x="110400" y="38275"/>
                </a:cubicBezTo>
                <a:cubicBezTo>
                  <a:pt x="110400" y="38275"/>
                  <a:pt x="110400" y="38275"/>
                  <a:pt x="110400" y="38275"/>
                </a:cubicBezTo>
                <a:moveTo>
                  <a:pt x="110400" y="38275"/>
                </a:moveTo>
                <a:cubicBezTo>
                  <a:pt x="110400" y="38275"/>
                  <a:pt x="110400" y="38275"/>
                  <a:pt x="110400" y="38275"/>
                </a:cubicBezTo>
                <a:cubicBezTo>
                  <a:pt x="110400" y="38275"/>
                  <a:pt x="110400" y="38275"/>
                  <a:pt x="110400" y="38275"/>
                </a:cubicBezTo>
                <a:moveTo>
                  <a:pt x="0" y="0"/>
                </a:moveTo>
                <a:cubicBezTo>
                  <a:pt x="0" y="0"/>
                  <a:pt x="0" y="0"/>
                  <a:pt x="0" y="0"/>
                </a:cubicBezTo>
                <a:cubicBezTo>
                  <a:pt x="4800" y="0"/>
                  <a:pt x="4800" y="0"/>
                  <a:pt x="4800" y="0"/>
                </a:cubicBezTo>
                <a:cubicBezTo>
                  <a:pt x="52800" y="10344"/>
                  <a:pt x="91200" y="23793"/>
                  <a:pt x="110400" y="38275"/>
                </a:cubicBezTo>
                <a:cubicBezTo>
                  <a:pt x="91200" y="23793"/>
                  <a:pt x="52800" y="10344"/>
                  <a:pt x="0" y="0"/>
                </a:cubicBezTo>
              </a:path>
            </a:pathLst>
          </a:custGeom>
          <a:solidFill>
            <a:srgbClr val="CFA446"/>
          </a:solidFill>
          <a:ln w="9525">
            <a:noFill/>
            <a:round/>
            <a:headEnd/>
            <a:tailEnd/>
          </a:ln>
        </p:spPr>
        <p:txBody>
          <a:bodyPr lIns="91425" tIns="45700" rIns="91425" bIns="45700"/>
          <a:lstStyle/>
          <a:p>
            <a:pPr>
              <a:defRPr/>
            </a:pPr>
            <a:endParaRPr lang="en-US"/>
          </a:p>
        </p:txBody>
      </p:sp>
      <p:sp>
        <p:nvSpPr>
          <p:cNvPr id="4" name="Google Shape;460;p14">
            <a:extLst>
              <a:ext uri="{FF2B5EF4-FFF2-40B4-BE49-F238E27FC236}">
                <a16:creationId xmlns:a16="http://schemas.microsoft.com/office/drawing/2014/main" id="{6FE783FE-FE16-E9CD-D59C-1F9BCEBADA13}"/>
              </a:ext>
            </a:extLst>
          </p:cNvPr>
          <p:cNvSpPr>
            <a:spLocks/>
          </p:cNvSpPr>
          <p:nvPr/>
        </p:nvSpPr>
        <p:spPr bwMode="auto">
          <a:xfrm>
            <a:off x="8370888" y="1123950"/>
            <a:ext cx="269875" cy="265113"/>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close/>
              </a:path>
            </a:pathLst>
          </a:custGeom>
          <a:solidFill>
            <a:srgbClr val="E4B54C"/>
          </a:solidFill>
          <a:ln w="9525">
            <a:noFill/>
            <a:round/>
            <a:headEnd/>
            <a:tailEnd/>
          </a:ln>
        </p:spPr>
        <p:txBody>
          <a:bodyPr lIns="91425" tIns="45700" rIns="91425" bIns="45700"/>
          <a:lstStyle/>
          <a:p>
            <a:pPr>
              <a:defRPr/>
            </a:pPr>
            <a:endParaRPr lang="en-US"/>
          </a:p>
        </p:txBody>
      </p:sp>
      <p:sp>
        <p:nvSpPr>
          <p:cNvPr id="5" name="Google Shape;461;p14">
            <a:extLst>
              <a:ext uri="{FF2B5EF4-FFF2-40B4-BE49-F238E27FC236}">
                <a16:creationId xmlns:a16="http://schemas.microsoft.com/office/drawing/2014/main" id="{A27F6F56-3B20-32EC-42B9-50F4ADC2538F}"/>
              </a:ext>
            </a:extLst>
          </p:cNvPr>
          <p:cNvSpPr>
            <a:spLocks/>
          </p:cNvSpPr>
          <p:nvPr/>
        </p:nvSpPr>
        <p:spPr bwMode="auto">
          <a:xfrm>
            <a:off x="8370888" y="1123950"/>
            <a:ext cx="269875" cy="265113"/>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path>
            </a:pathLst>
          </a:custGeom>
          <a:noFill/>
          <a:ln w="9525">
            <a:noFill/>
            <a:round/>
            <a:headEnd/>
            <a:tailEnd/>
          </a:ln>
        </p:spPr>
        <p:txBody>
          <a:bodyPr lIns="91425" tIns="45700" rIns="91425" bIns="45700"/>
          <a:lstStyle/>
          <a:p>
            <a:pPr>
              <a:defRPr/>
            </a:pPr>
            <a:endParaRPr lang="en-US"/>
          </a:p>
        </p:txBody>
      </p:sp>
      <p:sp>
        <p:nvSpPr>
          <p:cNvPr id="6" name="Google Shape;462;p14">
            <a:extLst>
              <a:ext uri="{FF2B5EF4-FFF2-40B4-BE49-F238E27FC236}">
                <a16:creationId xmlns:a16="http://schemas.microsoft.com/office/drawing/2014/main" id="{BBA76285-8782-78F1-F467-A52F48E51D15}"/>
              </a:ext>
            </a:extLst>
          </p:cNvPr>
          <p:cNvSpPr>
            <a:spLocks/>
          </p:cNvSpPr>
          <p:nvPr/>
        </p:nvSpPr>
        <p:spPr bwMode="auto">
          <a:xfrm>
            <a:off x="8640763" y="1177925"/>
            <a:ext cx="212725" cy="211138"/>
          </a:xfrm>
          <a:custGeom>
            <a:avLst/>
            <a:gdLst>
              <a:gd name="T0" fmla="*/ 0 w 120000"/>
              <a:gd name="T1" fmla="*/ 0 h 120000"/>
              <a:gd name="T2" fmla="*/ 120000 w 120000"/>
              <a:gd name="T3" fmla="*/ 120000 h 120000"/>
            </a:gdLst>
            <a:ahLst/>
            <a:cxnLst>
              <a:cxn ang="0">
                <a:pos x="120000" y="0"/>
              </a:cxn>
              <a:cxn ang="0">
                <a:pos x="118095" y="3809"/>
              </a:cxn>
              <a:cxn ang="0">
                <a:pos x="95238" y="24761"/>
              </a:cxn>
              <a:cxn ang="0">
                <a:pos x="0" y="120000"/>
              </a:cxn>
              <a:cxn ang="0">
                <a:pos x="0" y="120000"/>
              </a:cxn>
              <a:cxn ang="0">
                <a:pos x="95238" y="24761"/>
              </a:cxn>
              <a:cxn ang="0">
                <a:pos x="118095" y="1904"/>
              </a:cxn>
              <a:cxn ang="0">
                <a:pos x="120000" y="0"/>
              </a:cxn>
            </a:cxnLst>
            <a:rect l="T0" t="T1" r="T2" b="T3"/>
            <a:pathLst>
              <a:path w="120000" h="120000" extrusionOk="0">
                <a:moveTo>
                  <a:pt x="120000" y="0"/>
                </a:moveTo>
                <a:cubicBezTo>
                  <a:pt x="120000" y="1904"/>
                  <a:pt x="118095" y="1904"/>
                  <a:pt x="118095" y="3809"/>
                </a:cubicBezTo>
                <a:cubicBezTo>
                  <a:pt x="95238" y="24761"/>
                  <a:pt x="95238" y="24761"/>
                  <a:pt x="95238" y="24761"/>
                </a:cubicBezTo>
                <a:cubicBezTo>
                  <a:pt x="0" y="120000"/>
                  <a:pt x="0" y="120000"/>
                  <a:pt x="0" y="120000"/>
                </a:cubicBezTo>
                <a:cubicBezTo>
                  <a:pt x="0" y="120000"/>
                  <a:pt x="0" y="120000"/>
                  <a:pt x="0" y="120000"/>
                </a:cubicBezTo>
                <a:cubicBezTo>
                  <a:pt x="95238" y="24761"/>
                  <a:pt x="95238" y="24761"/>
                  <a:pt x="95238" y="24761"/>
                </a:cubicBezTo>
                <a:cubicBezTo>
                  <a:pt x="118095" y="1904"/>
                  <a:pt x="118095" y="1904"/>
                  <a:pt x="118095" y="1904"/>
                </a:cubicBezTo>
                <a:cubicBezTo>
                  <a:pt x="118095" y="1904"/>
                  <a:pt x="120000" y="1904"/>
                  <a:pt x="120000" y="0"/>
                </a:cubicBezTo>
              </a:path>
            </a:pathLst>
          </a:custGeom>
          <a:solidFill>
            <a:srgbClr val="BD9641"/>
          </a:solidFill>
          <a:ln w="9525">
            <a:noFill/>
            <a:round/>
            <a:headEnd/>
            <a:tailEnd/>
          </a:ln>
        </p:spPr>
        <p:txBody>
          <a:bodyPr lIns="91425" tIns="45700" rIns="91425" bIns="45700"/>
          <a:lstStyle/>
          <a:p>
            <a:pPr>
              <a:defRPr/>
            </a:pPr>
            <a:endParaRPr lang="en-US"/>
          </a:p>
        </p:txBody>
      </p:sp>
      <p:sp>
        <p:nvSpPr>
          <p:cNvPr id="7" name="Google Shape;463;p14">
            <a:extLst>
              <a:ext uri="{FF2B5EF4-FFF2-40B4-BE49-F238E27FC236}">
                <a16:creationId xmlns:a16="http://schemas.microsoft.com/office/drawing/2014/main" id="{FFF102E4-9C22-0319-2684-88349A8B5DA7}"/>
              </a:ext>
            </a:extLst>
          </p:cNvPr>
          <p:cNvSpPr>
            <a:spLocks/>
          </p:cNvSpPr>
          <p:nvPr/>
        </p:nvSpPr>
        <p:spPr bwMode="auto">
          <a:xfrm>
            <a:off x="8370888" y="1389063"/>
            <a:ext cx="269875" cy="266700"/>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 ang="0">
                <a:pos x="120000" y="0"/>
              </a:cxn>
            </a:cxnLst>
            <a:rect l="T0" t="T1" r="T2" b="T3"/>
            <a:pathLst>
              <a:path w="120000" h="120000" extrusionOk="0">
                <a:moveTo>
                  <a:pt x="120000" y="0"/>
                </a:moveTo>
                <a:lnTo>
                  <a:pt x="120000" y="0"/>
                </a:lnTo>
                <a:lnTo>
                  <a:pt x="0" y="120000"/>
                </a:lnTo>
                <a:lnTo>
                  <a:pt x="120000" y="0"/>
                </a:lnTo>
                <a:close/>
              </a:path>
            </a:pathLst>
          </a:custGeom>
          <a:solidFill>
            <a:srgbClr val="E4B54C"/>
          </a:solidFill>
          <a:ln w="9525">
            <a:noFill/>
            <a:round/>
            <a:headEnd/>
            <a:tailEnd/>
          </a:ln>
        </p:spPr>
        <p:txBody>
          <a:bodyPr lIns="91425" tIns="45700" rIns="91425" bIns="45700"/>
          <a:lstStyle/>
          <a:p>
            <a:pPr>
              <a:defRPr/>
            </a:pPr>
            <a:endParaRPr lang="en-US"/>
          </a:p>
        </p:txBody>
      </p:sp>
      <p:sp>
        <p:nvSpPr>
          <p:cNvPr id="8" name="Google Shape;464;p14">
            <a:extLst>
              <a:ext uri="{FF2B5EF4-FFF2-40B4-BE49-F238E27FC236}">
                <a16:creationId xmlns:a16="http://schemas.microsoft.com/office/drawing/2014/main" id="{9850B337-9589-B54D-8F58-096D41C2D98B}"/>
              </a:ext>
            </a:extLst>
          </p:cNvPr>
          <p:cNvSpPr>
            <a:spLocks/>
          </p:cNvSpPr>
          <p:nvPr/>
        </p:nvSpPr>
        <p:spPr bwMode="auto">
          <a:xfrm>
            <a:off x="8370888" y="1389063"/>
            <a:ext cx="269875" cy="266700"/>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 ang="0">
                <a:pos x="120000" y="0"/>
              </a:cxn>
            </a:cxnLst>
            <a:rect l="T0" t="T1" r="T2" b="T3"/>
            <a:pathLst>
              <a:path w="120000" h="120000" extrusionOk="0">
                <a:moveTo>
                  <a:pt x="120000" y="0"/>
                </a:moveTo>
                <a:lnTo>
                  <a:pt x="120000" y="0"/>
                </a:lnTo>
                <a:lnTo>
                  <a:pt x="0" y="120000"/>
                </a:lnTo>
                <a:lnTo>
                  <a:pt x="120000" y="0"/>
                </a:lnTo>
              </a:path>
            </a:pathLst>
          </a:custGeom>
          <a:noFill/>
          <a:ln w="9525">
            <a:noFill/>
            <a:round/>
            <a:headEnd/>
            <a:tailEnd/>
          </a:ln>
        </p:spPr>
        <p:txBody>
          <a:bodyPr lIns="91425" tIns="45700" rIns="91425" bIns="45700"/>
          <a:lstStyle/>
          <a:p>
            <a:pPr>
              <a:defRPr/>
            </a:pPr>
            <a:endParaRPr lang="en-US"/>
          </a:p>
        </p:txBody>
      </p:sp>
      <p:sp>
        <p:nvSpPr>
          <p:cNvPr id="9" name="Google Shape;465;p14">
            <a:extLst>
              <a:ext uri="{FF2B5EF4-FFF2-40B4-BE49-F238E27FC236}">
                <a16:creationId xmlns:a16="http://schemas.microsoft.com/office/drawing/2014/main" id="{8C00E011-6D31-C7A4-90D7-CD35237D194E}"/>
              </a:ext>
            </a:extLst>
          </p:cNvPr>
          <p:cNvSpPr>
            <a:spLocks/>
          </p:cNvSpPr>
          <p:nvPr/>
        </p:nvSpPr>
        <p:spPr bwMode="auto">
          <a:xfrm>
            <a:off x="8737600" y="1484313"/>
            <a:ext cx="280988" cy="171450"/>
          </a:xfrm>
          <a:custGeom>
            <a:avLst/>
            <a:gdLst>
              <a:gd name="T0" fmla="*/ 0 w 120000"/>
              <a:gd name="T1" fmla="*/ 0 h 120000"/>
              <a:gd name="T2" fmla="*/ 120000 w 120000"/>
              <a:gd name="T3" fmla="*/ 120000 h 120000"/>
            </a:gdLst>
            <a:ahLst/>
            <a:cxnLst>
              <a:cxn ang="0">
                <a:pos x="119999" y="120000"/>
              </a:cxn>
              <a:cxn ang="0">
                <a:pos x="119999" y="120000"/>
              </a:cxn>
              <a:cxn ang="0">
                <a:pos x="119999" y="120000"/>
              </a:cxn>
              <a:cxn ang="0">
                <a:pos x="0" y="0"/>
              </a:cxn>
              <a:cxn ang="0">
                <a:pos x="30361" y="51764"/>
              </a:cxn>
              <a:cxn ang="0">
                <a:pos x="47710" y="80000"/>
              </a:cxn>
              <a:cxn ang="0">
                <a:pos x="63614" y="96470"/>
              </a:cxn>
              <a:cxn ang="0">
                <a:pos x="47710" y="80000"/>
              </a:cxn>
              <a:cxn ang="0">
                <a:pos x="30361" y="51764"/>
              </a:cxn>
              <a:cxn ang="0">
                <a:pos x="0" y="0"/>
              </a:cxn>
            </a:cxnLst>
            <a:rect l="T0" t="T1" r="T2" b="T3"/>
            <a:pathLst>
              <a:path w="120000" h="120000" extrusionOk="0">
                <a:moveTo>
                  <a:pt x="119999" y="120000"/>
                </a:moveTo>
                <a:cubicBezTo>
                  <a:pt x="119999" y="120000"/>
                  <a:pt x="119999" y="120000"/>
                  <a:pt x="119999" y="120000"/>
                </a:cubicBezTo>
                <a:cubicBezTo>
                  <a:pt x="119999" y="120000"/>
                  <a:pt x="119999" y="120000"/>
                  <a:pt x="119999" y="120000"/>
                </a:cubicBezTo>
                <a:moveTo>
                  <a:pt x="0" y="0"/>
                </a:moveTo>
                <a:cubicBezTo>
                  <a:pt x="30361" y="51764"/>
                  <a:pt x="30361" y="51764"/>
                  <a:pt x="30361" y="51764"/>
                </a:cubicBezTo>
                <a:cubicBezTo>
                  <a:pt x="47710" y="80000"/>
                  <a:pt x="47710" y="80000"/>
                  <a:pt x="47710" y="80000"/>
                </a:cubicBezTo>
                <a:cubicBezTo>
                  <a:pt x="52048" y="87058"/>
                  <a:pt x="57831" y="91764"/>
                  <a:pt x="63614" y="96470"/>
                </a:cubicBezTo>
                <a:cubicBezTo>
                  <a:pt x="57831" y="91764"/>
                  <a:pt x="52048" y="87058"/>
                  <a:pt x="47710" y="80000"/>
                </a:cubicBezTo>
                <a:cubicBezTo>
                  <a:pt x="30361" y="51764"/>
                  <a:pt x="30361" y="51764"/>
                  <a:pt x="30361" y="51764"/>
                </a:cubicBezTo>
                <a:cubicBezTo>
                  <a:pt x="0" y="0"/>
                  <a:pt x="0" y="0"/>
                  <a:pt x="0" y="0"/>
                </a:cubicBezTo>
              </a:path>
            </a:pathLst>
          </a:custGeom>
          <a:solidFill>
            <a:srgbClr val="BD9641"/>
          </a:solidFill>
          <a:ln w="9525">
            <a:noFill/>
            <a:round/>
            <a:headEnd/>
            <a:tailEnd/>
          </a:ln>
        </p:spPr>
        <p:txBody>
          <a:bodyPr lIns="91425" tIns="45700" rIns="91425" bIns="45700"/>
          <a:lstStyle/>
          <a:p>
            <a:pPr>
              <a:defRPr/>
            </a:pPr>
            <a:endParaRPr lang="en-US"/>
          </a:p>
        </p:txBody>
      </p:sp>
      <p:sp>
        <p:nvSpPr>
          <p:cNvPr id="10" name="Google Shape;466;p14">
            <a:extLst>
              <a:ext uri="{FF2B5EF4-FFF2-40B4-BE49-F238E27FC236}">
                <a16:creationId xmlns:a16="http://schemas.microsoft.com/office/drawing/2014/main" id="{E907CBB4-FF3F-6301-5147-F5A49E562850}"/>
              </a:ext>
            </a:extLst>
          </p:cNvPr>
          <p:cNvSpPr>
            <a:spLocks/>
          </p:cNvSpPr>
          <p:nvPr/>
        </p:nvSpPr>
        <p:spPr bwMode="auto">
          <a:xfrm>
            <a:off x="9199563" y="3194050"/>
            <a:ext cx="85725" cy="393700"/>
          </a:xfrm>
          <a:custGeom>
            <a:avLst/>
            <a:gdLst>
              <a:gd name="T0" fmla="*/ 0 w 120000"/>
              <a:gd name="T1" fmla="*/ 0 h 120000"/>
              <a:gd name="T2" fmla="*/ 120000 w 120000"/>
              <a:gd name="T3" fmla="*/ 120000 h 120000"/>
            </a:gdLst>
            <a:ahLst/>
            <a:cxnLst>
              <a:cxn ang="0">
                <a:pos x="0" y="118974"/>
              </a:cxn>
              <a:cxn ang="0">
                <a:pos x="81600" y="97435"/>
              </a:cxn>
              <a:cxn ang="0">
                <a:pos x="81600" y="97435"/>
              </a:cxn>
              <a:cxn ang="0">
                <a:pos x="0" y="0"/>
              </a:cxn>
              <a:cxn ang="0">
                <a:pos x="110400" y="37948"/>
              </a:cxn>
              <a:cxn ang="0">
                <a:pos x="110400" y="38974"/>
              </a:cxn>
              <a:cxn ang="0">
                <a:pos x="110400" y="38974"/>
              </a:cxn>
              <a:cxn ang="0">
                <a:pos x="110400" y="38974"/>
              </a:cxn>
              <a:cxn ang="0">
                <a:pos x="110400" y="38974"/>
              </a:cxn>
              <a:cxn ang="0">
                <a:pos x="110400" y="40000"/>
              </a:cxn>
              <a:cxn ang="0">
                <a:pos x="110400" y="40000"/>
              </a:cxn>
              <a:cxn ang="0">
                <a:pos x="110400" y="40000"/>
              </a:cxn>
              <a:cxn ang="0">
                <a:pos x="120000" y="54358"/>
              </a:cxn>
              <a:cxn ang="0">
                <a:pos x="120000" y="54358"/>
              </a:cxn>
              <a:cxn ang="0">
                <a:pos x="120000" y="54358"/>
              </a:cxn>
              <a:cxn ang="0">
                <a:pos x="120000" y="55384"/>
              </a:cxn>
              <a:cxn ang="0">
                <a:pos x="120000" y="55384"/>
              </a:cxn>
              <a:cxn ang="0">
                <a:pos x="120000" y="55384"/>
              </a:cxn>
              <a:cxn ang="0">
                <a:pos x="120000" y="55384"/>
              </a:cxn>
              <a:cxn ang="0">
                <a:pos x="120000" y="56410"/>
              </a:cxn>
              <a:cxn ang="0">
                <a:pos x="120000" y="56410"/>
              </a:cxn>
              <a:cxn ang="0">
                <a:pos x="120000" y="56410"/>
              </a:cxn>
              <a:cxn ang="0">
                <a:pos x="120000" y="56410"/>
              </a:cxn>
              <a:cxn ang="0">
                <a:pos x="120000" y="57435"/>
              </a:cxn>
              <a:cxn ang="0">
                <a:pos x="120000" y="57435"/>
              </a:cxn>
              <a:cxn ang="0">
                <a:pos x="120000" y="57435"/>
              </a:cxn>
              <a:cxn ang="0">
                <a:pos x="120000" y="57435"/>
              </a:cxn>
              <a:cxn ang="0">
                <a:pos x="120000" y="58461"/>
              </a:cxn>
              <a:cxn ang="0">
                <a:pos x="120000" y="58461"/>
              </a:cxn>
              <a:cxn ang="0">
                <a:pos x="120000" y="58461"/>
              </a:cxn>
              <a:cxn ang="0">
                <a:pos x="120000" y="59487"/>
              </a:cxn>
              <a:cxn ang="0">
                <a:pos x="120000" y="59487"/>
              </a:cxn>
              <a:cxn ang="0">
                <a:pos x="120000" y="59487"/>
              </a:cxn>
              <a:cxn ang="0">
                <a:pos x="120000" y="59487"/>
              </a:cxn>
              <a:cxn ang="0">
                <a:pos x="0" y="0"/>
              </a:cxn>
            </a:cxnLst>
            <a:rect l="T0" t="T1" r="T2" b="T3"/>
            <a:pathLst>
              <a:path w="120000" h="120000" extrusionOk="0">
                <a:moveTo>
                  <a:pt x="81600" y="97435"/>
                </a:moveTo>
                <a:cubicBezTo>
                  <a:pt x="57600" y="105641"/>
                  <a:pt x="33600" y="112820"/>
                  <a:pt x="0" y="118974"/>
                </a:cubicBezTo>
                <a:cubicBezTo>
                  <a:pt x="0" y="120000"/>
                  <a:pt x="0" y="120000"/>
                  <a:pt x="0" y="120000"/>
                </a:cubicBezTo>
                <a:cubicBezTo>
                  <a:pt x="33600" y="112820"/>
                  <a:pt x="57600" y="105641"/>
                  <a:pt x="81600" y="97435"/>
                </a:cubicBezTo>
                <a:moveTo>
                  <a:pt x="81600" y="97435"/>
                </a:moveTo>
                <a:cubicBezTo>
                  <a:pt x="81600" y="97435"/>
                  <a:pt x="81600" y="97435"/>
                  <a:pt x="81600" y="97435"/>
                </a:cubicBezTo>
                <a:cubicBezTo>
                  <a:pt x="81600" y="97435"/>
                  <a:pt x="81600" y="97435"/>
                  <a:pt x="81600" y="97435"/>
                </a:cubicBezTo>
                <a:moveTo>
                  <a:pt x="0" y="0"/>
                </a:moveTo>
                <a:cubicBezTo>
                  <a:pt x="0" y="0"/>
                  <a:pt x="0" y="0"/>
                  <a:pt x="0" y="0"/>
                </a:cubicBezTo>
                <a:cubicBezTo>
                  <a:pt x="52800" y="10256"/>
                  <a:pt x="91200" y="23589"/>
                  <a:pt x="110400" y="37948"/>
                </a:cubicBezTo>
                <a:cubicBezTo>
                  <a:pt x="110400" y="37948"/>
                  <a:pt x="110400" y="37948"/>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5200" y="45128"/>
                  <a:pt x="120000" y="49230"/>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35897"/>
                  <a:pt x="76800" y="15384"/>
                  <a:pt x="0" y="0"/>
                </a:cubicBezTo>
              </a:path>
            </a:pathLst>
          </a:custGeom>
          <a:solidFill>
            <a:srgbClr val="D3D1D0"/>
          </a:solidFill>
          <a:ln w="9525">
            <a:noFill/>
            <a:round/>
            <a:headEnd/>
            <a:tailEnd/>
          </a:ln>
        </p:spPr>
        <p:txBody>
          <a:bodyPr lIns="91425" tIns="45700" rIns="91425" bIns="45700"/>
          <a:lstStyle/>
          <a:p>
            <a:pPr>
              <a:defRPr/>
            </a:pPr>
            <a:endParaRPr lang="en-US"/>
          </a:p>
        </p:txBody>
      </p:sp>
      <p:sp>
        <p:nvSpPr>
          <p:cNvPr id="11" name="Google Shape;467;p14">
            <a:extLst>
              <a:ext uri="{FF2B5EF4-FFF2-40B4-BE49-F238E27FC236}">
                <a16:creationId xmlns:a16="http://schemas.microsoft.com/office/drawing/2014/main" id="{6DC24B6C-5D3E-B08D-8631-99B7684757C7}"/>
              </a:ext>
            </a:extLst>
          </p:cNvPr>
          <p:cNvSpPr>
            <a:spLocks/>
          </p:cNvSpPr>
          <p:nvPr/>
        </p:nvSpPr>
        <p:spPr bwMode="auto">
          <a:xfrm>
            <a:off x="9199563" y="3194050"/>
            <a:ext cx="85725" cy="390525"/>
          </a:xfrm>
          <a:custGeom>
            <a:avLst/>
            <a:gdLst>
              <a:gd name="T0" fmla="*/ 0 w 120000"/>
              <a:gd name="T1" fmla="*/ 0 h 120000"/>
              <a:gd name="T2" fmla="*/ 120000 w 120000"/>
              <a:gd name="T3" fmla="*/ 120000 h 120000"/>
            </a:gdLst>
            <a:ahLst/>
            <a:cxnLst>
              <a:cxn ang="0">
                <a:pos x="4800" y="120000"/>
              </a:cxn>
              <a:cxn ang="0">
                <a:pos x="0" y="120000"/>
              </a:cxn>
              <a:cxn ang="0">
                <a:pos x="81600" y="98275"/>
              </a:cxn>
              <a:cxn ang="0">
                <a:pos x="96000" y="88965"/>
              </a:cxn>
              <a:cxn ang="0">
                <a:pos x="120000" y="60000"/>
              </a:cxn>
              <a:cxn ang="0">
                <a:pos x="120000" y="60000"/>
              </a:cxn>
              <a:cxn ang="0">
                <a:pos x="120000" y="60000"/>
              </a:cxn>
              <a:cxn ang="0">
                <a:pos x="120000" y="60000"/>
              </a:cxn>
              <a:cxn ang="0">
                <a:pos x="120000" y="60000"/>
              </a:cxn>
              <a:cxn ang="0">
                <a:pos x="120000" y="60000"/>
              </a:cxn>
              <a:cxn ang="0">
                <a:pos x="120000" y="58965"/>
              </a:cxn>
              <a:cxn ang="0">
                <a:pos x="120000" y="58965"/>
              </a:cxn>
              <a:cxn ang="0">
                <a:pos x="120000" y="58965"/>
              </a:cxn>
              <a:cxn ang="0">
                <a:pos x="120000" y="58965"/>
              </a:cxn>
              <a:cxn ang="0">
                <a:pos x="120000" y="58965"/>
              </a:cxn>
              <a:cxn ang="0">
                <a:pos x="120000" y="57931"/>
              </a:cxn>
              <a:cxn ang="0">
                <a:pos x="120000" y="57931"/>
              </a:cxn>
              <a:cxn ang="0">
                <a:pos x="120000" y="57931"/>
              </a:cxn>
              <a:cxn ang="0">
                <a:pos x="120000" y="57931"/>
              </a:cxn>
              <a:cxn ang="0">
                <a:pos x="120000" y="57931"/>
              </a:cxn>
              <a:cxn ang="0">
                <a:pos x="120000" y="57931"/>
              </a:cxn>
              <a:cxn ang="0">
                <a:pos x="120000" y="56896"/>
              </a:cxn>
              <a:cxn ang="0">
                <a:pos x="120000" y="56896"/>
              </a:cxn>
              <a:cxn ang="0">
                <a:pos x="120000" y="56896"/>
              </a:cxn>
              <a:cxn ang="0">
                <a:pos x="120000" y="56896"/>
              </a:cxn>
              <a:cxn ang="0">
                <a:pos x="120000" y="56896"/>
              </a:cxn>
              <a:cxn ang="0">
                <a:pos x="120000" y="56896"/>
              </a:cxn>
              <a:cxn ang="0">
                <a:pos x="120000" y="55862"/>
              </a:cxn>
              <a:cxn ang="0">
                <a:pos x="120000" y="55862"/>
              </a:cxn>
              <a:cxn ang="0">
                <a:pos x="120000" y="55862"/>
              </a:cxn>
              <a:cxn ang="0">
                <a:pos x="120000" y="55862"/>
              </a:cxn>
              <a:cxn ang="0">
                <a:pos x="120000" y="55862"/>
              </a:cxn>
              <a:cxn ang="0">
                <a:pos x="120000" y="55862"/>
              </a:cxn>
              <a:cxn ang="0">
                <a:pos x="120000" y="54827"/>
              </a:cxn>
              <a:cxn ang="0">
                <a:pos x="120000" y="54827"/>
              </a:cxn>
              <a:cxn ang="0">
                <a:pos x="120000" y="54827"/>
              </a:cxn>
              <a:cxn ang="0">
                <a:pos x="120000" y="54827"/>
              </a:cxn>
              <a:cxn ang="0">
                <a:pos x="110400" y="40344"/>
              </a:cxn>
              <a:cxn ang="0">
                <a:pos x="110400" y="40344"/>
              </a:cxn>
              <a:cxn ang="0">
                <a:pos x="110400" y="40344"/>
              </a:cxn>
              <a:cxn ang="0">
                <a:pos x="110400" y="40344"/>
              </a:cxn>
              <a:cxn ang="0">
                <a:pos x="110400" y="40344"/>
              </a:cxn>
              <a:cxn ang="0">
                <a:pos x="110400" y="39310"/>
              </a:cxn>
              <a:cxn ang="0">
                <a:pos x="110400" y="39310"/>
              </a:cxn>
              <a:cxn ang="0">
                <a:pos x="110400" y="39310"/>
              </a:cxn>
              <a:cxn ang="0">
                <a:pos x="110400" y="39310"/>
              </a:cxn>
              <a:cxn ang="0">
                <a:pos x="110400" y="39310"/>
              </a:cxn>
              <a:cxn ang="0">
                <a:pos x="110400" y="39310"/>
              </a:cxn>
              <a:cxn ang="0">
                <a:pos x="0" y="1034"/>
              </a:cxn>
              <a:cxn ang="0">
                <a:pos x="110400" y="38275"/>
              </a:cxn>
            </a:cxnLst>
            <a:rect l="T0" t="T1" r="T2" b="T3"/>
            <a:pathLst>
              <a:path w="120000" h="120000" extrusionOk="0">
                <a:moveTo>
                  <a:pt x="96000" y="88965"/>
                </a:moveTo>
                <a:cubicBezTo>
                  <a:pt x="76800" y="101379"/>
                  <a:pt x="43200" y="111724"/>
                  <a:pt x="4800" y="120000"/>
                </a:cubicBezTo>
                <a:cubicBezTo>
                  <a:pt x="0" y="120000"/>
                  <a:pt x="0" y="120000"/>
                  <a:pt x="0" y="120000"/>
                </a:cubicBezTo>
                <a:cubicBezTo>
                  <a:pt x="0" y="120000"/>
                  <a:pt x="0" y="120000"/>
                  <a:pt x="0" y="120000"/>
                </a:cubicBezTo>
                <a:cubicBezTo>
                  <a:pt x="33600" y="113793"/>
                  <a:pt x="57600" y="106551"/>
                  <a:pt x="81600" y="98275"/>
                </a:cubicBezTo>
                <a:cubicBezTo>
                  <a:pt x="81600" y="98275"/>
                  <a:pt x="81600" y="98275"/>
                  <a:pt x="81600" y="98275"/>
                </a:cubicBezTo>
                <a:cubicBezTo>
                  <a:pt x="81600" y="98275"/>
                  <a:pt x="81600" y="98275"/>
                  <a:pt x="81600" y="98275"/>
                </a:cubicBezTo>
                <a:cubicBezTo>
                  <a:pt x="86400" y="95172"/>
                  <a:pt x="91200" y="92068"/>
                  <a:pt x="96000" y="88965"/>
                </a:cubicBezTo>
                <a:moveTo>
                  <a:pt x="120000" y="60000"/>
                </a:moveTo>
                <a:cubicBezTo>
                  <a:pt x="120000" y="60000"/>
                  <a:pt x="120000" y="60000"/>
                  <a:pt x="120000" y="60000"/>
                </a:cubicBez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58965"/>
                </a:moveTo>
                <a:cubicBezTo>
                  <a:pt x="120000" y="58965"/>
                  <a:pt x="120000" y="58965"/>
                  <a:pt x="120000" y="60000"/>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10400" y="40344"/>
                </a:moveTo>
                <a:cubicBezTo>
                  <a:pt x="110400" y="40344"/>
                  <a:pt x="110400" y="40344"/>
                  <a:pt x="110400" y="40344"/>
                </a:cubicBezTo>
                <a:cubicBezTo>
                  <a:pt x="110400" y="40344"/>
                  <a:pt x="110400" y="40344"/>
                  <a:pt x="110400" y="40344"/>
                </a:cubicBezTo>
                <a:moveTo>
                  <a:pt x="110400" y="40344"/>
                </a:moveTo>
                <a:cubicBezTo>
                  <a:pt x="110400" y="40344"/>
                  <a:pt x="110400" y="40344"/>
                  <a:pt x="110400" y="40344"/>
                </a:cubicBezTo>
                <a:cubicBezTo>
                  <a:pt x="110400" y="40344"/>
                  <a:pt x="110400" y="40344"/>
                  <a:pt x="110400" y="40344"/>
                </a:cubicBezTo>
                <a:moveTo>
                  <a:pt x="110400" y="40344"/>
                </a:moveTo>
                <a:cubicBezTo>
                  <a:pt x="110400" y="40344"/>
                  <a:pt x="110400" y="40344"/>
                  <a:pt x="110400" y="40344"/>
                </a:cubicBezTo>
                <a:cubicBezTo>
                  <a:pt x="110400" y="40344"/>
                  <a:pt x="110400" y="40344"/>
                  <a:pt x="110400" y="40344"/>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0" y="0"/>
                </a:moveTo>
                <a:cubicBezTo>
                  <a:pt x="0" y="1034"/>
                  <a:pt x="0" y="1034"/>
                  <a:pt x="0" y="1034"/>
                </a:cubicBezTo>
                <a:cubicBezTo>
                  <a:pt x="4800" y="1034"/>
                  <a:pt x="4800" y="1034"/>
                  <a:pt x="4800" y="1034"/>
                </a:cubicBezTo>
                <a:cubicBezTo>
                  <a:pt x="52800" y="11379"/>
                  <a:pt x="91200" y="23793"/>
                  <a:pt x="110400" y="38275"/>
                </a:cubicBezTo>
                <a:cubicBezTo>
                  <a:pt x="91200" y="23793"/>
                  <a:pt x="52800" y="10344"/>
                  <a:pt x="0" y="0"/>
                </a:cubicBezTo>
              </a:path>
            </a:pathLst>
          </a:custGeom>
          <a:solidFill>
            <a:srgbClr val="4D9682"/>
          </a:solidFill>
          <a:ln w="9525">
            <a:noFill/>
            <a:round/>
            <a:headEnd/>
            <a:tailEnd/>
          </a:ln>
        </p:spPr>
        <p:txBody>
          <a:bodyPr lIns="91425" tIns="45700" rIns="91425" bIns="45700"/>
          <a:lstStyle/>
          <a:p>
            <a:pPr>
              <a:defRPr/>
            </a:pPr>
            <a:endParaRPr lang="en-US"/>
          </a:p>
        </p:txBody>
      </p:sp>
      <p:sp>
        <p:nvSpPr>
          <p:cNvPr id="12" name="Google Shape;468;p14">
            <a:extLst>
              <a:ext uri="{FF2B5EF4-FFF2-40B4-BE49-F238E27FC236}">
                <a16:creationId xmlns:a16="http://schemas.microsoft.com/office/drawing/2014/main" id="{18991BB7-9371-39AC-8276-3486CDDE3686}"/>
              </a:ext>
            </a:extLst>
          </p:cNvPr>
          <p:cNvSpPr>
            <a:spLocks/>
          </p:cNvSpPr>
          <p:nvPr/>
        </p:nvSpPr>
        <p:spPr bwMode="auto">
          <a:xfrm>
            <a:off x="8370888" y="3122613"/>
            <a:ext cx="269875" cy="266700"/>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close/>
              </a:path>
            </a:pathLst>
          </a:custGeom>
          <a:solidFill>
            <a:srgbClr val="53A58F"/>
          </a:solidFill>
          <a:ln w="9525">
            <a:noFill/>
            <a:round/>
            <a:headEnd/>
            <a:tailEnd/>
          </a:ln>
        </p:spPr>
        <p:txBody>
          <a:bodyPr lIns="91425" tIns="45700" rIns="91425" bIns="45700"/>
          <a:lstStyle/>
          <a:p>
            <a:pPr>
              <a:defRPr/>
            </a:pPr>
            <a:endParaRPr lang="en-US"/>
          </a:p>
        </p:txBody>
      </p:sp>
      <p:sp>
        <p:nvSpPr>
          <p:cNvPr id="13" name="Google Shape;469;p14">
            <a:extLst>
              <a:ext uri="{FF2B5EF4-FFF2-40B4-BE49-F238E27FC236}">
                <a16:creationId xmlns:a16="http://schemas.microsoft.com/office/drawing/2014/main" id="{6009C6FC-72FC-6A57-276E-B9533B03E507}"/>
              </a:ext>
            </a:extLst>
          </p:cNvPr>
          <p:cNvSpPr>
            <a:spLocks/>
          </p:cNvSpPr>
          <p:nvPr/>
        </p:nvSpPr>
        <p:spPr bwMode="auto">
          <a:xfrm>
            <a:off x="8370888" y="3122613"/>
            <a:ext cx="269875" cy="266700"/>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path>
            </a:pathLst>
          </a:custGeom>
          <a:noFill/>
          <a:ln w="9525">
            <a:noFill/>
            <a:round/>
            <a:headEnd/>
            <a:tailEnd/>
          </a:ln>
        </p:spPr>
        <p:txBody>
          <a:bodyPr lIns="91425" tIns="45700" rIns="91425" bIns="45700"/>
          <a:lstStyle/>
          <a:p>
            <a:pPr>
              <a:defRPr/>
            </a:pPr>
            <a:endParaRPr lang="en-US"/>
          </a:p>
        </p:txBody>
      </p:sp>
      <p:sp>
        <p:nvSpPr>
          <p:cNvPr id="14" name="Google Shape;470;p14">
            <a:extLst>
              <a:ext uri="{FF2B5EF4-FFF2-40B4-BE49-F238E27FC236}">
                <a16:creationId xmlns:a16="http://schemas.microsoft.com/office/drawing/2014/main" id="{530B1447-58D5-5DB4-8734-1A1ED3BAFD2A}"/>
              </a:ext>
            </a:extLst>
          </p:cNvPr>
          <p:cNvSpPr>
            <a:spLocks/>
          </p:cNvSpPr>
          <p:nvPr/>
        </p:nvSpPr>
        <p:spPr bwMode="auto">
          <a:xfrm>
            <a:off x="8640763" y="3179763"/>
            <a:ext cx="212725" cy="209550"/>
          </a:xfrm>
          <a:custGeom>
            <a:avLst/>
            <a:gdLst>
              <a:gd name="T0" fmla="*/ 0 w 120000"/>
              <a:gd name="T1" fmla="*/ 0 h 120000"/>
              <a:gd name="T2" fmla="*/ 120000 w 120000"/>
              <a:gd name="T3" fmla="*/ 120000 h 120000"/>
            </a:gdLst>
            <a:ahLst/>
            <a:cxnLst>
              <a:cxn ang="0">
                <a:pos x="120000" y="0"/>
              </a:cxn>
              <a:cxn ang="0">
                <a:pos x="118095" y="1935"/>
              </a:cxn>
              <a:cxn ang="0">
                <a:pos x="95238" y="23225"/>
              </a:cxn>
              <a:cxn ang="0">
                <a:pos x="0" y="120000"/>
              </a:cxn>
              <a:cxn ang="0">
                <a:pos x="0" y="120000"/>
              </a:cxn>
              <a:cxn ang="0">
                <a:pos x="95238" y="23225"/>
              </a:cxn>
              <a:cxn ang="0">
                <a:pos x="118095" y="1935"/>
              </a:cxn>
              <a:cxn ang="0">
                <a:pos x="120000" y="0"/>
              </a:cxn>
            </a:cxnLst>
            <a:rect l="T0" t="T1" r="T2" b="T3"/>
            <a:pathLst>
              <a:path w="120000" h="120000" extrusionOk="0">
                <a:moveTo>
                  <a:pt x="120000" y="0"/>
                </a:moveTo>
                <a:cubicBezTo>
                  <a:pt x="120000" y="0"/>
                  <a:pt x="118095" y="0"/>
                  <a:pt x="118095" y="1935"/>
                </a:cubicBezTo>
                <a:cubicBezTo>
                  <a:pt x="95238" y="23225"/>
                  <a:pt x="95238" y="23225"/>
                  <a:pt x="95238" y="23225"/>
                </a:cubicBezTo>
                <a:cubicBezTo>
                  <a:pt x="0" y="120000"/>
                  <a:pt x="0" y="120000"/>
                  <a:pt x="0" y="120000"/>
                </a:cubicBezTo>
                <a:cubicBezTo>
                  <a:pt x="0" y="120000"/>
                  <a:pt x="0" y="120000"/>
                  <a:pt x="0" y="120000"/>
                </a:cubicBezTo>
                <a:cubicBezTo>
                  <a:pt x="95238" y="23225"/>
                  <a:pt x="95238" y="23225"/>
                  <a:pt x="95238" y="23225"/>
                </a:cubicBezTo>
                <a:cubicBezTo>
                  <a:pt x="118095" y="1935"/>
                  <a:pt x="118095" y="1935"/>
                  <a:pt x="118095" y="1935"/>
                </a:cubicBezTo>
                <a:cubicBezTo>
                  <a:pt x="118095" y="0"/>
                  <a:pt x="120000" y="0"/>
                  <a:pt x="120000" y="0"/>
                </a:cubicBezTo>
              </a:path>
            </a:pathLst>
          </a:custGeom>
          <a:solidFill>
            <a:srgbClr val="498977"/>
          </a:solidFill>
          <a:ln w="9525">
            <a:noFill/>
            <a:round/>
            <a:headEnd/>
            <a:tailEnd/>
          </a:ln>
        </p:spPr>
        <p:txBody>
          <a:bodyPr lIns="91425" tIns="45700" rIns="91425" bIns="45700"/>
          <a:lstStyle/>
          <a:p>
            <a:pPr>
              <a:defRPr/>
            </a:pPr>
            <a:endParaRPr lang="en-US"/>
          </a:p>
        </p:txBody>
      </p:sp>
      <p:sp>
        <p:nvSpPr>
          <p:cNvPr id="15" name="Google Shape;471;p14">
            <a:extLst>
              <a:ext uri="{FF2B5EF4-FFF2-40B4-BE49-F238E27FC236}">
                <a16:creationId xmlns:a16="http://schemas.microsoft.com/office/drawing/2014/main" id="{9991AB4A-4255-0B05-A7A0-6CEC509F6262}"/>
              </a:ext>
            </a:extLst>
          </p:cNvPr>
          <p:cNvSpPr>
            <a:spLocks/>
          </p:cNvSpPr>
          <p:nvPr/>
        </p:nvSpPr>
        <p:spPr bwMode="auto">
          <a:xfrm>
            <a:off x="8370888" y="3389313"/>
            <a:ext cx="269875" cy="269875"/>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 ang="0">
                <a:pos x="120000" y="0"/>
              </a:cxn>
            </a:cxnLst>
            <a:rect l="T0" t="T1" r="T2" b="T3"/>
            <a:pathLst>
              <a:path w="120000" h="120000" extrusionOk="0">
                <a:moveTo>
                  <a:pt x="120000" y="0"/>
                </a:moveTo>
                <a:lnTo>
                  <a:pt x="120000" y="0"/>
                </a:lnTo>
                <a:lnTo>
                  <a:pt x="0" y="120000"/>
                </a:lnTo>
                <a:lnTo>
                  <a:pt x="120000" y="0"/>
                </a:lnTo>
                <a:close/>
              </a:path>
            </a:pathLst>
          </a:custGeom>
          <a:solidFill>
            <a:srgbClr val="53A58F"/>
          </a:solidFill>
          <a:ln w="9525">
            <a:noFill/>
            <a:round/>
            <a:headEnd/>
            <a:tailEnd/>
          </a:ln>
        </p:spPr>
        <p:txBody>
          <a:bodyPr lIns="91425" tIns="45700" rIns="91425" bIns="45700"/>
          <a:lstStyle/>
          <a:p>
            <a:pPr>
              <a:defRPr/>
            </a:pPr>
            <a:endParaRPr lang="en-US"/>
          </a:p>
        </p:txBody>
      </p:sp>
      <p:sp>
        <p:nvSpPr>
          <p:cNvPr id="16" name="Google Shape;472;p14">
            <a:extLst>
              <a:ext uri="{FF2B5EF4-FFF2-40B4-BE49-F238E27FC236}">
                <a16:creationId xmlns:a16="http://schemas.microsoft.com/office/drawing/2014/main" id="{77713361-6048-DE8D-3F8D-A94508A71ACC}"/>
              </a:ext>
            </a:extLst>
          </p:cNvPr>
          <p:cNvSpPr>
            <a:spLocks/>
          </p:cNvSpPr>
          <p:nvPr/>
        </p:nvSpPr>
        <p:spPr bwMode="auto">
          <a:xfrm>
            <a:off x="8370888" y="3389313"/>
            <a:ext cx="269875" cy="269875"/>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 ang="0">
                <a:pos x="120000" y="0"/>
              </a:cxn>
            </a:cxnLst>
            <a:rect l="T0" t="T1" r="T2" b="T3"/>
            <a:pathLst>
              <a:path w="120000" h="120000" extrusionOk="0">
                <a:moveTo>
                  <a:pt x="120000" y="0"/>
                </a:moveTo>
                <a:lnTo>
                  <a:pt x="120000" y="0"/>
                </a:lnTo>
                <a:lnTo>
                  <a:pt x="0" y="120000"/>
                </a:lnTo>
                <a:lnTo>
                  <a:pt x="120000" y="0"/>
                </a:lnTo>
              </a:path>
            </a:pathLst>
          </a:custGeom>
          <a:noFill/>
          <a:ln w="9525">
            <a:noFill/>
            <a:round/>
            <a:headEnd/>
            <a:tailEnd/>
          </a:ln>
        </p:spPr>
        <p:txBody>
          <a:bodyPr lIns="91425" tIns="45700" rIns="91425" bIns="45700"/>
          <a:lstStyle/>
          <a:p>
            <a:pPr>
              <a:defRPr/>
            </a:pPr>
            <a:endParaRPr lang="en-US"/>
          </a:p>
        </p:txBody>
      </p:sp>
      <p:sp>
        <p:nvSpPr>
          <p:cNvPr id="17" name="Google Shape;473;p14">
            <a:extLst>
              <a:ext uri="{FF2B5EF4-FFF2-40B4-BE49-F238E27FC236}">
                <a16:creationId xmlns:a16="http://schemas.microsoft.com/office/drawing/2014/main" id="{64EB4B58-D9C1-04D7-9B85-10B9B586C6ED}"/>
              </a:ext>
            </a:extLst>
          </p:cNvPr>
          <p:cNvSpPr>
            <a:spLocks/>
          </p:cNvSpPr>
          <p:nvPr/>
        </p:nvSpPr>
        <p:spPr bwMode="auto">
          <a:xfrm>
            <a:off x="8737600" y="3489325"/>
            <a:ext cx="280988" cy="169863"/>
          </a:xfrm>
          <a:custGeom>
            <a:avLst/>
            <a:gdLst>
              <a:gd name="T0" fmla="*/ 0 w 120000"/>
              <a:gd name="T1" fmla="*/ 0 h 120000"/>
              <a:gd name="T2" fmla="*/ 120000 w 120000"/>
              <a:gd name="T3" fmla="*/ 120000 h 120000"/>
            </a:gdLst>
            <a:ahLst/>
            <a:cxnLst>
              <a:cxn ang="0">
                <a:pos x="119999" y="120000"/>
              </a:cxn>
              <a:cxn ang="0">
                <a:pos x="119999" y="120000"/>
              </a:cxn>
              <a:cxn ang="0">
                <a:pos x="119999" y="120000"/>
              </a:cxn>
              <a:cxn ang="0">
                <a:pos x="0" y="0"/>
              </a:cxn>
              <a:cxn ang="0">
                <a:pos x="30361" y="50400"/>
              </a:cxn>
              <a:cxn ang="0">
                <a:pos x="47710" y="76800"/>
              </a:cxn>
              <a:cxn ang="0">
                <a:pos x="63614" y="96000"/>
              </a:cxn>
              <a:cxn ang="0">
                <a:pos x="47710" y="76800"/>
              </a:cxn>
              <a:cxn ang="0">
                <a:pos x="30361" y="50400"/>
              </a:cxn>
              <a:cxn ang="0">
                <a:pos x="0" y="0"/>
              </a:cxn>
            </a:cxnLst>
            <a:rect l="T0" t="T1" r="T2" b="T3"/>
            <a:pathLst>
              <a:path w="120000" h="120000" extrusionOk="0">
                <a:moveTo>
                  <a:pt x="119999" y="120000"/>
                </a:moveTo>
                <a:cubicBezTo>
                  <a:pt x="119999" y="120000"/>
                  <a:pt x="119999" y="120000"/>
                  <a:pt x="119999" y="120000"/>
                </a:cubicBezTo>
                <a:cubicBezTo>
                  <a:pt x="119999" y="120000"/>
                  <a:pt x="119999" y="120000"/>
                  <a:pt x="119999" y="120000"/>
                </a:cubicBezTo>
                <a:moveTo>
                  <a:pt x="0" y="0"/>
                </a:moveTo>
                <a:cubicBezTo>
                  <a:pt x="30361" y="50400"/>
                  <a:pt x="30361" y="50400"/>
                  <a:pt x="30361" y="50400"/>
                </a:cubicBezTo>
                <a:cubicBezTo>
                  <a:pt x="47710" y="76800"/>
                  <a:pt x="47710" y="76800"/>
                  <a:pt x="47710" y="76800"/>
                </a:cubicBezTo>
                <a:cubicBezTo>
                  <a:pt x="52048" y="84000"/>
                  <a:pt x="57831" y="91200"/>
                  <a:pt x="63614" y="96000"/>
                </a:cubicBezTo>
                <a:cubicBezTo>
                  <a:pt x="57831" y="91200"/>
                  <a:pt x="52048" y="84000"/>
                  <a:pt x="47710" y="76800"/>
                </a:cubicBezTo>
                <a:cubicBezTo>
                  <a:pt x="30361" y="50400"/>
                  <a:pt x="30361" y="50400"/>
                  <a:pt x="30361" y="50400"/>
                </a:cubicBezTo>
                <a:cubicBezTo>
                  <a:pt x="0" y="0"/>
                  <a:pt x="0" y="0"/>
                  <a:pt x="0" y="0"/>
                </a:cubicBezTo>
              </a:path>
            </a:pathLst>
          </a:custGeom>
          <a:solidFill>
            <a:srgbClr val="498977"/>
          </a:solidFill>
          <a:ln w="9525">
            <a:noFill/>
            <a:round/>
            <a:headEnd/>
            <a:tailEnd/>
          </a:ln>
        </p:spPr>
        <p:txBody>
          <a:bodyPr lIns="91425" tIns="45700" rIns="91425" bIns="45700"/>
          <a:lstStyle/>
          <a:p>
            <a:pPr>
              <a:defRPr/>
            </a:pPr>
            <a:endParaRPr lang="en-US"/>
          </a:p>
        </p:txBody>
      </p:sp>
      <p:sp>
        <p:nvSpPr>
          <p:cNvPr id="18" name="Google Shape;474;p14">
            <a:extLst>
              <a:ext uri="{FF2B5EF4-FFF2-40B4-BE49-F238E27FC236}">
                <a16:creationId xmlns:a16="http://schemas.microsoft.com/office/drawing/2014/main" id="{23E7212D-B301-6ED1-898B-DA052D23DA8C}"/>
              </a:ext>
            </a:extLst>
          </p:cNvPr>
          <p:cNvSpPr>
            <a:spLocks/>
          </p:cNvSpPr>
          <p:nvPr/>
        </p:nvSpPr>
        <p:spPr bwMode="auto">
          <a:xfrm>
            <a:off x="8980488" y="2195513"/>
            <a:ext cx="85725" cy="195262"/>
          </a:xfrm>
          <a:custGeom>
            <a:avLst/>
            <a:gdLst>
              <a:gd name="T0" fmla="*/ 0 w 120000"/>
              <a:gd name="T1" fmla="*/ 0 h 120000"/>
              <a:gd name="T2" fmla="*/ 120000 w 120000"/>
              <a:gd name="T3" fmla="*/ 120000 h 120000"/>
            </a:gdLst>
            <a:ahLst/>
            <a:cxnLst>
              <a:cxn ang="0">
                <a:pos x="120000" y="0"/>
              </a:cxn>
              <a:cxn ang="0">
                <a:pos x="0" y="120000"/>
              </a:cxn>
              <a:cxn ang="0">
                <a:pos x="0" y="120000"/>
              </a:cxn>
              <a:cxn ang="0">
                <a:pos x="0" y="117931"/>
              </a:cxn>
              <a:cxn ang="0">
                <a:pos x="0" y="117931"/>
              </a:cxn>
              <a:cxn ang="0">
                <a:pos x="0" y="117931"/>
              </a:cxn>
              <a:cxn ang="0">
                <a:pos x="0" y="117931"/>
              </a:cxn>
              <a:cxn ang="0">
                <a:pos x="0" y="117931"/>
              </a:cxn>
              <a:cxn ang="0">
                <a:pos x="0" y="117931"/>
              </a:cxn>
              <a:cxn ang="0">
                <a:pos x="0" y="117931"/>
              </a:cxn>
              <a:cxn ang="0">
                <a:pos x="0" y="117931"/>
              </a:cxn>
              <a:cxn ang="0">
                <a:pos x="0" y="115862"/>
              </a:cxn>
              <a:cxn ang="0">
                <a:pos x="0" y="115862"/>
              </a:cxn>
              <a:cxn ang="0">
                <a:pos x="0" y="115862"/>
              </a:cxn>
              <a:cxn ang="0">
                <a:pos x="0" y="115862"/>
              </a:cxn>
              <a:cxn ang="0">
                <a:pos x="0" y="115862"/>
              </a:cxn>
              <a:cxn ang="0">
                <a:pos x="0" y="115862"/>
              </a:cxn>
              <a:cxn ang="0">
                <a:pos x="0" y="115862"/>
              </a:cxn>
              <a:cxn ang="0">
                <a:pos x="0" y="115862"/>
              </a:cxn>
              <a:cxn ang="0">
                <a:pos x="0" y="113793"/>
              </a:cxn>
              <a:cxn ang="0">
                <a:pos x="0" y="113793"/>
              </a:cxn>
              <a:cxn ang="0">
                <a:pos x="0" y="113793"/>
              </a:cxn>
              <a:cxn ang="0">
                <a:pos x="0" y="113793"/>
              </a:cxn>
              <a:cxn ang="0">
                <a:pos x="0" y="113793"/>
              </a:cxn>
              <a:cxn ang="0">
                <a:pos x="0" y="113793"/>
              </a:cxn>
              <a:cxn ang="0">
                <a:pos x="0" y="113793"/>
              </a:cxn>
              <a:cxn ang="0">
                <a:pos x="0" y="111724"/>
              </a:cxn>
              <a:cxn ang="0">
                <a:pos x="0" y="111724"/>
              </a:cxn>
              <a:cxn ang="0">
                <a:pos x="0" y="111724"/>
              </a:cxn>
              <a:cxn ang="0">
                <a:pos x="0" y="111724"/>
              </a:cxn>
              <a:cxn ang="0">
                <a:pos x="0" y="111724"/>
              </a:cxn>
              <a:cxn ang="0">
                <a:pos x="0" y="111724"/>
              </a:cxn>
              <a:cxn ang="0">
                <a:pos x="0" y="111724"/>
              </a:cxn>
              <a:cxn ang="0">
                <a:pos x="0" y="111724"/>
              </a:cxn>
              <a:cxn ang="0">
                <a:pos x="0" y="109655"/>
              </a:cxn>
              <a:cxn ang="0">
                <a:pos x="0" y="109655"/>
              </a:cxn>
              <a:cxn ang="0">
                <a:pos x="0" y="109655"/>
              </a:cxn>
              <a:cxn ang="0">
                <a:pos x="0" y="109655"/>
              </a:cxn>
              <a:cxn ang="0">
                <a:pos x="0" y="109655"/>
              </a:cxn>
              <a:cxn ang="0">
                <a:pos x="0" y="109655"/>
              </a:cxn>
              <a:cxn ang="0">
                <a:pos x="0" y="109655"/>
              </a:cxn>
              <a:cxn ang="0">
                <a:pos x="0" y="109655"/>
              </a:cxn>
              <a:cxn ang="0">
                <a:pos x="0" y="107586"/>
              </a:cxn>
              <a:cxn ang="0">
                <a:pos x="0" y="107586"/>
              </a:cxn>
              <a:cxn ang="0">
                <a:pos x="14400" y="74482"/>
              </a:cxn>
              <a:cxn ang="0">
                <a:pos x="14400" y="74482"/>
              </a:cxn>
              <a:cxn ang="0">
                <a:pos x="14400" y="74482"/>
              </a:cxn>
              <a:cxn ang="0">
                <a:pos x="14400" y="74482"/>
              </a:cxn>
              <a:cxn ang="0">
                <a:pos x="14400" y="72413"/>
              </a:cxn>
              <a:cxn ang="0">
                <a:pos x="14400" y="72413"/>
              </a:cxn>
              <a:cxn ang="0">
                <a:pos x="14400" y="72413"/>
              </a:cxn>
              <a:cxn ang="0">
                <a:pos x="14400" y="72413"/>
              </a:cxn>
              <a:cxn ang="0">
                <a:pos x="14400" y="72413"/>
              </a:cxn>
              <a:cxn ang="0">
                <a:pos x="120000" y="0"/>
              </a:cxn>
              <a:cxn ang="0">
                <a:pos x="120000" y="0"/>
              </a:cxn>
            </a:cxnLst>
            <a:rect l="T0" t="T1" r="T2" b="T3"/>
            <a:pathLst>
              <a:path w="120000" h="120000" extrusionOk="0">
                <a:moveTo>
                  <a:pt x="120000" y="0"/>
                </a:moveTo>
                <a:cubicBezTo>
                  <a:pt x="43200" y="28965"/>
                  <a:pt x="0" y="72413"/>
                  <a:pt x="0" y="120000"/>
                </a:cubicBezTo>
                <a:cubicBezTo>
                  <a:pt x="0" y="120000"/>
                  <a:pt x="0" y="120000"/>
                  <a:pt x="0" y="120000"/>
                </a:cubicBezTo>
                <a:cubicBezTo>
                  <a:pt x="0" y="120000"/>
                  <a:pt x="0" y="120000"/>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7586"/>
                  <a:pt x="0" y="107586"/>
                </a:cubicBezTo>
                <a:cubicBezTo>
                  <a:pt x="0" y="107586"/>
                  <a:pt x="0" y="107586"/>
                  <a:pt x="0" y="107586"/>
                </a:cubicBezTo>
                <a:cubicBezTo>
                  <a:pt x="0" y="97241"/>
                  <a:pt x="4800" y="84827"/>
                  <a:pt x="14400" y="74482"/>
                </a:cubicBezTo>
                <a:cubicBezTo>
                  <a:pt x="14400" y="74482"/>
                  <a:pt x="14400" y="74482"/>
                  <a:pt x="14400" y="74482"/>
                </a:cubicBezTo>
                <a:cubicBezTo>
                  <a:pt x="14400" y="74482"/>
                  <a:pt x="14400" y="74482"/>
                  <a:pt x="14400" y="74482"/>
                </a:cubicBezTo>
                <a:cubicBezTo>
                  <a:pt x="14400" y="74482"/>
                  <a:pt x="14400" y="74482"/>
                  <a:pt x="14400" y="74482"/>
                </a:cubicBezTo>
                <a:cubicBezTo>
                  <a:pt x="14400" y="72413"/>
                  <a:pt x="14400" y="72413"/>
                  <a:pt x="14400" y="72413"/>
                </a:cubicBezTo>
                <a:cubicBezTo>
                  <a:pt x="14400" y="72413"/>
                  <a:pt x="14400" y="72413"/>
                  <a:pt x="14400" y="72413"/>
                </a:cubicBezTo>
                <a:cubicBezTo>
                  <a:pt x="14400" y="72413"/>
                  <a:pt x="14400" y="72413"/>
                  <a:pt x="14400" y="72413"/>
                </a:cubicBezTo>
                <a:cubicBezTo>
                  <a:pt x="14400" y="72413"/>
                  <a:pt x="14400" y="72413"/>
                  <a:pt x="14400" y="72413"/>
                </a:cubicBezTo>
                <a:cubicBezTo>
                  <a:pt x="14400" y="72413"/>
                  <a:pt x="14400" y="72413"/>
                  <a:pt x="14400" y="72413"/>
                </a:cubicBezTo>
                <a:cubicBezTo>
                  <a:pt x="33600" y="43448"/>
                  <a:pt x="72000" y="18620"/>
                  <a:pt x="120000" y="0"/>
                </a:cubicBezTo>
                <a:cubicBezTo>
                  <a:pt x="120000" y="0"/>
                  <a:pt x="120000" y="0"/>
                  <a:pt x="120000" y="0"/>
                </a:cubicBezTo>
              </a:path>
            </a:pathLst>
          </a:custGeom>
          <a:solidFill>
            <a:srgbClr val="D3D1D0"/>
          </a:solidFill>
          <a:ln w="9525">
            <a:noFill/>
            <a:round/>
            <a:headEnd/>
            <a:tailEnd/>
          </a:ln>
        </p:spPr>
        <p:txBody>
          <a:bodyPr lIns="91425" tIns="45700" rIns="91425" bIns="45700"/>
          <a:lstStyle/>
          <a:p>
            <a:pPr>
              <a:defRPr/>
            </a:pPr>
            <a:endParaRPr lang="en-US"/>
          </a:p>
        </p:txBody>
      </p:sp>
      <p:sp>
        <p:nvSpPr>
          <p:cNvPr id="19" name="Google Shape;475;p14">
            <a:extLst>
              <a:ext uri="{FF2B5EF4-FFF2-40B4-BE49-F238E27FC236}">
                <a16:creationId xmlns:a16="http://schemas.microsoft.com/office/drawing/2014/main" id="{89461B41-A5BC-5A51-276E-CE396B399CCB}"/>
              </a:ext>
            </a:extLst>
          </p:cNvPr>
          <p:cNvSpPr>
            <a:spLocks/>
          </p:cNvSpPr>
          <p:nvPr/>
        </p:nvSpPr>
        <p:spPr bwMode="auto">
          <a:xfrm>
            <a:off x="8980488" y="2195513"/>
            <a:ext cx="85725" cy="195262"/>
          </a:xfrm>
          <a:custGeom>
            <a:avLst/>
            <a:gdLst>
              <a:gd name="T0" fmla="*/ 0 w 120000"/>
              <a:gd name="T1" fmla="*/ 0 h 120000"/>
              <a:gd name="T2" fmla="*/ 120000 w 120000"/>
              <a:gd name="T3" fmla="*/ 120000 h 120000"/>
            </a:gdLst>
            <a:ahLst/>
            <a:cxnLst>
              <a:cxn ang="0">
                <a:pos x="0" y="120000"/>
              </a:cxn>
              <a:cxn ang="0">
                <a:pos x="0" y="117931"/>
              </a:cxn>
              <a:cxn ang="0">
                <a:pos x="0" y="117931"/>
              </a:cxn>
              <a:cxn ang="0">
                <a:pos x="0" y="117931"/>
              </a:cxn>
              <a:cxn ang="0">
                <a:pos x="0" y="117931"/>
              </a:cxn>
              <a:cxn ang="0">
                <a:pos x="0" y="117931"/>
              </a:cxn>
              <a:cxn ang="0">
                <a:pos x="0" y="115862"/>
              </a:cxn>
              <a:cxn ang="0">
                <a:pos x="0" y="115862"/>
              </a:cxn>
              <a:cxn ang="0">
                <a:pos x="0" y="115862"/>
              </a:cxn>
              <a:cxn ang="0">
                <a:pos x="0" y="115862"/>
              </a:cxn>
              <a:cxn ang="0">
                <a:pos x="0" y="115862"/>
              </a:cxn>
              <a:cxn ang="0">
                <a:pos x="0" y="115862"/>
              </a:cxn>
              <a:cxn ang="0">
                <a:pos x="0" y="113793"/>
              </a:cxn>
              <a:cxn ang="0">
                <a:pos x="0" y="113793"/>
              </a:cxn>
              <a:cxn ang="0">
                <a:pos x="0" y="113793"/>
              </a:cxn>
              <a:cxn ang="0">
                <a:pos x="0" y="113793"/>
              </a:cxn>
              <a:cxn ang="0">
                <a:pos x="0" y="113793"/>
              </a:cxn>
              <a:cxn ang="0">
                <a:pos x="0" y="113793"/>
              </a:cxn>
              <a:cxn ang="0">
                <a:pos x="0" y="111724"/>
              </a:cxn>
              <a:cxn ang="0">
                <a:pos x="0" y="111724"/>
              </a:cxn>
              <a:cxn ang="0">
                <a:pos x="0" y="111724"/>
              </a:cxn>
              <a:cxn ang="0">
                <a:pos x="0" y="111724"/>
              </a:cxn>
              <a:cxn ang="0">
                <a:pos x="0" y="111724"/>
              </a:cxn>
              <a:cxn ang="0">
                <a:pos x="0" y="111724"/>
              </a:cxn>
              <a:cxn ang="0">
                <a:pos x="0" y="109655"/>
              </a:cxn>
              <a:cxn ang="0">
                <a:pos x="0" y="109655"/>
              </a:cxn>
              <a:cxn ang="0">
                <a:pos x="0" y="109655"/>
              </a:cxn>
              <a:cxn ang="0">
                <a:pos x="0" y="109655"/>
              </a:cxn>
              <a:cxn ang="0">
                <a:pos x="0" y="109655"/>
              </a:cxn>
              <a:cxn ang="0">
                <a:pos x="0" y="109655"/>
              </a:cxn>
              <a:cxn ang="0">
                <a:pos x="0" y="107586"/>
              </a:cxn>
              <a:cxn ang="0">
                <a:pos x="0" y="107586"/>
              </a:cxn>
              <a:cxn ang="0">
                <a:pos x="14400" y="74482"/>
              </a:cxn>
              <a:cxn ang="0">
                <a:pos x="14400" y="74482"/>
              </a:cxn>
              <a:cxn ang="0">
                <a:pos x="14400" y="74482"/>
              </a:cxn>
              <a:cxn ang="0">
                <a:pos x="14400" y="72413"/>
              </a:cxn>
              <a:cxn ang="0">
                <a:pos x="14400" y="72413"/>
              </a:cxn>
              <a:cxn ang="0">
                <a:pos x="14400" y="72413"/>
              </a:cxn>
              <a:cxn ang="0">
                <a:pos x="14400" y="72413"/>
              </a:cxn>
              <a:cxn ang="0">
                <a:pos x="120000" y="0"/>
              </a:cxn>
            </a:cxnLst>
            <a:rect l="T0" t="T1" r="T2" b="T3"/>
            <a:pathLst>
              <a:path w="120000" h="120000" extrusionOk="0">
                <a:moveTo>
                  <a:pt x="0" y="117931"/>
                </a:moveTo>
                <a:cubicBezTo>
                  <a:pt x="0" y="120000"/>
                  <a:pt x="0" y="120000"/>
                  <a:pt x="0" y="120000"/>
                </a:cubicBezTo>
                <a:cubicBezTo>
                  <a:pt x="0" y="120000"/>
                  <a:pt x="0" y="120000"/>
                  <a:pt x="0" y="120000"/>
                </a:cubicBezTo>
                <a:cubicBezTo>
                  <a:pt x="0" y="120000"/>
                  <a:pt x="0" y="120000"/>
                  <a:pt x="0" y="117931"/>
                </a:cubicBezTo>
                <a:moveTo>
                  <a:pt x="0" y="117931"/>
                </a:moveTo>
                <a:cubicBezTo>
                  <a:pt x="0" y="117931"/>
                  <a:pt x="0" y="117931"/>
                  <a:pt x="0" y="117931"/>
                </a:cubicBezTo>
                <a:cubicBezTo>
                  <a:pt x="0" y="117931"/>
                  <a:pt x="0" y="117931"/>
                  <a:pt x="0" y="117931"/>
                </a:cubicBezTo>
                <a:moveTo>
                  <a:pt x="0" y="117931"/>
                </a:moveTo>
                <a:cubicBezTo>
                  <a:pt x="0" y="117931"/>
                  <a:pt x="0" y="117931"/>
                  <a:pt x="0" y="117931"/>
                </a:cubicBezTo>
                <a:cubicBezTo>
                  <a:pt x="0" y="117931"/>
                  <a:pt x="0" y="117931"/>
                  <a:pt x="0" y="117931"/>
                </a:cubicBezTo>
                <a:moveTo>
                  <a:pt x="0" y="117931"/>
                </a:moveTo>
                <a:cubicBezTo>
                  <a:pt x="0" y="117931"/>
                  <a:pt x="0" y="117931"/>
                  <a:pt x="0" y="117931"/>
                </a:cubicBezTo>
                <a:cubicBezTo>
                  <a:pt x="0" y="117931"/>
                  <a:pt x="0" y="117931"/>
                  <a:pt x="0" y="117931"/>
                </a:cubicBezTo>
                <a:moveTo>
                  <a:pt x="0" y="115862"/>
                </a:moveTo>
                <a:cubicBezTo>
                  <a:pt x="0" y="115862"/>
                  <a:pt x="0" y="117931"/>
                  <a:pt x="0" y="117931"/>
                </a:cubicBezTo>
                <a:cubicBezTo>
                  <a:pt x="0" y="117931"/>
                  <a:pt x="0" y="115862"/>
                  <a:pt x="0" y="115862"/>
                </a:cubicBezTo>
                <a:moveTo>
                  <a:pt x="0" y="115862"/>
                </a:moveTo>
                <a:cubicBezTo>
                  <a:pt x="0" y="115862"/>
                  <a:pt x="0" y="115862"/>
                  <a:pt x="0" y="115862"/>
                </a:cubicBezTo>
                <a:cubicBezTo>
                  <a:pt x="0" y="115862"/>
                  <a:pt x="0" y="115862"/>
                  <a:pt x="0" y="115862"/>
                </a:cubicBezTo>
                <a:moveTo>
                  <a:pt x="0" y="115862"/>
                </a:moveTo>
                <a:cubicBezTo>
                  <a:pt x="0" y="115862"/>
                  <a:pt x="0" y="115862"/>
                  <a:pt x="0" y="115862"/>
                </a:cubicBezTo>
                <a:cubicBezTo>
                  <a:pt x="0" y="115862"/>
                  <a:pt x="0" y="115862"/>
                  <a:pt x="0" y="115862"/>
                </a:cubicBezTo>
                <a:moveTo>
                  <a:pt x="0" y="115862"/>
                </a:moveTo>
                <a:cubicBezTo>
                  <a:pt x="0" y="115862"/>
                  <a:pt x="0" y="115862"/>
                  <a:pt x="0" y="115862"/>
                </a:cubicBezTo>
                <a:cubicBezTo>
                  <a:pt x="0" y="115862"/>
                  <a:pt x="0" y="115862"/>
                  <a:pt x="0" y="115862"/>
                </a:cubicBezTo>
                <a:moveTo>
                  <a:pt x="0" y="113793"/>
                </a:moveTo>
                <a:cubicBezTo>
                  <a:pt x="0" y="113793"/>
                  <a:pt x="0" y="113793"/>
                  <a:pt x="0" y="115862"/>
                </a:cubicBezTo>
                <a:cubicBezTo>
                  <a:pt x="0" y="113793"/>
                  <a:pt x="0" y="113793"/>
                  <a:pt x="0" y="113793"/>
                </a:cubicBezTo>
                <a:moveTo>
                  <a:pt x="0" y="113793"/>
                </a:moveTo>
                <a:cubicBezTo>
                  <a:pt x="0" y="113793"/>
                  <a:pt x="0" y="113793"/>
                  <a:pt x="0" y="113793"/>
                </a:cubicBezTo>
                <a:cubicBezTo>
                  <a:pt x="0" y="113793"/>
                  <a:pt x="0" y="113793"/>
                  <a:pt x="0" y="113793"/>
                </a:cubicBezTo>
                <a:moveTo>
                  <a:pt x="0" y="113793"/>
                </a:moveTo>
                <a:cubicBezTo>
                  <a:pt x="0" y="113793"/>
                  <a:pt x="0" y="113793"/>
                  <a:pt x="0" y="113793"/>
                </a:cubicBezTo>
                <a:cubicBezTo>
                  <a:pt x="0" y="113793"/>
                  <a:pt x="0" y="113793"/>
                  <a:pt x="0" y="113793"/>
                </a:cubicBezTo>
                <a:moveTo>
                  <a:pt x="0" y="113793"/>
                </a:moveTo>
                <a:cubicBezTo>
                  <a:pt x="0" y="113793"/>
                  <a:pt x="0" y="113793"/>
                  <a:pt x="0" y="113793"/>
                </a:cubicBezTo>
                <a:cubicBezTo>
                  <a:pt x="0" y="113793"/>
                  <a:pt x="0" y="113793"/>
                  <a:pt x="0" y="113793"/>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7586"/>
                </a:moveTo>
                <a:cubicBezTo>
                  <a:pt x="0" y="107586"/>
                  <a:pt x="0" y="107586"/>
                  <a:pt x="0" y="107586"/>
                </a:cubicBezTo>
                <a:cubicBezTo>
                  <a:pt x="0" y="107586"/>
                  <a:pt x="0" y="107586"/>
                  <a:pt x="0" y="107586"/>
                </a:cubicBezTo>
                <a:moveTo>
                  <a:pt x="14400" y="74482"/>
                </a:moveTo>
                <a:cubicBezTo>
                  <a:pt x="14400" y="74482"/>
                  <a:pt x="14400" y="74482"/>
                  <a:pt x="14400" y="74482"/>
                </a:cubicBezTo>
                <a:cubicBezTo>
                  <a:pt x="14400" y="74482"/>
                  <a:pt x="14400" y="74482"/>
                  <a:pt x="14400" y="74482"/>
                </a:cubicBezTo>
                <a:moveTo>
                  <a:pt x="14400" y="74482"/>
                </a:moveTo>
                <a:cubicBezTo>
                  <a:pt x="14400" y="74482"/>
                  <a:pt x="14400" y="74482"/>
                  <a:pt x="14400" y="74482"/>
                </a:cubicBezTo>
                <a:cubicBezTo>
                  <a:pt x="14400" y="74482"/>
                  <a:pt x="14400" y="74482"/>
                  <a:pt x="14400" y="74482"/>
                </a:cubicBezTo>
                <a:moveTo>
                  <a:pt x="14400" y="72413"/>
                </a:moveTo>
                <a:cubicBezTo>
                  <a:pt x="14400" y="72413"/>
                  <a:pt x="14400" y="72413"/>
                  <a:pt x="14400" y="72413"/>
                </a:cubicBezTo>
                <a:cubicBezTo>
                  <a:pt x="14400" y="72413"/>
                  <a:pt x="14400" y="72413"/>
                  <a:pt x="14400" y="72413"/>
                </a:cubicBezTo>
                <a:moveTo>
                  <a:pt x="14400" y="72413"/>
                </a:moveTo>
                <a:cubicBezTo>
                  <a:pt x="14400" y="72413"/>
                  <a:pt x="14400" y="72413"/>
                  <a:pt x="14400" y="72413"/>
                </a:cubicBezTo>
                <a:cubicBezTo>
                  <a:pt x="14400" y="72413"/>
                  <a:pt x="14400" y="72413"/>
                  <a:pt x="14400" y="72413"/>
                </a:cubicBezTo>
                <a:moveTo>
                  <a:pt x="120000" y="0"/>
                </a:moveTo>
                <a:cubicBezTo>
                  <a:pt x="72000" y="18620"/>
                  <a:pt x="33600" y="43448"/>
                  <a:pt x="14400" y="72413"/>
                </a:cubicBezTo>
                <a:cubicBezTo>
                  <a:pt x="33600" y="45517"/>
                  <a:pt x="67200" y="20689"/>
                  <a:pt x="115200" y="0"/>
                </a:cubicBezTo>
                <a:cubicBezTo>
                  <a:pt x="120000" y="0"/>
                  <a:pt x="120000" y="0"/>
                  <a:pt x="120000" y="0"/>
                </a:cubicBezTo>
                <a:cubicBezTo>
                  <a:pt x="120000" y="0"/>
                  <a:pt x="120000" y="0"/>
                  <a:pt x="120000" y="0"/>
                </a:cubicBezTo>
              </a:path>
            </a:pathLst>
          </a:custGeom>
          <a:solidFill>
            <a:srgbClr val="C14938"/>
          </a:solidFill>
          <a:ln w="9525">
            <a:noFill/>
            <a:round/>
            <a:headEnd/>
            <a:tailEnd/>
          </a:ln>
        </p:spPr>
        <p:txBody>
          <a:bodyPr lIns="91425" tIns="45700" rIns="91425" bIns="45700"/>
          <a:lstStyle/>
          <a:p>
            <a:pPr>
              <a:defRPr/>
            </a:pPr>
            <a:endParaRPr lang="en-US"/>
          </a:p>
        </p:txBody>
      </p:sp>
      <p:sp>
        <p:nvSpPr>
          <p:cNvPr id="20" name="Google Shape;476;p14">
            <a:extLst>
              <a:ext uri="{FF2B5EF4-FFF2-40B4-BE49-F238E27FC236}">
                <a16:creationId xmlns:a16="http://schemas.microsoft.com/office/drawing/2014/main" id="{61A48BB0-CAF9-38DA-3589-D2D0AEC5F4E5}"/>
              </a:ext>
            </a:extLst>
          </p:cNvPr>
          <p:cNvSpPr>
            <a:spLocks/>
          </p:cNvSpPr>
          <p:nvPr/>
        </p:nvSpPr>
        <p:spPr bwMode="auto">
          <a:xfrm>
            <a:off x="9007475" y="2508250"/>
            <a:ext cx="58738" cy="77788"/>
          </a:xfrm>
          <a:custGeom>
            <a:avLst/>
            <a:gdLst>
              <a:gd name="T0" fmla="*/ 0 w 120000"/>
              <a:gd name="T1" fmla="*/ 0 h 120000"/>
              <a:gd name="T2" fmla="*/ 120000 w 120000"/>
              <a:gd name="T3" fmla="*/ 120000 h 120000"/>
            </a:gdLst>
            <a:ahLst/>
            <a:cxnLst>
              <a:cxn ang="0">
                <a:pos x="0" y="0"/>
              </a:cxn>
              <a:cxn ang="0">
                <a:pos x="120000" y="120000"/>
              </a:cxn>
              <a:cxn ang="0">
                <a:pos x="120000" y="120000"/>
              </a:cxn>
              <a:cxn ang="0">
                <a:pos x="0" y="0"/>
              </a:cxn>
              <a:cxn ang="0">
                <a:pos x="0" y="0"/>
              </a:cxn>
              <a:cxn ang="0">
                <a:pos x="0" y="0"/>
              </a:cxn>
              <a:cxn ang="0">
                <a:pos x="0" y="0"/>
              </a:cxn>
            </a:cxnLst>
            <a:rect l="T0" t="T1" r="T2" b="T3"/>
            <a:pathLst>
              <a:path w="120000" h="120000" extrusionOk="0">
                <a:moveTo>
                  <a:pt x="0" y="0"/>
                </a:moveTo>
                <a:cubicBezTo>
                  <a:pt x="28235" y="46956"/>
                  <a:pt x="70588" y="83478"/>
                  <a:pt x="120000" y="120000"/>
                </a:cubicBezTo>
                <a:cubicBezTo>
                  <a:pt x="120000" y="120000"/>
                  <a:pt x="120000" y="120000"/>
                  <a:pt x="120000" y="120000"/>
                </a:cubicBezTo>
                <a:cubicBezTo>
                  <a:pt x="70588" y="83478"/>
                  <a:pt x="28235" y="46956"/>
                  <a:pt x="0" y="0"/>
                </a:cubicBezTo>
                <a:moveTo>
                  <a:pt x="0" y="0"/>
                </a:moveTo>
                <a:cubicBezTo>
                  <a:pt x="0" y="0"/>
                  <a:pt x="0" y="0"/>
                  <a:pt x="0" y="0"/>
                </a:cubicBezTo>
                <a:cubicBezTo>
                  <a:pt x="0" y="0"/>
                  <a:pt x="0" y="0"/>
                  <a:pt x="0" y="0"/>
                </a:cubicBezTo>
              </a:path>
            </a:pathLst>
          </a:custGeom>
          <a:solidFill>
            <a:srgbClr val="D3D1D0"/>
          </a:solidFill>
          <a:ln w="9525">
            <a:noFill/>
            <a:round/>
            <a:headEnd/>
            <a:tailEnd/>
          </a:ln>
        </p:spPr>
        <p:txBody>
          <a:bodyPr lIns="91425" tIns="45700" rIns="91425" bIns="45700"/>
          <a:lstStyle/>
          <a:p>
            <a:pPr>
              <a:defRPr/>
            </a:pPr>
            <a:endParaRPr lang="en-US"/>
          </a:p>
        </p:txBody>
      </p:sp>
      <p:sp>
        <p:nvSpPr>
          <p:cNvPr id="21" name="Google Shape;477;p14">
            <a:extLst>
              <a:ext uri="{FF2B5EF4-FFF2-40B4-BE49-F238E27FC236}">
                <a16:creationId xmlns:a16="http://schemas.microsoft.com/office/drawing/2014/main" id="{F6FA68BF-7580-33E6-7E74-D6CDF6E78B93}"/>
              </a:ext>
            </a:extLst>
          </p:cNvPr>
          <p:cNvSpPr>
            <a:spLocks/>
          </p:cNvSpPr>
          <p:nvPr/>
        </p:nvSpPr>
        <p:spPr bwMode="auto">
          <a:xfrm>
            <a:off x="8997950" y="2486025"/>
            <a:ext cx="68263" cy="100013"/>
          </a:xfrm>
          <a:custGeom>
            <a:avLst/>
            <a:gdLst>
              <a:gd name="T0" fmla="*/ 0 w 120000"/>
              <a:gd name="T1" fmla="*/ 0 h 120000"/>
              <a:gd name="T2" fmla="*/ 120000 w 120000"/>
              <a:gd name="T3" fmla="*/ 120000 h 120000"/>
            </a:gdLst>
            <a:ahLst/>
            <a:cxnLst>
              <a:cxn ang="0">
                <a:pos x="0" y="0"/>
              </a:cxn>
              <a:cxn ang="0">
                <a:pos x="18000" y="28000"/>
              </a:cxn>
              <a:cxn ang="0">
                <a:pos x="18000" y="28000"/>
              </a:cxn>
              <a:cxn ang="0">
                <a:pos x="18000" y="28000"/>
              </a:cxn>
              <a:cxn ang="0">
                <a:pos x="120000" y="120000"/>
              </a:cxn>
              <a:cxn ang="0">
                <a:pos x="120000" y="120000"/>
              </a:cxn>
              <a:cxn ang="0">
                <a:pos x="114000" y="116000"/>
              </a:cxn>
              <a:cxn ang="0">
                <a:pos x="0" y="0"/>
              </a:cxn>
            </a:cxnLst>
            <a:rect l="T0" t="T1" r="T2" b="T3"/>
            <a:pathLst>
              <a:path w="120000" h="120000" extrusionOk="0">
                <a:moveTo>
                  <a:pt x="0" y="0"/>
                </a:moveTo>
                <a:cubicBezTo>
                  <a:pt x="6000" y="12000"/>
                  <a:pt x="12000" y="20000"/>
                  <a:pt x="18000" y="28000"/>
                </a:cubicBezTo>
                <a:cubicBezTo>
                  <a:pt x="18000" y="28000"/>
                  <a:pt x="18000" y="28000"/>
                  <a:pt x="18000" y="28000"/>
                </a:cubicBezTo>
                <a:cubicBezTo>
                  <a:pt x="18000" y="28000"/>
                  <a:pt x="18000" y="28000"/>
                  <a:pt x="18000" y="28000"/>
                </a:cubicBezTo>
                <a:cubicBezTo>
                  <a:pt x="42000" y="64000"/>
                  <a:pt x="78000" y="92000"/>
                  <a:pt x="120000" y="120000"/>
                </a:cubicBezTo>
                <a:cubicBezTo>
                  <a:pt x="120000" y="120000"/>
                  <a:pt x="120000" y="120000"/>
                  <a:pt x="120000" y="120000"/>
                </a:cubicBezTo>
                <a:cubicBezTo>
                  <a:pt x="114000" y="116000"/>
                  <a:pt x="114000" y="116000"/>
                  <a:pt x="114000" y="116000"/>
                </a:cubicBezTo>
                <a:cubicBezTo>
                  <a:pt x="66000" y="84000"/>
                  <a:pt x="24000" y="44000"/>
                  <a:pt x="0" y="0"/>
                </a:cubicBezTo>
              </a:path>
            </a:pathLst>
          </a:custGeom>
          <a:solidFill>
            <a:srgbClr val="C14938"/>
          </a:solidFill>
          <a:ln w="9525">
            <a:noFill/>
            <a:round/>
            <a:headEnd/>
            <a:tailEnd/>
          </a:ln>
        </p:spPr>
        <p:txBody>
          <a:bodyPr lIns="91425" tIns="45700" rIns="91425" bIns="45700"/>
          <a:lstStyle/>
          <a:p>
            <a:pPr>
              <a:defRPr/>
            </a:pPr>
            <a:endParaRPr lang="en-US"/>
          </a:p>
        </p:txBody>
      </p:sp>
      <p:sp>
        <p:nvSpPr>
          <p:cNvPr id="22" name="Google Shape;478;p14">
            <a:extLst>
              <a:ext uri="{FF2B5EF4-FFF2-40B4-BE49-F238E27FC236}">
                <a16:creationId xmlns:a16="http://schemas.microsoft.com/office/drawing/2014/main" id="{A3515F42-2E1F-D64F-AD1A-4EFA036AC2BC}"/>
              </a:ext>
            </a:extLst>
          </p:cNvPr>
          <p:cNvSpPr>
            <a:spLocks/>
          </p:cNvSpPr>
          <p:nvPr/>
        </p:nvSpPr>
        <p:spPr bwMode="auto">
          <a:xfrm>
            <a:off x="9625013" y="2120900"/>
            <a:ext cx="269875" cy="269875"/>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Lst>
            <a:rect l="T0" t="T1" r="T2" b="T3"/>
            <a:pathLst>
              <a:path w="120000" h="120000" extrusionOk="0">
                <a:moveTo>
                  <a:pt x="120000" y="0"/>
                </a:moveTo>
                <a:lnTo>
                  <a:pt x="120000" y="0"/>
                </a:lnTo>
                <a:lnTo>
                  <a:pt x="0" y="120000"/>
                </a:lnTo>
                <a:lnTo>
                  <a:pt x="120000" y="0"/>
                </a:lnTo>
                <a:close/>
              </a:path>
            </a:pathLst>
          </a:custGeom>
          <a:solidFill>
            <a:srgbClr val="D54F3D"/>
          </a:solidFill>
          <a:ln w="9525">
            <a:noFill/>
            <a:round/>
            <a:headEnd/>
            <a:tailEnd/>
          </a:ln>
        </p:spPr>
        <p:txBody>
          <a:bodyPr lIns="91425" tIns="45700" rIns="91425" bIns="45700"/>
          <a:lstStyle/>
          <a:p>
            <a:pPr>
              <a:defRPr/>
            </a:pPr>
            <a:endParaRPr lang="en-US"/>
          </a:p>
        </p:txBody>
      </p:sp>
      <p:sp>
        <p:nvSpPr>
          <p:cNvPr id="23" name="Google Shape;479;p14">
            <a:extLst>
              <a:ext uri="{FF2B5EF4-FFF2-40B4-BE49-F238E27FC236}">
                <a16:creationId xmlns:a16="http://schemas.microsoft.com/office/drawing/2014/main" id="{C134997E-4EB2-51CE-6235-9907CB2A8C77}"/>
              </a:ext>
            </a:extLst>
          </p:cNvPr>
          <p:cNvSpPr>
            <a:spLocks/>
          </p:cNvSpPr>
          <p:nvPr/>
        </p:nvSpPr>
        <p:spPr bwMode="auto">
          <a:xfrm>
            <a:off x="9625013" y="2120900"/>
            <a:ext cx="269875" cy="269875"/>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Lst>
            <a:rect l="T0" t="T1" r="T2" b="T3"/>
            <a:pathLst>
              <a:path w="120000" h="120000" extrusionOk="0">
                <a:moveTo>
                  <a:pt x="120000" y="0"/>
                </a:moveTo>
                <a:lnTo>
                  <a:pt x="120000" y="0"/>
                </a:lnTo>
                <a:lnTo>
                  <a:pt x="0" y="120000"/>
                </a:lnTo>
                <a:lnTo>
                  <a:pt x="120000" y="0"/>
                </a:lnTo>
              </a:path>
            </a:pathLst>
          </a:custGeom>
          <a:noFill/>
          <a:ln w="9525">
            <a:noFill/>
            <a:round/>
            <a:headEnd/>
            <a:tailEnd/>
          </a:ln>
        </p:spPr>
        <p:txBody>
          <a:bodyPr lIns="91425" tIns="45700" rIns="91425" bIns="45700"/>
          <a:lstStyle/>
          <a:p>
            <a:pPr>
              <a:defRPr/>
            </a:pPr>
            <a:endParaRPr lang="en-US"/>
          </a:p>
        </p:txBody>
      </p:sp>
      <p:sp>
        <p:nvSpPr>
          <p:cNvPr id="24" name="Google Shape;480;p14">
            <a:extLst>
              <a:ext uri="{FF2B5EF4-FFF2-40B4-BE49-F238E27FC236}">
                <a16:creationId xmlns:a16="http://schemas.microsoft.com/office/drawing/2014/main" id="{1F22C1B9-44DF-D8DB-B6F3-3684FC811168}"/>
              </a:ext>
            </a:extLst>
          </p:cNvPr>
          <p:cNvSpPr>
            <a:spLocks/>
          </p:cNvSpPr>
          <p:nvPr/>
        </p:nvSpPr>
        <p:spPr bwMode="auto">
          <a:xfrm>
            <a:off x="9412288" y="2178050"/>
            <a:ext cx="212725" cy="212725"/>
          </a:xfrm>
          <a:custGeom>
            <a:avLst/>
            <a:gdLst>
              <a:gd name="T0" fmla="*/ 0 w 120000"/>
              <a:gd name="T1" fmla="*/ 0 h 120000"/>
              <a:gd name="T2" fmla="*/ 120000 w 120000"/>
              <a:gd name="T3" fmla="*/ 120000 h 120000"/>
            </a:gdLst>
            <a:ahLst/>
            <a:cxnLst>
              <a:cxn ang="0">
                <a:pos x="0" y="0"/>
              </a:cxn>
              <a:cxn ang="0">
                <a:pos x="1904" y="1904"/>
              </a:cxn>
              <a:cxn ang="0">
                <a:pos x="24761" y="24761"/>
              </a:cxn>
              <a:cxn ang="0">
                <a:pos x="120000" y="120000"/>
              </a:cxn>
              <a:cxn ang="0">
                <a:pos x="120000" y="120000"/>
              </a:cxn>
              <a:cxn ang="0">
                <a:pos x="24761" y="22857"/>
              </a:cxn>
              <a:cxn ang="0">
                <a:pos x="1904" y="1904"/>
              </a:cxn>
              <a:cxn ang="0">
                <a:pos x="0" y="0"/>
              </a:cxn>
            </a:cxnLst>
            <a:rect l="T0" t="T1" r="T2" b="T3"/>
            <a:pathLst>
              <a:path w="120000" h="120000" extrusionOk="0">
                <a:moveTo>
                  <a:pt x="0" y="0"/>
                </a:moveTo>
                <a:cubicBezTo>
                  <a:pt x="0" y="0"/>
                  <a:pt x="1904" y="1904"/>
                  <a:pt x="1904" y="1904"/>
                </a:cubicBezTo>
                <a:cubicBezTo>
                  <a:pt x="24761" y="24761"/>
                  <a:pt x="24761" y="24761"/>
                  <a:pt x="24761" y="24761"/>
                </a:cubicBezTo>
                <a:cubicBezTo>
                  <a:pt x="120000" y="120000"/>
                  <a:pt x="120000" y="120000"/>
                  <a:pt x="120000" y="120000"/>
                </a:cubicBezTo>
                <a:cubicBezTo>
                  <a:pt x="120000" y="120000"/>
                  <a:pt x="120000" y="120000"/>
                  <a:pt x="120000" y="120000"/>
                </a:cubicBezTo>
                <a:cubicBezTo>
                  <a:pt x="24761" y="22857"/>
                  <a:pt x="24761" y="22857"/>
                  <a:pt x="24761" y="22857"/>
                </a:cubicBezTo>
                <a:cubicBezTo>
                  <a:pt x="1904" y="1904"/>
                  <a:pt x="1904" y="1904"/>
                  <a:pt x="1904" y="1904"/>
                </a:cubicBezTo>
                <a:cubicBezTo>
                  <a:pt x="1904" y="1904"/>
                  <a:pt x="0" y="0"/>
                  <a:pt x="0" y="0"/>
                </a:cubicBezTo>
              </a:path>
            </a:pathLst>
          </a:custGeom>
          <a:solidFill>
            <a:srgbClr val="B14434"/>
          </a:solidFill>
          <a:ln w="9525">
            <a:noFill/>
            <a:round/>
            <a:headEnd/>
            <a:tailEnd/>
          </a:ln>
        </p:spPr>
        <p:txBody>
          <a:bodyPr lIns="91425" tIns="45700" rIns="91425" bIns="45700"/>
          <a:lstStyle/>
          <a:p>
            <a:pPr>
              <a:defRPr/>
            </a:pPr>
            <a:endParaRPr lang="en-US"/>
          </a:p>
        </p:txBody>
      </p:sp>
      <p:sp>
        <p:nvSpPr>
          <p:cNvPr id="25" name="Google Shape;481;p14">
            <a:extLst>
              <a:ext uri="{FF2B5EF4-FFF2-40B4-BE49-F238E27FC236}">
                <a16:creationId xmlns:a16="http://schemas.microsoft.com/office/drawing/2014/main" id="{B8257AAF-C543-AE0D-3494-6A2AC1E0947E}"/>
              </a:ext>
            </a:extLst>
          </p:cNvPr>
          <p:cNvSpPr>
            <a:spLocks/>
          </p:cNvSpPr>
          <p:nvPr/>
        </p:nvSpPr>
        <p:spPr bwMode="auto">
          <a:xfrm>
            <a:off x="9625013" y="2390775"/>
            <a:ext cx="269875" cy="266700"/>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close/>
              </a:path>
            </a:pathLst>
          </a:custGeom>
          <a:solidFill>
            <a:srgbClr val="D54F3D"/>
          </a:solidFill>
          <a:ln w="9525">
            <a:noFill/>
            <a:round/>
            <a:headEnd/>
            <a:tailEnd/>
          </a:ln>
        </p:spPr>
        <p:txBody>
          <a:bodyPr lIns="91425" tIns="45700" rIns="91425" bIns="45700"/>
          <a:lstStyle/>
          <a:p>
            <a:pPr>
              <a:defRPr/>
            </a:pPr>
            <a:endParaRPr lang="en-US"/>
          </a:p>
        </p:txBody>
      </p:sp>
      <p:sp>
        <p:nvSpPr>
          <p:cNvPr id="26" name="Google Shape;482;p14">
            <a:extLst>
              <a:ext uri="{FF2B5EF4-FFF2-40B4-BE49-F238E27FC236}">
                <a16:creationId xmlns:a16="http://schemas.microsoft.com/office/drawing/2014/main" id="{69F8F498-942A-03EC-DE54-F4C5AF3B6D94}"/>
              </a:ext>
            </a:extLst>
          </p:cNvPr>
          <p:cNvSpPr>
            <a:spLocks/>
          </p:cNvSpPr>
          <p:nvPr/>
        </p:nvSpPr>
        <p:spPr bwMode="auto">
          <a:xfrm>
            <a:off x="9625013" y="2390775"/>
            <a:ext cx="269875" cy="266700"/>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path>
            </a:pathLst>
          </a:custGeom>
          <a:noFill/>
          <a:ln w="9525">
            <a:noFill/>
            <a:round/>
            <a:headEnd/>
            <a:tailEnd/>
          </a:ln>
        </p:spPr>
        <p:txBody>
          <a:bodyPr lIns="91425" tIns="45700" rIns="91425" bIns="45700"/>
          <a:lstStyle/>
          <a:p>
            <a:pPr>
              <a:defRPr/>
            </a:pPr>
            <a:endParaRPr lang="en-US"/>
          </a:p>
        </p:txBody>
      </p:sp>
      <p:sp>
        <p:nvSpPr>
          <p:cNvPr id="27" name="Google Shape;483;p14">
            <a:extLst>
              <a:ext uri="{FF2B5EF4-FFF2-40B4-BE49-F238E27FC236}">
                <a16:creationId xmlns:a16="http://schemas.microsoft.com/office/drawing/2014/main" id="{3D2D5441-1FB5-C142-2689-2DB223D7D20F}"/>
              </a:ext>
            </a:extLst>
          </p:cNvPr>
          <p:cNvSpPr>
            <a:spLocks/>
          </p:cNvSpPr>
          <p:nvPr/>
        </p:nvSpPr>
        <p:spPr bwMode="auto">
          <a:xfrm>
            <a:off x="9247188" y="2486025"/>
            <a:ext cx="284162" cy="171450"/>
          </a:xfrm>
          <a:custGeom>
            <a:avLst/>
            <a:gdLst>
              <a:gd name="T0" fmla="*/ 0 w 120000"/>
              <a:gd name="T1" fmla="*/ 0 h 120000"/>
              <a:gd name="T2" fmla="*/ 120000 w 120000"/>
              <a:gd name="T3" fmla="*/ 120000 h 120000"/>
            </a:gdLst>
            <a:ahLst/>
            <a:cxnLst>
              <a:cxn ang="0">
                <a:pos x="0" y="120000"/>
              </a:cxn>
              <a:cxn ang="0">
                <a:pos x="0" y="120000"/>
              </a:cxn>
              <a:cxn ang="0">
                <a:pos x="0" y="120000"/>
              </a:cxn>
              <a:cxn ang="0">
                <a:pos x="120000" y="0"/>
              </a:cxn>
              <a:cxn ang="0">
                <a:pos x="88571" y="51764"/>
              </a:cxn>
              <a:cxn ang="0">
                <a:pos x="71428" y="77647"/>
              </a:cxn>
              <a:cxn ang="0">
                <a:pos x="57142" y="94117"/>
              </a:cxn>
              <a:cxn ang="0">
                <a:pos x="71428" y="77647"/>
              </a:cxn>
              <a:cxn ang="0">
                <a:pos x="88571" y="51764"/>
              </a:cxn>
              <a:cxn ang="0">
                <a:pos x="120000" y="0"/>
              </a:cxn>
            </a:cxnLst>
            <a:rect l="T0" t="T1" r="T2" b="T3"/>
            <a:pathLst>
              <a:path w="120000" h="120000" extrusionOk="0">
                <a:moveTo>
                  <a:pt x="0" y="120000"/>
                </a:moveTo>
                <a:cubicBezTo>
                  <a:pt x="0" y="120000"/>
                  <a:pt x="0" y="120000"/>
                  <a:pt x="0" y="120000"/>
                </a:cubicBezTo>
                <a:cubicBezTo>
                  <a:pt x="0" y="120000"/>
                  <a:pt x="0" y="120000"/>
                  <a:pt x="0" y="120000"/>
                </a:cubicBezTo>
                <a:moveTo>
                  <a:pt x="120000" y="0"/>
                </a:moveTo>
                <a:cubicBezTo>
                  <a:pt x="88571" y="51764"/>
                  <a:pt x="88571" y="51764"/>
                  <a:pt x="88571" y="51764"/>
                </a:cubicBezTo>
                <a:cubicBezTo>
                  <a:pt x="71428" y="77647"/>
                  <a:pt x="71428" y="77647"/>
                  <a:pt x="71428" y="77647"/>
                </a:cubicBezTo>
                <a:cubicBezTo>
                  <a:pt x="67142" y="84705"/>
                  <a:pt x="62857" y="89411"/>
                  <a:pt x="57142" y="94117"/>
                </a:cubicBezTo>
                <a:cubicBezTo>
                  <a:pt x="62857" y="89411"/>
                  <a:pt x="67142" y="84705"/>
                  <a:pt x="71428" y="77647"/>
                </a:cubicBezTo>
                <a:cubicBezTo>
                  <a:pt x="88571" y="51764"/>
                  <a:pt x="88571" y="51764"/>
                  <a:pt x="88571" y="51764"/>
                </a:cubicBezTo>
                <a:cubicBezTo>
                  <a:pt x="120000" y="0"/>
                  <a:pt x="120000" y="0"/>
                  <a:pt x="120000" y="0"/>
                </a:cubicBezTo>
              </a:path>
            </a:pathLst>
          </a:custGeom>
          <a:solidFill>
            <a:srgbClr val="B14434"/>
          </a:solidFill>
          <a:ln w="9525">
            <a:noFill/>
            <a:round/>
            <a:headEnd/>
            <a:tailEnd/>
          </a:ln>
        </p:spPr>
        <p:txBody>
          <a:bodyPr lIns="91425" tIns="45700" rIns="91425" bIns="45700"/>
          <a:lstStyle/>
          <a:p>
            <a:pPr>
              <a:defRPr/>
            </a:pPr>
            <a:endParaRPr lang="en-US"/>
          </a:p>
        </p:txBody>
      </p:sp>
      <p:sp>
        <p:nvSpPr>
          <p:cNvPr id="28" name="Google Shape;484;p14">
            <a:extLst>
              <a:ext uri="{FF2B5EF4-FFF2-40B4-BE49-F238E27FC236}">
                <a16:creationId xmlns:a16="http://schemas.microsoft.com/office/drawing/2014/main" id="{54AEACC4-D383-573F-62F1-AC9750FD53B3}"/>
              </a:ext>
            </a:extLst>
          </p:cNvPr>
          <p:cNvSpPr>
            <a:spLocks/>
          </p:cNvSpPr>
          <p:nvPr/>
        </p:nvSpPr>
        <p:spPr bwMode="auto">
          <a:xfrm>
            <a:off x="8980488" y="4194175"/>
            <a:ext cx="85725" cy="392113"/>
          </a:xfrm>
          <a:custGeom>
            <a:avLst/>
            <a:gdLst>
              <a:gd name="T0" fmla="*/ 0 w 120000"/>
              <a:gd name="T1" fmla="*/ 0 h 120000"/>
              <a:gd name="T2" fmla="*/ 120000 w 120000"/>
              <a:gd name="T3" fmla="*/ 120000 h 120000"/>
            </a:gdLst>
            <a:ahLst/>
            <a:cxnLst>
              <a:cxn ang="0">
                <a:pos x="120000" y="120000"/>
              </a:cxn>
              <a:cxn ang="0">
                <a:pos x="38400" y="96206"/>
              </a:cxn>
              <a:cxn ang="0">
                <a:pos x="38400" y="96206"/>
              </a:cxn>
              <a:cxn ang="0">
                <a:pos x="120000" y="0"/>
              </a:cxn>
              <a:cxn ang="0">
                <a:pos x="0" y="60000"/>
              </a:cxn>
              <a:cxn ang="0">
                <a:pos x="0" y="60000"/>
              </a:cxn>
              <a:cxn ang="0">
                <a:pos x="0" y="58965"/>
              </a:cxn>
              <a:cxn ang="0">
                <a:pos x="0" y="58965"/>
              </a:cxn>
              <a:cxn ang="0">
                <a:pos x="0" y="58965"/>
              </a:cxn>
              <a:cxn ang="0">
                <a:pos x="0" y="58965"/>
              </a:cxn>
              <a:cxn ang="0">
                <a:pos x="0" y="57931"/>
              </a:cxn>
              <a:cxn ang="0">
                <a:pos x="0" y="57931"/>
              </a:cxn>
              <a:cxn ang="0">
                <a:pos x="0" y="57931"/>
              </a:cxn>
              <a:cxn ang="0">
                <a:pos x="0" y="57931"/>
              </a:cxn>
              <a:cxn ang="0">
                <a:pos x="0" y="56896"/>
              </a:cxn>
              <a:cxn ang="0">
                <a:pos x="0" y="56896"/>
              </a:cxn>
              <a:cxn ang="0">
                <a:pos x="0" y="56896"/>
              </a:cxn>
              <a:cxn ang="0">
                <a:pos x="0" y="56896"/>
              </a:cxn>
              <a:cxn ang="0">
                <a:pos x="0" y="55862"/>
              </a:cxn>
              <a:cxn ang="0">
                <a:pos x="0" y="55862"/>
              </a:cxn>
              <a:cxn ang="0">
                <a:pos x="0" y="55862"/>
              </a:cxn>
              <a:cxn ang="0">
                <a:pos x="0" y="55862"/>
              </a:cxn>
              <a:cxn ang="0">
                <a:pos x="0" y="54827"/>
              </a:cxn>
              <a:cxn ang="0">
                <a:pos x="0" y="54827"/>
              </a:cxn>
              <a:cxn ang="0">
                <a:pos x="14400" y="35172"/>
              </a:cxn>
              <a:cxn ang="0">
                <a:pos x="14400" y="35172"/>
              </a:cxn>
              <a:cxn ang="0">
                <a:pos x="14400" y="35172"/>
              </a:cxn>
              <a:cxn ang="0">
                <a:pos x="14400" y="35172"/>
              </a:cxn>
              <a:cxn ang="0">
                <a:pos x="19200" y="34137"/>
              </a:cxn>
              <a:cxn ang="0">
                <a:pos x="19200" y="34137"/>
              </a:cxn>
              <a:cxn ang="0">
                <a:pos x="19200" y="34137"/>
              </a:cxn>
              <a:cxn ang="0">
                <a:pos x="19200" y="34137"/>
              </a:cxn>
              <a:cxn ang="0">
                <a:pos x="19200" y="34137"/>
              </a:cxn>
              <a:cxn ang="0">
                <a:pos x="120000" y="0"/>
              </a:cxn>
            </a:cxnLst>
            <a:rect l="T0" t="T1" r="T2" b="T3"/>
            <a:pathLst>
              <a:path w="120000" h="120000" extrusionOk="0">
                <a:moveTo>
                  <a:pt x="38400" y="96206"/>
                </a:moveTo>
                <a:cubicBezTo>
                  <a:pt x="57600" y="105517"/>
                  <a:pt x="86400" y="113793"/>
                  <a:pt x="120000" y="120000"/>
                </a:cubicBezTo>
                <a:cubicBezTo>
                  <a:pt x="120000" y="120000"/>
                  <a:pt x="120000" y="120000"/>
                  <a:pt x="120000" y="120000"/>
                </a:cubicBezTo>
                <a:cubicBezTo>
                  <a:pt x="86400" y="112758"/>
                  <a:pt x="57600" y="105517"/>
                  <a:pt x="38400" y="96206"/>
                </a:cubicBezTo>
                <a:moveTo>
                  <a:pt x="38400" y="96206"/>
                </a:moveTo>
                <a:cubicBezTo>
                  <a:pt x="38400" y="96206"/>
                  <a:pt x="38400" y="96206"/>
                  <a:pt x="38400" y="96206"/>
                </a:cubicBezTo>
                <a:cubicBezTo>
                  <a:pt x="38400" y="96206"/>
                  <a:pt x="38400" y="96206"/>
                  <a:pt x="38400" y="96206"/>
                </a:cubicBezTo>
                <a:moveTo>
                  <a:pt x="120000" y="0"/>
                </a:moveTo>
                <a:cubicBezTo>
                  <a:pt x="43200" y="14482"/>
                  <a:pt x="0" y="36206"/>
                  <a:pt x="0" y="60000"/>
                </a:cubicBezTo>
                <a:cubicBezTo>
                  <a:pt x="0" y="60000"/>
                  <a:pt x="0" y="60000"/>
                  <a:pt x="0" y="60000"/>
                </a:cubicBezTo>
                <a:cubicBezTo>
                  <a:pt x="0" y="60000"/>
                  <a:pt x="0" y="60000"/>
                  <a:pt x="0" y="60000"/>
                </a:cubicBezTo>
                <a:cubicBezTo>
                  <a:pt x="0" y="60000"/>
                  <a:pt x="0" y="60000"/>
                  <a:pt x="0" y="60000"/>
                </a:cubicBezTo>
                <a:cubicBezTo>
                  <a:pt x="0" y="60000"/>
                  <a:pt x="0" y="60000"/>
                  <a:pt x="0" y="60000"/>
                </a:cubicBezTo>
                <a:cubicBezTo>
                  <a:pt x="0" y="60000"/>
                  <a:pt x="0" y="60000"/>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4827"/>
                  <a:pt x="0" y="54827"/>
                  <a:pt x="0" y="54827"/>
                </a:cubicBezTo>
                <a:cubicBezTo>
                  <a:pt x="0" y="54827"/>
                  <a:pt x="0" y="54827"/>
                  <a:pt x="0" y="54827"/>
                </a:cubicBezTo>
                <a:cubicBezTo>
                  <a:pt x="0" y="54827"/>
                  <a:pt x="0" y="54827"/>
                  <a:pt x="0" y="54827"/>
                </a:cubicBezTo>
                <a:cubicBezTo>
                  <a:pt x="0" y="54827"/>
                  <a:pt x="0" y="54827"/>
                  <a:pt x="0" y="54827"/>
                </a:cubicBezTo>
                <a:cubicBezTo>
                  <a:pt x="0" y="48620"/>
                  <a:pt x="4800" y="41379"/>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9200" y="35172"/>
                  <a:pt x="19200" y="35172"/>
                  <a:pt x="19200" y="35172"/>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38400" y="20689"/>
                  <a:pt x="72000" y="9310"/>
                  <a:pt x="120000" y="0"/>
                </a:cubicBezTo>
                <a:cubicBezTo>
                  <a:pt x="120000" y="0"/>
                  <a:pt x="120000" y="0"/>
                  <a:pt x="120000" y="0"/>
                </a:cubicBezTo>
              </a:path>
            </a:pathLst>
          </a:custGeom>
          <a:solidFill>
            <a:srgbClr val="D3D1D0"/>
          </a:solidFill>
          <a:ln w="9525">
            <a:noFill/>
            <a:round/>
            <a:headEnd/>
            <a:tailEnd/>
          </a:ln>
        </p:spPr>
        <p:txBody>
          <a:bodyPr lIns="91425" tIns="45700" rIns="91425" bIns="45700"/>
          <a:lstStyle/>
          <a:p>
            <a:pPr>
              <a:defRPr/>
            </a:pPr>
            <a:endParaRPr lang="en-US"/>
          </a:p>
        </p:txBody>
      </p:sp>
      <p:sp>
        <p:nvSpPr>
          <p:cNvPr id="29" name="Google Shape;485;p14">
            <a:extLst>
              <a:ext uri="{FF2B5EF4-FFF2-40B4-BE49-F238E27FC236}">
                <a16:creationId xmlns:a16="http://schemas.microsoft.com/office/drawing/2014/main" id="{2876170E-7BD1-8420-8F92-7A968FB4696C}"/>
              </a:ext>
            </a:extLst>
          </p:cNvPr>
          <p:cNvSpPr>
            <a:spLocks/>
          </p:cNvSpPr>
          <p:nvPr/>
        </p:nvSpPr>
        <p:spPr bwMode="auto">
          <a:xfrm>
            <a:off x="8980488" y="4194175"/>
            <a:ext cx="85725" cy="392113"/>
          </a:xfrm>
          <a:custGeom>
            <a:avLst/>
            <a:gdLst>
              <a:gd name="T0" fmla="*/ 0 w 120000"/>
              <a:gd name="T1" fmla="*/ 0 h 120000"/>
              <a:gd name="T2" fmla="*/ 120000 w 120000"/>
              <a:gd name="T3" fmla="*/ 120000 h 120000"/>
            </a:gdLst>
            <a:ahLst/>
            <a:cxnLst>
              <a:cxn ang="0">
                <a:pos x="38400" y="96206"/>
              </a:cxn>
              <a:cxn ang="0">
                <a:pos x="38400" y="96206"/>
              </a:cxn>
              <a:cxn ang="0">
                <a:pos x="120000" y="120000"/>
              </a:cxn>
              <a:cxn ang="0">
                <a:pos x="24000" y="88965"/>
              </a:cxn>
              <a:cxn ang="0">
                <a:pos x="0" y="60000"/>
              </a:cxn>
              <a:cxn ang="0">
                <a:pos x="0" y="60000"/>
              </a:cxn>
              <a:cxn ang="0">
                <a:pos x="0" y="60000"/>
              </a:cxn>
              <a:cxn ang="0">
                <a:pos x="0" y="58965"/>
              </a:cxn>
              <a:cxn ang="0">
                <a:pos x="0" y="58965"/>
              </a:cxn>
              <a:cxn ang="0">
                <a:pos x="0" y="58965"/>
              </a:cxn>
              <a:cxn ang="0">
                <a:pos x="0" y="58965"/>
              </a:cxn>
              <a:cxn ang="0">
                <a:pos x="0" y="58965"/>
              </a:cxn>
              <a:cxn ang="0">
                <a:pos x="0" y="58965"/>
              </a:cxn>
              <a:cxn ang="0">
                <a:pos x="0" y="57931"/>
              </a:cxn>
              <a:cxn ang="0">
                <a:pos x="0" y="57931"/>
              </a:cxn>
              <a:cxn ang="0">
                <a:pos x="0" y="57931"/>
              </a:cxn>
              <a:cxn ang="0">
                <a:pos x="0" y="57931"/>
              </a:cxn>
              <a:cxn ang="0">
                <a:pos x="0" y="57931"/>
              </a:cxn>
              <a:cxn ang="0">
                <a:pos x="0" y="57931"/>
              </a:cxn>
              <a:cxn ang="0">
                <a:pos x="0" y="56896"/>
              </a:cxn>
              <a:cxn ang="0">
                <a:pos x="0" y="56896"/>
              </a:cxn>
              <a:cxn ang="0">
                <a:pos x="0" y="56896"/>
              </a:cxn>
              <a:cxn ang="0">
                <a:pos x="0" y="56896"/>
              </a:cxn>
              <a:cxn ang="0">
                <a:pos x="0" y="56896"/>
              </a:cxn>
              <a:cxn ang="0">
                <a:pos x="0" y="56896"/>
              </a:cxn>
              <a:cxn ang="0">
                <a:pos x="0" y="55862"/>
              </a:cxn>
              <a:cxn ang="0">
                <a:pos x="0" y="55862"/>
              </a:cxn>
              <a:cxn ang="0">
                <a:pos x="0" y="55862"/>
              </a:cxn>
              <a:cxn ang="0">
                <a:pos x="0" y="55862"/>
              </a:cxn>
              <a:cxn ang="0">
                <a:pos x="0" y="55862"/>
              </a:cxn>
              <a:cxn ang="0">
                <a:pos x="0" y="55862"/>
              </a:cxn>
              <a:cxn ang="0">
                <a:pos x="0" y="54827"/>
              </a:cxn>
              <a:cxn ang="0">
                <a:pos x="0" y="54827"/>
              </a:cxn>
              <a:cxn ang="0">
                <a:pos x="0" y="54827"/>
              </a:cxn>
              <a:cxn ang="0">
                <a:pos x="14400" y="35172"/>
              </a:cxn>
              <a:cxn ang="0">
                <a:pos x="14400" y="35172"/>
              </a:cxn>
              <a:cxn ang="0">
                <a:pos x="14400" y="35172"/>
              </a:cxn>
              <a:cxn ang="0">
                <a:pos x="14400" y="35172"/>
              </a:cxn>
              <a:cxn ang="0">
                <a:pos x="14400" y="35172"/>
              </a:cxn>
              <a:cxn ang="0">
                <a:pos x="14400" y="35172"/>
              </a:cxn>
              <a:cxn ang="0">
                <a:pos x="19200" y="34137"/>
              </a:cxn>
              <a:cxn ang="0">
                <a:pos x="19200" y="34137"/>
              </a:cxn>
              <a:cxn ang="0">
                <a:pos x="19200" y="34137"/>
              </a:cxn>
              <a:cxn ang="0">
                <a:pos x="19200" y="34137"/>
              </a:cxn>
              <a:cxn ang="0">
                <a:pos x="19200" y="34137"/>
              </a:cxn>
              <a:cxn ang="0">
                <a:pos x="19200" y="34137"/>
              </a:cxn>
              <a:cxn ang="0">
                <a:pos x="120000" y="0"/>
              </a:cxn>
              <a:cxn ang="0">
                <a:pos x="115200" y="0"/>
              </a:cxn>
              <a:cxn ang="0">
                <a:pos x="120000" y="0"/>
              </a:cxn>
            </a:cxnLst>
            <a:rect l="T0" t="T1" r="T2" b="T3"/>
            <a:pathLst>
              <a:path w="120000" h="120000" extrusionOk="0">
                <a:moveTo>
                  <a:pt x="24000" y="88965"/>
                </a:moveTo>
                <a:cubicBezTo>
                  <a:pt x="28800" y="92068"/>
                  <a:pt x="33600" y="94137"/>
                  <a:pt x="38400" y="96206"/>
                </a:cubicBezTo>
                <a:cubicBezTo>
                  <a:pt x="38400" y="96206"/>
                  <a:pt x="38400" y="96206"/>
                  <a:pt x="38400" y="96206"/>
                </a:cubicBezTo>
                <a:cubicBezTo>
                  <a:pt x="38400" y="96206"/>
                  <a:pt x="38400" y="96206"/>
                  <a:pt x="38400" y="96206"/>
                </a:cubicBezTo>
                <a:cubicBezTo>
                  <a:pt x="57600" y="105517"/>
                  <a:pt x="86400" y="112758"/>
                  <a:pt x="120000" y="120000"/>
                </a:cubicBezTo>
                <a:cubicBezTo>
                  <a:pt x="120000" y="120000"/>
                  <a:pt x="120000" y="120000"/>
                  <a:pt x="120000" y="120000"/>
                </a:cubicBezTo>
                <a:cubicBezTo>
                  <a:pt x="115200" y="120000"/>
                  <a:pt x="115200" y="120000"/>
                  <a:pt x="115200" y="120000"/>
                </a:cubicBezTo>
                <a:cubicBezTo>
                  <a:pt x="76800" y="111724"/>
                  <a:pt x="43200" y="101379"/>
                  <a:pt x="24000" y="88965"/>
                </a:cubicBezTo>
                <a:moveTo>
                  <a:pt x="0" y="60000"/>
                </a:moveTo>
                <a:cubicBezTo>
                  <a:pt x="0" y="60000"/>
                  <a:pt x="0" y="60000"/>
                  <a:pt x="0" y="60000"/>
                </a:cubicBezTo>
                <a:cubicBezTo>
                  <a:pt x="0" y="60000"/>
                  <a:pt x="0" y="60000"/>
                  <a:pt x="0" y="60000"/>
                </a:cubicBezTo>
                <a:cubicBezTo>
                  <a:pt x="0" y="60000"/>
                  <a:pt x="0" y="60000"/>
                  <a:pt x="0" y="60000"/>
                </a:cubicBezTo>
                <a:moveTo>
                  <a:pt x="0" y="60000"/>
                </a:moveTo>
                <a:cubicBezTo>
                  <a:pt x="0" y="60000"/>
                  <a:pt x="0" y="60000"/>
                  <a:pt x="0" y="60000"/>
                </a:cubicBezTo>
                <a:cubicBezTo>
                  <a:pt x="0" y="60000"/>
                  <a:pt x="0" y="60000"/>
                  <a:pt x="0" y="60000"/>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4827"/>
                </a:moveTo>
                <a:cubicBezTo>
                  <a:pt x="0" y="54827"/>
                  <a:pt x="0" y="54827"/>
                  <a:pt x="0" y="54827"/>
                </a:cubicBezTo>
                <a:cubicBezTo>
                  <a:pt x="0" y="54827"/>
                  <a:pt x="0" y="54827"/>
                  <a:pt x="0" y="54827"/>
                </a:cubicBezTo>
                <a:moveTo>
                  <a:pt x="0" y="54827"/>
                </a:moveTo>
                <a:cubicBezTo>
                  <a:pt x="0" y="54827"/>
                  <a:pt x="0" y="54827"/>
                  <a:pt x="0" y="54827"/>
                </a:cubicBezTo>
                <a:cubicBezTo>
                  <a:pt x="0" y="54827"/>
                  <a:pt x="0" y="54827"/>
                  <a:pt x="0" y="54827"/>
                </a:cubicBezTo>
                <a:moveTo>
                  <a:pt x="14400" y="35172"/>
                </a:moveTo>
                <a:cubicBezTo>
                  <a:pt x="14400" y="35172"/>
                  <a:pt x="14400" y="35172"/>
                  <a:pt x="14400" y="35172"/>
                </a:cubicBezTo>
                <a:cubicBezTo>
                  <a:pt x="14400" y="35172"/>
                  <a:pt x="14400" y="35172"/>
                  <a:pt x="14400" y="35172"/>
                </a:cubicBezTo>
                <a:moveTo>
                  <a:pt x="14400" y="35172"/>
                </a:moveTo>
                <a:cubicBezTo>
                  <a:pt x="14400" y="35172"/>
                  <a:pt x="14400" y="35172"/>
                  <a:pt x="14400" y="35172"/>
                </a:cubicBezTo>
                <a:cubicBezTo>
                  <a:pt x="14400" y="35172"/>
                  <a:pt x="14400" y="35172"/>
                  <a:pt x="14400" y="35172"/>
                </a:cubicBezTo>
                <a:moveTo>
                  <a:pt x="14400" y="35172"/>
                </a:moveTo>
                <a:cubicBezTo>
                  <a:pt x="14400" y="35172"/>
                  <a:pt x="14400" y="35172"/>
                  <a:pt x="14400" y="35172"/>
                </a:cubicBezTo>
                <a:cubicBezTo>
                  <a:pt x="14400" y="35172"/>
                  <a:pt x="14400" y="35172"/>
                  <a:pt x="14400" y="35172"/>
                </a:cubicBezTo>
                <a:moveTo>
                  <a:pt x="19200" y="35172"/>
                </a:moveTo>
                <a:cubicBezTo>
                  <a:pt x="19200" y="35172"/>
                  <a:pt x="19200" y="35172"/>
                  <a:pt x="14400" y="35172"/>
                </a:cubicBezTo>
                <a:cubicBezTo>
                  <a:pt x="19200" y="35172"/>
                  <a:pt x="19200" y="35172"/>
                  <a:pt x="19200" y="35172"/>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20000" y="0"/>
                </a:moveTo>
                <a:cubicBezTo>
                  <a:pt x="72000" y="9310"/>
                  <a:pt x="38400" y="20689"/>
                  <a:pt x="19200" y="34137"/>
                </a:cubicBezTo>
                <a:cubicBezTo>
                  <a:pt x="38400" y="20689"/>
                  <a:pt x="72000" y="9310"/>
                  <a:pt x="115200" y="0"/>
                </a:cubicBezTo>
                <a:cubicBezTo>
                  <a:pt x="120000" y="0"/>
                  <a:pt x="120000" y="0"/>
                  <a:pt x="120000" y="0"/>
                </a:cubicBezTo>
                <a:cubicBezTo>
                  <a:pt x="120000" y="0"/>
                  <a:pt x="120000" y="0"/>
                  <a:pt x="120000" y="0"/>
                </a:cubicBezTo>
              </a:path>
            </a:pathLst>
          </a:custGeom>
          <a:solidFill>
            <a:srgbClr val="8EAA46"/>
          </a:solidFill>
          <a:ln w="9525">
            <a:noFill/>
            <a:round/>
            <a:headEnd/>
            <a:tailEnd/>
          </a:ln>
        </p:spPr>
        <p:txBody>
          <a:bodyPr lIns="91425" tIns="45700" rIns="91425" bIns="45700"/>
          <a:lstStyle/>
          <a:p>
            <a:pPr>
              <a:defRPr/>
            </a:pPr>
            <a:endParaRPr lang="en-US"/>
          </a:p>
        </p:txBody>
      </p:sp>
      <p:sp>
        <p:nvSpPr>
          <p:cNvPr id="30" name="Google Shape;486;p14">
            <a:extLst>
              <a:ext uri="{FF2B5EF4-FFF2-40B4-BE49-F238E27FC236}">
                <a16:creationId xmlns:a16="http://schemas.microsoft.com/office/drawing/2014/main" id="{955B8016-CEC3-C575-3B60-516746613E18}"/>
              </a:ext>
            </a:extLst>
          </p:cNvPr>
          <p:cNvSpPr>
            <a:spLocks/>
          </p:cNvSpPr>
          <p:nvPr/>
        </p:nvSpPr>
        <p:spPr bwMode="auto">
          <a:xfrm>
            <a:off x="9625013" y="4124325"/>
            <a:ext cx="269875" cy="266700"/>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Lst>
            <a:rect l="T0" t="T1" r="T2" b="T3"/>
            <a:pathLst>
              <a:path w="120000" h="120000" extrusionOk="0">
                <a:moveTo>
                  <a:pt x="120000" y="0"/>
                </a:moveTo>
                <a:lnTo>
                  <a:pt x="120000" y="0"/>
                </a:lnTo>
                <a:lnTo>
                  <a:pt x="0" y="120000"/>
                </a:lnTo>
                <a:lnTo>
                  <a:pt x="120000" y="0"/>
                </a:lnTo>
                <a:close/>
              </a:path>
            </a:pathLst>
          </a:custGeom>
          <a:solidFill>
            <a:srgbClr val="9BBB4C"/>
          </a:solidFill>
          <a:ln w="9525">
            <a:noFill/>
            <a:round/>
            <a:headEnd/>
            <a:tailEnd/>
          </a:ln>
        </p:spPr>
        <p:txBody>
          <a:bodyPr lIns="91425" tIns="45700" rIns="91425" bIns="45700"/>
          <a:lstStyle/>
          <a:p>
            <a:pPr>
              <a:defRPr/>
            </a:pPr>
            <a:endParaRPr lang="en-US"/>
          </a:p>
        </p:txBody>
      </p:sp>
      <p:sp>
        <p:nvSpPr>
          <p:cNvPr id="31" name="Google Shape;487;p14">
            <a:extLst>
              <a:ext uri="{FF2B5EF4-FFF2-40B4-BE49-F238E27FC236}">
                <a16:creationId xmlns:a16="http://schemas.microsoft.com/office/drawing/2014/main" id="{88E5040D-3794-B1A7-ACCE-3CEE5D35F81D}"/>
              </a:ext>
            </a:extLst>
          </p:cNvPr>
          <p:cNvSpPr>
            <a:spLocks/>
          </p:cNvSpPr>
          <p:nvPr/>
        </p:nvSpPr>
        <p:spPr bwMode="auto">
          <a:xfrm>
            <a:off x="9625013" y="4124325"/>
            <a:ext cx="269875" cy="266700"/>
          </a:xfrm>
          <a:custGeom>
            <a:avLst/>
            <a:gdLst>
              <a:gd name="T0" fmla="*/ 0 w 120000"/>
              <a:gd name="T1" fmla="*/ 0 h 120000"/>
              <a:gd name="T2" fmla="*/ 120000 w 120000"/>
              <a:gd name="T3" fmla="*/ 120000 h 120000"/>
            </a:gdLst>
            <a:ahLst/>
            <a:cxnLst>
              <a:cxn ang="0">
                <a:pos x="120000" y="0"/>
              </a:cxn>
              <a:cxn ang="0">
                <a:pos x="120000" y="0"/>
              </a:cxn>
              <a:cxn ang="0">
                <a:pos x="0" y="120000"/>
              </a:cxn>
              <a:cxn ang="0">
                <a:pos x="0" y="120000"/>
              </a:cxn>
              <a:cxn ang="0">
                <a:pos x="120000" y="0"/>
              </a:cxn>
            </a:cxnLst>
            <a:rect l="T0" t="T1" r="T2" b="T3"/>
            <a:pathLst>
              <a:path w="120000" h="120000" extrusionOk="0">
                <a:moveTo>
                  <a:pt x="120000" y="0"/>
                </a:moveTo>
                <a:lnTo>
                  <a:pt x="120000" y="0"/>
                </a:lnTo>
                <a:lnTo>
                  <a:pt x="0" y="120000"/>
                </a:lnTo>
                <a:lnTo>
                  <a:pt x="120000" y="0"/>
                </a:lnTo>
              </a:path>
            </a:pathLst>
          </a:custGeom>
          <a:noFill/>
          <a:ln w="9525">
            <a:noFill/>
            <a:round/>
            <a:headEnd/>
            <a:tailEnd/>
          </a:ln>
        </p:spPr>
        <p:txBody>
          <a:bodyPr lIns="91425" tIns="45700" rIns="91425" bIns="45700"/>
          <a:lstStyle/>
          <a:p>
            <a:pPr>
              <a:defRPr/>
            </a:pPr>
            <a:endParaRPr lang="en-US"/>
          </a:p>
        </p:txBody>
      </p:sp>
      <p:sp>
        <p:nvSpPr>
          <p:cNvPr id="32" name="Google Shape;488;p14">
            <a:extLst>
              <a:ext uri="{FF2B5EF4-FFF2-40B4-BE49-F238E27FC236}">
                <a16:creationId xmlns:a16="http://schemas.microsoft.com/office/drawing/2014/main" id="{9B6AD920-5B28-E3E4-AB3F-CA3FAEA16F1C}"/>
              </a:ext>
            </a:extLst>
          </p:cNvPr>
          <p:cNvSpPr>
            <a:spLocks/>
          </p:cNvSpPr>
          <p:nvPr/>
        </p:nvSpPr>
        <p:spPr bwMode="auto">
          <a:xfrm>
            <a:off x="9412288" y="4178300"/>
            <a:ext cx="212725" cy="212725"/>
          </a:xfrm>
          <a:custGeom>
            <a:avLst/>
            <a:gdLst>
              <a:gd name="T0" fmla="*/ 0 w 120000"/>
              <a:gd name="T1" fmla="*/ 0 h 120000"/>
              <a:gd name="T2" fmla="*/ 120000 w 120000"/>
              <a:gd name="T3" fmla="*/ 120000 h 120000"/>
            </a:gdLst>
            <a:ahLst/>
            <a:cxnLst>
              <a:cxn ang="0">
                <a:pos x="0" y="0"/>
              </a:cxn>
              <a:cxn ang="0">
                <a:pos x="1904" y="1904"/>
              </a:cxn>
              <a:cxn ang="0">
                <a:pos x="24761" y="24761"/>
              </a:cxn>
              <a:cxn ang="0">
                <a:pos x="120000" y="120000"/>
              </a:cxn>
              <a:cxn ang="0">
                <a:pos x="120000" y="120000"/>
              </a:cxn>
              <a:cxn ang="0">
                <a:pos x="24761" y="24761"/>
              </a:cxn>
              <a:cxn ang="0">
                <a:pos x="1904" y="3809"/>
              </a:cxn>
              <a:cxn ang="0">
                <a:pos x="0" y="0"/>
              </a:cxn>
            </a:cxnLst>
            <a:rect l="T0" t="T1" r="T2" b="T3"/>
            <a:pathLst>
              <a:path w="120000" h="120000" extrusionOk="0">
                <a:moveTo>
                  <a:pt x="0" y="0"/>
                </a:moveTo>
                <a:cubicBezTo>
                  <a:pt x="0" y="1904"/>
                  <a:pt x="1904" y="1904"/>
                  <a:pt x="1904" y="1904"/>
                </a:cubicBezTo>
                <a:cubicBezTo>
                  <a:pt x="24761" y="24761"/>
                  <a:pt x="24761" y="24761"/>
                  <a:pt x="24761" y="24761"/>
                </a:cubicBezTo>
                <a:cubicBezTo>
                  <a:pt x="120000" y="120000"/>
                  <a:pt x="120000" y="120000"/>
                  <a:pt x="120000" y="120000"/>
                </a:cubicBezTo>
                <a:cubicBezTo>
                  <a:pt x="120000" y="120000"/>
                  <a:pt x="120000" y="120000"/>
                  <a:pt x="120000" y="120000"/>
                </a:cubicBezTo>
                <a:cubicBezTo>
                  <a:pt x="24761" y="24761"/>
                  <a:pt x="24761" y="24761"/>
                  <a:pt x="24761" y="24761"/>
                </a:cubicBezTo>
                <a:cubicBezTo>
                  <a:pt x="1904" y="3809"/>
                  <a:pt x="1904" y="3809"/>
                  <a:pt x="1904" y="3809"/>
                </a:cubicBezTo>
                <a:cubicBezTo>
                  <a:pt x="1904" y="1904"/>
                  <a:pt x="0" y="1904"/>
                  <a:pt x="0" y="0"/>
                </a:cubicBezTo>
              </a:path>
            </a:pathLst>
          </a:custGeom>
          <a:solidFill>
            <a:srgbClr val="839B41"/>
          </a:solidFill>
          <a:ln w="9525">
            <a:noFill/>
            <a:round/>
            <a:headEnd/>
            <a:tailEnd/>
          </a:ln>
        </p:spPr>
        <p:txBody>
          <a:bodyPr lIns="91425" tIns="45700" rIns="91425" bIns="45700"/>
          <a:lstStyle/>
          <a:p>
            <a:pPr>
              <a:defRPr/>
            </a:pPr>
            <a:endParaRPr lang="en-US"/>
          </a:p>
        </p:txBody>
      </p:sp>
      <p:sp>
        <p:nvSpPr>
          <p:cNvPr id="33" name="Google Shape;489;p14">
            <a:extLst>
              <a:ext uri="{FF2B5EF4-FFF2-40B4-BE49-F238E27FC236}">
                <a16:creationId xmlns:a16="http://schemas.microsoft.com/office/drawing/2014/main" id="{B1CA1132-2803-D296-E559-4170AF46B8BB}"/>
              </a:ext>
            </a:extLst>
          </p:cNvPr>
          <p:cNvSpPr>
            <a:spLocks/>
          </p:cNvSpPr>
          <p:nvPr/>
        </p:nvSpPr>
        <p:spPr bwMode="auto">
          <a:xfrm>
            <a:off x="9625013" y="4391025"/>
            <a:ext cx="269875" cy="268288"/>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close/>
              </a:path>
            </a:pathLst>
          </a:custGeom>
          <a:solidFill>
            <a:srgbClr val="9BBB4C"/>
          </a:solidFill>
          <a:ln w="9525">
            <a:noFill/>
            <a:round/>
            <a:headEnd/>
            <a:tailEnd/>
          </a:ln>
        </p:spPr>
        <p:txBody>
          <a:bodyPr lIns="91425" tIns="45700" rIns="91425" bIns="45700"/>
          <a:lstStyle/>
          <a:p>
            <a:pPr>
              <a:defRPr/>
            </a:pPr>
            <a:endParaRPr lang="en-US"/>
          </a:p>
        </p:txBody>
      </p:sp>
      <p:sp>
        <p:nvSpPr>
          <p:cNvPr id="34" name="Google Shape;490;p14">
            <a:extLst>
              <a:ext uri="{FF2B5EF4-FFF2-40B4-BE49-F238E27FC236}">
                <a16:creationId xmlns:a16="http://schemas.microsoft.com/office/drawing/2014/main" id="{709E2BB5-FFA0-75FC-F466-D38735DA1B8A}"/>
              </a:ext>
            </a:extLst>
          </p:cNvPr>
          <p:cNvSpPr>
            <a:spLocks/>
          </p:cNvSpPr>
          <p:nvPr/>
        </p:nvSpPr>
        <p:spPr bwMode="auto">
          <a:xfrm>
            <a:off x="9625013" y="4391025"/>
            <a:ext cx="269875" cy="268288"/>
          </a:xfrm>
          <a:custGeom>
            <a:avLst/>
            <a:gdLst>
              <a:gd name="T0" fmla="*/ 0 w 120000"/>
              <a:gd name="T1" fmla="*/ 0 h 120000"/>
              <a:gd name="T2" fmla="*/ 120000 w 120000"/>
              <a:gd name="T3" fmla="*/ 120000 h 120000"/>
            </a:gdLst>
            <a:ahLst/>
            <a:cxnLst>
              <a:cxn ang="0">
                <a:pos x="0" y="0"/>
              </a:cxn>
              <a:cxn ang="0">
                <a:pos x="0" y="0"/>
              </a:cxn>
              <a:cxn ang="0">
                <a:pos x="120000" y="120000"/>
              </a:cxn>
              <a:cxn ang="0">
                <a:pos x="120000" y="120000"/>
              </a:cxn>
              <a:cxn ang="0">
                <a:pos x="0" y="0"/>
              </a:cxn>
            </a:cxnLst>
            <a:rect l="T0" t="T1" r="T2" b="T3"/>
            <a:pathLst>
              <a:path w="120000" h="120000" extrusionOk="0">
                <a:moveTo>
                  <a:pt x="0" y="0"/>
                </a:moveTo>
                <a:lnTo>
                  <a:pt x="0" y="0"/>
                </a:lnTo>
                <a:lnTo>
                  <a:pt x="120000" y="120000"/>
                </a:lnTo>
                <a:lnTo>
                  <a:pt x="0" y="0"/>
                </a:lnTo>
              </a:path>
            </a:pathLst>
          </a:custGeom>
          <a:noFill/>
          <a:ln w="9525">
            <a:noFill/>
            <a:round/>
            <a:headEnd/>
            <a:tailEnd/>
          </a:ln>
        </p:spPr>
        <p:txBody>
          <a:bodyPr lIns="91425" tIns="45700" rIns="91425" bIns="45700"/>
          <a:lstStyle/>
          <a:p>
            <a:pPr>
              <a:defRPr/>
            </a:pPr>
            <a:endParaRPr lang="en-US"/>
          </a:p>
        </p:txBody>
      </p:sp>
      <p:sp>
        <p:nvSpPr>
          <p:cNvPr id="35" name="Google Shape;491;p14">
            <a:extLst>
              <a:ext uri="{FF2B5EF4-FFF2-40B4-BE49-F238E27FC236}">
                <a16:creationId xmlns:a16="http://schemas.microsoft.com/office/drawing/2014/main" id="{5F2B0297-5161-F505-6F8F-D397292A7BE3}"/>
              </a:ext>
            </a:extLst>
          </p:cNvPr>
          <p:cNvSpPr>
            <a:spLocks/>
          </p:cNvSpPr>
          <p:nvPr/>
        </p:nvSpPr>
        <p:spPr bwMode="auto">
          <a:xfrm>
            <a:off x="9247188" y="4484688"/>
            <a:ext cx="284162" cy="174625"/>
          </a:xfrm>
          <a:custGeom>
            <a:avLst/>
            <a:gdLst>
              <a:gd name="T0" fmla="*/ 0 w 120000"/>
              <a:gd name="T1" fmla="*/ 0 h 120000"/>
              <a:gd name="T2" fmla="*/ 120000 w 120000"/>
              <a:gd name="T3" fmla="*/ 120000 h 120000"/>
            </a:gdLst>
            <a:ahLst/>
            <a:cxnLst>
              <a:cxn ang="0">
                <a:pos x="0" y="120000"/>
              </a:cxn>
              <a:cxn ang="0">
                <a:pos x="0" y="120000"/>
              </a:cxn>
              <a:cxn ang="0">
                <a:pos x="0" y="120000"/>
              </a:cxn>
              <a:cxn ang="0">
                <a:pos x="120000" y="0"/>
              </a:cxn>
              <a:cxn ang="0">
                <a:pos x="88571" y="50769"/>
              </a:cxn>
              <a:cxn ang="0">
                <a:pos x="71428" y="78461"/>
              </a:cxn>
              <a:cxn ang="0">
                <a:pos x="57142" y="94615"/>
              </a:cxn>
              <a:cxn ang="0">
                <a:pos x="71428" y="78461"/>
              </a:cxn>
              <a:cxn ang="0">
                <a:pos x="88571" y="50769"/>
              </a:cxn>
              <a:cxn ang="0">
                <a:pos x="120000" y="0"/>
              </a:cxn>
            </a:cxnLst>
            <a:rect l="T0" t="T1" r="T2" b="T3"/>
            <a:pathLst>
              <a:path w="120000" h="120000" extrusionOk="0">
                <a:moveTo>
                  <a:pt x="0" y="120000"/>
                </a:moveTo>
                <a:cubicBezTo>
                  <a:pt x="0" y="120000"/>
                  <a:pt x="0" y="120000"/>
                  <a:pt x="0" y="120000"/>
                </a:cubicBezTo>
                <a:cubicBezTo>
                  <a:pt x="0" y="120000"/>
                  <a:pt x="0" y="120000"/>
                  <a:pt x="0" y="120000"/>
                </a:cubicBezTo>
                <a:moveTo>
                  <a:pt x="120000" y="0"/>
                </a:moveTo>
                <a:cubicBezTo>
                  <a:pt x="88571" y="50769"/>
                  <a:pt x="88571" y="50769"/>
                  <a:pt x="88571" y="50769"/>
                </a:cubicBezTo>
                <a:cubicBezTo>
                  <a:pt x="71428" y="78461"/>
                  <a:pt x="71428" y="78461"/>
                  <a:pt x="71428" y="78461"/>
                </a:cubicBezTo>
                <a:cubicBezTo>
                  <a:pt x="67142" y="83076"/>
                  <a:pt x="62857" y="90000"/>
                  <a:pt x="57142" y="94615"/>
                </a:cubicBezTo>
                <a:cubicBezTo>
                  <a:pt x="62857" y="90000"/>
                  <a:pt x="67142" y="83076"/>
                  <a:pt x="71428" y="78461"/>
                </a:cubicBezTo>
                <a:cubicBezTo>
                  <a:pt x="88571" y="50769"/>
                  <a:pt x="88571" y="50769"/>
                  <a:pt x="88571" y="50769"/>
                </a:cubicBezTo>
                <a:cubicBezTo>
                  <a:pt x="120000" y="0"/>
                  <a:pt x="120000" y="0"/>
                  <a:pt x="120000" y="0"/>
                </a:cubicBezTo>
              </a:path>
            </a:pathLst>
          </a:custGeom>
          <a:solidFill>
            <a:srgbClr val="839B41"/>
          </a:solidFill>
          <a:ln w="9525">
            <a:noFill/>
            <a:round/>
            <a:headEnd/>
            <a:tailEnd/>
          </a:ln>
        </p:spPr>
        <p:txBody>
          <a:bodyPr lIns="91425" tIns="45700" rIns="91425" bIns="45700"/>
          <a:lstStyle/>
          <a:p>
            <a:pPr>
              <a:defRPr/>
            </a:pPr>
            <a:endParaRPr lang="en-US"/>
          </a:p>
        </p:txBody>
      </p:sp>
      <p:sp>
        <p:nvSpPr>
          <p:cNvPr id="36" name="Google Shape;492;p14">
            <a:extLst>
              <a:ext uri="{FF2B5EF4-FFF2-40B4-BE49-F238E27FC236}">
                <a16:creationId xmlns:a16="http://schemas.microsoft.com/office/drawing/2014/main" id="{D734954C-485F-BFBC-42B4-3503F71F8565}"/>
              </a:ext>
            </a:extLst>
          </p:cNvPr>
          <p:cNvSpPr>
            <a:spLocks/>
          </p:cNvSpPr>
          <p:nvPr/>
        </p:nvSpPr>
        <p:spPr bwMode="auto">
          <a:xfrm>
            <a:off x="506413" y="1306513"/>
            <a:ext cx="279400" cy="279400"/>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37" name="Google Shape;493;p14">
            <a:extLst>
              <a:ext uri="{FF2B5EF4-FFF2-40B4-BE49-F238E27FC236}">
                <a16:creationId xmlns:a16="http://schemas.microsoft.com/office/drawing/2014/main" id="{3D581B4F-21C1-816D-CE12-8833379A6AA4}"/>
              </a:ext>
            </a:extLst>
          </p:cNvPr>
          <p:cNvSpPr>
            <a:spLocks/>
          </p:cNvSpPr>
          <p:nvPr/>
        </p:nvSpPr>
        <p:spPr bwMode="auto">
          <a:xfrm>
            <a:off x="506413" y="2533650"/>
            <a:ext cx="279400" cy="279400"/>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38" name="Google Shape;494;p14">
            <a:extLst>
              <a:ext uri="{FF2B5EF4-FFF2-40B4-BE49-F238E27FC236}">
                <a16:creationId xmlns:a16="http://schemas.microsoft.com/office/drawing/2014/main" id="{D1F7C2E5-4961-6873-FC12-60AEC124DB42}"/>
              </a:ext>
            </a:extLst>
          </p:cNvPr>
          <p:cNvSpPr>
            <a:spLocks/>
          </p:cNvSpPr>
          <p:nvPr/>
        </p:nvSpPr>
        <p:spPr bwMode="auto">
          <a:xfrm>
            <a:off x="506413" y="5114925"/>
            <a:ext cx="279400" cy="279400"/>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39" name="Google Shape;495;p14">
            <a:extLst>
              <a:ext uri="{FF2B5EF4-FFF2-40B4-BE49-F238E27FC236}">
                <a16:creationId xmlns:a16="http://schemas.microsoft.com/office/drawing/2014/main" id="{660EE6DF-B8B9-6572-FF12-BE41FA8E109C}"/>
              </a:ext>
            </a:extLst>
          </p:cNvPr>
          <p:cNvSpPr>
            <a:spLocks/>
          </p:cNvSpPr>
          <p:nvPr/>
        </p:nvSpPr>
        <p:spPr bwMode="auto">
          <a:xfrm>
            <a:off x="506413" y="3848100"/>
            <a:ext cx="279400" cy="279400"/>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2"/>
          </a:solidFill>
          <a:ln w="9525">
            <a:noFill/>
            <a:round/>
            <a:headEnd/>
            <a:tailEnd/>
          </a:ln>
        </p:spPr>
        <p:txBody>
          <a:bodyPr lIns="19025" tIns="19025" rIns="19025" bIns="19025" anchor="ctr"/>
          <a:lstStyle/>
          <a:p>
            <a:pPr>
              <a:defRPr/>
            </a:pPr>
            <a:endParaRPr lang="en-US"/>
          </a:p>
        </p:txBody>
      </p:sp>
      <p:grpSp>
        <p:nvGrpSpPr>
          <p:cNvPr id="40" name="Google Shape;496;p14">
            <a:extLst>
              <a:ext uri="{FF2B5EF4-FFF2-40B4-BE49-F238E27FC236}">
                <a16:creationId xmlns:a16="http://schemas.microsoft.com/office/drawing/2014/main" id="{BDBDA295-511E-5782-CF07-5450F6688DD0}"/>
              </a:ext>
            </a:extLst>
          </p:cNvPr>
          <p:cNvGrpSpPr>
            <a:grpSpLocks/>
          </p:cNvGrpSpPr>
          <p:nvPr/>
        </p:nvGrpSpPr>
        <p:grpSpPr bwMode="auto">
          <a:xfrm>
            <a:off x="8853488" y="1619250"/>
            <a:ext cx="2105025" cy="1658938"/>
            <a:chOff x="5946775" y="4468571"/>
            <a:chExt cx="2105024" cy="1658938"/>
          </a:xfrm>
        </p:grpSpPr>
        <p:sp>
          <p:nvSpPr>
            <p:cNvPr id="41" name="Google Shape;497;p14">
              <a:extLst>
                <a:ext uri="{FF2B5EF4-FFF2-40B4-BE49-F238E27FC236}">
                  <a16:creationId xmlns:a16="http://schemas.microsoft.com/office/drawing/2014/main" id="{5BB16B8A-7827-DCBC-47E0-0F224F301D09}"/>
                </a:ext>
              </a:extLst>
            </p:cNvPr>
            <p:cNvSpPr/>
            <p:nvPr/>
          </p:nvSpPr>
          <p:spPr>
            <a:xfrm>
              <a:off x="5946775" y="5032134"/>
              <a:ext cx="2105024" cy="534987"/>
            </a:xfrm>
            <a:custGeom>
              <a:avLst/>
              <a:gdLst/>
              <a:ahLst/>
              <a:cxnLst/>
              <a:rect l="0" t="0" r="0" b="0"/>
              <a:pathLst>
                <a:path w="120000" h="120000" extrusionOk="0">
                  <a:moveTo>
                    <a:pt x="15192" y="120000"/>
                  </a:moveTo>
                  <a:cubicBezTo>
                    <a:pt x="104807" y="120000"/>
                    <a:pt x="104807" y="120000"/>
                    <a:pt x="104807" y="120000"/>
                  </a:cubicBezTo>
                  <a:cubicBezTo>
                    <a:pt x="113269" y="120000"/>
                    <a:pt x="120000" y="92830"/>
                    <a:pt x="120000" y="59622"/>
                  </a:cubicBezTo>
                  <a:cubicBezTo>
                    <a:pt x="120000" y="26415"/>
                    <a:pt x="113269" y="0"/>
                    <a:pt x="104807" y="0"/>
                  </a:cubicBezTo>
                  <a:cubicBezTo>
                    <a:pt x="15192" y="0"/>
                    <a:pt x="15192" y="0"/>
                    <a:pt x="15192" y="0"/>
                  </a:cubicBezTo>
                  <a:cubicBezTo>
                    <a:pt x="6730" y="0"/>
                    <a:pt x="0" y="26415"/>
                    <a:pt x="0" y="59622"/>
                  </a:cubicBezTo>
                  <a:cubicBezTo>
                    <a:pt x="0" y="92830"/>
                    <a:pt x="6730" y="120000"/>
                    <a:pt x="15192" y="120000"/>
                  </a:cubicBezTo>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42" name="Google Shape;498;p14">
              <a:extLst>
                <a:ext uri="{FF2B5EF4-FFF2-40B4-BE49-F238E27FC236}">
                  <a16:creationId xmlns:a16="http://schemas.microsoft.com/office/drawing/2014/main" id="{EABC8303-1C59-E00B-1465-D876F6D60970}"/>
                </a:ext>
              </a:extLst>
            </p:cNvPr>
            <p:cNvSpPr/>
            <p:nvPr/>
          </p:nvSpPr>
          <p:spPr>
            <a:xfrm>
              <a:off x="5946775" y="4468571"/>
              <a:ext cx="1096961" cy="1658938"/>
            </a:xfrm>
            <a:custGeom>
              <a:avLst/>
              <a:gdLst/>
              <a:ahLst/>
              <a:cxnLst/>
              <a:rect l="0" t="0" r="0" b="0"/>
              <a:pathLst>
                <a:path w="120000" h="120000" extrusionOk="0">
                  <a:moveTo>
                    <a:pt x="0" y="60000"/>
                  </a:moveTo>
                  <a:cubicBezTo>
                    <a:pt x="0" y="65609"/>
                    <a:pt x="3323" y="70487"/>
                    <a:pt x="8861" y="74146"/>
                  </a:cubicBezTo>
                  <a:cubicBezTo>
                    <a:pt x="9230" y="74146"/>
                    <a:pt x="9230" y="74146"/>
                    <a:pt x="9230" y="74146"/>
                  </a:cubicBezTo>
                  <a:cubicBezTo>
                    <a:pt x="67200" y="112439"/>
                    <a:pt x="67200" y="112439"/>
                    <a:pt x="67200" y="112439"/>
                  </a:cubicBezTo>
                  <a:cubicBezTo>
                    <a:pt x="78646" y="120000"/>
                    <a:pt x="97107" y="120000"/>
                    <a:pt x="108553" y="112439"/>
                  </a:cubicBezTo>
                  <a:cubicBezTo>
                    <a:pt x="120000" y="104878"/>
                    <a:pt x="120000" y="92682"/>
                    <a:pt x="108553" y="85121"/>
                  </a:cubicBezTo>
                  <a:cubicBezTo>
                    <a:pt x="70523" y="60000"/>
                    <a:pt x="70523" y="60000"/>
                    <a:pt x="70523" y="60000"/>
                  </a:cubicBezTo>
                  <a:cubicBezTo>
                    <a:pt x="108553" y="35121"/>
                    <a:pt x="108553" y="35121"/>
                    <a:pt x="108553" y="35121"/>
                  </a:cubicBezTo>
                  <a:cubicBezTo>
                    <a:pt x="120000" y="27560"/>
                    <a:pt x="120000" y="15121"/>
                    <a:pt x="108553" y="7560"/>
                  </a:cubicBezTo>
                  <a:cubicBezTo>
                    <a:pt x="97107" y="0"/>
                    <a:pt x="78646" y="0"/>
                    <a:pt x="67200" y="7560"/>
                  </a:cubicBezTo>
                  <a:cubicBezTo>
                    <a:pt x="9230" y="45853"/>
                    <a:pt x="9230" y="45853"/>
                    <a:pt x="9230" y="45853"/>
                  </a:cubicBezTo>
                  <a:cubicBezTo>
                    <a:pt x="8861" y="45853"/>
                    <a:pt x="8861" y="45853"/>
                    <a:pt x="8861" y="45853"/>
                  </a:cubicBezTo>
                  <a:cubicBezTo>
                    <a:pt x="3323" y="49512"/>
                    <a:pt x="0" y="54390"/>
                    <a:pt x="0" y="60000"/>
                  </a:cubicBezTo>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43" name="Google Shape;499;p14">
              <a:extLst>
                <a:ext uri="{FF2B5EF4-FFF2-40B4-BE49-F238E27FC236}">
                  <a16:creationId xmlns:a16="http://schemas.microsoft.com/office/drawing/2014/main" id="{1CC0AAD1-14B9-AA53-02C3-30B3CD9B03D1}"/>
                </a:ext>
              </a:extLst>
            </p:cNvPr>
            <p:cNvSpPr>
              <a:spLocks/>
            </p:cNvSpPr>
            <p:nvPr/>
          </p:nvSpPr>
          <p:spPr bwMode="auto">
            <a:xfrm>
              <a:off x="5946775" y="5032134"/>
              <a:ext cx="644525" cy="534987"/>
            </a:xfrm>
            <a:custGeom>
              <a:avLst/>
              <a:gdLst>
                <a:gd name="T0" fmla="*/ 0 w 120000"/>
                <a:gd name="T1" fmla="*/ 0 h 120000"/>
                <a:gd name="T2" fmla="*/ 120000 w 120000"/>
                <a:gd name="T3" fmla="*/ 120000 h 120000"/>
              </a:gdLst>
              <a:ahLst/>
              <a:cxnLst>
                <a:cxn ang="0">
                  <a:pos x="15706" y="15849"/>
                </a:cxn>
                <a:cxn ang="0">
                  <a:pos x="15706" y="15849"/>
                </a:cxn>
                <a:cxn ang="0">
                  <a:pos x="2513" y="40754"/>
                </a:cxn>
                <a:cxn ang="0">
                  <a:pos x="2513" y="40754"/>
                </a:cxn>
                <a:cxn ang="0">
                  <a:pos x="2513" y="40754"/>
                </a:cxn>
                <a:cxn ang="0">
                  <a:pos x="2513" y="40754"/>
                </a:cxn>
                <a:cxn ang="0">
                  <a:pos x="2513" y="40754"/>
                </a:cxn>
                <a:cxn ang="0">
                  <a:pos x="1884" y="41509"/>
                </a:cxn>
                <a:cxn ang="0">
                  <a:pos x="1884" y="41509"/>
                </a:cxn>
                <a:cxn ang="0">
                  <a:pos x="1884" y="41509"/>
                </a:cxn>
                <a:cxn ang="0">
                  <a:pos x="1884" y="41509"/>
                </a:cxn>
                <a:cxn ang="0">
                  <a:pos x="0" y="55849"/>
                </a:cxn>
                <a:cxn ang="0">
                  <a:pos x="0" y="55849"/>
                </a:cxn>
                <a:cxn ang="0">
                  <a:pos x="0" y="56603"/>
                </a:cxn>
                <a:cxn ang="0">
                  <a:pos x="0" y="56603"/>
                </a:cxn>
                <a:cxn ang="0">
                  <a:pos x="0" y="56603"/>
                </a:cxn>
                <a:cxn ang="0">
                  <a:pos x="0" y="56603"/>
                </a:cxn>
                <a:cxn ang="0">
                  <a:pos x="0" y="57358"/>
                </a:cxn>
                <a:cxn ang="0">
                  <a:pos x="0" y="57358"/>
                </a:cxn>
                <a:cxn ang="0">
                  <a:pos x="0" y="57358"/>
                </a:cxn>
                <a:cxn ang="0">
                  <a:pos x="0" y="57358"/>
                </a:cxn>
                <a:cxn ang="0">
                  <a:pos x="0" y="58113"/>
                </a:cxn>
                <a:cxn ang="0">
                  <a:pos x="0" y="58113"/>
                </a:cxn>
                <a:cxn ang="0">
                  <a:pos x="0" y="58113"/>
                </a:cxn>
                <a:cxn ang="0">
                  <a:pos x="0" y="58113"/>
                </a:cxn>
                <a:cxn ang="0">
                  <a:pos x="0" y="58867"/>
                </a:cxn>
                <a:cxn ang="0">
                  <a:pos x="0" y="58867"/>
                </a:cxn>
                <a:cxn ang="0">
                  <a:pos x="0" y="58867"/>
                </a:cxn>
                <a:cxn ang="0">
                  <a:pos x="0" y="58867"/>
                </a:cxn>
                <a:cxn ang="0">
                  <a:pos x="0" y="59622"/>
                </a:cxn>
                <a:cxn ang="0">
                  <a:pos x="0" y="59622"/>
                </a:cxn>
                <a:cxn ang="0">
                  <a:pos x="15078" y="103396"/>
                </a:cxn>
                <a:cxn ang="0">
                  <a:pos x="15706" y="103396"/>
                </a:cxn>
                <a:cxn ang="0">
                  <a:pos x="49633" y="120000"/>
                </a:cxn>
                <a:cxn ang="0">
                  <a:pos x="49633" y="120000"/>
                </a:cxn>
                <a:cxn ang="0">
                  <a:pos x="81047" y="106415"/>
                </a:cxn>
                <a:cxn ang="0">
                  <a:pos x="102408" y="80754"/>
                </a:cxn>
                <a:cxn ang="0">
                  <a:pos x="88586" y="21886"/>
                </a:cxn>
                <a:cxn ang="0">
                  <a:pos x="80418" y="12075"/>
                </a:cxn>
              </a:cxnLst>
              <a:rect l="T0" t="T1" r="T2" b="T3"/>
              <a:pathLst>
                <a:path w="120000" h="120000" extrusionOk="0">
                  <a:moveTo>
                    <a:pt x="49633" y="0"/>
                  </a:moveTo>
                  <a:cubicBezTo>
                    <a:pt x="36439" y="0"/>
                    <a:pt x="24502" y="6037"/>
                    <a:pt x="15706" y="15849"/>
                  </a:cubicBezTo>
                  <a:cubicBezTo>
                    <a:pt x="15706" y="15849"/>
                    <a:pt x="15706" y="15849"/>
                    <a:pt x="15706" y="15849"/>
                  </a:cubicBezTo>
                  <a:cubicBezTo>
                    <a:pt x="15706" y="15849"/>
                    <a:pt x="15706" y="15849"/>
                    <a:pt x="15706" y="15849"/>
                  </a:cubicBezTo>
                  <a:cubicBezTo>
                    <a:pt x="15078" y="15849"/>
                    <a:pt x="15078" y="15849"/>
                    <a:pt x="15078" y="15849"/>
                  </a:cubicBezTo>
                  <a:cubicBezTo>
                    <a:pt x="9424" y="22641"/>
                    <a:pt x="5026" y="30943"/>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1509"/>
                  </a:cubicBezTo>
                  <a:cubicBezTo>
                    <a:pt x="2513" y="41509"/>
                    <a:pt x="2513"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628" y="46037"/>
                    <a:pt x="0" y="51320"/>
                    <a:pt x="0" y="55849"/>
                  </a:cubicBezTo>
                  <a:cubicBezTo>
                    <a:pt x="0" y="55849"/>
                    <a:pt x="0" y="55849"/>
                    <a:pt x="0" y="55849"/>
                  </a:cubicBezTo>
                  <a:cubicBezTo>
                    <a:pt x="0" y="55849"/>
                    <a:pt x="0" y="55849"/>
                    <a:pt x="0" y="55849"/>
                  </a:cubicBezTo>
                  <a:cubicBezTo>
                    <a:pt x="0" y="55849"/>
                    <a:pt x="0" y="55849"/>
                    <a:pt x="0" y="55849"/>
                  </a:cubicBezTo>
                  <a:cubicBezTo>
                    <a:pt x="0" y="55849"/>
                    <a:pt x="0" y="55849"/>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9622"/>
                    <a:pt x="0" y="59622"/>
                    <a:pt x="0" y="59622"/>
                  </a:cubicBezTo>
                  <a:cubicBezTo>
                    <a:pt x="0" y="59622"/>
                    <a:pt x="0" y="59622"/>
                    <a:pt x="0" y="59622"/>
                  </a:cubicBezTo>
                  <a:cubicBezTo>
                    <a:pt x="0" y="59622"/>
                    <a:pt x="0" y="59622"/>
                    <a:pt x="0" y="59622"/>
                  </a:cubicBezTo>
                  <a:cubicBezTo>
                    <a:pt x="0" y="59622"/>
                    <a:pt x="0" y="59622"/>
                    <a:pt x="0" y="59622"/>
                  </a:cubicBezTo>
                  <a:cubicBezTo>
                    <a:pt x="0" y="67169"/>
                    <a:pt x="628" y="74716"/>
                    <a:pt x="3141" y="80754"/>
                  </a:cubicBezTo>
                  <a:cubicBezTo>
                    <a:pt x="5654" y="89811"/>
                    <a:pt x="10052" y="97358"/>
                    <a:pt x="15078" y="103396"/>
                  </a:cubicBezTo>
                  <a:cubicBezTo>
                    <a:pt x="15706" y="103396"/>
                    <a:pt x="15706" y="103396"/>
                    <a:pt x="15706" y="103396"/>
                  </a:cubicBezTo>
                  <a:cubicBezTo>
                    <a:pt x="15706" y="103396"/>
                    <a:pt x="15706" y="103396"/>
                    <a:pt x="15706" y="103396"/>
                  </a:cubicBezTo>
                  <a:cubicBezTo>
                    <a:pt x="15706" y="103396"/>
                    <a:pt x="15706" y="103396"/>
                    <a:pt x="15706" y="103396"/>
                  </a:cubicBezTo>
                  <a:cubicBezTo>
                    <a:pt x="24502" y="113207"/>
                    <a:pt x="36439" y="120000"/>
                    <a:pt x="49633" y="120000"/>
                  </a:cubicBezTo>
                  <a:cubicBezTo>
                    <a:pt x="49633" y="120000"/>
                    <a:pt x="49633" y="120000"/>
                    <a:pt x="49633" y="120000"/>
                  </a:cubicBezTo>
                  <a:cubicBezTo>
                    <a:pt x="49633" y="120000"/>
                    <a:pt x="49633" y="120000"/>
                    <a:pt x="49633" y="120000"/>
                  </a:cubicBezTo>
                  <a:cubicBezTo>
                    <a:pt x="59057" y="120000"/>
                    <a:pt x="67225" y="116981"/>
                    <a:pt x="74764" y="111698"/>
                  </a:cubicBezTo>
                  <a:cubicBezTo>
                    <a:pt x="77277" y="110188"/>
                    <a:pt x="79162" y="107924"/>
                    <a:pt x="81047" y="106415"/>
                  </a:cubicBezTo>
                  <a:cubicBezTo>
                    <a:pt x="88586" y="97358"/>
                    <a:pt x="88586" y="97358"/>
                    <a:pt x="88586" y="97358"/>
                  </a:cubicBezTo>
                  <a:cubicBezTo>
                    <a:pt x="102408" y="80754"/>
                    <a:pt x="102408" y="80754"/>
                    <a:pt x="102408" y="80754"/>
                  </a:cubicBezTo>
                  <a:cubicBezTo>
                    <a:pt x="120000" y="59622"/>
                    <a:pt x="120000" y="59622"/>
                    <a:pt x="120000" y="59622"/>
                  </a:cubicBezTo>
                  <a:cubicBezTo>
                    <a:pt x="88586" y="21886"/>
                    <a:pt x="88586" y="21886"/>
                    <a:pt x="88586" y="21886"/>
                  </a:cubicBezTo>
                  <a:cubicBezTo>
                    <a:pt x="81047" y="12830"/>
                    <a:pt x="81047" y="12830"/>
                    <a:pt x="81047" y="12830"/>
                  </a:cubicBezTo>
                  <a:cubicBezTo>
                    <a:pt x="81047" y="12830"/>
                    <a:pt x="80418" y="12830"/>
                    <a:pt x="80418" y="12075"/>
                  </a:cubicBezTo>
                  <a:cubicBezTo>
                    <a:pt x="71623" y="4528"/>
                    <a:pt x="60942" y="0"/>
                    <a:pt x="49633" y="0"/>
                  </a:cubicBezTo>
                </a:path>
              </a:pathLst>
            </a:custGeom>
            <a:solidFill>
              <a:srgbClr val="222A35"/>
            </a:solidFill>
            <a:ln w="9525">
              <a:noFill/>
              <a:round/>
              <a:headEnd/>
              <a:tailEnd/>
            </a:ln>
          </p:spPr>
          <p:txBody>
            <a:bodyPr lIns="91425" tIns="45700" rIns="91425" bIns="45700"/>
            <a:lstStyle/>
            <a:p>
              <a:pPr>
                <a:defRPr/>
              </a:pPr>
              <a:endParaRPr lang="en-US"/>
            </a:p>
          </p:txBody>
        </p:sp>
        <p:sp>
          <p:nvSpPr>
            <p:cNvPr id="44" name="Google Shape;500;p14">
              <a:extLst>
                <a:ext uri="{FF2B5EF4-FFF2-40B4-BE49-F238E27FC236}">
                  <a16:creationId xmlns:a16="http://schemas.microsoft.com/office/drawing/2014/main" id="{51A3FE24-52F6-FDB3-D780-6F2CD393F401}"/>
                </a:ext>
              </a:extLst>
            </p:cNvPr>
            <p:cNvSpPr>
              <a:spLocks/>
            </p:cNvSpPr>
            <p:nvPr/>
          </p:nvSpPr>
          <p:spPr bwMode="auto">
            <a:xfrm>
              <a:off x="6213475" y="5032134"/>
              <a:ext cx="647700" cy="266700"/>
            </a:xfrm>
            <a:custGeom>
              <a:avLst/>
              <a:gdLst>
                <a:gd name="T0" fmla="*/ 0 w 120000"/>
                <a:gd name="T1" fmla="*/ 0 h 120000"/>
                <a:gd name="T2" fmla="*/ 120000 w 120000"/>
                <a:gd name="T3" fmla="*/ 120000 h 120000"/>
              </a:gdLst>
              <a:ahLst/>
              <a:cxnLst>
                <a:cxn ang="0">
                  <a:pos x="0" y="0"/>
                </a:cxn>
                <a:cxn ang="0">
                  <a:pos x="30625" y="24303"/>
                </a:cxn>
                <a:cxn ang="0">
                  <a:pos x="31250" y="27341"/>
                </a:cxn>
                <a:cxn ang="0">
                  <a:pos x="38750" y="44050"/>
                </a:cxn>
                <a:cxn ang="0">
                  <a:pos x="70000" y="120000"/>
                </a:cxn>
                <a:cxn ang="0">
                  <a:pos x="70000" y="120000"/>
                </a:cxn>
                <a:cxn ang="0">
                  <a:pos x="70000" y="120000"/>
                </a:cxn>
                <a:cxn ang="0">
                  <a:pos x="120000" y="0"/>
                </a:cxn>
                <a:cxn ang="0">
                  <a:pos x="0" y="0"/>
                </a:cxn>
              </a:cxnLst>
              <a:rect l="T0" t="T1" r="T2" b="T3"/>
              <a:pathLst>
                <a:path w="120000" h="120000" extrusionOk="0">
                  <a:moveTo>
                    <a:pt x="0" y="0"/>
                  </a:moveTo>
                  <a:cubicBezTo>
                    <a:pt x="11250" y="0"/>
                    <a:pt x="21875" y="9113"/>
                    <a:pt x="30625" y="24303"/>
                  </a:cubicBezTo>
                  <a:cubicBezTo>
                    <a:pt x="30625" y="25822"/>
                    <a:pt x="31250" y="25822"/>
                    <a:pt x="31250" y="27341"/>
                  </a:cubicBezTo>
                  <a:cubicBezTo>
                    <a:pt x="38750" y="44050"/>
                    <a:pt x="38750" y="44050"/>
                    <a:pt x="38750" y="44050"/>
                  </a:cubicBezTo>
                  <a:cubicBezTo>
                    <a:pt x="70000" y="120000"/>
                    <a:pt x="70000" y="120000"/>
                    <a:pt x="70000" y="120000"/>
                  </a:cubicBezTo>
                  <a:cubicBezTo>
                    <a:pt x="70000" y="120000"/>
                    <a:pt x="70000" y="120000"/>
                    <a:pt x="70000" y="120000"/>
                  </a:cubicBezTo>
                  <a:cubicBezTo>
                    <a:pt x="70000" y="120000"/>
                    <a:pt x="70000" y="120000"/>
                    <a:pt x="70000" y="120000"/>
                  </a:cubicBezTo>
                  <a:cubicBezTo>
                    <a:pt x="120000" y="0"/>
                    <a:pt x="120000" y="0"/>
                    <a:pt x="120000" y="0"/>
                  </a:cubicBezTo>
                  <a:cubicBezTo>
                    <a:pt x="0" y="0"/>
                    <a:pt x="0" y="0"/>
                    <a:pt x="0" y="0"/>
                  </a:cubicBezTo>
                </a:path>
              </a:pathLst>
            </a:custGeom>
            <a:solidFill>
              <a:srgbClr val="323F4F"/>
            </a:solidFill>
            <a:ln w="9525">
              <a:noFill/>
              <a:round/>
              <a:headEnd/>
              <a:tailEnd/>
            </a:ln>
          </p:spPr>
          <p:txBody>
            <a:bodyPr lIns="91425" tIns="45700" rIns="91425" bIns="45700"/>
            <a:lstStyle/>
            <a:p>
              <a:pPr>
                <a:defRPr/>
              </a:pPr>
              <a:endParaRPr lang="en-US"/>
            </a:p>
          </p:txBody>
        </p:sp>
        <p:sp>
          <p:nvSpPr>
            <p:cNvPr id="45" name="Google Shape;501;p14">
              <a:extLst>
                <a:ext uri="{FF2B5EF4-FFF2-40B4-BE49-F238E27FC236}">
                  <a16:creationId xmlns:a16="http://schemas.microsoft.com/office/drawing/2014/main" id="{0D8BE255-3A02-C2F8-217D-11CF92EFCF19}"/>
                </a:ext>
              </a:extLst>
            </p:cNvPr>
            <p:cNvSpPr>
              <a:spLocks/>
            </p:cNvSpPr>
            <p:nvPr/>
          </p:nvSpPr>
          <p:spPr bwMode="auto">
            <a:xfrm>
              <a:off x="6213475" y="5298834"/>
              <a:ext cx="647700" cy="268287"/>
            </a:xfrm>
            <a:custGeom>
              <a:avLst/>
              <a:gdLst>
                <a:gd name="T0" fmla="*/ 0 w 120000"/>
                <a:gd name="T1" fmla="*/ 0 h 120000"/>
                <a:gd name="T2" fmla="*/ 120000 w 120000"/>
                <a:gd name="T3" fmla="*/ 120000 h 120000"/>
              </a:gdLst>
              <a:ahLst/>
              <a:cxnLst>
                <a:cxn ang="0">
                  <a:pos x="70000" y="0"/>
                </a:cxn>
                <a:cxn ang="0">
                  <a:pos x="52500" y="42000"/>
                </a:cxn>
                <a:cxn ang="0">
                  <a:pos x="38750" y="75000"/>
                </a:cxn>
                <a:cxn ang="0">
                  <a:pos x="31250" y="93000"/>
                </a:cxn>
                <a:cxn ang="0">
                  <a:pos x="25000" y="103500"/>
                </a:cxn>
                <a:cxn ang="0">
                  <a:pos x="0" y="120000"/>
                </a:cxn>
                <a:cxn ang="0">
                  <a:pos x="0" y="120000"/>
                </a:cxn>
                <a:cxn ang="0">
                  <a:pos x="120000" y="120000"/>
                </a:cxn>
                <a:cxn ang="0">
                  <a:pos x="70000" y="0"/>
                </a:cxn>
              </a:cxnLst>
              <a:rect l="T0" t="T1" r="T2" b="T3"/>
              <a:pathLst>
                <a:path w="120000" h="120000" extrusionOk="0">
                  <a:moveTo>
                    <a:pt x="70000" y="0"/>
                  </a:moveTo>
                  <a:cubicBezTo>
                    <a:pt x="52500" y="42000"/>
                    <a:pt x="52500" y="42000"/>
                    <a:pt x="52500" y="42000"/>
                  </a:cubicBezTo>
                  <a:cubicBezTo>
                    <a:pt x="38750" y="75000"/>
                    <a:pt x="38750" y="75000"/>
                    <a:pt x="38750" y="75000"/>
                  </a:cubicBezTo>
                  <a:cubicBezTo>
                    <a:pt x="31250" y="93000"/>
                    <a:pt x="31250" y="93000"/>
                    <a:pt x="31250" y="93000"/>
                  </a:cubicBezTo>
                  <a:cubicBezTo>
                    <a:pt x="29375" y="96000"/>
                    <a:pt x="27500" y="100500"/>
                    <a:pt x="25000" y="103500"/>
                  </a:cubicBezTo>
                  <a:cubicBezTo>
                    <a:pt x="17500" y="114000"/>
                    <a:pt x="9375" y="120000"/>
                    <a:pt x="0" y="120000"/>
                  </a:cubicBezTo>
                  <a:cubicBezTo>
                    <a:pt x="0" y="120000"/>
                    <a:pt x="0" y="120000"/>
                    <a:pt x="0" y="120000"/>
                  </a:cubicBezTo>
                  <a:cubicBezTo>
                    <a:pt x="120000" y="120000"/>
                    <a:pt x="120000" y="120000"/>
                    <a:pt x="120000" y="120000"/>
                  </a:cubicBezTo>
                  <a:cubicBezTo>
                    <a:pt x="70000" y="0"/>
                    <a:pt x="70000" y="0"/>
                    <a:pt x="70000" y="0"/>
                  </a:cubicBezTo>
                </a:path>
              </a:pathLst>
            </a:custGeom>
            <a:solidFill>
              <a:srgbClr val="323F4F"/>
            </a:solidFill>
            <a:ln w="9525">
              <a:noFill/>
              <a:round/>
              <a:headEnd/>
              <a:tailEnd/>
            </a:ln>
          </p:spPr>
          <p:txBody>
            <a:bodyPr lIns="91425" tIns="45700" rIns="91425" bIns="45700"/>
            <a:lstStyle/>
            <a:p>
              <a:pPr>
                <a:defRPr/>
              </a:pPr>
              <a:endParaRPr lang="en-US"/>
            </a:p>
          </p:txBody>
        </p:sp>
      </p:grpSp>
      <p:grpSp>
        <p:nvGrpSpPr>
          <p:cNvPr id="46" name="Google Shape;502;p14">
            <a:extLst>
              <a:ext uri="{FF2B5EF4-FFF2-40B4-BE49-F238E27FC236}">
                <a16:creationId xmlns:a16="http://schemas.microsoft.com/office/drawing/2014/main" id="{A40C5E98-4838-8C8D-ABA8-B48D484841E2}"/>
              </a:ext>
            </a:extLst>
          </p:cNvPr>
          <p:cNvGrpSpPr>
            <a:grpSpLocks/>
          </p:cNvGrpSpPr>
          <p:nvPr/>
        </p:nvGrpSpPr>
        <p:grpSpPr bwMode="auto">
          <a:xfrm>
            <a:off x="7180263" y="560388"/>
            <a:ext cx="2105025" cy="1658937"/>
            <a:chOff x="4146550" y="1468196"/>
            <a:chExt cx="2105024" cy="1658938"/>
          </a:xfrm>
        </p:grpSpPr>
        <p:sp>
          <p:nvSpPr>
            <p:cNvPr id="47" name="Google Shape;503;p14">
              <a:extLst>
                <a:ext uri="{FF2B5EF4-FFF2-40B4-BE49-F238E27FC236}">
                  <a16:creationId xmlns:a16="http://schemas.microsoft.com/office/drawing/2014/main" id="{58644E63-AA68-A19D-C3F3-395FC9E1F0B1}"/>
                </a:ext>
              </a:extLst>
            </p:cNvPr>
            <p:cNvSpPr>
              <a:spLocks/>
            </p:cNvSpPr>
            <p:nvPr/>
          </p:nvSpPr>
          <p:spPr bwMode="auto">
            <a:xfrm>
              <a:off x="4146550" y="2031758"/>
              <a:ext cx="2105024" cy="531813"/>
            </a:xfrm>
            <a:custGeom>
              <a:avLst/>
              <a:gdLst>
                <a:gd name="T0" fmla="*/ 0 w 120000"/>
                <a:gd name="T1" fmla="*/ 0 h 120000"/>
                <a:gd name="T2" fmla="*/ 120000 w 120000"/>
                <a:gd name="T3" fmla="*/ 120000 h 120000"/>
              </a:gdLst>
              <a:ahLst/>
              <a:cxnLst>
                <a:cxn ang="0">
                  <a:pos x="104807" y="120000"/>
                </a:cxn>
                <a:cxn ang="0">
                  <a:pos x="15192" y="120000"/>
                </a:cxn>
                <a:cxn ang="0">
                  <a:pos x="0" y="60000"/>
                </a:cxn>
                <a:cxn ang="0">
                  <a:pos x="15192" y="0"/>
                </a:cxn>
                <a:cxn ang="0">
                  <a:pos x="104807" y="0"/>
                </a:cxn>
                <a:cxn ang="0">
                  <a:pos x="120000" y="60000"/>
                </a:cxn>
                <a:cxn ang="0">
                  <a:pos x="104807" y="120000"/>
                </a:cxn>
              </a:cxnLst>
              <a:rect l="T0" t="T1" r="T2" b="T3"/>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w="9525">
              <a:noFill/>
              <a:round/>
              <a:headEnd/>
              <a:tailEnd/>
            </a:ln>
          </p:spPr>
          <p:txBody>
            <a:bodyPr lIns="91425" tIns="45700" rIns="91425" bIns="45700"/>
            <a:lstStyle/>
            <a:p>
              <a:pPr>
                <a:defRPr/>
              </a:pPr>
              <a:endParaRPr lang="en-US"/>
            </a:p>
          </p:txBody>
        </p:sp>
        <p:sp>
          <p:nvSpPr>
            <p:cNvPr id="48" name="Google Shape;504;p14">
              <a:extLst>
                <a:ext uri="{FF2B5EF4-FFF2-40B4-BE49-F238E27FC236}">
                  <a16:creationId xmlns:a16="http://schemas.microsoft.com/office/drawing/2014/main" id="{3D2EFDCD-BC71-339E-89B5-8FE164D9FBE1}"/>
                </a:ext>
              </a:extLst>
            </p:cNvPr>
            <p:cNvSpPr>
              <a:spLocks/>
            </p:cNvSpPr>
            <p:nvPr/>
          </p:nvSpPr>
          <p:spPr bwMode="auto">
            <a:xfrm>
              <a:off x="5154612" y="1468196"/>
              <a:ext cx="1096962" cy="1658938"/>
            </a:xfrm>
            <a:custGeom>
              <a:avLst/>
              <a:gdLst>
                <a:gd name="T0" fmla="*/ 0 w 120000"/>
                <a:gd name="T1" fmla="*/ 0 h 120000"/>
                <a:gd name="T2" fmla="*/ 120000 w 120000"/>
                <a:gd name="T3" fmla="*/ 120000 h 120000"/>
              </a:gdLst>
              <a:ahLst/>
              <a:cxnLst>
                <a:cxn ang="0">
                  <a:pos x="120000" y="60000"/>
                </a:cxn>
                <a:cxn ang="0">
                  <a:pos x="111138" y="74146"/>
                </a:cxn>
                <a:cxn ang="0">
                  <a:pos x="110769" y="74146"/>
                </a:cxn>
                <a:cxn ang="0">
                  <a:pos x="52800" y="112439"/>
                </a:cxn>
                <a:cxn ang="0">
                  <a:pos x="11446" y="112439"/>
                </a:cxn>
                <a:cxn ang="0">
                  <a:pos x="11446" y="85121"/>
                </a:cxn>
                <a:cxn ang="0">
                  <a:pos x="49476" y="60000"/>
                </a:cxn>
                <a:cxn ang="0">
                  <a:pos x="11446" y="35121"/>
                </a:cxn>
                <a:cxn ang="0">
                  <a:pos x="11446" y="7560"/>
                </a:cxn>
                <a:cxn ang="0">
                  <a:pos x="52800" y="7560"/>
                </a:cxn>
                <a:cxn ang="0">
                  <a:pos x="110769" y="45853"/>
                </a:cxn>
                <a:cxn ang="0">
                  <a:pos x="111138" y="45853"/>
                </a:cxn>
                <a:cxn ang="0">
                  <a:pos x="120000" y="60000"/>
                </a:cxn>
              </a:cxnLst>
              <a:rect l="T0" t="T1" r="T2" b="T3"/>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w="9525">
              <a:noFill/>
              <a:round/>
              <a:headEnd/>
              <a:tailEnd/>
            </a:ln>
          </p:spPr>
          <p:txBody>
            <a:bodyPr lIns="91425" tIns="45700" rIns="91425" bIns="45700"/>
            <a:lstStyle/>
            <a:p>
              <a:pPr>
                <a:defRPr/>
              </a:pPr>
              <a:endParaRPr lang="en-US"/>
            </a:p>
          </p:txBody>
        </p:sp>
        <p:sp>
          <p:nvSpPr>
            <p:cNvPr id="49" name="Google Shape;505;p14">
              <a:extLst>
                <a:ext uri="{FF2B5EF4-FFF2-40B4-BE49-F238E27FC236}">
                  <a16:creationId xmlns:a16="http://schemas.microsoft.com/office/drawing/2014/main" id="{A4E24A7E-0965-3002-725F-6E44DF470688}"/>
                </a:ext>
              </a:extLst>
            </p:cNvPr>
            <p:cNvSpPr>
              <a:spLocks/>
            </p:cNvSpPr>
            <p:nvPr/>
          </p:nvSpPr>
          <p:spPr bwMode="auto">
            <a:xfrm>
              <a:off x="5607049" y="2031758"/>
              <a:ext cx="644525" cy="531813"/>
            </a:xfrm>
            <a:custGeom>
              <a:avLst/>
              <a:gdLst>
                <a:gd name="T0" fmla="*/ 0 w 120000"/>
                <a:gd name="T1" fmla="*/ 0 h 120000"/>
                <a:gd name="T2" fmla="*/ 120000 w 120000"/>
                <a:gd name="T3" fmla="*/ 120000 h 120000"/>
              </a:gdLst>
              <a:ahLst/>
              <a:cxnLst>
                <a:cxn ang="0">
                  <a:pos x="39581" y="12151"/>
                </a:cxn>
                <a:cxn ang="0">
                  <a:pos x="31413" y="22025"/>
                </a:cxn>
                <a:cxn ang="0">
                  <a:pos x="18219" y="81265"/>
                </a:cxn>
                <a:cxn ang="0">
                  <a:pos x="38952" y="107088"/>
                </a:cxn>
                <a:cxn ang="0">
                  <a:pos x="70366" y="120000"/>
                </a:cxn>
                <a:cxn ang="0">
                  <a:pos x="70366" y="120000"/>
                </a:cxn>
                <a:cxn ang="0">
                  <a:pos x="104293" y="104050"/>
                </a:cxn>
                <a:cxn ang="0">
                  <a:pos x="104921" y="104050"/>
                </a:cxn>
                <a:cxn ang="0">
                  <a:pos x="120000" y="60000"/>
                </a:cxn>
                <a:cxn ang="0">
                  <a:pos x="120000" y="60000"/>
                </a:cxn>
                <a:cxn ang="0">
                  <a:pos x="120000" y="59240"/>
                </a:cxn>
                <a:cxn ang="0">
                  <a:pos x="120000" y="59240"/>
                </a:cxn>
                <a:cxn ang="0">
                  <a:pos x="120000" y="59240"/>
                </a:cxn>
                <a:cxn ang="0">
                  <a:pos x="120000" y="59240"/>
                </a:cxn>
                <a:cxn ang="0">
                  <a:pos x="120000" y="58481"/>
                </a:cxn>
                <a:cxn ang="0">
                  <a:pos x="120000" y="58481"/>
                </a:cxn>
                <a:cxn ang="0">
                  <a:pos x="120000" y="58481"/>
                </a:cxn>
                <a:cxn ang="0">
                  <a:pos x="120000" y="58481"/>
                </a:cxn>
                <a:cxn ang="0">
                  <a:pos x="120000" y="57721"/>
                </a:cxn>
                <a:cxn ang="0">
                  <a:pos x="120000" y="57721"/>
                </a:cxn>
                <a:cxn ang="0">
                  <a:pos x="120000" y="57721"/>
                </a:cxn>
                <a:cxn ang="0">
                  <a:pos x="120000" y="57721"/>
                </a:cxn>
                <a:cxn ang="0">
                  <a:pos x="120000" y="56962"/>
                </a:cxn>
                <a:cxn ang="0">
                  <a:pos x="120000" y="56962"/>
                </a:cxn>
                <a:cxn ang="0">
                  <a:pos x="120000" y="56962"/>
                </a:cxn>
                <a:cxn ang="0">
                  <a:pos x="120000" y="56202"/>
                </a:cxn>
                <a:cxn ang="0">
                  <a:pos x="120000" y="56202"/>
                </a:cxn>
                <a:cxn ang="0">
                  <a:pos x="120000" y="56202"/>
                </a:cxn>
                <a:cxn ang="0">
                  <a:pos x="120000" y="56202"/>
                </a:cxn>
                <a:cxn ang="0">
                  <a:pos x="120000" y="55443"/>
                </a:cxn>
                <a:cxn ang="0">
                  <a:pos x="118743" y="45569"/>
                </a:cxn>
                <a:cxn ang="0">
                  <a:pos x="118743" y="44810"/>
                </a:cxn>
                <a:cxn ang="0">
                  <a:pos x="118743" y="44810"/>
                </a:cxn>
                <a:cxn ang="0">
                  <a:pos x="118743" y="44810"/>
                </a:cxn>
                <a:cxn ang="0">
                  <a:pos x="118743" y="44810"/>
                </a:cxn>
                <a:cxn ang="0">
                  <a:pos x="118743" y="44050"/>
                </a:cxn>
                <a:cxn ang="0">
                  <a:pos x="118743" y="44050"/>
                </a:cxn>
                <a:cxn ang="0">
                  <a:pos x="118743" y="44050"/>
                </a:cxn>
                <a:cxn ang="0">
                  <a:pos x="104293" y="15949"/>
                </a:cxn>
                <a:cxn ang="0">
                  <a:pos x="104293" y="15949"/>
                </a:cxn>
              </a:cxnLst>
              <a:rect l="T0" t="T1" r="T2" b="T3"/>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w="9525">
              <a:noFill/>
              <a:round/>
              <a:headEnd/>
              <a:tailEnd/>
            </a:ln>
          </p:spPr>
          <p:txBody>
            <a:bodyPr lIns="91425" tIns="45700" rIns="91425" bIns="45700"/>
            <a:lstStyle/>
            <a:p>
              <a:pPr>
                <a:defRPr/>
              </a:pPr>
              <a:endParaRPr lang="en-US"/>
            </a:p>
          </p:txBody>
        </p:sp>
        <p:sp>
          <p:nvSpPr>
            <p:cNvPr id="50" name="Google Shape;506;p14">
              <a:extLst>
                <a:ext uri="{FF2B5EF4-FFF2-40B4-BE49-F238E27FC236}">
                  <a16:creationId xmlns:a16="http://schemas.microsoft.com/office/drawing/2014/main" id="{C249AEA9-2334-A5B8-F077-8ADFB69491CD}"/>
                </a:ext>
              </a:extLst>
            </p:cNvPr>
            <p:cNvSpPr>
              <a:spLocks/>
            </p:cNvSpPr>
            <p:nvPr/>
          </p:nvSpPr>
          <p:spPr bwMode="auto">
            <a:xfrm>
              <a:off x="5337174" y="2031758"/>
              <a:ext cx="647700" cy="265113"/>
            </a:xfrm>
            <a:custGeom>
              <a:avLst/>
              <a:gdLst>
                <a:gd name="T0" fmla="*/ 0 w 120000"/>
                <a:gd name="T1" fmla="*/ 0 h 120000"/>
                <a:gd name="T2" fmla="*/ 120000 w 120000"/>
                <a:gd name="T3" fmla="*/ 120000 h 120000"/>
              </a:gdLst>
              <a:ahLst/>
              <a:cxnLst>
                <a:cxn ang="0">
                  <a:pos x="120000" y="0"/>
                </a:cxn>
                <a:cxn ang="0">
                  <a:pos x="0" y="0"/>
                </a:cxn>
                <a:cxn ang="0">
                  <a:pos x="50000" y="120000"/>
                </a:cxn>
                <a:cxn ang="0">
                  <a:pos x="50000" y="120000"/>
                </a:cxn>
                <a:cxn ang="0">
                  <a:pos x="50000" y="120000"/>
                </a:cxn>
                <a:cxn ang="0">
                  <a:pos x="81250" y="44050"/>
                </a:cxn>
                <a:cxn ang="0">
                  <a:pos x="88750" y="27341"/>
                </a:cxn>
                <a:cxn ang="0">
                  <a:pos x="89375" y="24303"/>
                </a:cxn>
                <a:cxn ang="0">
                  <a:pos x="120000" y="0"/>
                </a:cxn>
              </a:cxnLst>
              <a:rect l="T0" t="T1" r="T2" b="T3"/>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w="9525">
              <a:noFill/>
              <a:round/>
              <a:headEnd/>
              <a:tailEnd/>
            </a:ln>
          </p:spPr>
          <p:txBody>
            <a:bodyPr lIns="91425" tIns="45700" rIns="91425" bIns="45700"/>
            <a:lstStyle/>
            <a:p>
              <a:pPr>
                <a:defRPr/>
              </a:pPr>
              <a:endParaRPr lang="en-US"/>
            </a:p>
          </p:txBody>
        </p:sp>
        <p:sp>
          <p:nvSpPr>
            <p:cNvPr id="51" name="Google Shape;507;p14">
              <a:extLst>
                <a:ext uri="{FF2B5EF4-FFF2-40B4-BE49-F238E27FC236}">
                  <a16:creationId xmlns:a16="http://schemas.microsoft.com/office/drawing/2014/main" id="{2FF5BACB-D678-31C7-919C-DA71E61720E0}"/>
                </a:ext>
              </a:extLst>
            </p:cNvPr>
            <p:cNvSpPr>
              <a:spLocks/>
            </p:cNvSpPr>
            <p:nvPr/>
          </p:nvSpPr>
          <p:spPr bwMode="auto">
            <a:xfrm>
              <a:off x="5337174" y="2296871"/>
              <a:ext cx="647700" cy="266700"/>
            </a:xfrm>
            <a:custGeom>
              <a:avLst/>
              <a:gdLst>
                <a:gd name="T0" fmla="*/ 0 w 120000"/>
                <a:gd name="T1" fmla="*/ 0 h 120000"/>
                <a:gd name="T2" fmla="*/ 120000 w 120000"/>
                <a:gd name="T3" fmla="*/ 120000 h 120000"/>
              </a:gdLst>
              <a:ahLst/>
              <a:cxnLst>
                <a:cxn ang="0">
                  <a:pos x="50000" y="0"/>
                </a:cxn>
                <a:cxn ang="0">
                  <a:pos x="0" y="120000"/>
                </a:cxn>
                <a:cxn ang="0">
                  <a:pos x="120000" y="120000"/>
                </a:cxn>
                <a:cxn ang="0">
                  <a:pos x="120000" y="120000"/>
                </a:cxn>
                <a:cxn ang="0">
                  <a:pos x="95625" y="104810"/>
                </a:cxn>
                <a:cxn ang="0">
                  <a:pos x="88750" y="94177"/>
                </a:cxn>
                <a:cxn ang="0">
                  <a:pos x="81250" y="75949"/>
                </a:cxn>
                <a:cxn ang="0">
                  <a:pos x="68125" y="42531"/>
                </a:cxn>
                <a:cxn ang="0">
                  <a:pos x="50000" y="0"/>
                </a:cxn>
              </a:cxnLst>
              <a:rect l="T0" t="T1" r="T2" b="T3"/>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w="9525">
              <a:noFill/>
              <a:round/>
              <a:headEnd/>
              <a:tailEnd/>
            </a:ln>
          </p:spPr>
          <p:txBody>
            <a:bodyPr lIns="91425" tIns="45700" rIns="91425" bIns="45700"/>
            <a:lstStyle/>
            <a:p>
              <a:pPr>
                <a:defRPr/>
              </a:pPr>
              <a:endParaRPr lang="en-US"/>
            </a:p>
          </p:txBody>
        </p:sp>
      </p:grpSp>
      <p:grpSp>
        <p:nvGrpSpPr>
          <p:cNvPr id="52" name="Google Shape;516;p14">
            <a:extLst>
              <a:ext uri="{FF2B5EF4-FFF2-40B4-BE49-F238E27FC236}">
                <a16:creationId xmlns:a16="http://schemas.microsoft.com/office/drawing/2014/main" id="{932A42A0-BE48-DC89-353B-65411072B2D1}"/>
              </a:ext>
            </a:extLst>
          </p:cNvPr>
          <p:cNvGrpSpPr>
            <a:grpSpLocks/>
          </p:cNvGrpSpPr>
          <p:nvPr/>
        </p:nvGrpSpPr>
        <p:grpSpPr bwMode="auto">
          <a:xfrm>
            <a:off x="7180263" y="2719388"/>
            <a:ext cx="2105025" cy="1658937"/>
            <a:chOff x="4146550" y="1468196"/>
            <a:chExt cx="2105024" cy="1658938"/>
          </a:xfrm>
        </p:grpSpPr>
        <p:sp>
          <p:nvSpPr>
            <p:cNvPr id="53" name="Google Shape;517;p14">
              <a:extLst>
                <a:ext uri="{FF2B5EF4-FFF2-40B4-BE49-F238E27FC236}">
                  <a16:creationId xmlns:a16="http://schemas.microsoft.com/office/drawing/2014/main" id="{75673020-5E0C-8A3F-C2E4-F4EDBF438EA2}"/>
                </a:ext>
              </a:extLst>
            </p:cNvPr>
            <p:cNvSpPr>
              <a:spLocks/>
            </p:cNvSpPr>
            <p:nvPr/>
          </p:nvSpPr>
          <p:spPr bwMode="auto">
            <a:xfrm>
              <a:off x="4146550" y="2031758"/>
              <a:ext cx="2105024" cy="531813"/>
            </a:xfrm>
            <a:custGeom>
              <a:avLst/>
              <a:gdLst>
                <a:gd name="T0" fmla="*/ 0 w 120000"/>
                <a:gd name="T1" fmla="*/ 0 h 120000"/>
                <a:gd name="T2" fmla="*/ 120000 w 120000"/>
                <a:gd name="T3" fmla="*/ 120000 h 120000"/>
              </a:gdLst>
              <a:ahLst/>
              <a:cxnLst>
                <a:cxn ang="0">
                  <a:pos x="104807" y="120000"/>
                </a:cxn>
                <a:cxn ang="0">
                  <a:pos x="15192" y="120000"/>
                </a:cxn>
                <a:cxn ang="0">
                  <a:pos x="0" y="60000"/>
                </a:cxn>
                <a:cxn ang="0">
                  <a:pos x="15192" y="0"/>
                </a:cxn>
                <a:cxn ang="0">
                  <a:pos x="104807" y="0"/>
                </a:cxn>
                <a:cxn ang="0">
                  <a:pos x="120000" y="60000"/>
                </a:cxn>
                <a:cxn ang="0">
                  <a:pos x="104807" y="120000"/>
                </a:cxn>
              </a:cxnLst>
              <a:rect l="T0" t="T1" r="T2" b="T3"/>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w="9525">
              <a:noFill/>
              <a:round/>
              <a:headEnd/>
              <a:tailEnd/>
            </a:ln>
          </p:spPr>
          <p:txBody>
            <a:bodyPr lIns="91425" tIns="45700" rIns="91425" bIns="45700"/>
            <a:lstStyle/>
            <a:p>
              <a:pPr>
                <a:defRPr/>
              </a:pPr>
              <a:endParaRPr lang="en-US"/>
            </a:p>
          </p:txBody>
        </p:sp>
        <p:sp>
          <p:nvSpPr>
            <p:cNvPr id="54" name="Google Shape;518;p14">
              <a:extLst>
                <a:ext uri="{FF2B5EF4-FFF2-40B4-BE49-F238E27FC236}">
                  <a16:creationId xmlns:a16="http://schemas.microsoft.com/office/drawing/2014/main" id="{3F93F23E-B49A-F3A0-BD45-1C7B1A4B2B84}"/>
                </a:ext>
              </a:extLst>
            </p:cNvPr>
            <p:cNvSpPr>
              <a:spLocks/>
            </p:cNvSpPr>
            <p:nvPr/>
          </p:nvSpPr>
          <p:spPr bwMode="auto">
            <a:xfrm>
              <a:off x="5154612" y="1468196"/>
              <a:ext cx="1096962" cy="1658938"/>
            </a:xfrm>
            <a:custGeom>
              <a:avLst/>
              <a:gdLst>
                <a:gd name="T0" fmla="*/ 0 w 120000"/>
                <a:gd name="T1" fmla="*/ 0 h 120000"/>
                <a:gd name="T2" fmla="*/ 120000 w 120000"/>
                <a:gd name="T3" fmla="*/ 120000 h 120000"/>
              </a:gdLst>
              <a:ahLst/>
              <a:cxnLst>
                <a:cxn ang="0">
                  <a:pos x="120000" y="60000"/>
                </a:cxn>
                <a:cxn ang="0">
                  <a:pos x="111138" y="74146"/>
                </a:cxn>
                <a:cxn ang="0">
                  <a:pos x="110769" y="74146"/>
                </a:cxn>
                <a:cxn ang="0">
                  <a:pos x="52800" y="112439"/>
                </a:cxn>
                <a:cxn ang="0">
                  <a:pos x="11446" y="112439"/>
                </a:cxn>
                <a:cxn ang="0">
                  <a:pos x="11446" y="85121"/>
                </a:cxn>
                <a:cxn ang="0">
                  <a:pos x="49476" y="60000"/>
                </a:cxn>
                <a:cxn ang="0">
                  <a:pos x="11446" y="35121"/>
                </a:cxn>
                <a:cxn ang="0">
                  <a:pos x="11446" y="7560"/>
                </a:cxn>
                <a:cxn ang="0">
                  <a:pos x="52800" y="7560"/>
                </a:cxn>
                <a:cxn ang="0">
                  <a:pos x="110769" y="45853"/>
                </a:cxn>
                <a:cxn ang="0">
                  <a:pos x="111138" y="45853"/>
                </a:cxn>
                <a:cxn ang="0">
                  <a:pos x="120000" y="60000"/>
                </a:cxn>
              </a:cxnLst>
              <a:rect l="T0" t="T1" r="T2" b="T3"/>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w="9525">
              <a:noFill/>
              <a:round/>
              <a:headEnd/>
              <a:tailEnd/>
            </a:ln>
          </p:spPr>
          <p:txBody>
            <a:bodyPr lIns="91425" tIns="45700" rIns="91425" bIns="45700"/>
            <a:lstStyle/>
            <a:p>
              <a:pPr>
                <a:defRPr/>
              </a:pPr>
              <a:endParaRPr lang="en-US"/>
            </a:p>
          </p:txBody>
        </p:sp>
        <p:sp>
          <p:nvSpPr>
            <p:cNvPr id="55" name="Google Shape;519;p14">
              <a:extLst>
                <a:ext uri="{FF2B5EF4-FFF2-40B4-BE49-F238E27FC236}">
                  <a16:creationId xmlns:a16="http://schemas.microsoft.com/office/drawing/2014/main" id="{8F2B4276-5AFF-6F98-1AB1-0F1F4795473C}"/>
                </a:ext>
              </a:extLst>
            </p:cNvPr>
            <p:cNvSpPr>
              <a:spLocks/>
            </p:cNvSpPr>
            <p:nvPr/>
          </p:nvSpPr>
          <p:spPr bwMode="auto">
            <a:xfrm>
              <a:off x="5607049" y="2031758"/>
              <a:ext cx="644525" cy="531813"/>
            </a:xfrm>
            <a:custGeom>
              <a:avLst/>
              <a:gdLst>
                <a:gd name="T0" fmla="*/ 0 w 120000"/>
                <a:gd name="T1" fmla="*/ 0 h 120000"/>
                <a:gd name="T2" fmla="*/ 120000 w 120000"/>
                <a:gd name="T3" fmla="*/ 120000 h 120000"/>
              </a:gdLst>
              <a:ahLst/>
              <a:cxnLst>
                <a:cxn ang="0">
                  <a:pos x="39581" y="12151"/>
                </a:cxn>
                <a:cxn ang="0">
                  <a:pos x="31413" y="22025"/>
                </a:cxn>
                <a:cxn ang="0">
                  <a:pos x="18219" y="81265"/>
                </a:cxn>
                <a:cxn ang="0">
                  <a:pos x="38952" y="107088"/>
                </a:cxn>
                <a:cxn ang="0">
                  <a:pos x="70366" y="120000"/>
                </a:cxn>
                <a:cxn ang="0">
                  <a:pos x="70366" y="120000"/>
                </a:cxn>
                <a:cxn ang="0">
                  <a:pos x="104293" y="104050"/>
                </a:cxn>
                <a:cxn ang="0">
                  <a:pos x="104921" y="104050"/>
                </a:cxn>
                <a:cxn ang="0">
                  <a:pos x="120000" y="60000"/>
                </a:cxn>
                <a:cxn ang="0">
                  <a:pos x="120000" y="60000"/>
                </a:cxn>
                <a:cxn ang="0">
                  <a:pos x="120000" y="59240"/>
                </a:cxn>
                <a:cxn ang="0">
                  <a:pos x="120000" y="59240"/>
                </a:cxn>
                <a:cxn ang="0">
                  <a:pos x="120000" y="59240"/>
                </a:cxn>
                <a:cxn ang="0">
                  <a:pos x="120000" y="59240"/>
                </a:cxn>
                <a:cxn ang="0">
                  <a:pos x="120000" y="58481"/>
                </a:cxn>
                <a:cxn ang="0">
                  <a:pos x="120000" y="58481"/>
                </a:cxn>
                <a:cxn ang="0">
                  <a:pos x="120000" y="58481"/>
                </a:cxn>
                <a:cxn ang="0">
                  <a:pos x="120000" y="58481"/>
                </a:cxn>
                <a:cxn ang="0">
                  <a:pos x="120000" y="57721"/>
                </a:cxn>
                <a:cxn ang="0">
                  <a:pos x="120000" y="57721"/>
                </a:cxn>
                <a:cxn ang="0">
                  <a:pos x="120000" y="57721"/>
                </a:cxn>
                <a:cxn ang="0">
                  <a:pos x="120000" y="57721"/>
                </a:cxn>
                <a:cxn ang="0">
                  <a:pos x="120000" y="56962"/>
                </a:cxn>
                <a:cxn ang="0">
                  <a:pos x="120000" y="56962"/>
                </a:cxn>
                <a:cxn ang="0">
                  <a:pos x="120000" y="56962"/>
                </a:cxn>
                <a:cxn ang="0">
                  <a:pos x="120000" y="56202"/>
                </a:cxn>
                <a:cxn ang="0">
                  <a:pos x="120000" y="56202"/>
                </a:cxn>
                <a:cxn ang="0">
                  <a:pos x="120000" y="56202"/>
                </a:cxn>
                <a:cxn ang="0">
                  <a:pos x="120000" y="56202"/>
                </a:cxn>
                <a:cxn ang="0">
                  <a:pos x="120000" y="55443"/>
                </a:cxn>
                <a:cxn ang="0">
                  <a:pos x="118743" y="45569"/>
                </a:cxn>
                <a:cxn ang="0">
                  <a:pos x="118743" y="44810"/>
                </a:cxn>
                <a:cxn ang="0">
                  <a:pos x="118743" y="44810"/>
                </a:cxn>
                <a:cxn ang="0">
                  <a:pos x="118743" y="44810"/>
                </a:cxn>
                <a:cxn ang="0">
                  <a:pos x="118743" y="44810"/>
                </a:cxn>
                <a:cxn ang="0">
                  <a:pos x="118743" y="44050"/>
                </a:cxn>
                <a:cxn ang="0">
                  <a:pos x="118743" y="44050"/>
                </a:cxn>
                <a:cxn ang="0">
                  <a:pos x="118743" y="44050"/>
                </a:cxn>
                <a:cxn ang="0">
                  <a:pos x="104293" y="15949"/>
                </a:cxn>
                <a:cxn ang="0">
                  <a:pos x="104293" y="15949"/>
                </a:cxn>
              </a:cxnLst>
              <a:rect l="T0" t="T1" r="T2" b="T3"/>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w="9525">
              <a:noFill/>
              <a:round/>
              <a:headEnd/>
              <a:tailEnd/>
            </a:ln>
          </p:spPr>
          <p:txBody>
            <a:bodyPr lIns="91425" tIns="45700" rIns="91425" bIns="45700"/>
            <a:lstStyle/>
            <a:p>
              <a:pPr>
                <a:defRPr/>
              </a:pPr>
              <a:endParaRPr lang="en-US"/>
            </a:p>
          </p:txBody>
        </p:sp>
        <p:sp>
          <p:nvSpPr>
            <p:cNvPr id="56" name="Google Shape;520;p14">
              <a:extLst>
                <a:ext uri="{FF2B5EF4-FFF2-40B4-BE49-F238E27FC236}">
                  <a16:creationId xmlns:a16="http://schemas.microsoft.com/office/drawing/2014/main" id="{8AB51C85-76DA-7080-05B6-17410C0F27B3}"/>
                </a:ext>
              </a:extLst>
            </p:cNvPr>
            <p:cNvSpPr>
              <a:spLocks/>
            </p:cNvSpPr>
            <p:nvPr/>
          </p:nvSpPr>
          <p:spPr bwMode="auto">
            <a:xfrm>
              <a:off x="5337174" y="2031758"/>
              <a:ext cx="647700" cy="265113"/>
            </a:xfrm>
            <a:custGeom>
              <a:avLst/>
              <a:gdLst>
                <a:gd name="T0" fmla="*/ 0 w 120000"/>
                <a:gd name="T1" fmla="*/ 0 h 120000"/>
                <a:gd name="T2" fmla="*/ 120000 w 120000"/>
                <a:gd name="T3" fmla="*/ 120000 h 120000"/>
              </a:gdLst>
              <a:ahLst/>
              <a:cxnLst>
                <a:cxn ang="0">
                  <a:pos x="120000" y="0"/>
                </a:cxn>
                <a:cxn ang="0">
                  <a:pos x="0" y="0"/>
                </a:cxn>
                <a:cxn ang="0">
                  <a:pos x="50000" y="120000"/>
                </a:cxn>
                <a:cxn ang="0">
                  <a:pos x="50000" y="120000"/>
                </a:cxn>
                <a:cxn ang="0">
                  <a:pos x="50000" y="120000"/>
                </a:cxn>
                <a:cxn ang="0">
                  <a:pos x="81250" y="44050"/>
                </a:cxn>
                <a:cxn ang="0">
                  <a:pos x="88750" y="27341"/>
                </a:cxn>
                <a:cxn ang="0">
                  <a:pos x="89375" y="24303"/>
                </a:cxn>
                <a:cxn ang="0">
                  <a:pos x="120000" y="0"/>
                </a:cxn>
              </a:cxnLst>
              <a:rect l="T0" t="T1" r="T2" b="T3"/>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w="9525">
              <a:noFill/>
              <a:round/>
              <a:headEnd/>
              <a:tailEnd/>
            </a:ln>
          </p:spPr>
          <p:txBody>
            <a:bodyPr lIns="91425" tIns="45700" rIns="91425" bIns="45700"/>
            <a:lstStyle/>
            <a:p>
              <a:pPr>
                <a:defRPr/>
              </a:pPr>
              <a:endParaRPr lang="en-US"/>
            </a:p>
          </p:txBody>
        </p:sp>
        <p:sp>
          <p:nvSpPr>
            <p:cNvPr id="57" name="Google Shape;521;p14">
              <a:extLst>
                <a:ext uri="{FF2B5EF4-FFF2-40B4-BE49-F238E27FC236}">
                  <a16:creationId xmlns:a16="http://schemas.microsoft.com/office/drawing/2014/main" id="{C8D36FCF-6718-ECFE-ECE5-6435A331F8C8}"/>
                </a:ext>
              </a:extLst>
            </p:cNvPr>
            <p:cNvSpPr>
              <a:spLocks/>
            </p:cNvSpPr>
            <p:nvPr/>
          </p:nvSpPr>
          <p:spPr bwMode="auto">
            <a:xfrm>
              <a:off x="5337174" y="2296871"/>
              <a:ext cx="647700" cy="266700"/>
            </a:xfrm>
            <a:custGeom>
              <a:avLst/>
              <a:gdLst>
                <a:gd name="T0" fmla="*/ 0 w 120000"/>
                <a:gd name="T1" fmla="*/ 0 h 120000"/>
                <a:gd name="T2" fmla="*/ 120000 w 120000"/>
                <a:gd name="T3" fmla="*/ 120000 h 120000"/>
              </a:gdLst>
              <a:ahLst/>
              <a:cxnLst>
                <a:cxn ang="0">
                  <a:pos x="50000" y="0"/>
                </a:cxn>
                <a:cxn ang="0">
                  <a:pos x="0" y="120000"/>
                </a:cxn>
                <a:cxn ang="0">
                  <a:pos x="120000" y="120000"/>
                </a:cxn>
                <a:cxn ang="0">
                  <a:pos x="120000" y="120000"/>
                </a:cxn>
                <a:cxn ang="0">
                  <a:pos x="95625" y="104810"/>
                </a:cxn>
                <a:cxn ang="0">
                  <a:pos x="88750" y="94177"/>
                </a:cxn>
                <a:cxn ang="0">
                  <a:pos x="81250" y="75949"/>
                </a:cxn>
                <a:cxn ang="0">
                  <a:pos x="68125" y="42531"/>
                </a:cxn>
                <a:cxn ang="0">
                  <a:pos x="50000" y="0"/>
                </a:cxn>
              </a:cxnLst>
              <a:rect l="T0" t="T1" r="T2" b="T3"/>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w="9525">
              <a:noFill/>
              <a:round/>
              <a:headEnd/>
              <a:tailEnd/>
            </a:ln>
          </p:spPr>
          <p:txBody>
            <a:bodyPr lIns="91425" tIns="45700" rIns="91425" bIns="45700"/>
            <a:lstStyle/>
            <a:p>
              <a:pPr>
                <a:defRPr/>
              </a:pPr>
              <a:endParaRPr lang="en-US"/>
            </a:p>
          </p:txBody>
        </p:sp>
      </p:grpSp>
      <p:grpSp>
        <p:nvGrpSpPr>
          <p:cNvPr id="58" name="Google Shape;522;p14">
            <a:extLst>
              <a:ext uri="{FF2B5EF4-FFF2-40B4-BE49-F238E27FC236}">
                <a16:creationId xmlns:a16="http://schemas.microsoft.com/office/drawing/2014/main" id="{DFAD63AD-6399-3855-6FDA-D708FFAA1609}"/>
              </a:ext>
            </a:extLst>
          </p:cNvPr>
          <p:cNvGrpSpPr>
            <a:grpSpLocks/>
          </p:cNvGrpSpPr>
          <p:nvPr/>
        </p:nvGrpSpPr>
        <p:grpSpPr bwMode="auto">
          <a:xfrm>
            <a:off x="8853488" y="3752850"/>
            <a:ext cx="2105025" cy="1658938"/>
            <a:chOff x="5946775" y="4468571"/>
            <a:chExt cx="2105024" cy="1658938"/>
          </a:xfrm>
        </p:grpSpPr>
        <p:sp>
          <p:nvSpPr>
            <p:cNvPr id="59" name="Google Shape;523;p14">
              <a:extLst>
                <a:ext uri="{FF2B5EF4-FFF2-40B4-BE49-F238E27FC236}">
                  <a16:creationId xmlns:a16="http://schemas.microsoft.com/office/drawing/2014/main" id="{B7D413B1-76E6-85F2-7E09-E4678FF73866}"/>
                </a:ext>
              </a:extLst>
            </p:cNvPr>
            <p:cNvSpPr/>
            <p:nvPr/>
          </p:nvSpPr>
          <p:spPr>
            <a:xfrm>
              <a:off x="5946775" y="5032134"/>
              <a:ext cx="2105024" cy="534987"/>
            </a:xfrm>
            <a:custGeom>
              <a:avLst/>
              <a:gdLst/>
              <a:ahLst/>
              <a:cxnLst/>
              <a:rect l="0" t="0" r="0" b="0"/>
              <a:pathLst>
                <a:path w="120000" h="120000" extrusionOk="0">
                  <a:moveTo>
                    <a:pt x="15192" y="120000"/>
                  </a:moveTo>
                  <a:cubicBezTo>
                    <a:pt x="104807" y="120000"/>
                    <a:pt x="104807" y="120000"/>
                    <a:pt x="104807" y="120000"/>
                  </a:cubicBezTo>
                  <a:cubicBezTo>
                    <a:pt x="113269" y="120000"/>
                    <a:pt x="120000" y="92830"/>
                    <a:pt x="120000" y="59622"/>
                  </a:cubicBezTo>
                  <a:cubicBezTo>
                    <a:pt x="120000" y="26415"/>
                    <a:pt x="113269" y="0"/>
                    <a:pt x="104807" y="0"/>
                  </a:cubicBezTo>
                  <a:cubicBezTo>
                    <a:pt x="15192" y="0"/>
                    <a:pt x="15192" y="0"/>
                    <a:pt x="15192" y="0"/>
                  </a:cubicBezTo>
                  <a:cubicBezTo>
                    <a:pt x="6730" y="0"/>
                    <a:pt x="0" y="26415"/>
                    <a:pt x="0" y="59622"/>
                  </a:cubicBezTo>
                  <a:cubicBezTo>
                    <a:pt x="0" y="92830"/>
                    <a:pt x="6730" y="120000"/>
                    <a:pt x="15192" y="120000"/>
                  </a:cubicBezTo>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60" name="Google Shape;524;p14">
              <a:extLst>
                <a:ext uri="{FF2B5EF4-FFF2-40B4-BE49-F238E27FC236}">
                  <a16:creationId xmlns:a16="http://schemas.microsoft.com/office/drawing/2014/main" id="{25A88563-AB5D-C176-5FE9-0015D978D18C}"/>
                </a:ext>
              </a:extLst>
            </p:cNvPr>
            <p:cNvSpPr/>
            <p:nvPr/>
          </p:nvSpPr>
          <p:spPr>
            <a:xfrm>
              <a:off x="5946775" y="4468571"/>
              <a:ext cx="1096961" cy="1658938"/>
            </a:xfrm>
            <a:custGeom>
              <a:avLst/>
              <a:gdLst/>
              <a:ahLst/>
              <a:cxnLst/>
              <a:rect l="0" t="0" r="0" b="0"/>
              <a:pathLst>
                <a:path w="120000" h="120000" extrusionOk="0">
                  <a:moveTo>
                    <a:pt x="0" y="60000"/>
                  </a:moveTo>
                  <a:cubicBezTo>
                    <a:pt x="0" y="65609"/>
                    <a:pt x="3323" y="70487"/>
                    <a:pt x="8861" y="74146"/>
                  </a:cubicBezTo>
                  <a:cubicBezTo>
                    <a:pt x="9230" y="74146"/>
                    <a:pt x="9230" y="74146"/>
                    <a:pt x="9230" y="74146"/>
                  </a:cubicBezTo>
                  <a:cubicBezTo>
                    <a:pt x="67200" y="112439"/>
                    <a:pt x="67200" y="112439"/>
                    <a:pt x="67200" y="112439"/>
                  </a:cubicBezTo>
                  <a:cubicBezTo>
                    <a:pt x="78646" y="120000"/>
                    <a:pt x="97107" y="120000"/>
                    <a:pt x="108553" y="112439"/>
                  </a:cubicBezTo>
                  <a:cubicBezTo>
                    <a:pt x="120000" y="104878"/>
                    <a:pt x="120000" y="92682"/>
                    <a:pt x="108553" y="85121"/>
                  </a:cubicBezTo>
                  <a:cubicBezTo>
                    <a:pt x="70523" y="60000"/>
                    <a:pt x="70523" y="60000"/>
                    <a:pt x="70523" y="60000"/>
                  </a:cubicBezTo>
                  <a:cubicBezTo>
                    <a:pt x="108553" y="35121"/>
                    <a:pt x="108553" y="35121"/>
                    <a:pt x="108553" y="35121"/>
                  </a:cubicBezTo>
                  <a:cubicBezTo>
                    <a:pt x="120000" y="27560"/>
                    <a:pt x="120000" y="15121"/>
                    <a:pt x="108553" y="7560"/>
                  </a:cubicBezTo>
                  <a:cubicBezTo>
                    <a:pt x="97107" y="0"/>
                    <a:pt x="78646" y="0"/>
                    <a:pt x="67200" y="7560"/>
                  </a:cubicBezTo>
                  <a:cubicBezTo>
                    <a:pt x="9230" y="45853"/>
                    <a:pt x="9230" y="45853"/>
                    <a:pt x="9230" y="45853"/>
                  </a:cubicBezTo>
                  <a:cubicBezTo>
                    <a:pt x="8861" y="45853"/>
                    <a:pt x="8861" y="45853"/>
                    <a:pt x="8861" y="45853"/>
                  </a:cubicBezTo>
                  <a:cubicBezTo>
                    <a:pt x="3323" y="49512"/>
                    <a:pt x="0" y="54390"/>
                    <a:pt x="0" y="60000"/>
                  </a:cubicBezTo>
                </a:path>
              </a:pathLst>
            </a:custGeom>
            <a:solidFill>
              <a:schemeClr val="accent4"/>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61" name="Google Shape;525;p14">
              <a:extLst>
                <a:ext uri="{FF2B5EF4-FFF2-40B4-BE49-F238E27FC236}">
                  <a16:creationId xmlns:a16="http://schemas.microsoft.com/office/drawing/2014/main" id="{81790B8F-AA52-D0C3-4D19-4618908ED583}"/>
                </a:ext>
              </a:extLst>
            </p:cNvPr>
            <p:cNvSpPr>
              <a:spLocks/>
            </p:cNvSpPr>
            <p:nvPr/>
          </p:nvSpPr>
          <p:spPr bwMode="auto">
            <a:xfrm>
              <a:off x="5946775" y="5032134"/>
              <a:ext cx="644525" cy="534987"/>
            </a:xfrm>
            <a:custGeom>
              <a:avLst/>
              <a:gdLst>
                <a:gd name="T0" fmla="*/ 0 w 120000"/>
                <a:gd name="T1" fmla="*/ 0 h 120000"/>
                <a:gd name="T2" fmla="*/ 120000 w 120000"/>
                <a:gd name="T3" fmla="*/ 120000 h 120000"/>
              </a:gdLst>
              <a:ahLst/>
              <a:cxnLst>
                <a:cxn ang="0">
                  <a:pos x="15706" y="15849"/>
                </a:cxn>
                <a:cxn ang="0">
                  <a:pos x="15706" y="15849"/>
                </a:cxn>
                <a:cxn ang="0">
                  <a:pos x="2513" y="40754"/>
                </a:cxn>
                <a:cxn ang="0">
                  <a:pos x="2513" y="40754"/>
                </a:cxn>
                <a:cxn ang="0">
                  <a:pos x="2513" y="40754"/>
                </a:cxn>
                <a:cxn ang="0">
                  <a:pos x="2513" y="40754"/>
                </a:cxn>
                <a:cxn ang="0">
                  <a:pos x="2513" y="40754"/>
                </a:cxn>
                <a:cxn ang="0">
                  <a:pos x="1884" y="41509"/>
                </a:cxn>
                <a:cxn ang="0">
                  <a:pos x="1884" y="41509"/>
                </a:cxn>
                <a:cxn ang="0">
                  <a:pos x="1884" y="41509"/>
                </a:cxn>
                <a:cxn ang="0">
                  <a:pos x="1884" y="41509"/>
                </a:cxn>
                <a:cxn ang="0">
                  <a:pos x="0" y="55849"/>
                </a:cxn>
                <a:cxn ang="0">
                  <a:pos x="0" y="55849"/>
                </a:cxn>
                <a:cxn ang="0">
                  <a:pos x="0" y="56603"/>
                </a:cxn>
                <a:cxn ang="0">
                  <a:pos x="0" y="56603"/>
                </a:cxn>
                <a:cxn ang="0">
                  <a:pos x="0" y="56603"/>
                </a:cxn>
                <a:cxn ang="0">
                  <a:pos x="0" y="56603"/>
                </a:cxn>
                <a:cxn ang="0">
                  <a:pos x="0" y="57358"/>
                </a:cxn>
                <a:cxn ang="0">
                  <a:pos x="0" y="57358"/>
                </a:cxn>
                <a:cxn ang="0">
                  <a:pos x="0" y="57358"/>
                </a:cxn>
                <a:cxn ang="0">
                  <a:pos x="0" y="57358"/>
                </a:cxn>
                <a:cxn ang="0">
                  <a:pos x="0" y="58113"/>
                </a:cxn>
                <a:cxn ang="0">
                  <a:pos x="0" y="58113"/>
                </a:cxn>
                <a:cxn ang="0">
                  <a:pos x="0" y="58113"/>
                </a:cxn>
                <a:cxn ang="0">
                  <a:pos x="0" y="58113"/>
                </a:cxn>
                <a:cxn ang="0">
                  <a:pos x="0" y="58867"/>
                </a:cxn>
                <a:cxn ang="0">
                  <a:pos x="0" y="58867"/>
                </a:cxn>
                <a:cxn ang="0">
                  <a:pos x="0" y="58867"/>
                </a:cxn>
                <a:cxn ang="0">
                  <a:pos x="0" y="58867"/>
                </a:cxn>
                <a:cxn ang="0">
                  <a:pos x="0" y="59622"/>
                </a:cxn>
                <a:cxn ang="0">
                  <a:pos x="0" y="59622"/>
                </a:cxn>
                <a:cxn ang="0">
                  <a:pos x="15078" y="103396"/>
                </a:cxn>
                <a:cxn ang="0">
                  <a:pos x="15706" y="103396"/>
                </a:cxn>
                <a:cxn ang="0">
                  <a:pos x="49633" y="120000"/>
                </a:cxn>
                <a:cxn ang="0">
                  <a:pos x="49633" y="120000"/>
                </a:cxn>
                <a:cxn ang="0">
                  <a:pos x="81047" y="106415"/>
                </a:cxn>
                <a:cxn ang="0">
                  <a:pos x="102408" y="80754"/>
                </a:cxn>
                <a:cxn ang="0">
                  <a:pos x="88586" y="21886"/>
                </a:cxn>
                <a:cxn ang="0">
                  <a:pos x="80418" y="12075"/>
                </a:cxn>
              </a:cxnLst>
              <a:rect l="T0" t="T1" r="T2" b="T3"/>
              <a:pathLst>
                <a:path w="120000" h="120000" extrusionOk="0">
                  <a:moveTo>
                    <a:pt x="49633" y="0"/>
                  </a:moveTo>
                  <a:cubicBezTo>
                    <a:pt x="36439" y="0"/>
                    <a:pt x="24502" y="6037"/>
                    <a:pt x="15706" y="15849"/>
                  </a:cubicBezTo>
                  <a:cubicBezTo>
                    <a:pt x="15706" y="15849"/>
                    <a:pt x="15706" y="15849"/>
                    <a:pt x="15706" y="15849"/>
                  </a:cubicBezTo>
                  <a:cubicBezTo>
                    <a:pt x="15706" y="15849"/>
                    <a:pt x="15706" y="15849"/>
                    <a:pt x="15706" y="15849"/>
                  </a:cubicBezTo>
                  <a:cubicBezTo>
                    <a:pt x="15078" y="15849"/>
                    <a:pt x="15078" y="15849"/>
                    <a:pt x="15078" y="15849"/>
                  </a:cubicBezTo>
                  <a:cubicBezTo>
                    <a:pt x="9424" y="22641"/>
                    <a:pt x="5026" y="30943"/>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1509"/>
                  </a:cubicBezTo>
                  <a:cubicBezTo>
                    <a:pt x="2513" y="41509"/>
                    <a:pt x="2513"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628" y="46037"/>
                    <a:pt x="0" y="51320"/>
                    <a:pt x="0" y="55849"/>
                  </a:cubicBezTo>
                  <a:cubicBezTo>
                    <a:pt x="0" y="55849"/>
                    <a:pt x="0" y="55849"/>
                    <a:pt x="0" y="55849"/>
                  </a:cubicBezTo>
                  <a:cubicBezTo>
                    <a:pt x="0" y="55849"/>
                    <a:pt x="0" y="55849"/>
                    <a:pt x="0" y="55849"/>
                  </a:cubicBezTo>
                  <a:cubicBezTo>
                    <a:pt x="0" y="55849"/>
                    <a:pt x="0" y="55849"/>
                    <a:pt x="0" y="55849"/>
                  </a:cubicBezTo>
                  <a:cubicBezTo>
                    <a:pt x="0" y="55849"/>
                    <a:pt x="0" y="55849"/>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9622"/>
                    <a:pt x="0" y="59622"/>
                    <a:pt x="0" y="59622"/>
                  </a:cubicBezTo>
                  <a:cubicBezTo>
                    <a:pt x="0" y="59622"/>
                    <a:pt x="0" y="59622"/>
                    <a:pt x="0" y="59622"/>
                  </a:cubicBezTo>
                  <a:cubicBezTo>
                    <a:pt x="0" y="59622"/>
                    <a:pt x="0" y="59622"/>
                    <a:pt x="0" y="59622"/>
                  </a:cubicBezTo>
                  <a:cubicBezTo>
                    <a:pt x="0" y="59622"/>
                    <a:pt x="0" y="59622"/>
                    <a:pt x="0" y="59622"/>
                  </a:cubicBezTo>
                  <a:cubicBezTo>
                    <a:pt x="0" y="67169"/>
                    <a:pt x="628" y="74716"/>
                    <a:pt x="3141" y="80754"/>
                  </a:cubicBezTo>
                  <a:cubicBezTo>
                    <a:pt x="5654" y="89811"/>
                    <a:pt x="10052" y="97358"/>
                    <a:pt x="15078" y="103396"/>
                  </a:cubicBezTo>
                  <a:cubicBezTo>
                    <a:pt x="15706" y="103396"/>
                    <a:pt x="15706" y="103396"/>
                    <a:pt x="15706" y="103396"/>
                  </a:cubicBezTo>
                  <a:cubicBezTo>
                    <a:pt x="15706" y="103396"/>
                    <a:pt x="15706" y="103396"/>
                    <a:pt x="15706" y="103396"/>
                  </a:cubicBezTo>
                  <a:cubicBezTo>
                    <a:pt x="15706" y="103396"/>
                    <a:pt x="15706" y="103396"/>
                    <a:pt x="15706" y="103396"/>
                  </a:cubicBezTo>
                  <a:cubicBezTo>
                    <a:pt x="24502" y="113207"/>
                    <a:pt x="36439" y="120000"/>
                    <a:pt x="49633" y="120000"/>
                  </a:cubicBezTo>
                  <a:cubicBezTo>
                    <a:pt x="49633" y="120000"/>
                    <a:pt x="49633" y="120000"/>
                    <a:pt x="49633" y="120000"/>
                  </a:cubicBezTo>
                  <a:cubicBezTo>
                    <a:pt x="49633" y="120000"/>
                    <a:pt x="49633" y="120000"/>
                    <a:pt x="49633" y="120000"/>
                  </a:cubicBezTo>
                  <a:cubicBezTo>
                    <a:pt x="59057" y="120000"/>
                    <a:pt x="67225" y="116981"/>
                    <a:pt x="74764" y="111698"/>
                  </a:cubicBezTo>
                  <a:cubicBezTo>
                    <a:pt x="77277" y="110188"/>
                    <a:pt x="79162" y="107924"/>
                    <a:pt x="81047" y="106415"/>
                  </a:cubicBezTo>
                  <a:cubicBezTo>
                    <a:pt x="88586" y="97358"/>
                    <a:pt x="88586" y="97358"/>
                    <a:pt x="88586" y="97358"/>
                  </a:cubicBezTo>
                  <a:cubicBezTo>
                    <a:pt x="102408" y="80754"/>
                    <a:pt x="102408" y="80754"/>
                    <a:pt x="102408" y="80754"/>
                  </a:cubicBezTo>
                  <a:cubicBezTo>
                    <a:pt x="120000" y="59622"/>
                    <a:pt x="120000" y="59622"/>
                    <a:pt x="120000" y="59622"/>
                  </a:cubicBezTo>
                  <a:cubicBezTo>
                    <a:pt x="88586" y="21886"/>
                    <a:pt x="88586" y="21886"/>
                    <a:pt x="88586" y="21886"/>
                  </a:cubicBezTo>
                  <a:cubicBezTo>
                    <a:pt x="81047" y="12830"/>
                    <a:pt x="81047" y="12830"/>
                    <a:pt x="81047" y="12830"/>
                  </a:cubicBezTo>
                  <a:cubicBezTo>
                    <a:pt x="81047" y="12830"/>
                    <a:pt x="80418" y="12830"/>
                    <a:pt x="80418" y="12075"/>
                  </a:cubicBezTo>
                  <a:cubicBezTo>
                    <a:pt x="71623" y="4528"/>
                    <a:pt x="60942" y="0"/>
                    <a:pt x="49633" y="0"/>
                  </a:cubicBezTo>
                </a:path>
              </a:pathLst>
            </a:custGeom>
            <a:solidFill>
              <a:srgbClr val="222A35"/>
            </a:solidFill>
            <a:ln w="9525">
              <a:noFill/>
              <a:round/>
              <a:headEnd/>
              <a:tailEnd/>
            </a:ln>
          </p:spPr>
          <p:txBody>
            <a:bodyPr lIns="91425" tIns="45700" rIns="91425" bIns="45700"/>
            <a:lstStyle/>
            <a:p>
              <a:pPr>
                <a:defRPr/>
              </a:pPr>
              <a:endParaRPr lang="en-US"/>
            </a:p>
          </p:txBody>
        </p:sp>
        <p:sp>
          <p:nvSpPr>
            <p:cNvPr id="62" name="Google Shape;526;p14">
              <a:extLst>
                <a:ext uri="{FF2B5EF4-FFF2-40B4-BE49-F238E27FC236}">
                  <a16:creationId xmlns:a16="http://schemas.microsoft.com/office/drawing/2014/main" id="{EE340AEB-9ECA-3029-68BC-286A8FDC3F91}"/>
                </a:ext>
              </a:extLst>
            </p:cNvPr>
            <p:cNvSpPr>
              <a:spLocks/>
            </p:cNvSpPr>
            <p:nvPr/>
          </p:nvSpPr>
          <p:spPr bwMode="auto">
            <a:xfrm>
              <a:off x="6213475" y="5032134"/>
              <a:ext cx="647700" cy="266700"/>
            </a:xfrm>
            <a:custGeom>
              <a:avLst/>
              <a:gdLst>
                <a:gd name="T0" fmla="*/ 0 w 120000"/>
                <a:gd name="T1" fmla="*/ 0 h 120000"/>
                <a:gd name="T2" fmla="*/ 120000 w 120000"/>
                <a:gd name="T3" fmla="*/ 120000 h 120000"/>
              </a:gdLst>
              <a:ahLst/>
              <a:cxnLst>
                <a:cxn ang="0">
                  <a:pos x="0" y="0"/>
                </a:cxn>
                <a:cxn ang="0">
                  <a:pos x="30625" y="24303"/>
                </a:cxn>
                <a:cxn ang="0">
                  <a:pos x="31250" y="27341"/>
                </a:cxn>
                <a:cxn ang="0">
                  <a:pos x="38750" y="44050"/>
                </a:cxn>
                <a:cxn ang="0">
                  <a:pos x="70000" y="120000"/>
                </a:cxn>
                <a:cxn ang="0">
                  <a:pos x="70000" y="120000"/>
                </a:cxn>
                <a:cxn ang="0">
                  <a:pos x="70000" y="120000"/>
                </a:cxn>
                <a:cxn ang="0">
                  <a:pos x="120000" y="0"/>
                </a:cxn>
                <a:cxn ang="0">
                  <a:pos x="0" y="0"/>
                </a:cxn>
              </a:cxnLst>
              <a:rect l="T0" t="T1" r="T2" b="T3"/>
              <a:pathLst>
                <a:path w="120000" h="120000" extrusionOk="0">
                  <a:moveTo>
                    <a:pt x="0" y="0"/>
                  </a:moveTo>
                  <a:cubicBezTo>
                    <a:pt x="11250" y="0"/>
                    <a:pt x="21875" y="9113"/>
                    <a:pt x="30625" y="24303"/>
                  </a:cubicBezTo>
                  <a:cubicBezTo>
                    <a:pt x="30625" y="25822"/>
                    <a:pt x="31250" y="25822"/>
                    <a:pt x="31250" y="27341"/>
                  </a:cubicBezTo>
                  <a:cubicBezTo>
                    <a:pt x="38750" y="44050"/>
                    <a:pt x="38750" y="44050"/>
                    <a:pt x="38750" y="44050"/>
                  </a:cubicBezTo>
                  <a:cubicBezTo>
                    <a:pt x="70000" y="120000"/>
                    <a:pt x="70000" y="120000"/>
                    <a:pt x="70000" y="120000"/>
                  </a:cubicBezTo>
                  <a:cubicBezTo>
                    <a:pt x="70000" y="120000"/>
                    <a:pt x="70000" y="120000"/>
                    <a:pt x="70000" y="120000"/>
                  </a:cubicBezTo>
                  <a:cubicBezTo>
                    <a:pt x="70000" y="120000"/>
                    <a:pt x="70000" y="120000"/>
                    <a:pt x="70000" y="120000"/>
                  </a:cubicBezTo>
                  <a:cubicBezTo>
                    <a:pt x="120000" y="0"/>
                    <a:pt x="120000" y="0"/>
                    <a:pt x="120000" y="0"/>
                  </a:cubicBezTo>
                  <a:cubicBezTo>
                    <a:pt x="0" y="0"/>
                    <a:pt x="0" y="0"/>
                    <a:pt x="0" y="0"/>
                  </a:cubicBezTo>
                </a:path>
              </a:pathLst>
            </a:custGeom>
            <a:solidFill>
              <a:srgbClr val="323F4F"/>
            </a:solidFill>
            <a:ln w="9525">
              <a:noFill/>
              <a:round/>
              <a:headEnd/>
              <a:tailEnd/>
            </a:ln>
          </p:spPr>
          <p:txBody>
            <a:bodyPr lIns="91425" tIns="45700" rIns="91425" bIns="45700"/>
            <a:lstStyle/>
            <a:p>
              <a:pPr>
                <a:defRPr/>
              </a:pPr>
              <a:endParaRPr lang="en-US"/>
            </a:p>
          </p:txBody>
        </p:sp>
        <p:sp>
          <p:nvSpPr>
            <p:cNvPr id="63" name="Google Shape;527;p14">
              <a:extLst>
                <a:ext uri="{FF2B5EF4-FFF2-40B4-BE49-F238E27FC236}">
                  <a16:creationId xmlns:a16="http://schemas.microsoft.com/office/drawing/2014/main" id="{C3659871-3364-D94A-B96B-53CA7CE074E0}"/>
                </a:ext>
              </a:extLst>
            </p:cNvPr>
            <p:cNvSpPr>
              <a:spLocks/>
            </p:cNvSpPr>
            <p:nvPr/>
          </p:nvSpPr>
          <p:spPr bwMode="auto">
            <a:xfrm>
              <a:off x="6213475" y="5298834"/>
              <a:ext cx="647700" cy="268287"/>
            </a:xfrm>
            <a:custGeom>
              <a:avLst/>
              <a:gdLst>
                <a:gd name="T0" fmla="*/ 0 w 120000"/>
                <a:gd name="T1" fmla="*/ 0 h 120000"/>
                <a:gd name="T2" fmla="*/ 120000 w 120000"/>
                <a:gd name="T3" fmla="*/ 120000 h 120000"/>
              </a:gdLst>
              <a:ahLst/>
              <a:cxnLst>
                <a:cxn ang="0">
                  <a:pos x="70000" y="0"/>
                </a:cxn>
                <a:cxn ang="0">
                  <a:pos x="52500" y="42000"/>
                </a:cxn>
                <a:cxn ang="0">
                  <a:pos x="38750" y="75000"/>
                </a:cxn>
                <a:cxn ang="0">
                  <a:pos x="31250" y="93000"/>
                </a:cxn>
                <a:cxn ang="0">
                  <a:pos x="25000" y="103500"/>
                </a:cxn>
                <a:cxn ang="0">
                  <a:pos x="0" y="120000"/>
                </a:cxn>
                <a:cxn ang="0">
                  <a:pos x="0" y="120000"/>
                </a:cxn>
                <a:cxn ang="0">
                  <a:pos x="120000" y="120000"/>
                </a:cxn>
                <a:cxn ang="0">
                  <a:pos x="70000" y="0"/>
                </a:cxn>
              </a:cxnLst>
              <a:rect l="T0" t="T1" r="T2" b="T3"/>
              <a:pathLst>
                <a:path w="120000" h="120000" extrusionOk="0">
                  <a:moveTo>
                    <a:pt x="70000" y="0"/>
                  </a:moveTo>
                  <a:cubicBezTo>
                    <a:pt x="52500" y="42000"/>
                    <a:pt x="52500" y="42000"/>
                    <a:pt x="52500" y="42000"/>
                  </a:cubicBezTo>
                  <a:cubicBezTo>
                    <a:pt x="38750" y="75000"/>
                    <a:pt x="38750" y="75000"/>
                    <a:pt x="38750" y="75000"/>
                  </a:cubicBezTo>
                  <a:cubicBezTo>
                    <a:pt x="31250" y="93000"/>
                    <a:pt x="31250" y="93000"/>
                    <a:pt x="31250" y="93000"/>
                  </a:cubicBezTo>
                  <a:cubicBezTo>
                    <a:pt x="29375" y="96000"/>
                    <a:pt x="27500" y="100500"/>
                    <a:pt x="25000" y="103500"/>
                  </a:cubicBezTo>
                  <a:cubicBezTo>
                    <a:pt x="17500" y="114000"/>
                    <a:pt x="9375" y="120000"/>
                    <a:pt x="0" y="120000"/>
                  </a:cubicBezTo>
                  <a:cubicBezTo>
                    <a:pt x="0" y="120000"/>
                    <a:pt x="0" y="120000"/>
                    <a:pt x="0" y="120000"/>
                  </a:cubicBezTo>
                  <a:cubicBezTo>
                    <a:pt x="120000" y="120000"/>
                    <a:pt x="120000" y="120000"/>
                    <a:pt x="120000" y="120000"/>
                  </a:cubicBezTo>
                  <a:cubicBezTo>
                    <a:pt x="70000" y="0"/>
                    <a:pt x="70000" y="0"/>
                    <a:pt x="70000" y="0"/>
                  </a:cubicBezTo>
                </a:path>
              </a:pathLst>
            </a:custGeom>
            <a:solidFill>
              <a:srgbClr val="323F4F"/>
            </a:solidFill>
            <a:ln w="9525">
              <a:noFill/>
              <a:round/>
              <a:headEnd/>
              <a:tailEnd/>
            </a:ln>
          </p:spPr>
          <p:txBody>
            <a:bodyPr lIns="91425" tIns="45700" rIns="91425" bIns="45700"/>
            <a:lstStyle/>
            <a:p>
              <a:pPr>
                <a:defRPr/>
              </a:pPr>
              <a:endParaRPr lang="en-US"/>
            </a:p>
          </p:txBody>
        </p:sp>
      </p:grpSp>
      <p:grpSp>
        <p:nvGrpSpPr>
          <p:cNvPr id="448" name="Google Shape;528;p14">
            <a:extLst>
              <a:ext uri="{FF2B5EF4-FFF2-40B4-BE49-F238E27FC236}">
                <a16:creationId xmlns:a16="http://schemas.microsoft.com/office/drawing/2014/main" id="{BBDBADD9-8672-EBFF-D6FF-57E1B4ED9F42}"/>
              </a:ext>
            </a:extLst>
          </p:cNvPr>
          <p:cNvGrpSpPr>
            <a:grpSpLocks/>
          </p:cNvGrpSpPr>
          <p:nvPr/>
        </p:nvGrpSpPr>
        <p:grpSpPr bwMode="auto">
          <a:xfrm>
            <a:off x="7180263" y="4794250"/>
            <a:ext cx="2105025" cy="1658938"/>
            <a:chOff x="4146550" y="1468196"/>
            <a:chExt cx="2105024" cy="1658938"/>
          </a:xfrm>
        </p:grpSpPr>
        <p:sp>
          <p:nvSpPr>
            <p:cNvPr id="449" name="Google Shape;529;p14">
              <a:extLst>
                <a:ext uri="{FF2B5EF4-FFF2-40B4-BE49-F238E27FC236}">
                  <a16:creationId xmlns:a16="http://schemas.microsoft.com/office/drawing/2014/main" id="{35113142-8FB9-9140-3DB6-BB1FF4DE9E5C}"/>
                </a:ext>
              </a:extLst>
            </p:cNvPr>
            <p:cNvSpPr>
              <a:spLocks/>
            </p:cNvSpPr>
            <p:nvPr/>
          </p:nvSpPr>
          <p:spPr bwMode="auto">
            <a:xfrm>
              <a:off x="4146550" y="2031759"/>
              <a:ext cx="2105024" cy="531812"/>
            </a:xfrm>
            <a:custGeom>
              <a:avLst/>
              <a:gdLst>
                <a:gd name="T0" fmla="*/ 0 w 120000"/>
                <a:gd name="T1" fmla="*/ 0 h 120000"/>
                <a:gd name="T2" fmla="*/ 120000 w 120000"/>
                <a:gd name="T3" fmla="*/ 120000 h 120000"/>
              </a:gdLst>
              <a:ahLst/>
              <a:cxnLst>
                <a:cxn ang="0">
                  <a:pos x="104807" y="120000"/>
                </a:cxn>
                <a:cxn ang="0">
                  <a:pos x="15192" y="120000"/>
                </a:cxn>
                <a:cxn ang="0">
                  <a:pos x="0" y="60000"/>
                </a:cxn>
                <a:cxn ang="0">
                  <a:pos x="15192" y="0"/>
                </a:cxn>
                <a:cxn ang="0">
                  <a:pos x="104807" y="0"/>
                </a:cxn>
                <a:cxn ang="0">
                  <a:pos x="120000" y="60000"/>
                </a:cxn>
                <a:cxn ang="0">
                  <a:pos x="104807" y="120000"/>
                </a:cxn>
              </a:cxnLst>
              <a:rect l="T0" t="T1" r="T2" b="T3"/>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w="9525">
              <a:noFill/>
              <a:round/>
              <a:headEnd/>
              <a:tailEnd/>
            </a:ln>
          </p:spPr>
          <p:txBody>
            <a:bodyPr lIns="91425" tIns="45700" rIns="91425" bIns="45700"/>
            <a:lstStyle/>
            <a:p>
              <a:pPr>
                <a:defRPr/>
              </a:pPr>
              <a:endParaRPr lang="en-US"/>
            </a:p>
          </p:txBody>
        </p:sp>
        <p:sp>
          <p:nvSpPr>
            <p:cNvPr id="450" name="Google Shape;530;p14">
              <a:extLst>
                <a:ext uri="{FF2B5EF4-FFF2-40B4-BE49-F238E27FC236}">
                  <a16:creationId xmlns:a16="http://schemas.microsoft.com/office/drawing/2014/main" id="{6027B5B7-2A64-6877-EE3F-6E3548983FD2}"/>
                </a:ext>
              </a:extLst>
            </p:cNvPr>
            <p:cNvSpPr>
              <a:spLocks/>
            </p:cNvSpPr>
            <p:nvPr/>
          </p:nvSpPr>
          <p:spPr bwMode="auto">
            <a:xfrm>
              <a:off x="5154612" y="1468196"/>
              <a:ext cx="1096962" cy="1658938"/>
            </a:xfrm>
            <a:custGeom>
              <a:avLst/>
              <a:gdLst>
                <a:gd name="T0" fmla="*/ 0 w 120000"/>
                <a:gd name="T1" fmla="*/ 0 h 120000"/>
                <a:gd name="T2" fmla="*/ 120000 w 120000"/>
                <a:gd name="T3" fmla="*/ 120000 h 120000"/>
              </a:gdLst>
              <a:ahLst/>
              <a:cxnLst>
                <a:cxn ang="0">
                  <a:pos x="120000" y="60000"/>
                </a:cxn>
                <a:cxn ang="0">
                  <a:pos x="111138" y="74146"/>
                </a:cxn>
                <a:cxn ang="0">
                  <a:pos x="110769" y="74146"/>
                </a:cxn>
                <a:cxn ang="0">
                  <a:pos x="52800" y="112439"/>
                </a:cxn>
                <a:cxn ang="0">
                  <a:pos x="11446" y="112439"/>
                </a:cxn>
                <a:cxn ang="0">
                  <a:pos x="11446" y="85121"/>
                </a:cxn>
                <a:cxn ang="0">
                  <a:pos x="49476" y="60000"/>
                </a:cxn>
                <a:cxn ang="0">
                  <a:pos x="11446" y="35121"/>
                </a:cxn>
                <a:cxn ang="0">
                  <a:pos x="11446" y="7560"/>
                </a:cxn>
                <a:cxn ang="0">
                  <a:pos x="52800" y="7560"/>
                </a:cxn>
                <a:cxn ang="0">
                  <a:pos x="110769" y="45853"/>
                </a:cxn>
                <a:cxn ang="0">
                  <a:pos x="111138" y="45853"/>
                </a:cxn>
                <a:cxn ang="0">
                  <a:pos x="120000" y="60000"/>
                </a:cxn>
              </a:cxnLst>
              <a:rect l="T0" t="T1" r="T2" b="T3"/>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w="9525">
              <a:noFill/>
              <a:round/>
              <a:headEnd/>
              <a:tailEnd/>
            </a:ln>
          </p:spPr>
          <p:txBody>
            <a:bodyPr lIns="91425" tIns="45700" rIns="91425" bIns="45700"/>
            <a:lstStyle/>
            <a:p>
              <a:pPr>
                <a:defRPr/>
              </a:pPr>
              <a:endParaRPr lang="en-US"/>
            </a:p>
          </p:txBody>
        </p:sp>
        <p:sp>
          <p:nvSpPr>
            <p:cNvPr id="451" name="Google Shape;531;p14">
              <a:extLst>
                <a:ext uri="{FF2B5EF4-FFF2-40B4-BE49-F238E27FC236}">
                  <a16:creationId xmlns:a16="http://schemas.microsoft.com/office/drawing/2014/main" id="{C569FD40-AB76-72C9-780F-4631597760DE}"/>
                </a:ext>
              </a:extLst>
            </p:cNvPr>
            <p:cNvSpPr>
              <a:spLocks/>
            </p:cNvSpPr>
            <p:nvPr/>
          </p:nvSpPr>
          <p:spPr bwMode="auto">
            <a:xfrm>
              <a:off x="5607049" y="2031759"/>
              <a:ext cx="644525" cy="531812"/>
            </a:xfrm>
            <a:custGeom>
              <a:avLst/>
              <a:gdLst>
                <a:gd name="T0" fmla="*/ 0 w 120000"/>
                <a:gd name="T1" fmla="*/ 0 h 120000"/>
                <a:gd name="T2" fmla="*/ 120000 w 120000"/>
                <a:gd name="T3" fmla="*/ 120000 h 120000"/>
              </a:gdLst>
              <a:ahLst/>
              <a:cxnLst>
                <a:cxn ang="0">
                  <a:pos x="39581" y="12151"/>
                </a:cxn>
                <a:cxn ang="0">
                  <a:pos x="31413" y="22025"/>
                </a:cxn>
                <a:cxn ang="0">
                  <a:pos x="18219" y="81265"/>
                </a:cxn>
                <a:cxn ang="0">
                  <a:pos x="38952" y="107088"/>
                </a:cxn>
                <a:cxn ang="0">
                  <a:pos x="70366" y="120000"/>
                </a:cxn>
                <a:cxn ang="0">
                  <a:pos x="70366" y="120000"/>
                </a:cxn>
                <a:cxn ang="0">
                  <a:pos x="104293" y="104050"/>
                </a:cxn>
                <a:cxn ang="0">
                  <a:pos x="104921" y="104050"/>
                </a:cxn>
                <a:cxn ang="0">
                  <a:pos x="120000" y="60000"/>
                </a:cxn>
                <a:cxn ang="0">
                  <a:pos x="120000" y="60000"/>
                </a:cxn>
                <a:cxn ang="0">
                  <a:pos x="120000" y="59240"/>
                </a:cxn>
                <a:cxn ang="0">
                  <a:pos x="120000" y="59240"/>
                </a:cxn>
                <a:cxn ang="0">
                  <a:pos x="120000" y="59240"/>
                </a:cxn>
                <a:cxn ang="0">
                  <a:pos x="120000" y="59240"/>
                </a:cxn>
                <a:cxn ang="0">
                  <a:pos x="120000" y="58481"/>
                </a:cxn>
                <a:cxn ang="0">
                  <a:pos x="120000" y="58481"/>
                </a:cxn>
                <a:cxn ang="0">
                  <a:pos x="120000" y="58481"/>
                </a:cxn>
                <a:cxn ang="0">
                  <a:pos x="120000" y="58481"/>
                </a:cxn>
                <a:cxn ang="0">
                  <a:pos x="120000" y="57721"/>
                </a:cxn>
                <a:cxn ang="0">
                  <a:pos x="120000" y="57721"/>
                </a:cxn>
                <a:cxn ang="0">
                  <a:pos x="120000" y="57721"/>
                </a:cxn>
                <a:cxn ang="0">
                  <a:pos x="120000" y="57721"/>
                </a:cxn>
                <a:cxn ang="0">
                  <a:pos x="120000" y="56962"/>
                </a:cxn>
                <a:cxn ang="0">
                  <a:pos x="120000" y="56962"/>
                </a:cxn>
                <a:cxn ang="0">
                  <a:pos x="120000" y="56962"/>
                </a:cxn>
                <a:cxn ang="0">
                  <a:pos x="120000" y="56202"/>
                </a:cxn>
                <a:cxn ang="0">
                  <a:pos x="120000" y="56202"/>
                </a:cxn>
                <a:cxn ang="0">
                  <a:pos x="120000" y="56202"/>
                </a:cxn>
                <a:cxn ang="0">
                  <a:pos x="120000" y="56202"/>
                </a:cxn>
                <a:cxn ang="0">
                  <a:pos x="120000" y="55443"/>
                </a:cxn>
                <a:cxn ang="0">
                  <a:pos x="118743" y="45569"/>
                </a:cxn>
                <a:cxn ang="0">
                  <a:pos x="118743" y="44810"/>
                </a:cxn>
                <a:cxn ang="0">
                  <a:pos x="118743" y="44810"/>
                </a:cxn>
                <a:cxn ang="0">
                  <a:pos x="118743" y="44810"/>
                </a:cxn>
                <a:cxn ang="0">
                  <a:pos x="118743" y="44810"/>
                </a:cxn>
                <a:cxn ang="0">
                  <a:pos x="118743" y="44050"/>
                </a:cxn>
                <a:cxn ang="0">
                  <a:pos x="118743" y="44050"/>
                </a:cxn>
                <a:cxn ang="0">
                  <a:pos x="118743" y="44050"/>
                </a:cxn>
                <a:cxn ang="0">
                  <a:pos x="104293" y="15949"/>
                </a:cxn>
                <a:cxn ang="0">
                  <a:pos x="104293" y="15949"/>
                </a:cxn>
              </a:cxnLst>
              <a:rect l="T0" t="T1" r="T2" b="T3"/>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w="9525">
              <a:noFill/>
              <a:round/>
              <a:headEnd/>
              <a:tailEnd/>
            </a:ln>
          </p:spPr>
          <p:txBody>
            <a:bodyPr lIns="91425" tIns="45700" rIns="91425" bIns="45700"/>
            <a:lstStyle/>
            <a:p>
              <a:pPr>
                <a:defRPr/>
              </a:pPr>
              <a:endParaRPr lang="en-US"/>
            </a:p>
          </p:txBody>
        </p:sp>
        <p:sp>
          <p:nvSpPr>
            <p:cNvPr id="452" name="Google Shape;532;p14">
              <a:extLst>
                <a:ext uri="{FF2B5EF4-FFF2-40B4-BE49-F238E27FC236}">
                  <a16:creationId xmlns:a16="http://schemas.microsoft.com/office/drawing/2014/main" id="{B5B1009D-C6CF-9622-C698-43986DD6C5F2}"/>
                </a:ext>
              </a:extLst>
            </p:cNvPr>
            <p:cNvSpPr>
              <a:spLocks/>
            </p:cNvSpPr>
            <p:nvPr/>
          </p:nvSpPr>
          <p:spPr bwMode="auto">
            <a:xfrm>
              <a:off x="5337174" y="2031759"/>
              <a:ext cx="647700" cy="265112"/>
            </a:xfrm>
            <a:custGeom>
              <a:avLst/>
              <a:gdLst>
                <a:gd name="T0" fmla="*/ 0 w 120000"/>
                <a:gd name="T1" fmla="*/ 0 h 120000"/>
                <a:gd name="T2" fmla="*/ 120000 w 120000"/>
                <a:gd name="T3" fmla="*/ 120000 h 120000"/>
              </a:gdLst>
              <a:ahLst/>
              <a:cxnLst>
                <a:cxn ang="0">
                  <a:pos x="120000" y="0"/>
                </a:cxn>
                <a:cxn ang="0">
                  <a:pos x="0" y="0"/>
                </a:cxn>
                <a:cxn ang="0">
                  <a:pos x="50000" y="120000"/>
                </a:cxn>
                <a:cxn ang="0">
                  <a:pos x="50000" y="120000"/>
                </a:cxn>
                <a:cxn ang="0">
                  <a:pos x="50000" y="120000"/>
                </a:cxn>
                <a:cxn ang="0">
                  <a:pos x="81250" y="44050"/>
                </a:cxn>
                <a:cxn ang="0">
                  <a:pos x="88750" y="27341"/>
                </a:cxn>
                <a:cxn ang="0">
                  <a:pos x="89375" y="24303"/>
                </a:cxn>
                <a:cxn ang="0">
                  <a:pos x="120000" y="0"/>
                </a:cxn>
              </a:cxnLst>
              <a:rect l="T0" t="T1" r="T2" b="T3"/>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w="9525">
              <a:noFill/>
              <a:round/>
              <a:headEnd/>
              <a:tailEnd/>
            </a:ln>
          </p:spPr>
          <p:txBody>
            <a:bodyPr lIns="91425" tIns="45700" rIns="91425" bIns="45700"/>
            <a:lstStyle/>
            <a:p>
              <a:pPr>
                <a:defRPr/>
              </a:pPr>
              <a:endParaRPr lang="en-US"/>
            </a:p>
          </p:txBody>
        </p:sp>
        <p:sp>
          <p:nvSpPr>
            <p:cNvPr id="453" name="Google Shape;533;p14">
              <a:extLst>
                <a:ext uri="{FF2B5EF4-FFF2-40B4-BE49-F238E27FC236}">
                  <a16:creationId xmlns:a16="http://schemas.microsoft.com/office/drawing/2014/main" id="{36A04956-30B6-93DD-30AF-702BAB372B1B}"/>
                </a:ext>
              </a:extLst>
            </p:cNvPr>
            <p:cNvSpPr>
              <a:spLocks/>
            </p:cNvSpPr>
            <p:nvPr/>
          </p:nvSpPr>
          <p:spPr bwMode="auto">
            <a:xfrm>
              <a:off x="5337174" y="2296871"/>
              <a:ext cx="647700" cy="266700"/>
            </a:xfrm>
            <a:custGeom>
              <a:avLst/>
              <a:gdLst>
                <a:gd name="T0" fmla="*/ 0 w 120000"/>
                <a:gd name="T1" fmla="*/ 0 h 120000"/>
                <a:gd name="T2" fmla="*/ 120000 w 120000"/>
                <a:gd name="T3" fmla="*/ 120000 h 120000"/>
              </a:gdLst>
              <a:ahLst/>
              <a:cxnLst>
                <a:cxn ang="0">
                  <a:pos x="50000" y="0"/>
                </a:cxn>
                <a:cxn ang="0">
                  <a:pos x="0" y="120000"/>
                </a:cxn>
                <a:cxn ang="0">
                  <a:pos x="120000" y="120000"/>
                </a:cxn>
                <a:cxn ang="0">
                  <a:pos x="120000" y="120000"/>
                </a:cxn>
                <a:cxn ang="0">
                  <a:pos x="95625" y="104810"/>
                </a:cxn>
                <a:cxn ang="0">
                  <a:pos x="88750" y="94177"/>
                </a:cxn>
                <a:cxn ang="0">
                  <a:pos x="81250" y="75949"/>
                </a:cxn>
                <a:cxn ang="0">
                  <a:pos x="68125" y="42531"/>
                </a:cxn>
                <a:cxn ang="0">
                  <a:pos x="50000" y="0"/>
                </a:cxn>
              </a:cxnLst>
              <a:rect l="T0" t="T1" r="T2" b="T3"/>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w="9525">
              <a:noFill/>
              <a:round/>
              <a:headEnd/>
              <a:tailEnd/>
            </a:ln>
          </p:spPr>
          <p:txBody>
            <a:bodyPr lIns="91425" tIns="45700" rIns="91425" bIns="45700"/>
            <a:lstStyle/>
            <a:p>
              <a:pPr>
                <a:defRPr/>
              </a:pPr>
              <a:endParaRPr lang="en-US"/>
            </a:p>
          </p:txBody>
        </p:sp>
      </p:grpSp>
      <p:sp>
        <p:nvSpPr>
          <p:cNvPr id="456" name="Google Shape;456;p14"/>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508" name="Google Shape;508;p14"/>
          <p:cNvSpPr txBox="1">
            <a:spLocks noGrp="1"/>
          </p:cNvSpPr>
          <p:nvPr>
            <p:ph type="body" idx="2"/>
          </p:nvPr>
        </p:nvSpPr>
        <p:spPr>
          <a:xfrm>
            <a:off x="905608" y="1249053"/>
            <a:ext cx="5190391" cy="396875"/>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09" name="Google Shape;509;p14"/>
          <p:cNvSpPr txBox="1">
            <a:spLocks noGrp="1"/>
          </p:cNvSpPr>
          <p:nvPr>
            <p:ph type="body" idx="3"/>
          </p:nvPr>
        </p:nvSpPr>
        <p:spPr>
          <a:xfrm>
            <a:off x="905609" y="1660599"/>
            <a:ext cx="5190391" cy="75745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10" name="Google Shape;510;p14"/>
          <p:cNvSpPr txBox="1">
            <a:spLocks noGrp="1"/>
          </p:cNvSpPr>
          <p:nvPr>
            <p:ph type="body" idx="4"/>
          </p:nvPr>
        </p:nvSpPr>
        <p:spPr>
          <a:xfrm>
            <a:off x="905608" y="2518553"/>
            <a:ext cx="5190391" cy="396875"/>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11" name="Google Shape;511;p14"/>
          <p:cNvSpPr txBox="1">
            <a:spLocks noGrp="1"/>
          </p:cNvSpPr>
          <p:nvPr>
            <p:ph type="body" idx="5"/>
          </p:nvPr>
        </p:nvSpPr>
        <p:spPr>
          <a:xfrm>
            <a:off x="905609" y="2930099"/>
            <a:ext cx="5190391" cy="75745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12" name="Google Shape;512;p14"/>
          <p:cNvSpPr txBox="1">
            <a:spLocks noGrp="1"/>
          </p:cNvSpPr>
          <p:nvPr>
            <p:ph type="body" idx="6"/>
          </p:nvPr>
        </p:nvSpPr>
        <p:spPr>
          <a:xfrm>
            <a:off x="905608" y="3774421"/>
            <a:ext cx="5190391" cy="396875"/>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13" name="Google Shape;513;p14"/>
          <p:cNvSpPr txBox="1">
            <a:spLocks noGrp="1"/>
          </p:cNvSpPr>
          <p:nvPr>
            <p:ph type="body" idx="7"/>
          </p:nvPr>
        </p:nvSpPr>
        <p:spPr>
          <a:xfrm>
            <a:off x="905609" y="4185967"/>
            <a:ext cx="5190391" cy="75745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14" name="Google Shape;514;p14"/>
          <p:cNvSpPr txBox="1">
            <a:spLocks noGrp="1"/>
          </p:cNvSpPr>
          <p:nvPr>
            <p:ph type="body" idx="8"/>
          </p:nvPr>
        </p:nvSpPr>
        <p:spPr>
          <a:xfrm>
            <a:off x="905608" y="5041623"/>
            <a:ext cx="5190391" cy="396875"/>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15" name="Google Shape;515;p14"/>
          <p:cNvSpPr txBox="1">
            <a:spLocks noGrp="1"/>
          </p:cNvSpPr>
          <p:nvPr>
            <p:ph type="body" idx="9"/>
          </p:nvPr>
        </p:nvSpPr>
        <p:spPr>
          <a:xfrm>
            <a:off x="905609" y="5453169"/>
            <a:ext cx="5190391" cy="757451"/>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398300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500"/>
                                        <p:tgtEl>
                                          <p:spTgt spid="5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500"/>
                                        <p:tgtEl>
                                          <p:spTgt spid="40"/>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500"/>
                                        <p:tgtEl>
                                          <p:spTgt spid="46"/>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48"/>
                                        </p:tgtEl>
                                        <p:attrNameLst>
                                          <p:attrName>style.visibility</p:attrName>
                                        </p:attrNameLst>
                                      </p:cBhvr>
                                      <p:to>
                                        <p:strVal val="visible"/>
                                      </p:to>
                                    </p:set>
                                    <p:animEffect transition="in" filter="fade">
                                      <p:cBhvr>
                                        <p:cTn id="23" dur="500"/>
                                        <p:tgtEl>
                                          <p:spTgt spid="44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500"/>
                                        <p:tgtEl>
                                          <p:spTgt spid="3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500"/>
                                        <p:tgtEl>
                                          <p:spTgt spid="3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500"/>
                                        <p:tgtEl>
                                          <p:spTgt spid="3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Aero-Infographic">
  <p:cSld name="Aero-Infographic">
    <p:spTree>
      <p:nvGrpSpPr>
        <p:cNvPr id="1" name="Shape 534"/>
        <p:cNvGrpSpPr/>
        <p:nvPr/>
      </p:nvGrpSpPr>
      <p:grpSpPr>
        <a:xfrm>
          <a:off x="0" y="0"/>
          <a:ext cx="0" cy="0"/>
          <a:chOff x="0" y="0"/>
          <a:chExt cx="0" cy="0"/>
        </a:xfrm>
      </p:grpSpPr>
      <p:sp>
        <p:nvSpPr>
          <p:cNvPr id="2" name="Google Shape;537;p15">
            <a:extLst>
              <a:ext uri="{FF2B5EF4-FFF2-40B4-BE49-F238E27FC236}">
                <a16:creationId xmlns:a16="http://schemas.microsoft.com/office/drawing/2014/main" id="{CC727A98-276E-D074-75D3-212B4DD155E8}"/>
              </a:ext>
            </a:extLst>
          </p:cNvPr>
          <p:cNvSpPr>
            <a:spLocks/>
          </p:cNvSpPr>
          <p:nvPr/>
        </p:nvSpPr>
        <p:spPr bwMode="auto">
          <a:xfrm>
            <a:off x="-84138" y="2351088"/>
            <a:ext cx="9794876" cy="3582987"/>
          </a:xfrm>
          <a:custGeom>
            <a:avLst/>
            <a:gdLst>
              <a:gd name="T0" fmla="*/ 0 w 120000"/>
              <a:gd name="T1" fmla="*/ 0 h 120000"/>
              <a:gd name="T2" fmla="*/ 120000 w 120000"/>
              <a:gd name="T3" fmla="*/ 120000 h 120000"/>
            </a:gdLst>
            <a:ahLst/>
            <a:cxnLst>
              <a:cxn ang="0">
                <a:pos x="0" y="99534"/>
              </a:cxn>
              <a:cxn ang="0">
                <a:pos x="28005" y="62790"/>
              </a:cxn>
              <a:cxn ang="0">
                <a:pos x="52277" y="83720"/>
              </a:cxn>
              <a:cxn ang="0">
                <a:pos x="75190" y="37209"/>
              </a:cxn>
              <a:cxn ang="0">
                <a:pos x="98231" y="55697"/>
              </a:cxn>
              <a:cxn ang="0">
                <a:pos x="120000" y="0"/>
              </a:cxn>
            </a:cxnLst>
            <a:rect l="T0" t="T1" r="T2" b="T3"/>
            <a:pathLst>
              <a:path w="120000" h="120000" extrusionOk="0">
                <a:moveTo>
                  <a:pt x="0" y="99534"/>
                </a:moveTo>
                <a:cubicBezTo>
                  <a:pt x="17821" y="120000"/>
                  <a:pt x="19688" y="62325"/>
                  <a:pt x="28005" y="62790"/>
                </a:cubicBezTo>
                <a:cubicBezTo>
                  <a:pt x="36322" y="63255"/>
                  <a:pt x="41414" y="85581"/>
                  <a:pt x="52277" y="83720"/>
                </a:cubicBezTo>
                <a:cubicBezTo>
                  <a:pt x="63140" y="81860"/>
                  <a:pt x="63988" y="40930"/>
                  <a:pt x="75190" y="37209"/>
                </a:cubicBezTo>
                <a:cubicBezTo>
                  <a:pt x="86393" y="33488"/>
                  <a:pt x="87538" y="57093"/>
                  <a:pt x="98231" y="55697"/>
                </a:cubicBezTo>
                <a:cubicBezTo>
                  <a:pt x="108925" y="54302"/>
                  <a:pt x="109137" y="9767"/>
                  <a:pt x="120000" y="0"/>
                </a:cubicBezTo>
              </a:path>
            </a:pathLst>
          </a:custGeom>
          <a:noFill/>
          <a:ln w="15875" cap="flat" cmpd="sng">
            <a:solidFill>
              <a:schemeClr val="tx1"/>
            </a:solidFill>
            <a:prstDash val="dash"/>
            <a:miter lim="8000"/>
            <a:headEnd type="none" w="sm" len="sm"/>
            <a:tailEnd type="none" w="sm" len="sm"/>
          </a:ln>
        </p:spPr>
        <p:txBody>
          <a:bodyPr lIns="91425" tIns="45700" rIns="91425" bIns="45700"/>
          <a:lstStyle/>
          <a:p>
            <a:pPr>
              <a:defRPr/>
            </a:pPr>
            <a:endParaRPr lang="en-US"/>
          </a:p>
        </p:txBody>
      </p:sp>
      <p:grpSp>
        <p:nvGrpSpPr>
          <p:cNvPr id="3" name="Google Shape;538;p15">
            <a:extLst>
              <a:ext uri="{FF2B5EF4-FFF2-40B4-BE49-F238E27FC236}">
                <a16:creationId xmlns:a16="http://schemas.microsoft.com/office/drawing/2014/main" id="{477B29AC-D061-21E5-7C24-B972FDB100E0}"/>
              </a:ext>
            </a:extLst>
          </p:cNvPr>
          <p:cNvGrpSpPr>
            <a:grpSpLocks/>
          </p:cNvGrpSpPr>
          <p:nvPr/>
        </p:nvGrpSpPr>
        <p:grpSpPr bwMode="auto">
          <a:xfrm>
            <a:off x="1760538" y="3744913"/>
            <a:ext cx="995362" cy="993775"/>
            <a:chOff x="1760306" y="3744764"/>
            <a:chExt cx="995965" cy="993236"/>
          </a:xfrm>
        </p:grpSpPr>
        <p:sp>
          <p:nvSpPr>
            <p:cNvPr id="4" name="Google Shape;539;p15">
              <a:extLst>
                <a:ext uri="{FF2B5EF4-FFF2-40B4-BE49-F238E27FC236}">
                  <a16:creationId xmlns:a16="http://schemas.microsoft.com/office/drawing/2014/main" id="{4A00CD3A-280E-E062-1FED-2E1B37244945}"/>
                </a:ext>
              </a:extLst>
            </p:cNvPr>
            <p:cNvSpPr/>
            <p:nvPr/>
          </p:nvSpPr>
          <p:spPr>
            <a:xfrm>
              <a:off x="1760306" y="3744764"/>
              <a:ext cx="995965" cy="993236"/>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5" name="Google Shape;540;p15">
              <a:extLst>
                <a:ext uri="{FF2B5EF4-FFF2-40B4-BE49-F238E27FC236}">
                  <a16:creationId xmlns:a16="http://schemas.microsoft.com/office/drawing/2014/main" id="{2CF6F326-F125-A24B-D398-C3727F9C1887}"/>
                </a:ext>
              </a:extLst>
            </p:cNvPr>
            <p:cNvSpPr>
              <a:spLocks/>
            </p:cNvSpPr>
            <p:nvPr/>
          </p:nvSpPr>
          <p:spPr bwMode="auto">
            <a:xfrm>
              <a:off x="2119298" y="4101757"/>
              <a:ext cx="277980" cy="279248"/>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6" name="Google Shape;541;p15">
            <a:extLst>
              <a:ext uri="{FF2B5EF4-FFF2-40B4-BE49-F238E27FC236}">
                <a16:creationId xmlns:a16="http://schemas.microsoft.com/office/drawing/2014/main" id="{61D9E827-B029-A4E8-A32B-0E02E024EB3D}"/>
              </a:ext>
            </a:extLst>
          </p:cNvPr>
          <p:cNvGrpSpPr>
            <a:grpSpLocks/>
          </p:cNvGrpSpPr>
          <p:nvPr/>
        </p:nvGrpSpPr>
        <p:grpSpPr bwMode="auto">
          <a:xfrm>
            <a:off x="3657600" y="4365625"/>
            <a:ext cx="996950" cy="993775"/>
            <a:chOff x="3658378" y="4366073"/>
            <a:chExt cx="995965" cy="993236"/>
          </a:xfrm>
        </p:grpSpPr>
        <p:sp>
          <p:nvSpPr>
            <p:cNvPr id="7" name="Google Shape;542;p15">
              <a:extLst>
                <a:ext uri="{FF2B5EF4-FFF2-40B4-BE49-F238E27FC236}">
                  <a16:creationId xmlns:a16="http://schemas.microsoft.com/office/drawing/2014/main" id="{E6DC8262-3DD4-CEEF-9E11-96A68B97C2E4}"/>
                </a:ext>
              </a:extLst>
            </p:cNvPr>
            <p:cNvSpPr/>
            <p:nvPr/>
          </p:nvSpPr>
          <p:spPr>
            <a:xfrm>
              <a:off x="3658378" y="4366073"/>
              <a:ext cx="995965" cy="993236"/>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8" name="Google Shape;543;p15">
              <a:extLst>
                <a:ext uri="{FF2B5EF4-FFF2-40B4-BE49-F238E27FC236}">
                  <a16:creationId xmlns:a16="http://schemas.microsoft.com/office/drawing/2014/main" id="{6186C367-2F3A-D0F5-9738-F35917398C0E}"/>
                </a:ext>
              </a:extLst>
            </p:cNvPr>
            <p:cNvSpPr>
              <a:spLocks/>
            </p:cNvSpPr>
            <p:nvPr/>
          </p:nvSpPr>
          <p:spPr bwMode="auto">
            <a:xfrm>
              <a:off x="4031072" y="4724653"/>
              <a:ext cx="279124" cy="279248"/>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9" name="Google Shape;544;p15">
            <a:extLst>
              <a:ext uri="{FF2B5EF4-FFF2-40B4-BE49-F238E27FC236}">
                <a16:creationId xmlns:a16="http://schemas.microsoft.com/office/drawing/2014/main" id="{59E0DB5B-874A-85BE-A262-F5DB0D1B4EF4}"/>
              </a:ext>
            </a:extLst>
          </p:cNvPr>
          <p:cNvGrpSpPr>
            <a:grpSpLocks/>
          </p:cNvGrpSpPr>
          <p:nvPr/>
        </p:nvGrpSpPr>
        <p:grpSpPr bwMode="auto">
          <a:xfrm>
            <a:off x="5556250" y="3009900"/>
            <a:ext cx="996950" cy="993775"/>
            <a:chOff x="5556451" y="3010474"/>
            <a:chExt cx="995965" cy="993236"/>
          </a:xfrm>
        </p:grpSpPr>
        <p:sp>
          <p:nvSpPr>
            <p:cNvPr id="10" name="Google Shape;545;p15">
              <a:extLst>
                <a:ext uri="{FF2B5EF4-FFF2-40B4-BE49-F238E27FC236}">
                  <a16:creationId xmlns:a16="http://schemas.microsoft.com/office/drawing/2014/main" id="{5C6CE166-1653-D9CF-43CD-4F4F70920CCE}"/>
                </a:ext>
              </a:extLst>
            </p:cNvPr>
            <p:cNvSpPr/>
            <p:nvPr/>
          </p:nvSpPr>
          <p:spPr>
            <a:xfrm>
              <a:off x="5556451" y="3010474"/>
              <a:ext cx="995965" cy="993236"/>
            </a:xfrm>
            <a:prstGeom prst="ellipse">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1" name="Google Shape;546;p15">
              <a:extLst>
                <a:ext uri="{FF2B5EF4-FFF2-40B4-BE49-F238E27FC236}">
                  <a16:creationId xmlns:a16="http://schemas.microsoft.com/office/drawing/2014/main" id="{EFC1C838-CA63-D2AC-6274-ECCA943E6AA1}"/>
                </a:ext>
              </a:extLst>
            </p:cNvPr>
            <p:cNvSpPr>
              <a:spLocks/>
            </p:cNvSpPr>
            <p:nvPr/>
          </p:nvSpPr>
          <p:spPr bwMode="auto">
            <a:xfrm>
              <a:off x="5922802" y="3342082"/>
              <a:ext cx="279124" cy="279248"/>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12" name="Google Shape;547;p15">
            <a:extLst>
              <a:ext uri="{FF2B5EF4-FFF2-40B4-BE49-F238E27FC236}">
                <a16:creationId xmlns:a16="http://schemas.microsoft.com/office/drawing/2014/main" id="{32420CFE-CEE5-F272-2B5E-DCE62E25EB4D}"/>
              </a:ext>
            </a:extLst>
          </p:cNvPr>
          <p:cNvGrpSpPr>
            <a:grpSpLocks/>
          </p:cNvGrpSpPr>
          <p:nvPr/>
        </p:nvGrpSpPr>
        <p:grpSpPr bwMode="auto">
          <a:xfrm>
            <a:off x="7454900" y="3536950"/>
            <a:ext cx="995363" cy="992188"/>
            <a:chOff x="7454525" y="3536691"/>
            <a:chExt cx="995965" cy="993236"/>
          </a:xfrm>
        </p:grpSpPr>
        <p:sp>
          <p:nvSpPr>
            <p:cNvPr id="13" name="Google Shape;548;p15">
              <a:extLst>
                <a:ext uri="{FF2B5EF4-FFF2-40B4-BE49-F238E27FC236}">
                  <a16:creationId xmlns:a16="http://schemas.microsoft.com/office/drawing/2014/main" id="{59F183F8-7488-880C-1514-F21E835AEF58}"/>
                </a:ext>
              </a:extLst>
            </p:cNvPr>
            <p:cNvSpPr/>
            <p:nvPr/>
          </p:nvSpPr>
          <p:spPr>
            <a:xfrm>
              <a:off x="7454525" y="3536691"/>
              <a:ext cx="995965" cy="993236"/>
            </a:xfrm>
            <a:prstGeom prst="ellipse">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4" name="Google Shape;549;p15">
              <a:extLst>
                <a:ext uri="{FF2B5EF4-FFF2-40B4-BE49-F238E27FC236}">
                  <a16:creationId xmlns:a16="http://schemas.microsoft.com/office/drawing/2014/main" id="{5114309B-B887-08C2-DFE6-940B65F90886}"/>
                </a:ext>
              </a:extLst>
            </p:cNvPr>
            <p:cNvSpPr>
              <a:spLocks/>
            </p:cNvSpPr>
            <p:nvPr/>
          </p:nvSpPr>
          <p:spPr bwMode="auto">
            <a:xfrm>
              <a:off x="7813517" y="3894256"/>
              <a:ext cx="277981" cy="278105"/>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1"/>
            </a:solidFill>
            <a:ln w="9525">
              <a:noFill/>
              <a:round/>
              <a:headEnd/>
              <a:tailEnd/>
            </a:ln>
          </p:spPr>
          <p:txBody>
            <a:bodyPr lIns="19025" tIns="19025" rIns="19025" bIns="19025" anchor="ctr"/>
            <a:lstStyle/>
            <a:p>
              <a:pPr>
                <a:defRPr/>
              </a:pPr>
              <a:endParaRPr lang="en-US"/>
            </a:p>
          </p:txBody>
        </p:sp>
      </p:grpSp>
      <p:sp>
        <p:nvSpPr>
          <p:cNvPr id="15" name="Google Shape;550;p15">
            <a:extLst>
              <a:ext uri="{FF2B5EF4-FFF2-40B4-BE49-F238E27FC236}">
                <a16:creationId xmlns:a16="http://schemas.microsoft.com/office/drawing/2014/main" id="{39FD4146-D8C8-DD6E-3B4F-8E329F277BC4}"/>
              </a:ext>
            </a:extLst>
          </p:cNvPr>
          <p:cNvSpPr>
            <a:spLocks/>
          </p:cNvSpPr>
          <p:nvPr/>
        </p:nvSpPr>
        <p:spPr bwMode="auto">
          <a:xfrm>
            <a:off x="9656763" y="830263"/>
            <a:ext cx="1589087" cy="1589087"/>
          </a:xfrm>
          <a:custGeom>
            <a:avLst/>
            <a:gdLst>
              <a:gd name="T0" fmla="*/ 0 w 120000"/>
              <a:gd name="T1" fmla="*/ 0 h 120000"/>
              <a:gd name="T2" fmla="*/ 120000 w 120000"/>
              <a:gd name="T3" fmla="*/ 120000 h 120000"/>
            </a:gdLst>
            <a:ahLst/>
            <a:cxnLst>
              <a:cxn ang="0">
                <a:pos x="68227" y="110255"/>
              </a:cxn>
              <a:cxn ang="0">
                <a:pos x="52294" y="71566"/>
              </a:cxn>
              <a:cxn ang="0">
                <a:pos x="109194" y="14666"/>
              </a:cxn>
              <a:cxn ang="0">
                <a:pos x="68227" y="110255"/>
              </a:cxn>
              <a:cxn ang="0">
                <a:pos x="9750" y="51777"/>
              </a:cxn>
              <a:cxn ang="0">
                <a:pos x="105333" y="10805"/>
              </a:cxn>
              <a:cxn ang="0">
                <a:pos x="48438" y="67705"/>
              </a:cxn>
              <a:cxn ang="0">
                <a:pos x="9750" y="51777"/>
              </a:cxn>
              <a:cxn ang="0">
                <a:pos x="120000" y="2727"/>
              </a:cxn>
              <a:cxn ang="0">
                <a:pos x="117272" y="0"/>
              </a:cxn>
              <a:cxn ang="0">
                <a:pos x="116111" y="288"/>
              </a:cxn>
              <a:cxn ang="0">
                <a:pos x="116100" y="266"/>
              </a:cxn>
              <a:cxn ang="0">
                <a:pos x="1677" y="49305"/>
              </a:cxn>
              <a:cxn ang="0">
                <a:pos x="1650" y="49316"/>
              </a:cxn>
              <a:cxn ang="0">
                <a:pos x="1555" y="49361"/>
              </a:cxn>
              <a:cxn ang="0">
                <a:pos x="1561" y="49372"/>
              </a:cxn>
              <a:cxn ang="0">
                <a:pos x="0" y="51816"/>
              </a:cxn>
              <a:cxn ang="0">
                <a:pos x="1972" y="54394"/>
              </a:cxn>
              <a:cxn ang="0">
                <a:pos x="1961" y="54438"/>
              </a:cxn>
              <a:cxn ang="0">
                <a:pos x="47011" y="72988"/>
              </a:cxn>
              <a:cxn ang="0">
                <a:pos x="65561" y="118044"/>
              </a:cxn>
              <a:cxn ang="0">
                <a:pos x="65605" y="118027"/>
              </a:cxn>
              <a:cxn ang="0">
                <a:pos x="68183" y="120000"/>
              </a:cxn>
              <a:cxn ang="0">
                <a:pos x="70627" y="118438"/>
              </a:cxn>
              <a:cxn ang="0">
                <a:pos x="70644" y="118444"/>
              </a:cxn>
              <a:cxn ang="0">
                <a:pos x="70683" y="118350"/>
              </a:cxn>
              <a:cxn ang="0">
                <a:pos x="70694" y="118322"/>
              </a:cxn>
              <a:cxn ang="0">
                <a:pos x="119738" y="3900"/>
              </a:cxn>
              <a:cxn ang="0">
                <a:pos x="119705" y="3883"/>
              </a:cxn>
              <a:cxn ang="0">
                <a:pos x="120000" y="2727"/>
              </a:cxn>
              <a:cxn ang="0">
                <a:pos x="43638" y="90000"/>
              </a:cxn>
              <a:cxn ang="0">
                <a:pos x="41705" y="90800"/>
              </a:cxn>
              <a:cxn ang="0">
                <a:pos x="33527" y="98983"/>
              </a:cxn>
              <a:cxn ang="0">
                <a:pos x="32727" y="100911"/>
              </a:cxn>
              <a:cxn ang="0">
                <a:pos x="35455" y="103638"/>
              </a:cxn>
              <a:cxn ang="0">
                <a:pos x="37383" y="102838"/>
              </a:cxn>
              <a:cxn ang="0">
                <a:pos x="45566" y="94655"/>
              </a:cxn>
              <a:cxn ang="0">
                <a:pos x="46361" y="92727"/>
              </a:cxn>
              <a:cxn ang="0">
                <a:pos x="43638" y="90000"/>
              </a:cxn>
              <a:cxn ang="0">
                <a:pos x="43638" y="79094"/>
              </a:cxn>
              <a:cxn ang="0">
                <a:pos x="40911" y="76361"/>
              </a:cxn>
              <a:cxn ang="0">
                <a:pos x="38983" y="77161"/>
              </a:cxn>
              <a:cxn ang="0">
                <a:pos x="11705" y="104433"/>
              </a:cxn>
              <a:cxn ang="0">
                <a:pos x="10911" y="106361"/>
              </a:cxn>
              <a:cxn ang="0">
                <a:pos x="13638" y="109088"/>
              </a:cxn>
              <a:cxn ang="0">
                <a:pos x="15566" y="108294"/>
              </a:cxn>
              <a:cxn ang="0">
                <a:pos x="42838" y="81016"/>
              </a:cxn>
              <a:cxn ang="0">
                <a:pos x="43638" y="79094"/>
              </a:cxn>
              <a:cxn ang="0">
                <a:pos x="26472" y="81016"/>
              </a:cxn>
              <a:cxn ang="0">
                <a:pos x="29200" y="78294"/>
              </a:cxn>
              <a:cxn ang="0">
                <a:pos x="30000" y="76361"/>
              </a:cxn>
              <a:cxn ang="0">
                <a:pos x="27272" y="73638"/>
              </a:cxn>
              <a:cxn ang="0">
                <a:pos x="25344" y="74433"/>
              </a:cxn>
              <a:cxn ang="0">
                <a:pos x="22616" y="77161"/>
              </a:cxn>
              <a:cxn ang="0">
                <a:pos x="21816" y="79094"/>
              </a:cxn>
              <a:cxn ang="0">
                <a:pos x="24544" y="81816"/>
              </a:cxn>
              <a:cxn ang="0">
                <a:pos x="26472" y="81016"/>
              </a:cxn>
            </a:cxnLst>
            <a:rect l="T0" t="T1" r="T2" b="T3"/>
            <a:pathLst>
              <a:path w="120000" h="120000" extrusionOk="0">
                <a:moveTo>
                  <a:pt x="68227" y="110255"/>
                </a:moveTo>
                <a:lnTo>
                  <a:pt x="52294" y="71566"/>
                </a:lnTo>
                <a:lnTo>
                  <a:pt x="109194" y="14666"/>
                </a:lnTo>
                <a:cubicBezTo>
                  <a:pt x="109194" y="14666"/>
                  <a:pt x="68227" y="110255"/>
                  <a:pt x="68227" y="110255"/>
                </a:cubicBezTo>
                <a:close/>
                <a:moveTo>
                  <a:pt x="9750" y="51777"/>
                </a:moveTo>
                <a:lnTo>
                  <a:pt x="105333" y="10805"/>
                </a:lnTo>
                <a:lnTo>
                  <a:pt x="48438" y="67705"/>
                </a:lnTo>
                <a:cubicBezTo>
                  <a:pt x="48438" y="67705"/>
                  <a:pt x="9750" y="51777"/>
                  <a:pt x="9750" y="51777"/>
                </a:cubicBezTo>
                <a:close/>
                <a:moveTo>
                  <a:pt x="120000" y="2727"/>
                </a:moveTo>
                <a:cubicBezTo>
                  <a:pt x="120000" y="1222"/>
                  <a:pt x="118777" y="0"/>
                  <a:pt x="117272" y="0"/>
                </a:cubicBezTo>
                <a:cubicBezTo>
                  <a:pt x="116855" y="0"/>
                  <a:pt x="116466" y="111"/>
                  <a:pt x="116111" y="288"/>
                </a:cubicBezTo>
                <a:lnTo>
                  <a:pt x="116100" y="266"/>
                </a:lnTo>
                <a:lnTo>
                  <a:pt x="1677" y="49305"/>
                </a:lnTo>
                <a:cubicBezTo>
                  <a:pt x="1672" y="49305"/>
                  <a:pt x="1661" y="49311"/>
                  <a:pt x="1650" y="49316"/>
                </a:cubicBezTo>
                <a:lnTo>
                  <a:pt x="1555" y="49361"/>
                </a:lnTo>
                <a:lnTo>
                  <a:pt x="1561" y="49372"/>
                </a:lnTo>
                <a:cubicBezTo>
                  <a:pt x="644" y="49816"/>
                  <a:pt x="0" y="50733"/>
                  <a:pt x="0" y="51816"/>
                </a:cubicBezTo>
                <a:cubicBezTo>
                  <a:pt x="0" y="53055"/>
                  <a:pt x="838" y="54061"/>
                  <a:pt x="1972" y="54394"/>
                </a:cubicBezTo>
                <a:lnTo>
                  <a:pt x="1961" y="54438"/>
                </a:lnTo>
                <a:lnTo>
                  <a:pt x="47011" y="72988"/>
                </a:lnTo>
                <a:lnTo>
                  <a:pt x="65561" y="118044"/>
                </a:lnTo>
                <a:lnTo>
                  <a:pt x="65605" y="118027"/>
                </a:lnTo>
                <a:cubicBezTo>
                  <a:pt x="65938" y="119161"/>
                  <a:pt x="66944" y="120000"/>
                  <a:pt x="68183" y="120000"/>
                </a:cubicBezTo>
                <a:cubicBezTo>
                  <a:pt x="69266" y="120000"/>
                  <a:pt x="70188" y="119355"/>
                  <a:pt x="70627" y="118438"/>
                </a:cubicBezTo>
                <a:lnTo>
                  <a:pt x="70644" y="118444"/>
                </a:lnTo>
                <a:lnTo>
                  <a:pt x="70683" y="118350"/>
                </a:lnTo>
                <a:cubicBezTo>
                  <a:pt x="70688" y="118338"/>
                  <a:pt x="70694" y="118333"/>
                  <a:pt x="70694" y="118322"/>
                </a:cubicBezTo>
                <a:lnTo>
                  <a:pt x="119738" y="3900"/>
                </a:lnTo>
                <a:lnTo>
                  <a:pt x="119705" y="3883"/>
                </a:lnTo>
                <a:cubicBezTo>
                  <a:pt x="119877" y="3533"/>
                  <a:pt x="120000" y="3150"/>
                  <a:pt x="120000" y="2727"/>
                </a:cubicBezTo>
                <a:moveTo>
                  <a:pt x="43638" y="90000"/>
                </a:moveTo>
                <a:cubicBezTo>
                  <a:pt x="42883" y="90000"/>
                  <a:pt x="42200" y="90305"/>
                  <a:pt x="41705" y="90800"/>
                </a:cubicBezTo>
                <a:lnTo>
                  <a:pt x="33527" y="98983"/>
                </a:lnTo>
                <a:cubicBezTo>
                  <a:pt x="33033" y="99472"/>
                  <a:pt x="32727" y="100161"/>
                  <a:pt x="32727" y="100911"/>
                </a:cubicBezTo>
                <a:cubicBezTo>
                  <a:pt x="32727" y="102416"/>
                  <a:pt x="33950" y="103638"/>
                  <a:pt x="35455" y="103638"/>
                </a:cubicBezTo>
                <a:cubicBezTo>
                  <a:pt x="36205" y="103638"/>
                  <a:pt x="36888" y="103333"/>
                  <a:pt x="37383" y="102838"/>
                </a:cubicBezTo>
                <a:lnTo>
                  <a:pt x="45566" y="94655"/>
                </a:lnTo>
                <a:cubicBezTo>
                  <a:pt x="46061" y="94166"/>
                  <a:pt x="46361" y="93483"/>
                  <a:pt x="46361" y="92727"/>
                </a:cubicBezTo>
                <a:cubicBezTo>
                  <a:pt x="46361" y="91222"/>
                  <a:pt x="45144" y="90000"/>
                  <a:pt x="43638" y="90000"/>
                </a:cubicBezTo>
                <a:moveTo>
                  <a:pt x="43638" y="79094"/>
                </a:moveTo>
                <a:cubicBezTo>
                  <a:pt x="43638" y="77588"/>
                  <a:pt x="42416" y="76361"/>
                  <a:pt x="40911" y="76361"/>
                </a:cubicBezTo>
                <a:cubicBezTo>
                  <a:pt x="40155" y="76361"/>
                  <a:pt x="39472" y="76672"/>
                  <a:pt x="38983" y="77161"/>
                </a:cubicBezTo>
                <a:lnTo>
                  <a:pt x="11705" y="104433"/>
                </a:lnTo>
                <a:cubicBezTo>
                  <a:pt x="11216" y="104933"/>
                  <a:pt x="10911" y="105616"/>
                  <a:pt x="10911" y="106361"/>
                </a:cubicBezTo>
                <a:cubicBezTo>
                  <a:pt x="10911" y="107872"/>
                  <a:pt x="12133" y="109088"/>
                  <a:pt x="13638" y="109088"/>
                </a:cubicBezTo>
                <a:cubicBezTo>
                  <a:pt x="14388" y="109088"/>
                  <a:pt x="15072" y="108788"/>
                  <a:pt x="15566" y="108294"/>
                </a:cubicBezTo>
                <a:lnTo>
                  <a:pt x="42838" y="81016"/>
                </a:lnTo>
                <a:cubicBezTo>
                  <a:pt x="43333" y="80527"/>
                  <a:pt x="43638" y="79844"/>
                  <a:pt x="43638" y="79094"/>
                </a:cubicBezTo>
                <a:moveTo>
                  <a:pt x="26472" y="81016"/>
                </a:moveTo>
                <a:lnTo>
                  <a:pt x="29200" y="78294"/>
                </a:lnTo>
                <a:cubicBezTo>
                  <a:pt x="29694" y="77800"/>
                  <a:pt x="30000" y="77116"/>
                  <a:pt x="30000" y="76361"/>
                </a:cubicBezTo>
                <a:cubicBezTo>
                  <a:pt x="30000" y="74861"/>
                  <a:pt x="28777" y="73638"/>
                  <a:pt x="27272" y="73638"/>
                </a:cubicBezTo>
                <a:cubicBezTo>
                  <a:pt x="26522" y="73638"/>
                  <a:pt x="25838" y="73944"/>
                  <a:pt x="25344" y="74433"/>
                </a:cubicBezTo>
                <a:lnTo>
                  <a:pt x="22616" y="77161"/>
                </a:lnTo>
                <a:cubicBezTo>
                  <a:pt x="22122" y="77661"/>
                  <a:pt x="21816" y="78338"/>
                  <a:pt x="21816" y="79094"/>
                </a:cubicBezTo>
                <a:cubicBezTo>
                  <a:pt x="21816" y="80594"/>
                  <a:pt x="23038" y="81816"/>
                  <a:pt x="24544" y="81816"/>
                </a:cubicBezTo>
                <a:cubicBezTo>
                  <a:pt x="25300" y="81816"/>
                  <a:pt x="25977" y="81516"/>
                  <a:pt x="26472" y="81016"/>
                </a:cubicBezTo>
              </a:path>
            </a:pathLst>
          </a:custGeom>
          <a:solidFill>
            <a:schemeClr val="accent1"/>
          </a:solidFill>
          <a:ln w="9525">
            <a:noFill/>
            <a:round/>
            <a:headEnd/>
            <a:tailEnd/>
          </a:ln>
        </p:spPr>
        <p:txBody>
          <a:bodyPr lIns="19025" tIns="19025" rIns="19025" bIns="19025" anchor="ctr"/>
          <a:lstStyle/>
          <a:p>
            <a:pPr>
              <a:defRPr/>
            </a:pPr>
            <a:endParaRPr lang="en-US"/>
          </a:p>
        </p:txBody>
      </p:sp>
      <p:sp>
        <p:nvSpPr>
          <p:cNvPr id="16" name="Google Shape;551;p15">
            <a:extLst>
              <a:ext uri="{FF2B5EF4-FFF2-40B4-BE49-F238E27FC236}">
                <a16:creationId xmlns:a16="http://schemas.microsoft.com/office/drawing/2014/main" id="{42C38E8C-C32E-2577-824F-33ABE38E6AD3}"/>
              </a:ext>
            </a:extLst>
          </p:cNvPr>
          <p:cNvSpPr>
            <a:spLocks/>
          </p:cNvSpPr>
          <p:nvPr/>
        </p:nvSpPr>
        <p:spPr bwMode="auto">
          <a:xfrm>
            <a:off x="3060700" y="3925888"/>
            <a:ext cx="279400" cy="279400"/>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17" name="Google Shape;552;p15">
            <a:extLst>
              <a:ext uri="{FF2B5EF4-FFF2-40B4-BE49-F238E27FC236}">
                <a16:creationId xmlns:a16="http://schemas.microsoft.com/office/drawing/2014/main" id="{B93F03B8-7BA4-AB4E-5BFD-3B948F43466D}"/>
              </a:ext>
            </a:extLst>
          </p:cNvPr>
          <p:cNvSpPr>
            <a:spLocks/>
          </p:cNvSpPr>
          <p:nvPr/>
        </p:nvSpPr>
        <p:spPr bwMode="auto">
          <a:xfrm>
            <a:off x="2820988" y="4872038"/>
            <a:ext cx="279400" cy="279400"/>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18" name="Google Shape;553;p15">
            <a:extLst>
              <a:ext uri="{FF2B5EF4-FFF2-40B4-BE49-F238E27FC236}">
                <a16:creationId xmlns:a16="http://schemas.microsoft.com/office/drawing/2014/main" id="{BB0AE4FF-8B94-1400-EB3B-562529ED110E}"/>
              </a:ext>
            </a:extLst>
          </p:cNvPr>
          <p:cNvSpPr>
            <a:spLocks/>
          </p:cNvSpPr>
          <p:nvPr/>
        </p:nvSpPr>
        <p:spPr bwMode="auto">
          <a:xfrm>
            <a:off x="5353050" y="4391025"/>
            <a:ext cx="279400" cy="279400"/>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19" name="Google Shape;554;p15">
            <a:extLst>
              <a:ext uri="{FF2B5EF4-FFF2-40B4-BE49-F238E27FC236}">
                <a16:creationId xmlns:a16="http://schemas.microsoft.com/office/drawing/2014/main" id="{BD20A243-EB33-1E80-C0AD-B9052387ECF9}"/>
              </a:ext>
            </a:extLst>
          </p:cNvPr>
          <p:cNvSpPr>
            <a:spLocks/>
          </p:cNvSpPr>
          <p:nvPr/>
        </p:nvSpPr>
        <p:spPr bwMode="auto">
          <a:xfrm>
            <a:off x="7164388" y="2889250"/>
            <a:ext cx="279400" cy="279400"/>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2"/>
          </a:solidFill>
          <a:ln w="9525">
            <a:noFill/>
            <a:round/>
            <a:headEnd/>
            <a:tailEnd/>
          </a:ln>
        </p:spPr>
        <p:txBody>
          <a:bodyPr lIns="19025" tIns="19025" rIns="19025" bIns="19025" anchor="ctr"/>
          <a:lstStyle/>
          <a:p>
            <a:pPr>
              <a:defRPr/>
            </a:pPr>
            <a:endParaRPr lang="en-US"/>
          </a:p>
        </p:txBody>
      </p:sp>
      <p:sp>
        <p:nvSpPr>
          <p:cNvPr id="535" name="Google Shape;535;p15"/>
          <p:cNvSpPr txBox="1">
            <a:spLocks noGrp="1"/>
          </p:cNvSpPr>
          <p:nvPr>
            <p:ph type="title"/>
          </p:nvPr>
        </p:nvSpPr>
        <p:spPr>
          <a:xfrm>
            <a:off x="208635" y="633245"/>
            <a:ext cx="9569083"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555" name="Google Shape;555;p15"/>
          <p:cNvSpPr txBox="1">
            <a:spLocks noGrp="1"/>
          </p:cNvSpPr>
          <p:nvPr>
            <p:ph type="body" idx="2"/>
          </p:nvPr>
        </p:nvSpPr>
        <p:spPr>
          <a:xfrm>
            <a:off x="1180757" y="2775427"/>
            <a:ext cx="2247780" cy="87365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56" name="Google Shape;556;p15"/>
          <p:cNvSpPr txBox="1">
            <a:spLocks noGrp="1"/>
          </p:cNvSpPr>
          <p:nvPr>
            <p:ph type="body" idx="3"/>
          </p:nvPr>
        </p:nvSpPr>
        <p:spPr>
          <a:xfrm>
            <a:off x="3025297" y="5390259"/>
            <a:ext cx="2327466" cy="78964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57" name="Google Shape;557;p15"/>
          <p:cNvSpPr txBox="1">
            <a:spLocks noGrp="1"/>
          </p:cNvSpPr>
          <p:nvPr>
            <p:ph type="body" idx="4"/>
          </p:nvPr>
        </p:nvSpPr>
        <p:spPr>
          <a:xfrm>
            <a:off x="4721151" y="2149850"/>
            <a:ext cx="2327466" cy="862752"/>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58" name="Google Shape;558;p15"/>
          <p:cNvSpPr txBox="1">
            <a:spLocks noGrp="1"/>
          </p:cNvSpPr>
          <p:nvPr>
            <p:ph type="body" idx="5"/>
          </p:nvPr>
        </p:nvSpPr>
        <p:spPr>
          <a:xfrm>
            <a:off x="6986775" y="4708150"/>
            <a:ext cx="2327466" cy="789646"/>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59" name="Google Shape;559;p15"/>
          <p:cNvSpPr txBox="1">
            <a:spLocks noGrp="1"/>
          </p:cNvSpPr>
          <p:nvPr>
            <p:ph type="body" idx="6"/>
          </p:nvPr>
        </p:nvSpPr>
        <p:spPr>
          <a:xfrm>
            <a:off x="10694145" y="1955612"/>
            <a:ext cx="1318631" cy="186025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60" name="Google Shape;560;p15"/>
          <p:cNvSpPr txBox="1">
            <a:spLocks noGrp="1"/>
          </p:cNvSpPr>
          <p:nvPr>
            <p:ph type="body" idx="7"/>
          </p:nvPr>
        </p:nvSpPr>
        <p:spPr>
          <a:xfrm>
            <a:off x="1180758" y="2222957"/>
            <a:ext cx="2247780"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61" name="Google Shape;561;p15"/>
          <p:cNvSpPr txBox="1">
            <a:spLocks noGrp="1"/>
          </p:cNvSpPr>
          <p:nvPr>
            <p:ph type="body" idx="8"/>
          </p:nvPr>
        </p:nvSpPr>
        <p:spPr>
          <a:xfrm>
            <a:off x="4721151" y="1607631"/>
            <a:ext cx="2327466"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62" name="Google Shape;562;p15"/>
          <p:cNvSpPr txBox="1">
            <a:spLocks noGrp="1"/>
          </p:cNvSpPr>
          <p:nvPr>
            <p:ph type="body" idx="9"/>
          </p:nvPr>
        </p:nvSpPr>
        <p:spPr>
          <a:xfrm>
            <a:off x="3025297" y="6180788"/>
            <a:ext cx="2327466" cy="364177"/>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563" name="Google Shape;563;p15"/>
          <p:cNvSpPr txBox="1">
            <a:spLocks noGrp="1"/>
          </p:cNvSpPr>
          <p:nvPr>
            <p:ph type="body" idx="13"/>
          </p:nvPr>
        </p:nvSpPr>
        <p:spPr>
          <a:xfrm>
            <a:off x="6986775" y="5537050"/>
            <a:ext cx="2327466" cy="496064"/>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365460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animBg="1"/>
      <p:bldP spid="16" grpId="0" animBg="1"/>
      <p:bldP spid="17" grpId="0" animBg="1"/>
      <p:bldP spid="18" grpId="0" animBg="1"/>
      <p:bldP spid="19" grpId="0" animBg="1"/>
    </p:bld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matchingName="5_Custom Layout">
  <p:cSld name="5_Custom Layout">
    <p:spTree>
      <p:nvGrpSpPr>
        <p:cNvPr id="1" name="Shape 564"/>
        <p:cNvGrpSpPr/>
        <p:nvPr/>
      </p:nvGrpSpPr>
      <p:grpSpPr>
        <a:xfrm>
          <a:off x="0" y="0"/>
          <a:ext cx="0" cy="0"/>
          <a:chOff x="0" y="0"/>
          <a:chExt cx="0" cy="0"/>
        </a:xfrm>
      </p:grpSpPr>
      <p:grpSp>
        <p:nvGrpSpPr>
          <p:cNvPr id="2" name="Google Shape;567;p16">
            <a:extLst>
              <a:ext uri="{FF2B5EF4-FFF2-40B4-BE49-F238E27FC236}">
                <a16:creationId xmlns:a16="http://schemas.microsoft.com/office/drawing/2014/main" id="{2CAB72FB-7725-8B7B-4641-98C0B4C00C12}"/>
              </a:ext>
            </a:extLst>
          </p:cNvPr>
          <p:cNvGrpSpPr>
            <a:grpSpLocks/>
          </p:cNvGrpSpPr>
          <p:nvPr/>
        </p:nvGrpSpPr>
        <p:grpSpPr bwMode="auto">
          <a:xfrm>
            <a:off x="8705850" y="1608138"/>
            <a:ext cx="2503488" cy="2336800"/>
            <a:chOff x="8705339" y="1607951"/>
            <a:chExt cx="2504672" cy="2336330"/>
          </a:xfrm>
        </p:grpSpPr>
        <p:grpSp>
          <p:nvGrpSpPr>
            <p:cNvPr id="3" name="Google Shape;568;p16">
              <a:extLst>
                <a:ext uri="{FF2B5EF4-FFF2-40B4-BE49-F238E27FC236}">
                  <a16:creationId xmlns:a16="http://schemas.microsoft.com/office/drawing/2014/main" id="{98933687-9523-B765-EB2C-4D2EF857924D}"/>
                </a:ext>
              </a:extLst>
            </p:cNvPr>
            <p:cNvGrpSpPr>
              <a:grpSpLocks/>
            </p:cNvGrpSpPr>
            <p:nvPr/>
          </p:nvGrpSpPr>
          <p:grpSpPr bwMode="auto">
            <a:xfrm>
              <a:off x="8705339" y="1607951"/>
              <a:ext cx="2358104" cy="2097263"/>
              <a:chOff x="8705339" y="1607951"/>
              <a:chExt cx="2358104" cy="2097263"/>
            </a:xfrm>
          </p:grpSpPr>
          <p:sp>
            <p:nvSpPr>
              <p:cNvPr id="5" name="Google Shape;569;p16">
                <a:extLst>
                  <a:ext uri="{FF2B5EF4-FFF2-40B4-BE49-F238E27FC236}">
                    <a16:creationId xmlns:a16="http://schemas.microsoft.com/office/drawing/2014/main" id="{C6F012A7-F06A-74A5-3C37-D2F4F8601B71}"/>
                  </a:ext>
                </a:extLst>
              </p:cNvPr>
              <p:cNvSpPr>
                <a:spLocks/>
              </p:cNvSpPr>
              <p:nvPr/>
            </p:nvSpPr>
            <p:spPr bwMode="auto">
              <a:xfrm rot="-5400000">
                <a:off x="8706532" y="1606758"/>
                <a:ext cx="1180862" cy="1183247"/>
              </a:xfrm>
              <a:custGeom>
                <a:avLst/>
                <a:gdLst>
                  <a:gd name="T0" fmla="*/ 0 w 120000"/>
                  <a:gd name="T1" fmla="*/ 0 h 120000"/>
                  <a:gd name="T2" fmla="*/ 120000 w 120000"/>
                  <a:gd name="T3" fmla="*/ 120000 h 120000"/>
                </a:gdLst>
                <a:ahLst/>
                <a:cxnLst>
                  <a:cxn ang="0">
                    <a:pos x="0" y="0"/>
                  </a:cxn>
                  <a:cxn ang="0">
                    <a:pos x="11979" y="603"/>
                  </a:cxn>
                  <a:cxn ang="0">
                    <a:pos x="120000" y="120000"/>
                  </a:cxn>
                  <a:cxn ang="0">
                    <a:pos x="73548" y="120000"/>
                  </a:cxn>
                  <a:cxn ang="0">
                    <a:pos x="73548" y="119999"/>
                  </a:cxn>
                  <a:cxn ang="0">
                    <a:pos x="7230" y="46697"/>
                  </a:cxn>
                  <a:cxn ang="0">
                    <a:pos x="0" y="46333"/>
                  </a:cxn>
                  <a:cxn ang="0">
                    <a:pos x="0" y="0"/>
                  </a:cxn>
                </a:cxnLst>
                <a:rect l="T0" t="T1" r="T2" b="T3"/>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lnTo>
                      <a:pt x="0" y="0"/>
                    </a:lnTo>
                    <a:close/>
                  </a:path>
                </a:pathLst>
              </a:custGeom>
              <a:solidFill>
                <a:schemeClr val="accent2"/>
              </a:solidFill>
              <a:ln w="9525">
                <a:noFill/>
                <a:round/>
                <a:headEnd/>
                <a:tailEnd/>
              </a:ln>
            </p:spPr>
            <p:txBody>
              <a:bodyPr lIns="91425" tIns="45700" rIns="91425" bIns="45700" anchor="ctr"/>
              <a:lstStyle/>
              <a:p>
                <a:pPr>
                  <a:defRPr/>
                </a:pPr>
                <a:endParaRPr lang="en-US"/>
              </a:p>
            </p:txBody>
          </p:sp>
          <p:sp>
            <p:nvSpPr>
              <p:cNvPr id="6" name="Google Shape;570;p16">
                <a:extLst>
                  <a:ext uri="{FF2B5EF4-FFF2-40B4-BE49-F238E27FC236}">
                    <a16:creationId xmlns:a16="http://schemas.microsoft.com/office/drawing/2014/main" id="{A267897D-197B-580D-A54B-C25E0C0464D9}"/>
                  </a:ext>
                </a:extLst>
              </p:cNvPr>
              <p:cNvSpPr>
                <a:spLocks/>
              </p:cNvSpPr>
              <p:nvPr/>
            </p:nvSpPr>
            <p:spPr bwMode="auto">
              <a:xfrm>
                <a:off x="9882233" y="1607951"/>
                <a:ext cx="1181659" cy="1184037"/>
              </a:xfrm>
              <a:custGeom>
                <a:avLst/>
                <a:gdLst>
                  <a:gd name="T0" fmla="*/ 0 w 120000"/>
                  <a:gd name="T1" fmla="*/ 0 h 120000"/>
                  <a:gd name="T2" fmla="*/ 120000 w 120000"/>
                  <a:gd name="T3" fmla="*/ 120000 h 120000"/>
                </a:gdLst>
                <a:ahLst/>
                <a:cxnLst>
                  <a:cxn ang="0">
                    <a:pos x="0" y="0"/>
                  </a:cxn>
                  <a:cxn ang="0">
                    <a:pos x="11979" y="603"/>
                  </a:cxn>
                  <a:cxn ang="0">
                    <a:pos x="120000" y="120000"/>
                  </a:cxn>
                  <a:cxn ang="0">
                    <a:pos x="73548" y="120000"/>
                  </a:cxn>
                  <a:cxn ang="0">
                    <a:pos x="73548" y="119999"/>
                  </a:cxn>
                  <a:cxn ang="0">
                    <a:pos x="7230" y="46697"/>
                  </a:cxn>
                  <a:cxn ang="0">
                    <a:pos x="0" y="46333"/>
                  </a:cxn>
                  <a:cxn ang="0">
                    <a:pos x="0" y="0"/>
                  </a:cxn>
                </a:cxnLst>
                <a:rect l="T0" t="T1" r="T2" b="T3"/>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lnTo>
                      <a:pt x="0" y="0"/>
                    </a:lnTo>
                    <a:close/>
                  </a:path>
                </a:pathLst>
              </a:custGeom>
              <a:solidFill>
                <a:schemeClr val="accent2"/>
              </a:solidFill>
              <a:ln w="9525">
                <a:noFill/>
                <a:round/>
                <a:headEnd/>
                <a:tailEnd/>
              </a:ln>
            </p:spPr>
            <p:txBody>
              <a:bodyPr lIns="91425" tIns="45700" rIns="91425" bIns="45700" anchor="ctr"/>
              <a:lstStyle/>
              <a:p>
                <a:pPr>
                  <a:defRPr/>
                </a:pPr>
                <a:endParaRPr lang="en-US"/>
              </a:p>
            </p:txBody>
          </p:sp>
          <p:sp>
            <p:nvSpPr>
              <p:cNvPr id="7" name="Google Shape;571;p16">
                <a:extLst>
                  <a:ext uri="{FF2B5EF4-FFF2-40B4-BE49-F238E27FC236}">
                    <a16:creationId xmlns:a16="http://schemas.microsoft.com/office/drawing/2014/main" id="{0B5FED4B-4AF4-AEDC-5655-FCEB448466A5}"/>
                  </a:ext>
                </a:extLst>
              </p:cNvPr>
              <p:cNvSpPr>
                <a:spLocks noChangeArrowheads="1"/>
              </p:cNvSpPr>
              <p:nvPr/>
            </p:nvSpPr>
            <p:spPr bwMode="auto">
              <a:xfrm>
                <a:off x="8705339" y="2785639"/>
                <a:ext cx="455829" cy="918977"/>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8" name="Google Shape;572;p16">
                <a:extLst>
                  <a:ext uri="{FF2B5EF4-FFF2-40B4-BE49-F238E27FC236}">
                    <a16:creationId xmlns:a16="http://schemas.microsoft.com/office/drawing/2014/main" id="{8D9F243D-1E9D-2C7F-F2BC-1F31BF9AE1A0}"/>
                  </a:ext>
                </a:extLst>
              </p:cNvPr>
              <p:cNvSpPr>
                <a:spLocks noChangeArrowheads="1"/>
              </p:cNvSpPr>
              <p:nvPr/>
            </p:nvSpPr>
            <p:spPr bwMode="auto">
              <a:xfrm>
                <a:off x="10608064" y="2785639"/>
                <a:ext cx="455829" cy="918977"/>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grpSp>
        <p:sp>
          <p:nvSpPr>
            <p:cNvPr id="4" name="Google Shape;573;p16">
              <a:extLst>
                <a:ext uri="{FF2B5EF4-FFF2-40B4-BE49-F238E27FC236}">
                  <a16:creationId xmlns:a16="http://schemas.microsoft.com/office/drawing/2014/main" id="{F26DDBDB-6302-4955-2DAC-F3121F58EF9A}"/>
                </a:ext>
              </a:extLst>
            </p:cNvPr>
            <p:cNvSpPr>
              <a:spLocks/>
            </p:cNvSpPr>
            <p:nvPr/>
          </p:nvSpPr>
          <p:spPr bwMode="auto">
            <a:xfrm rot="2700000">
              <a:off x="10575682" y="3310025"/>
              <a:ext cx="525356" cy="524123"/>
            </a:xfrm>
            <a:custGeom>
              <a:avLst/>
              <a:gdLst>
                <a:gd name="T0" fmla="*/ 0 w 120000"/>
                <a:gd name="T1" fmla="*/ 0 h 120000"/>
                <a:gd name="T2" fmla="*/ 120000 w 120000"/>
                <a:gd name="T3" fmla="*/ 120000 h 120000"/>
              </a:gdLst>
              <a:ahLst/>
              <a:cxnLst>
                <a:cxn ang="0">
                  <a:pos x="0" y="120000"/>
                </a:cxn>
                <a:cxn ang="0">
                  <a:pos x="120000" y="0"/>
                </a:cxn>
                <a:cxn ang="0">
                  <a:pos x="120000" y="120000"/>
                </a:cxn>
                <a:cxn ang="0">
                  <a:pos x="0" y="120000"/>
                </a:cxn>
              </a:cxnLst>
              <a:rect l="T0" t="T1" r="T2" b="T3"/>
              <a:pathLst>
                <a:path w="120000" h="120000" extrusionOk="0">
                  <a:moveTo>
                    <a:pt x="0" y="120000"/>
                  </a:moveTo>
                  <a:lnTo>
                    <a:pt x="120000" y="0"/>
                  </a:lnTo>
                  <a:lnTo>
                    <a:pt x="120000" y="120000"/>
                  </a:lnTo>
                  <a:lnTo>
                    <a:pt x="0" y="120000"/>
                  </a:lnTo>
                  <a:close/>
                </a:path>
              </a:pathLst>
            </a:custGeom>
            <a:solidFill>
              <a:schemeClr val="accent2"/>
            </a:solidFill>
            <a:ln w="9525">
              <a:noFill/>
              <a:round/>
              <a:headEnd/>
              <a:tailEnd/>
            </a:ln>
          </p:spPr>
          <p:txBody>
            <a:bodyPr lIns="91425" tIns="45700" rIns="91425" bIns="45700" anchor="ctr"/>
            <a:lstStyle/>
            <a:p>
              <a:pPr>
                <a:defRPr/>
              </a:pPr>
              <a:endParaRPr lang="en-US"/>
            </a:p>
          </p:txBody>
        </p:sp>
      </p:grpSp>
      <p:grpSp>
        <p:nvGrpSpPr>
          <p:cNvPr id="9" name="Google Shape;574;p16">
            <a:extLst>
              <a:ext uri="{FF2B5EF4-FFF2-40B4-BE49-F238E27FC236}">
                <a16:creationId xmlns:a16="http://schemas.microsoft.com/office/drawing/2014/main" id="{7D708DDD-B811-54A4-BD5A-13FF29B064AD}"/>
              </a:ext>
            </a:extLst>
          </p:cNvPr>
          <p:cNvGrpSpPr>
            <a:grpSpLocks/>
          </p:cNvGrpSpPr>
          <p:nvPr/>
        </p:nvGrpSpPr>
        <p:grpSpPr bwMode="auto">
          <a:xfrm>
            <a:off x="6794500" y="3441700"/>
            <a:ext cx="2503488" cy="2336800"/>
            <a:chOff x="3371475" y="3591818"/>
            <a:chExt cx="2074748" cy="1936007"/>
          </a:xfrm>
        </p:grpSpPr>
        <p:sp>
          <p:nvSpPr>
            <p:cNvPr id="10" name="Google Shape;575;p16">
              <a:extLst>
                <a:ext uri="{FF2B5EF4-FFF2-40B4-BE49-F238E27FC236}">
                  <a16:creationId xmlns:a16="http://schemas.microsoft.com/office/drawing/2014/main" id="{9848C80E-CA8B-0314-2DB1-4FBCFB76D58A}"/>
                </a:ext>
              </a:extLst>
            </p:cNvPr>
            <p:cNvSpPr/>
            <p:nvPr/>
          </p:nvSpPr>
          <p:spPr>
            <a:xfrm rot="-5400000" flipH="1">
              <a:off x="3372943" y="4547832"/>
              <a:ext cx="978525" cy="981460"/>
            </a:xfrm>
            <a:custGeom>
              <a:avLst/>
              <a:gdLst/>
              <a:ahLst/>
              <a:cxnLst/>
              <a:rect l="0" t="0" r="0" b="0"/>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1" name="Google Shape;576;p16">
              <a:extLst>
                <a:ext uri="{FF2B5EF4-FFF2-40B4-BE49-F238E27FC236}">
                  <a16:creationId xmlns:a16="http://schemas.microsoft.com/office/drawing/2014/main" id="{012EBA02-E7CE-3AFF-24AF-378108A8FF0C}"/>
                </a:ext>
              </a:extLst>
            </p:cNvPr>
            <p:cNvSpPr/>
            <p:nvPr/>
          </p:nvSpPr>
          <p:spPr>
            <a:xfrm rot="10800000" flipH="1">
              <a:off x="4346357" y="4546669"/>
              <a:ext cx="978828" cy="981156"/>
            </a:xfrm>
            <a:custGeom>
              <a:avLst/>
              <a:gdLst/>
              <a:ahLst/>
              <a:cxnLst/>
              <a:rect l="0" t="0" r="0" b="0"/>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2" name="Google Shape;577;p16">
              <a:extLst>
                <a:ext uri="{FF2B5EF4-FFF2-40B4-BE49-F238E27FC236}">
                  <a16:creationId xmlns:a16="http://schemas.microsoft.com/office/drawing/2014/main" id="{29B2ADB0-A86B-2813-7152-0D58CEB12230}"/>
                </a:ext>
              </a:extLst>
            </p:cNvPr>
            <p:cNvSpPr/>
            <p:nvPr/>
          </p:nvSpPr>
          <p:spPr>
            <a:xfrm rot="10800000" flipH="1">
              <a:off x="3371475" y="3790417"/>
              <a:ext cx="377586" cy="761513"/>
            </a:xfrm>
            <a:prstGeom prst="rect">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3" name="Google Shape;578;p16">
              <a:extLst>
                <a:ext uri="{FF2B5EF4-FFF2-40B4-BE49-F238E27FC236}">
                  <a16:creationId xmlns:a16="http://schemas.microsoft.com/office/drawing/2014/main" id="{1D9E760F-428E-3A94-9C90-A2649343D4CA}"/>
                </a:ext>
              </a:extLst>
            </p:cNvPr>
            <p:cNvSpPr/>
            <p:nvPr/>
          </p:nvSpPr>
          <p:spPr>
            <a:xfrm rot="10800000" flipH="1">
              <a:off x="4946284" y="3790417"/>
              <a:ext cx="378901" cy="761513"/>
            </a:xfrm>
            <a:prstGeom prst="rect">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4" name="Google Shape;579;p16">
              <a:extLst>
                <a:ext uri="{FF2B5EF4-FFF2-40B4-BE49-F238E27FC236}">
                  <a16:creationId xmlns:a16="http://schemas.microsoft.com/office/drawing/2014/main" id="{123395AE-C21F-059C-8DD3-FE9CD83362C7}"/>
                </a:ext>
              </a:extLst>
            </p:cNvPr>
            <p:cNvSpPr/>
            <p:nvPr/>
          </p:nvSpPr>
          <p:spPr>
            <a:xfrm rot="8100000" flipH="1">
              <a:off x="4920697" y="3683159"/>
              <a:ext cx="435338" cy="434158"/>
            </a:xfrm>
            <a:custGeom>
              <a:avLst/>
              <a:gdLst/>
              <a:ahLst/>
              <a:cxnLst/>
              <a:rect l="0" t="0" r="0" b="0"/>
              <a:pathLst>
                <a:path w="120000" h="120000" extrusionOk="0">
                  <a:moveTo>
                    <a:pt x="0" y="120000"/>
                  </a:moveTo>
                  <a:lnTo>
                    <a:pt x="120000" y="0"/>
                  </a:lnTo>
                  <a:lnTo>
                    <a:pt x="120000" y="120000"/>
                  </a:lnTo>
                  <a:lnTo>
                    <a:pt x="0" y="120000"/>
                  </a:lnTo>
                  <a:close/>
                </a:path>
              </a:pathLst>
            </a:cu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grpSp>
      <p:grpSp>
        <p:nvGrpSpPr>
          <p:cNvPr id="15" name="Google Shape;580;p16">
            <a:extLst>
              <a:ext uri="{FF2B5EF4-FFF2-40B4-BE49-F238E27FC236}">
                <a16:creationId xmlns:a16="http://schemas.microsoft.com/office/drawing/2014/main" id="{16E8D3C9-8AFA-6F4A-73A8-0EB58E5CED78}"/>
              </a:ext>
            </a:extLst>
          </p:cNvPr>
          <p:cNvGrpSpPr>
            <a:grpSpLocks/>
          </p:cNvGrpSpPr>
          <p:nvPr/>
        </p:nvGrpSpPr>
        <p:grpSpPr bwMode="auto">
          <a:xfrm>
            <a:off x="4892675" y="1608138"/>
            <a:ext cx="2505075" cy="2336800"/>
            <a:chOff x="4892567" y="1607951"/>
            <a:chExt cx="2504672" cy="2336330"/>
          </a:xfrm>
        </p:grpSpPr>
        <p:sp>
          <p:nvSpPr>
            <p:cNvPr id="16" name="Google Shape;581;p16">
              <a:extLst>
                <a:ext uri="{FF2B5EF4-FFF2-40B4-BE49-F238E27FC236}">
                  <a16:creationId xmlns:a16="http://schemas.microsoft.com/office/drawing/2014/main" id="{14F0F1F2-EE58-7912-7AC9-1FEE1B88ED0A}"/>
                </a:ext>
              </a:extLst>
            </p:cNvPr>
            <p:cNvSpPr/>
            <p:nvPr/>
          </p:nvSpPr>
          <p:spPr>
            <a:xfrm rot="-5400000">
              <a:off x="4894179" y="1606339"/>
              <a:ext cx="1180862" cy="1184084"/>
            </a:xfrm>
            <a:custGeom>
              <a:avLst/>
              <a:gdLst/>
              <a:ahLst/>
              <a:cxnLst/>
              <a:rect l="0" t="0" r="0" b="0"/>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7" name="Google Shape;582;p16">
              <a:extLst>
                <a:ext uri="{FF2B5EF4-FFF2-40B4-BE49-F238E27FC236}">
                  <a16:creationId xmlns:a16="http://schemas.microsoft.com/office/drawing/2014/main" id="{D0BE8340-A013-CE0F-3C2E-50AFDAF98090}"/>
                </a:ext>
              </a:extLst>
            </p:cNvPr>
            <p:cNvSpPr/>
            <p:nvPr/>
          </p:nvSpPr>
          <p:spPr>
            <a:xfrm>
              <a:off x="6070303" y="1607951"/>
              <a:ext cx="1180910" cy="1184037"/>
            </a:xfrm>
            <a:custGeom>
              <a:avLst/>
              <a:gdLst/>
              <a:ahLst/>
              <a:cxnLst/>
              <a:rect l="0" t="0" r="0" b="0"/>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8" name="Google Shape;583;p16">
              <a:extLst>
                <a:ext uri="{FF2B5EF4-FFF2-40B4-BE49-F238E27FC236}">
                  <a16:creationId xmlns:a16="http://schemas.microsoft.com/office/drawing/2014/main" id="{F24891F5-0699-AE07-928A-F418FA888E26}"/>
                </a:ext>
              </a:extLst>
            </p:cNvPr>
            <p:cNvSpPr/>
            <p:nvPr/>
          </p:nvSpPr>
          <p:spPr>
            <a:xfrm>
              <a:off x="4892567" y="2785639"/>
              <a:ext cx="455540" cy="918977"/>
            </a:xfrm>
            <a:prstGeom prst="rect">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19" name="Google Shape;584;p16">
              <a:extLst>
                <a:ext uri="{FF2B5EF4-FFF2-40B4-BE49-F238E27FC236}">
                  <a16:creationId xmlns:a16="http://schemas.microsoft.com/office/drawing/2014/main" id="{07C62072-4177-F7BC-D4A3-40921531B594}"/>
                </a:ext>
              </a:extLst>
            </p:cNvPr>
            <p:cNvSpPr/>
            <p:nvPr/>
          </p:nvSpPr>
          <p:spPr>
            <a:xfrm>
              <a:off x="6794086" y="2785639"/>
              <a:ext cx="457126" cy="918977"/>
            </a:xfrm>
            <a:prstGeom prst="rect">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20" name="Google Shape;585;p16">
              <a:extLst>
                <a:ext uri="{FF2B5EF4-FFF2-40B4-BE49-F238E27FC236}">
                  <a16:creationId xmlns:a16="http://schemas.microsoft.com/office/drawing/2014/main" id="{105B56DE-6A86-0EB6-62EC-C38C47460502}"/>
                </a:ext>
              </a:extLst>
            </p:cNvPr>
            <p:cNvSpPr/>
            <p:nvPr/>
          </p:nvSpPr>
          <p:spPr>
            <a:xfrm rot="2700000">
              <a:off x="6762353" y="3309397"/>
              <a:ext cx="525356" cy="525378"/>
            </a:xfrm>
            <a:custGeom>
              <a:avLst/>
              <a:gdLst/>
              <a:ahLst/>
              <a:cxnLst/>
              <a:rect l="0" t="0" r="0" b="0"/>
              <a:pathLst>
                <a:path w="120000" h="120000" extrusionOk="0">
                  <a:moveTo>
                    <a:pt x="0" y="120000"/>
                  </a:moveTo>
                  <a:lnTo>
                    <a:pt x="120000" y="0"/>
                  </a:lnTo>
                  <a:lnTo>
                    <a:pt x="120000" y="120000"/>
                  </a:lnTo>
                  <a:lnTo>
                    <a:pt x="0" y="120000"/>
                  </a:lnTo>
                  <a:close/>
                </a:path>
              </a:pathLst>
            </a:cu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grpSp>
      <p:grpSp>
        <p:nvGrpSpPr>
          <p:cNvPr id="21" name="Google Shape;586;p16">
            <a:extLst>
              <a:ext uri="{FF2B5EF4-FFF2-40B4-BE49-F238E27FC236}">
                <a16:creationId xmlns:a16="http://schemas.microsoft.com/office/drawing/2014/main" id="{CC1AF025-8CBA-0124-8F05-D84CF65D8E38}"/>
              </a:ext>
            </a:extLst>
          </p:cNvPr>
          <p:cNvGrpSpPr>
            <a:grpSpLocks/>
          </p:cNvGrpSpPr>
          <p:nvPr/>
        </p:nvGrpSpPr>
        <p:grpSpPr bwMode="auto">
          <a:xfrm>
            <a:off x="2992438" y="3441700"/>
            <a:ext cx="2503487" cy="2336800"/>
            <a:chOff x="3371475" y="3591818"/>
            <a:chExt cx="2074748" cy="1936007"/>
          </a:xfrm>
        </p:grpSpPr>
        <p:sp>
          <p:nvSpPr>
            <p:cNvPr id="22" name="Google Shape;587;p16">
              <a:extLst>
                <a:ext uri="{FF2B5EF4-FFF2-40B4-BE49-F238E27FC236}">
                  <a16:creationId xmlns:a16="http://schemas.microsoft.com/office/drawing/2014/main" id="{E1ABDACC-A7B1-C33E-ABC3-D2532CA1C69C}"/>
                </a:ext>
              </a:extLst>
            </p:cNvPr>
            <p:cNvSpPr>
              <a:spLocks/>
            </p:cNvSpPr>
            <p:nvPr/>
          </p:nvSpPr>
          <p:spPr bwMode="auto">
            <a:xfrm rot="16200000" flipH="1">
              <a:off x="3372943" y="4547832"/>
              <a:ext cx="978525" cy="981460"/>
            </a:xfrm>
            <a:custGeom>
              <a:avLst/>
              <a:gdLst>
                <a:gd name="T0" fmla="*/ 0 w 120000"/>
                <a:gd name="T1" fmla="*/ 0 h 120000"/>
                <a:gd name="T2" fmla="*/ 120000 w 120000"/>
                <a:gd name="T3" fmla="*/ 120000 h 120000"/>
              </a:gdLst>
              <a:ahLst/>
              <a:cxnLst>
                <a:cxn ang="0">
                  <a:pos x="0" y="0"/>
                </a:cxn>
                <a:cxn ang="0">
                  <a:pos x="11979" y="603"/>
                </a:cxn>
                <a:cxn ang="0">
                  <a:pos x="120000" y="120000"/>
                </a:cxn>
                <a:cxn ang="0">
                  <a:pos x="73548" y="120000"/>
                </a:cxn>
                <a:cxn ang="0">
                  <a:pos x="73548" y="119999"/>
                </a:cxn>
                <a:cxn ang="0">
                  <a:pos x="7230" y="46697"/>
                </a:cxn>
                <a:cxn ang="0">
                  <a:pos x="0" y="46333"/>
                </a:cxn>
                <a:cxn ang="0">
                  <a:pos x="0" y="0"/>
                </a:cxn>
              </a:cxnLst>
              <a:rect l="T0" t="T1" r="T2" b="T3"/>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lnTo>
                    <a:pt x="0" y="0"/>
                  </a:lnTo>
                  <a:close/>
                </a:path>
              </a:pathLst>
            </a:custGeom>
            <a:solidFill>
              <a:schemeClr val="accent2"/>
            </a:solidFill>
            <a:ln w="9525">
              <a:noFill/>
              <a:round/>
              <a:headEnd/>
              <a:tailEnd/>
            </a:ln>
          </p:spPr>
          <p:txBody>
            <a:bodyPr lIns="91425" tIns="45700" rIns="91425" bIns="45700" anchor="ctr"/>
            <a:lstStyle/>
            <a:p>
              <a:pPr>
                <a:defRPr/>
              </a:pPr>
              <a:endParaRPr lang="en-US"/>
            </a:p>
          </p:txBody>
        </p:sp>
        <p:sp>
          <p:nvSpPr>
            <p:cNvPr id="23" name="Google Shape;588;p16">
              <a:extLst>
                <a:ext uri="{FF2B5EF4-FFF2-40B4-BE49-F238E27FC236}">
                  <a16:creationId xmlns:a16="http://schemas.microsoft.com/office/drawing/2014/main" id="{0949027F-3AEF-3C55-16F7-10CAA4621943}"/>
                </a:ext>
              </a:extLst>
            </p:cNvPr>
            <p:cNvSpPr>
              <a:spLocks/>
            </p:cNvSpPr>
            <p:nvPr/>
          </p:nvSpPr>
          <p:spPr bwMode="auto">
            <a:xfrm rot="10800000" flipH="1">
              <a:off x="4346356" y="4546669"/>
              <a:ext cx="978829" cy="981156"/>
            </a:xfrm>
            <a:custGeom>
              <a:avLst/>
              <a:gdLst>
                <a:gd name="T0" fmla="*/ 0 w 120000"/>
                <a:gd name="T1" fmla="*/ 0 h 120000"/>
                <a:gd name="T2" fmla="*/ 120000 w 120000"/>
                <a:gd name="T3" fmla="*/ 120000 h 120000"/>
              </a:gdLst>
              <a:ahLst/>
              <a:cxnLst>
                <a:cxn ang="0">
                  <a:pos x="0" y="0"/>
                </a:cxn>
                <a:cxn ang="0">
                  <a:pos x="11979" y="603"/>
                </a:cxn>
                <a:cxn ang="0">
                  <a:pos x="120000" y="120000"/>
                </a:cxn>
                <a:cxn ang="0">
                  <a:pos x="73548" y="120000"/>
                </a:cxn>
                <a:cxn ang="0">
                  <a:pos x="73548" y="119999"/>
                </a:cxn>
                <a:cxn ang="0">
                  <a:pos x="7230" y="46697"/>
                </a:cxn>
                <a:cxn ang="0">
                  <a:pos x="0" y="46333"/>
                </a:cxn>
                <a:cxn ang="0">
                  <a:pos x="0" y="0"/>
                </a:cxn>
              </a:cxnLst>
              <a:rect l="T0" t="T1" r="T2" b="T3"/>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lnTo>
                    <a:pt x="0" y="0"/>
                  </a:lnTo>
                  <a:close/>
                </a:path>
              </a:pathLst>
            </a:custGeom>
            <a:solidFill>
              <a:schemeClr val="accent2"/>
            </a:solidFill>
            <a:ln w="9525">
              <a:noFill/>
              <a:round/>
              <a:headEnd/>
              <a:tailEnd/>
            </a:ln>
          </p:spPr>
          <p:txBody>
            <a:bodyPr lIns="91425" tIns="45700" rIns="91425" bIns="45700" anchor="ctr"/>
            <a:lstStyle/>
            <a:p>
              <a:pPr>
                <a:defRPr/>
              </a:pPr>
              <a:endParaRPr lang="en-US"/>
            </a:p>
          </p:txBody>
        </p:sp>
        <p:sp>
          <p:nvSpPr>
            <p:cNvPr id="24" name="Google Shape;589;p16">
              <a:extLst>
                <a:ext uri="{FF2B5EF4-FFF2-40B4-BE49-F238E27FC236}">
                  <a16:creationId xmlns:a16="http://schemas.microsoft.com/office/drawing/2014/main" id="{2AFF9703-529A-FD7D-B761-384298DAC9C3}"/>
                </a:ext>
              </a:extLst>
            </p:cNvPr>
            <p:cNvSpPr>
              <a:spLocks noChangeArrowheads="1"/>
            </p:cNvSpPr>
            <p:nvPr/>
          </p:nvSpPr>
          <p:spPr bwMode="auto">
            <a:xfrm rot="10800000" flipH="1">
              <a:off x="3371475" y="3790417"/>
              <a:ext cx="377585" cy="761513"/>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25" name="Google Shape;590;p16">
              <a:extLst>
                <a:ext uri="{FF2B5EF4-FFF2-40B4-BE49-F238E27FC236}">
                  <a16:creationId xmlns:a16="http://schemas.microsoft.com/office/drawing/2014/main" id="{16FC017B-4C7E-80CE-7069-35ABC6AC7461}"/>
                </a:ext>
              </a:extLst>
            </p:cNvPr>
            <p:cNvSpPr>
              <a:spLocks noChangeArrowheads="1"/>
            </p:cNvSpPr>
            <p:nvPr/>
          </p:nvSpPr>
          <p:spPr bwMode="auto">
            <a:xfrm rot="10800000" flipH="1">
              <a:off x="4946284" y="3790417"/>
              <a:ext cx="378901" cy="761513"/>
            </a:xfrm>
            <a:prstGeom prst="rect">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26" name="Google Shape;591;p16">
              <a:extLst>
                <a:ext uri="{FF2B5EF4-FFF2-40B4-BE49-F238E27FC236}">
                  <a16:creationId xmlns:a16="http://schemas.microsoft.com/office/drawing/2014/main" id="{BAC19EEC-C0A8-A8FC-ACC9-9D97DA25F0B0}"/>
                </a:ext>
              </a:extLst>
            </p:cNvPr>
            <p:cNvSpPr>
              <a:spLocks/>
            </p:cNvSpPr>
            <p:nvPr/>
          </p:nvSpPr>
          <p:spPr bwMode="auto">
            <a:xfrm rot="8100000" flipH="1">
              <a:off x="4920697" y="3683158"/>
              <a:ext cx="435338" cy="434158"/>
            </a:xfrm>
            <a:custGeom>
              <a:avLst/>
              <a:gdLst>
                <a:gd name="T0" fmla="*/ 0 w 120000"/>
                <a:gd name="T1" fmla="*/ 0 h 120000"/>
                <a:gd name="T2" fmla="*/ 120000 w 120000"/>
                <a:gd name="T3" fmla="*/ 120000 h 120000"/>
              </a:gdLst>
              <a:ahLst/>
              <a:cxnLst>
                <a:cxn ang="0">
                  <a:pos x="0" y="120000"/>
                </a:cxn>
                <a:cxn ang="0">
                  <a:pos x="120000" y="0"/>
                </a:cxn>
                <a:cxn ang="0">
                  <a:pos x="120000" y="120000"/>
                </a:cxn>
                <a:cxn ang="0">
                  <a:pos x="0" y="120000"/>
                </a:cxn>
              </a:cxnLst>
              <a:rect l="T0" t="T1" r="T2" b="T3"/>
              <a:pathLst>
                <a:path w="120000" h="120000" extrusionOk="0">
                  <a:moveTo>
                    <a:pt x="0" y="120000"/>
                  </a:moveTo>
                  <a:lnTo>
                    <a:pt x="120000" y="0"/>
                  </a:lnTo>
                  <a:lnTo>
                    <a:pt x="120000" y="120000"/>
                  </a:lnTo>
                  <a:lnTo>
                    <a:pt x="0" y="120000"/>
                  </a:lnTo>
                  <a:close/>
                </a:path>
              </a:pathLst>
            </a:custGeom>
            <a:solidFill>
              <a:schemeClr val="accent2"/>
            </a:solidFill>
            <a:ln w="9525">
              <a:noFill/>
              <a:round/>
              <a:headEnd/>
              <a:tailEnd/>
            </a:ln>
          </p:spPr>
          <p:txBody>
            <a:bodyPr lIns="91425" tIns="45700" rIns="91425" bIns="45700" anchor="ctr"/>
            <a:lstStyle/>
            <a:p>
              <a:pPr>
                <a:defRPr/>
              </a:pPr>
              <a:endParaRPr lang="en-US"/>
            </a:p>
          </p:txBody>
        </p:sp>
      </p:grpSp>
      <p:grpSp>
        <p:nvGrpSpPr>
          <p:cNvPr id="27" name="Google Shape;592;p16">
            <a:extLst>
              <a:ext uri="{FF2B5EF4-FFF2-40B4-BE49-F238E27FC236}">
                <a16:creationId xmlns:a16="http://schemas.microsoft.com/office/drawing/2014/main" id="{FBD656DC-73A1-93AA-868C-9E637214313A}"/>
              </a:ext>
            </a:extLst>
          </p:cNvPr>
          <p:cNvGrpSpPr>
            <a:grpSpLocks/>
          </p:cNvGrpSpPr>
          <p:nvPr/>
        </p:nvGrpSpPr>
        <p:grpSpPr bwMode="auto">
          <a:xfrm>
            <a:off x="1090613" y="1608138"/>
            <a:ext cx="2505075" cy="2336800"/>
            <a:chOff x="1090792" y="1607950"/>
            <a:chExt cx="2504672" cy="2336331"/>
          </a:xfrm>
        </p:grpSpPr>
        <p:sp>
          <p:nvSpPr>
            <p:cNvPr id="28" name="Google Shape;593;p16">
              <a:extLst>
                <a:ext uri="{FF2B5EF4-FFF2-40B4-BE49-F238E27FC236}">
                  <a16:creationId xmlns:a16="http://schemas.microsoft.com/office/drawing/2014/main" id="{AD335718-ED96-D792-6D10-FFC0C01C6BA5}"/>
                </a:ext>
              </a:extLst>
            </p:cNvPr>
            <p:cNvSpPr>
              <a:spLocks/>
            </p:cNvSpPr>
            <p:nvPr/>
          </p:nvSpPr>
          <p:spPr bwMode="auto">
            <a:xfrm rot="-5400000">
              <a:off x="1092403" y="1606339"/>
              <a:ext cx="1180863" cy="1184084"/>
            </a:xfrm>
            <a:custGeom>
              <a:avLst/>
              <a:gdLst>
                <a:gd name="T0" fmla="*/ 0 w 120000"/>
                <a:gd name="T1" fmla="*/ 0 h 120000"/>
                <a:gd name="T2" fmla="*/ 120000 w 120000"/>
                <a:gd name="T3" fmla="*/ 120000 h 120000"/>
              </a:gdLst>
              <a:ahLst/>
              <a:cxnLst>
                <a:cxn ang="0">
                  <a:pos x="0" y="0"/>
                </a:cxn>
                <a:cxn ang="0">
                  <a:pos x="11979" y="603"/>
                </a:cxn>
                <a:cxn ang="0">
                  <a:pos x="120000" y="120000"/>
                </a:cxn>
                <a:cxn ang="0">
                  <a:pos x="73548" y="120000"/>
                </a:cxn>
                <a:cxn ang="0">
                  <a:pos x="73548" y="119999"/>
                </a:cxn>
                <a:cxn ang="0">
                  <a:pos x="7230" y="46697"/>
                </a:cxn>
                <a:cxn ang="0">
                  <a:pos x="0" y="46333"/>
                </a:cxn>
                <a:cxn ang="0">
                  <a:pos x="0" y="0"/>
                </a:cxn>
              </a:cxnLst>
              <a:rect l="T0" t="T1" r="T2" b="T3"/>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lnTo>
                    <a:pt x="0" y="0"/>
                  </a:lnTo>
                  <a:close/>
                </a:path>
              </a:pathLst>
            </a:custGeom>
            <a:solidFill>
              <a:schemeClr val="accent1"/>
            </a:solidFill>
            <a:ln w="9525">
              <a:noFill/>
              <a:round/>
              <a:headEnd/>
              <a:tailEnd/>
            </a:ln>
          </p:spPr>
          <p:txBody>
            <a:bodyPr lIns="91425" tIns="45700" rIns="91425" bIns="45700" anchor="ctr"/>
            <a:lstStyle/>
            <a:p>
              <a:pPr>
                <a:defRPr/>
              </a:pPr>
              <a:endParaRPr lang="en-US"/>
            </a:p>
          </p:txBody>
        </p:sp>
        <p:sp>
          <p:nvSpPr>
            <p:cNvPr id="29" name="Google Shape;594;p16">
              <a:extLst>
                <a:ext uri="{FF2B5EF4-FFF2-40B4-BE49-F238E27FC236}">
                  <a16:creationId xmlns:a16="http://schemas.microsoft.com/office/drawing/2014/main" id="{D141EC06-F0BF-E75E-ECAA-567BC626453D}"/>
                </a:ext>
              </a:extLst>
            </p:cNvPr>
            <p:cNvSpPr>
              <a:spLocks/>
            </p:cNvSpPr>
            <p:nvPr/>
          </p:nvSpPr>
          <p:spPr bwMode="auto">
            <a:xfrm>
              <a:off x="2268528" y="1607950"/>
              <a:ext cx="1180910" cy="1184037"/>
            </a:xfrm>
            <a:custGeom>
              <a:avLst/>
              <a:gdLst>
                <a:gd name="T0" fmla="*/ 0 w 120000"/>
                <a:gd name="T1" fmla="*/ 0 h 120000"/>
                <a:gd name="T2" fmla="*/ 120000 w 120000"/>
                <a:gd name="T3" fmla="*/ 120000 h 120000"/>
              </a:gdLst>
              <a:ahLst/>
              <a:cxnLst>
                <a:cxn ang="0">
                  <a:pos x="0" y="0"/>
                </a:cxn>
                <a:cxn ang="0">
                  <a:pos x="11979" y="603"/>
                </a:cxn>
                <a:cxn ang="0">
                  <a:pos x="120000" y="120000"/>
                </a:cxn>
                <a:cxn ang="0">
                  <a:pos x="73548" y="120000"/>
                </a:cxn>
                <a:cxn ang="0">
                  <a:pos x="73548" y="119999"/>
                </a:cxn>
                <a:cxn ang="0">
                  <a:pos x="7230" y="46697"/>
                </a:cxn>
                <a:cxn ang="0">
                  <a:pos x="0" y="46333"/>
                </a:cxn>
                <a:cxn ang="0">
                  <a:pos x="0" y="0"/>
                </a:cxn>
              </a:cxnLst>
              <a:rect l="T0" t="T1" r="T2" b="T3"/>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lnTo>
                    <a:pt x="0" y="0"/>
                  </a:lnTo>
                  <a:close/>
                </a:path>
              </a:pathLst>
            </a:custGeom>
            <a:solidFill>
              <a:schemeClr val="accent1"/>
            </a:solidFill>
            <a:ln w="9525">
              <a:noFill/>
              <a:round/>
              <a:headEnd/>
              <a:tailEnd/>
            </a:ln>
          </p:spPr>
          <p:txBody>
            <a:bodyPr lIns="91425" tIns="45700" rIns="91425" bIns="45700" anchor="ctr"/>
            <a:lstStyle/>
            <a:p>
              <a:pPr>
                <a:defRPr/>
              </a:pPr>
              <a:endParaRPr lang="en-US"/>
            </a:p>
          </p:txBody>
        </p:sp>
        <p:sp>
          <p:nvSpPr>
            <p:cNvPr id="30" name="Google Shape;595;p16">
              <a:extLst>
                <a:ext uri="{FF2B5EF4-FFF2-40B4-BE49-F238E27FC236}">
                  <a16:creationId xmlns:a16="http://schemas.microsoft.com/office/drawing/2014/main" id="{3329EC7A-CADD-4746-8038-C5243B408B29}"/>
                </a:ext>
              </a:extLst>
            </p:cNvPr>
            <p:cNvSpPr>
              <a:spLocks noChangeArrowheads="1"/>
            </p:cNvSpPr>
            <p:nvPr/>
          </p:nvSpPr>
          <p:spPr bwMode="auto">
            <a:xfrm>
              <a:off x="1090792" y="2785639"/>
              <a:ext cx="455539" cy="918978"/>
            </a:xfrm>
            <a:prstGeom prst="rect">
              <a:avLst/>
            </a:prstGeom>
            <a:solidFill>
              <a:schemeClr val="accent1"/>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31" name="Google Shape;596;p16">
              <a:extLst>
                <a:ext uri="{FF2B5EF4-FFF2-40B4-BE49-F238E27FC236}">
                  <a16:creationId xmlns:a16="http://schemas.microsoft.com/office/drawing/2014/main" id="{22535702-EFFF-0BC8-3971-3453C33D98B8}"/>
                </a:ext>
              </a:extLst>
            </p:cNvPr>
            <p:cNvSpPr>
              <a:spLocks noChangeArrowheads="1"/>
            </p:cNvSpPr>
            <p:nvPr/>
          </p:nvSpPr>
          <p:spPr bwMode="auto">
            <a:xfrm>
              <a:off x="2992311" y="2785639"/>
              <a:ext cx="457126" cy="918978"/>
            </a:xfrm>
            <a:prstGeom prst="rect">
              <a:avLst/>
            </a:prstGeom>
            <a:solidFill>
              <a:schemeClr val="accent1"/>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32" name="Google Shape;597;p16">
              <a:extLst>
                <a:ext uri="{FF2B5EF4-FFF2-40B4-BE49-F238E27FC236}">
                  <a16:creationId xmlns:a16="http://schemas.microsoft.com/office/drawing/2014/main" id="{BEAE04C2-6C69-AA16-F189-97248FB06DAE}"/>
                </a:ext>
              </a:extLst>
            </p:cNvPr>
            <p:cNvSpPr>
              <a:spLocks/>
            </p:cNvSpPr>
            <p:nvPr/>
          </p:nvSpPr>
          <p:spPr bwMode="auto">
            <a:xfrm rot="2700000">
              <a:off x="2960577" y="3309398"/>
              <a:ext cx="525357" cy="525377"/>
            </a:xfrm>
            <a:custGeom>
              <a:avLst/>
              <a:gdLst>
                <a:gd name="T0" fmla="*/ 0 w 120000"/>
                <a:gd name="T1" fmla="*/ 0 h 120000"/>
                <a:gd name="T2" fmla="*/ 120000 w 120000"/>
                <a:gd name="T3" fmla="*/ 120000 h 120000"/>
              </a:gdLst>
              <a:ahLst/>
              <a:cxnLst>
                <a:cxn ang="0">
                  <a:pos x="0" y="120000"/>
                </a:cxn>
                <a:cxn ang="0">
                  <a:pos x="120000" y="0"/>
                </a:cxn>
                <a:cxn ang="0">
                  <a:pos x="120000" y="120000"/>
                </a:cxn>
                <a:cxn ang="0">
                  <a:pos x="0" y="120000"/>
                </a:cxn>
              </a:cxnLst>
              <a:rect l="T0" t="T1" r="T2" b="T3"/>
              <a:pathLst>
                <a:path w="120000" h="120000" extrusionOk="0">
                  <a:moveTo>
                    <a:pt x="0" y="120000"/>
                  </a:moveTo>
                  <a:lnTo>
                    <a:pt x="120000" y="0"/>
                  </a:lnTo>
                  <a:lnTo>
                    <a:pt x="120000" y="120000"/>
                  </a:lnTo>
                  <a:lnTo>
                    <a:pt x="0" y="120000"/>
                  </a:lnTo>
                  <a:close/>
                </a:path>
              </a:pathLst>
            </a:custGeom>
            <a:solidFill>
              <a:schemeClr val="accent1"/>
            </a:solidFill>
            <a:ln w="9525">
              <a:noFill/>
              <a:round/>
              <a:headEnd/>
              <a:tailEnd/>
            </a:ln>
          </p:spPr>
          <p:txBody>
            <a:bodyPr lIns="91425" tIns="45700" rIns="91425" bIns="45700" anchor="ctr"/>
            <a:lstStyle/>
            <a:p>
              <a:pPr>
                <a:defRPr/>
              </a:pPr>
              <a:endParaRPr lang="en-US"/>
            </a:p>
          </p:txBody>
        </p:sp>
      </p:grpSp>
      <p:sp>
        <p:nvSpPr>
          <p:cNvPr id="33" name="Google Shape;598;p16">
            <a:extLst>
              <a:ext uri="{FF2B5EF4-FFF2-40B4-BE49-F238E27FC236}">
                <a16:creationId xmlns:a16="http://schemas.microsoft.com/office/drawing/2014/main" id="{1150EA03-D40A-EAF1-EE36-CDD277656F7F}"/>
              </a:ext>
            </a:extLst>
          </p:cNvPr>
          <p:cNvSpPr>
            <a:spLocks noChangeArrowheads="1"/>
          </p:cNvSpPr>
          <p:nvPr/>
        </p:nvSpPr>
        <p:spPr bwMode="auto">
          <a:xfrm>
            <a:off x="1981200" y="2447925"/>
            <a:ext cx="611188" cy="612775"/>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34" name="Google Shape;599;p16">
            <a:extLst>
              <a:ext uri="{FF2B5EF4-FFF2-40B4-BE49-F238E27FC236}">
                <a16:creationId xmlns:a16="http://schemas.microsoft.com/office/drawing/2014/main" id="{05D71B81-71FB-CBD4-C75D-F152C923C7D2}"/>
              </a:ext>
            </a:extLst>
          </p:cNvPr>
          <p:cNvSpPr>
            <a:spLocks/>
          </p:cNvSpPr>
          <p:nvPr/>
        </p:nvSpPr>
        <p:spPr bwMode="auto">
          <a:xfrm>
            <a:off x="2152650" y="2616200"/>
            <a:ext cx="279400" cy="279400"/>
          </a:xfrm>
          <a:custGeom>
            <a:avLst/>
            <a:gdLst>
              <a:gd name="T0" fmla="*/ 0 w 120000"/>
              <a:gd name="T1" fmla="*/ 0 h 120000"/>
              <a:gd name="T2" fmla="*/ 120000 w 120000"/>
              <a:gd name="T3" fmla="*/ 120000 h 120000"/>
            </a:gdLst>
            <a:ahLst/>
            <a:cxnLst>
              <a:cxn ang="0">
                <a:pos x="88950" y="59972"/>
              </a:cxn>
              <a:cxn ang="0">
                <a:pos x="114544" y="60000"/>
              </a:cxn>
              <a:cxn ang="0">
                <a:pos x="98566" y="98572"/>
              </a:cxn>
              <a:cxn ang="0">
                <a:pos x="80483" y="80488"/>
              </a:cxn>
              <a:cxn ang="0">
                <a:pos x="98566" y="98572"/>
              </a:cxn>
              <a:cxn ang="0">
                <a:pos x="91966" y="73250"/>
              </a:cxn>
              <a:cxn ang="0">
                <a:pos x="81538" y="68938"/>
              </a:cxn>
              <a:cxn ang="0">
                <a:pos x="85566" y="55733"/>
              </a:cxn>
              <a:cxn ang="0">
                <a:pos x="81094" y="44911"/>
              </a:cxn>
              <a:cxn ang="0">
                <a:pos x="85566" y="55733"/>
              </a:cxn>
              <a:cxn ang="0">
                <a:pos x="94688" y="42244"/>
              </a:cxn>
              <a:cxn ang="0">
                <a:pos x="77755" y="25305"/>
              </a:cxn>
              <a:cxn ang="0">
                <a:pos x="76211" y="66733"/>
              </a:cxn>
              <a:cxn ang="0">
                <a:pos x="66733" y="76216"/>
              </a:cxn>
              <a:cxn ang="0">
                <a:pos x="53261" y="76216"/>
              </a:cxn>
              <a:cxn ang="0">
                <a:pos x="43783" y="66733"/>
              </a:cxn>
              <a:cxn ang="0">
                <a:pos x="43783" y="53261"/>
              </a:cxn>
              <a:cxn ang="0">
                <a:pos x="53261" y="43783"/>
              </a:cxn>
              <a:cxn ang="0">
                <a:pos x="66733" y="43783"/>
              </a:cxn>
              <a:cxn ang="0">
                <a:pos x="76211" y="53261"/>
              </a:cxn>
              <a:cxn ang="0">
                <a:pos x="76211" y="66733"/>
              </a:cxn>
              <a:cxn ang="0">
                <a:pos x="64227" y="85577"/>
              </a:cxn>
              <a:cxn ang="0">
                <a:pos x="75094" y="81094"/>
              </a:cxn>
              <a:cxn ang="0">
                <a:pos x="60000" y="114544"/>
              </a:cxn>
              <a:cxn ang="0">
                <a:pos x="59972" y="88950"/>
              </a:cxn>
              <a:cxn ang="0">
                <a:pos x="60000" y="114544"/>
              </a:cxn>
              <a:cxn ang="0">
                <a:pos x="51055" y="81538"/>
              </a:cxn>
              <a:cxn ang="0">
                <a:pos x="46750" y="91972"/>
              </a:cxn>
              <a:cxn ang="0">
                <a:pos x="46750" y="28027"/>
              </a:cxn>
              <a:cxn ang="0">
                <a:pos x="51055" y="38466"/>
              </a:cxn>
              <a:cxn ang="0">
                <a:pos x="46750" y="28027"/>
              </a:cxn>
              <a:cxn ang="0">
                <a:pos x="71983" y="22883"/>
              </a:cxn>
              <a:cxn ang="0">
                <a:pos x="48016" y="22883"/>
              </a:cxn>
              <a:cxn ang="0">
                <a:pos x="75094" y="38905"/>
              </a:cxn>
              <a:cxn ang="0">
                <a:pos x="64266" y="34433"/>
              </a:cxn>
              <a:cxn ang="0">
                <a:pos x="75094" y="38905"/>
              </a:cxn>
              <a:cxn ang="0">
                <a:pos x="25305" y="42244"/>
              </a:cxn>
              <a:cxn ang="0">
                <a:pos x="42244" y="25305"/>
              </a:cxn>
              <a:cxn ang="0">
                <a:pos x="21433" y="98572"/>
              </a:cxn>
              <a:cxn ang="0">
                <a:pos x="39511" y="80488"/>
              </a:cxn>
              <a:cxn ang="0">
                <a:pos x="21433" y="98572"/>
              </a:cxn>
              <a:cxn ang="0">
                <a:pos x="28027" y="73250"/>
              </a:cxn>
              <a:cxn ang="0">
                <a:pos x="38461" y="68938"/>
              </a:cxn>
              <a:cxn ang="0">
                <a:pos x="38461" y="51061"/>
              </a:cxn>
              <a:cxn ang="0">
                <a:pos x="28027" y="46750"/>
              </a:cxn>
              <a:cxn ang="0">
                <a:pos x="38461" y="51061"/>
              </a:cxn>
              <a:cxn ang="0">
                <a:pos x="22883" y="48022"/>
              </a:cxn>
              <a:cxn ang="0">
                <a:pos x="22883" y="71977"/>
              </a:cxn>
              <a:cxn ang="0">
                <a:pos x="120000" y="60000"/>
              </a:cxn>
              <a:cxn ang="0">
                <a:pos x="102427" y="17572"/>
              </a:cxn>
              <a:cxn ang="0">
                <a:pos x="60000" y="0"/>
              </a:cxn>
              <a:cxn ang="0">
                <a:pos x="17572" y="17572"/>
              </a:cxn>
              <a:cxn ang="0">
                <a:pos x="0" y="60000"/>
              </a:cxn>
              <a:cxn ang="0">
                <a:pos x="17572" y="102427"/>
              </a:cxn>
              <a:cxn ang="0">
                <a:pos x="60000" y="120000"/>
              </a:cxn>
              <a:cxn ang="0">
                <a:pos x="102427" y="102427"/>
              </a:cxn>
              <a:cxn ang="0">
                <a:pos x="120000" y="60000"/>
              </a:cxn>
              <a:cxn ang="0">
                <a:pos x="54544" y="60000"/>
              </a:cxn>
              <a:cxn ang="0">
                <a:pos x="65455" y="60000"/>
              </a:cxn>
            </a:cxnLst>
            <a:rect l="T0" t="T1" r="T2" b="T3"/>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bg1"/>
          </a:solidFill>
          <a:ln w="9525">
            <a:noFill/>
            <a:round/>
            <a:headEnd/>
            <a:tailEnd/>
          </a:ln>
        </p:spPr>
        <p:txBody>
          <a:bodyPr lIns="19025" tIns="19025" rIns="19025" bIns="19025" anchor="ctr"/>
          <a:lstStyle/>
          <a:p>
            <a:pPr>
              <a:defRPr/>
            </a:pPr>
            <a:endParaRPr lang="en-US"/>
          </a:p>
        </p:txBody>
      </p:sp>
      <p:sp>
        <p:nvSpPr>
          <p:cNvPr id="35" name="Google Shape;600;p16">
            <a:extLst>
              <a:ext uri="{FF2B5EF4-FFF2-40B4-BE49-F238E27FC236}">
                <a16:creationId xmlns:a16="http://schemas.microsoft.com/office/drawing/2014/main" id="{8D6E911B-DB25-246E-E276-A798184B8918}"/>
              </a:ext>
            </a:extLst>
          </p:cNvPr>
          <p:cNvSpPr>
            <a:spLocks noChangeArrowheads="1"/>
          </p:cNvSpPr>
          <p:nvPr/>
        </p:nvSpPr>
        <p:spPr bwMode="auto">
          <a:xfrm>
            <a:off x="3863975" y="4349750"/>
            <a:ext cx="612775" cy="611188"/>
          </a:xfrm>
          <a:prstGeom prst="ellipse">
            <a:avLst/>
          </a:prstGeom>
          <a:solidFill>
            <a:schemeClr val="accent2"/>
          </a:solidFill>
          <a:ln w="9525">
            <a:noFill/>
            <a:round/>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FFFFF"/>
              </a:solidFill>
            </a:endParaRPr>
          </a:p>
        </p:txBody>
      </p:sp>
      <p:sp>
        <p:nvSpPr>
          <p:cNvPr id="36" name="Google Shape;601;p16">
            <a:extLst>
              <a:ext uri="{FF2B5EF4-FFF2-40B4-BE49-F238E27FC236}">
                <a16:creationId xmlns:a16="http://schemas.microsoft.com/office/drawing/2014/main" id="{13B192D9-DDF3-90B0-4274-89A5D2547ADC}"/>
              </a:ext>
            </a:extLst>
          </p:cNvPr>
          <p:cNvSpPr>
            <a:spLocks/>
          </p:cNvSpPr>
          <p:nvPr/>
        </p:nvSpPr>
        <p:spPr bwMode="auto">
          <a:xfrm>
            <a:off x="4046538" y="4516438"/>
            <a:ext cx="279400" cy="279400"/>
          </a:xfrm>
          <a:custGeom>
            <a:avLst/>
            <a:gdLst>
              <a:gd name="T0" fmla="*/ 0 w 120000"/>
              <a:gd name="T1" fmla="*/ 0 h 120000"/>
              <a:gd name="T2" fmla="*/ 120000 w 120000"/>
              <a:gd name="T3" fmla="*/ 120000 h 120000"/>
            </a:gdLst>
            <a:ahLst/>
            <a:cxnLst>
              <a:cxn ang="0">
                <a:pos x="5455" y="16361"/>
              </a:cxn>
              <a:cxn ang="0">
                <a:pos x="114544" y="10911"/>
              </a:cxn>
              <a:cxn ang="0">
                <a:pos x="109088" y="87272"/>
              </a:cxn>
              <a:cxn ang="0">
                <a:pos x="10911" y="21816"/>
              </a:cxn>
              <a:cxn ang="0">
                <a:pos x="109088" y="87272"/>
              </a:cxn>
              <a:cxn ang="0">
                <a:pos x="65455" y="5455"/>
              </a:cxn>
              <a:cxn ang="0">
                <a:pos x="54544" y="5455"/>
              </a:cxn>
              <a:cxn ang="0">
                <a:pos x="0" y="10911"/>
              </a:cxn>
              <a:cxn ang="0">
                <a:pos x="5455" y="21816"/>
              </a:cxn>
              <a:cxn ang="0">
                <a:pos x="10911" y="92727"/>
              </a:cxn>
              <a:cxn ang="0">
                <a:pos x="57272" y="99777"/>
              </a:cxn>
              <a:cxn ang="0">
                <a:pos x="40911" y="117272"/>
              </a:cxn>
              <a:cxn ang="0">
                <a:pos x="45566" y="119200"/>
              </a:cxn>
              <a:cxn ang="0">
                <a:pos x="74433" y="119200"/>
              </a:cxn>
              <a:cxn ang="0">
                <a:pos x="79088" y="117272"/>
              </a:cxn>
              <a:cxn ang="0">
                <a:pos x="62727" y="99777"/>
              </a:cxn>
              <a:cxn ang="0">
                <a:pos x="109088" y="92727"/>
              </a:cxn>
              <a:cxn ang="0">
                <a:pos x="114544" y="21816"/>
              </a:cxn>
              <a:cxn ang="0">
                <a:pos x="120000" y="10911"/>
              </a:cxn>
              <a:cxn ang="0">
                <a:pos x="90000" y="32727"/>
              </a:cxn>
              <a:cxn ang="0">
                <a:pos x="90000" y="38183"/>
              </a:cxn>
              <a:cxn ang="0">
                <a:pos x="90000" y="32727"/>
              </a:cxn>
              <a:cxn ang="0">
                <a:pos x="98183" y="35455"/>
              </a:cxn>
              <a:cxn ang="0">
                <a:pos x="81816" y="35455"/>
              </a:cxn>
              <a:cxn ang="0">
                <a:pos x="46788" y="45194"/>
              </a:cxn>
              <a:cxn ang="0">
                <a:pos x="68183" y="65455"/>
              </a:cxn>
              <a:cxn ang="0">
                <a:pos x="78794" y="55972"/>
              </a:cxn>
              <a:cxn ang="0">
                <a:pos x="29644" y="70911"/>
              </a:cxn>
              <a:cxn ang="0">
                <a:pos x="24544" y="76361"/>
              </a:cxn>
              <a:cxn ang="0">
                <a:pos x="98183" y="73638"/>
              </a:cxn>
              <a:cxn ang="0">
                <a:pos x="97638" y="72000"/>
              </a:cxn>
              <a:cxn ang="0">
                <a:pos x="81233" y="50211"/>
              </a:cxn>
              <a:cxn ang="0">
                <a:pos x="77161" y="49888"/>
              </a:cxn>
              <a:cxn ang="0">
                <a:pos x="48294" y="38983"/>
              </a:cxn>
              <a:cxn ang="0">
                <a:pos x="44138" y="39427"/>
              </a:cxn>
              <a:cxn ang="0">
                <a:pos x="22277" y="72122"/>
              </a:cxn>
              <a:cxn ang="0">
                <a:pos x="21816" y="73638"/>
              </a:cxn>
            </a:cxnLst>
            <a:rect l="T0" t="T1" r="T2" b="T3"/>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bg1"/>
          </a:solidFill>
          <a:ln w="9525">
            <a:noFill/>
            <a:round/>
            <a:headEnd/>
            <a:tailEnd/>
          </a:ln>
        </p:spPr>
        <p:txBody>
          <a:bodyPr lIns="19025" tIns="19025" rIns="19025" bIns="19025" anchor="ctr"/>
          <a:lstStyle/>
          <a:p>
            <a:pPr>
              <a:defRPr/>
            </a:pPr>
            <a:endParaRPr lang="en-US"/>
          </a:p>
        </p:txBody>
      </p:sp>
      <p:grpSp>
        <p:nvGrpSpPr>
          <p:cNvPr id="37" name="Google Shape;602;p16">
            <a:extLst>
              <a:ext uri="{FF2B5EF4-FFF2-40B4-BE49-F238E27FC236}">
                <a16:creationId xmlns:a16="http://schemas.microsoft.com/office/drawing/2014/main" id="{DFD866B0-4006-4818-9576-F0AB24BC9692}"/>
              </a:ext>
            </a:extLst>
          </p:cNvPr>
          <p:cNvGrpSpPr>
            <a:grpSpLocks/>
          </p:cNvGrpSpPr>
          <p:nvPr/>
        </p:nvGrpSpPr>
        <p:grpSpPr bwMode="auto">
          <a:xfrm>
            <a:off x="5759450" y="2447925"/>
            <a:ext cx="611188" cy="612775"/>
            <a:chOff x="5759496" y="2448663"/>
            <a:chExt cx="611596" cy="611596"/>
          </a:xfrm>
        </p:grpSpPr>
        <p:sp>
          <p:nvSpPr>
            <p:cNvPr id="38" name="Google Shape;603;p16">
              <a:extLst>
                <a:ext uri="{FF2B5EF4-FFF2-40B4-BE49-F238E27FC236}">
                  <a16:creationId xmlns:a16="http://schemas.microsoft.com/office/drawing/2014/main" id="{1ED2D2DC-A452-2F80-8439-2CCBAB9B918C}"/>
                </a:ext>
              </a:extLst>
            </p:cNvPr>
            <p:cNvSpPr/>
            <p:nvPr/>
          </p:nvSpPr>
          <p:spPr>
            <a:xfrm>
              <a:off x="5759496" y="2448663"/>
              <a:ext cx="611596" cy="611596"/>
            </a:xfrm>
            <a:prstGeom prst="ellipse">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39" name="Google Shape;604;p16">
              <a:extLst>
                <a:ext uri="{FF2B5EF4-FFF2-40B4-BE49-F238E27FC236}">
                  <a16:creationId xmlns:a16="http://schemas.microsoft.com/office/drawing/2014/main" id="{4EA06EAA-8592-CE91-5A84-1F9DBAB4D403}"/>
                </a:ext>
              </a:extLst>
            </p:cNvPr>
            <p:cNvSpPr>
              <a:spLocks/>
            </p:cNvSpPr>
            <p:nvPr/>
          </p:nvSpPr>
          <p:spPr bwMode="auto">
            <a:xfrm>
              <a:off x="5935827" y="2615030"/>
              <a:ext cx="279587" cy="278862"/>
            </a:xfrm>
            <a:custGeom>
              <a:avLst/>
              <a:gdLst>
                <a:gd name="T0" fmla="*/ 0 w 120000"/>
                <a:gd name="T1" fmla="*/ 0 h 120000"/>
                <a:gd name="T2" fmla="*/ 120000 w 120000"/>
                <a:gd name="T3" fmla="*/ 120000 h 120000"/>
              </a:gdLst>
              <a:ahLst/>
              <a:cxnLst>
                <a:cxn ang="0">
                  <a:pos x="60000" y="114544"/>
                </a:cxn>
                <a:cxn ang="0">
                  <a:pos x="5455" y="60000"/>
                </a:cxn>
                <a:cxn ang="0">
                  <a:pos x="60000" y="5455"/>
                </a:cxn>
                <a:cxn ang="0">
                  <a:pos x="114544" y="60000"/>
                </a:cxn>
                <a:cxn ang="0">
                  <a:pos x="60000" y="114544"/>
                </a:cxn>
                <a:cxn ang="0">
                  <a:pos x="101555" y="103216"/>
                </a:cxn>
                <a:cxn ang="0">
                  <a:pos x="120000" y="60000"/>
                </a:cxn>
                <a:cxn ang="0">
                  <a:pos x="60000" y="0"/>
                </a:cxn>
                <a:cxn ang="0">
                  <a:pos x="0" y="60000"/>
                </a:cxn>
                <a:cxn ang="0">
                  <a:pos x="18444" y="103216"/>
                </a:cxn>
                <a:cxn ang="0">
                  <a:pos x="11705" y="115344"/>
                </a:cxn>
                <a:cxn ang="0">
                  <a:pos x="10911" y="117272"/>
                </a:cxn>
                <a:cxn ang="0">
                  <a:pos x="13638" y="120000"/>
                </a:cxn>
                <a:cxn ang="0">
                  <a:pos x="15566" y="119200"/>
                </a:cxn>
                <a:cxn ang="0">
                  <a:pos x="16205" y="118044"/>
                </a:cxn>
                <a:cxn ang="0">
                  <a:pos x="22466" y="106772"/>
                </a:cxn>
                <a:cxn ang="0">
                  <a:pos x="60000" y="120000"/>
                </a:cxn>
                <a:cxn ang="0">
                  <a:pos x="97527" y="106772"/>
                </a:cxn>
                <a:cxn ang="0">
                  <a:pos x="103794" y="118044"/>
                </a:cxn>
                <a:cxn ang="0">
                  <a:pos x="106361" y="120000"/>
                </a:cxn>
                <a:cxn ang="0">
                  <a:pos x="109088" y="117272"/>
                </a:cxn>
                <a:cxn ang="0">
                  <a:pos x="108294" y="115344"/>
                </a:cxn>
                <a:cxn ang="0">
                  <a:pos x="101555" y="103216"/>
                </a:cxn>
                <a:cxn ang="0">
                  <a:pos x="60000" y="92727"/>
                </a:cxn>
                <a:cxn ang="0">
                  <a:pos x="27272" y="60000"/>
                </a:cxn>
                <a:cxn ang="0">
                  <a:pos x="60000" y="27272"/>
                </a:cxn>
                <a:cxn ang="0">
                  <a:pos x="92727" y="60000"/>
                </a:cxn>
                <a:cxn ang="0">
                  <a:pos x="60000" y="92727"/>
                </a:cxn>
                <a:cxn ang="0">
                  <a:pos x="60000" y="21816"/>
                </a:cxn>
                <a:cxn ang="0">
                  <a:pos x="21816" y="60000"/>
                </a:cxn>
                <a:cxn ang="0">
                  <a:pos x="60000" y="98183"/>
                </a:cxn>
                <a:cxn ang="0">
                  <a:pos x="98183" y="60000"/>
                </a:cxn>
                <a:cxn ang="0">
                  <a:pos x="60000" y="21816"/>
                </a:cxn>
                <a:cxn ang="0">
                  <a:pos x="60000" y="70911"/>
                </a:cxn>
                <a:cxn ang="0">
                  <a:pos x="49088" y="60000"/>
                </a:cxn>
                <a:cxn ang="0">
                  <a:pos x="60000" y="49088"/>
                </a:cxn>
                <a:cxn ang="0">
                  <a:pos x="70911" y="60000"/>
                </a:cxn>
                <a:cxn ang="0">
                  <a:pos x="60000" y="70911"/>
                </a:cxn>
                <a:cxn ang="0">
                  <a:pos x="60000" y="43638"/>
                </a:cxn>
                <a:cxn ang="0">
                  <a:pos x="43638" y="60000"/>
                </a:cxn>
                <a:cxn ang="0">
                  <a:pos x="60000" y="76361"/>
                </a:cxn>
                <a:cxn ang="0">
                  <a:pos x="76361" y="60000"/>
                </a:cxn>
                <a:cxn ang="0">
                  <a:pos x="60000" y="43638"/>
                </a:cxn>
              </a:cxnLst>
              <a:rect l="T0" t="T1" r="T2" b="T3"/>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40" name="Google Shape;605;p16">
            <a:extLst>
              <a:ext uri="{FF2B5EF4-FFF2-40B4-BE49-F238E27FC236}">
                <a16:creationId xmlns:a16="http://schemas.microsoft.com/office/drawing/2014/main" id="{993C222A-FC50-9DDF-6F80-17809360C7FC}"/>
              </a:ext>
            </a:extLst>
          </p:cNvPr>
          <p:cNvGrpSpPr>
            <a:grpSpLocks/>
          </p:cNvGrpSpPr>
          <p:nvPr/>
        </p:nvGrpSpPr>
        <p:grpSpPr bwMode="auto">
          <a:xfrm>
            <a:off x="7681913" y="4349750"/>
            <a:ext cx="611187" cy="611188"/>
            <a:chOff x="7681647" y="4349703"/>
            <a:chExt cx="611596" cy="611596"/>
          </a:xfrm>
        </p:grpSpPr>
        <p:sp>
          <p:nvSpPr>
            <p:cNvPr id="41" name="Google Shape;606;p16">
              <a:extLst>
                <a:ext uri="{FF2B5EF4-FFF2-40B4-BE49-F238E27FC236}">
                  <a16:creationId xmlns:a16="http://schemas.microsoft.com/office/drawing/2014/main" id="{F5706491-0D2E-D72E-F968-24FC264DACF8}"/>
                </a:ext>
              </a:extLst>
            </p:cNvPr>
            <p:cNvSpPr/>
            <p:nvPr/>
          </p:nvSpPr>
          <p:spPr>
            <a:xfrm>
              <a:off x="7681647" y="4349703"/>
              <a:ext cx="611596" cy="611596"/>
            </a:xfrm>
            <a:prstGeom prst="ellipse">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42" name="Google Shape;607;p16">
              <a:extLst>
                <a:ext uri="{FF2B5EF4-FFF2-40B4-BE49-F238E27FC236}">
                  <a16:creationId xmlns:a16="http://schemas.microsoft.com/office/drawing/2014/main" id="{21F243C5-E5B8-7E9B-1A31-64EBEDA2A5E4}"/>
                </a:ext>
              </a:extLst>
            </p:cNvPr>
            <p:cNvSpPr>
              <a:spLocks/>
            </p:cNvSpPr>
            <p:nvPr/>
          </p:nvSpPr>
          <p:spPr bwMode="auto">
            <a:xfrm>
              <a:off x="7846857" y="4516502"/>
              <a:ext cx="279587" cy="277997"/>
            </a:xfrm>
            <a:custGeom>
              <a:avLst/>
              <a:gdLst>
                <a:gd name="T0" fmla="*/ 0 w 120000"/>
                <a:gd name="T1" fmla="*/ 0 h 120000"/>
                <a:gd name="T2" fmla="*/ 120000 w 120000"/>
                <a:gd name="T3" fmla="*/ 120000 h 120000"/>
              </a:gdLst>
              <a:ahLst/>
              <a:cxnLst>
                <a:cxn ang="0">
                  <a:pos x="113088" y="62411"/>
                </a:cxn>
                <a:cxn ang="0">
                  <a:pos x="61255" y="89655"/>
                </a:cxn>
                <a:cxn ang="0">
                  <a:pos x="58744" y="89655"/>
                </a:cxn>
                <a:cxn ang="0">
                  <a:pos x="6911" y="62411"/>
                </a:cxn>
                <a:cxn ang="0">
                  <a:pos x="5455" y="60000"/>
                </a:cxn>
                <a:cxn ang="0">
                  <a:pos x="6911" y="57588"/>
                </a:cxn>
                <a:cxn ang="0">
                  <a:pos x="56183" y="69966"/>
                </a:cxn>
                <a:cxn ang="0">
                  <a:pos x="60000" y="70911"/>
                </a:cxn>
                <a:cxn ang="0">
                  <a:pos x="63811" y="69966"/>
                </a:cxn>
                <a:cxn ang="0">
                  <a:pos x="113088" y="57588"/>
                </a:cxn>
                <a:cxn ang="0">
                  <a:pos x="114544" y="60000"/>
                </a:cxn>
                <a:cxn ang="0">
                  <a:pos x="113088" y="82133"/>
                </a:cxn>
                <a:cxn ang="0">
                  <a:pos x="114544" y="84544"/>
                </a:cxn>
                <a:cxn ang="0">
                  <a:pos x="113088" y="86961"/>
                </a:cxn>
                <a:cxn ang="0">
                  <a:pos x="61255" y="114200"/>
                </a:cxn>
                <a:cxn ang="0">
                  <a:pos x="58744" y="114200"/>
                </a:cxn>
                <a:cxn ang="0">
                  <a:pos x="6911" y="86961"/>
                </a:cxn>
                <a:cxn ang="0">
                  <a:pos x="5455" y="84544"/>
                </a:cxn>
                <a:cxn ang="0">
                  <a:pos x="6911" y="82133"/>
                </a:cxn>
                <a:cxn ang="0">
                  <a:pos x="56183" y="94511"/>
                </a:cxn>
                <a:cxn ang="0">
                  <a:pos x="60000" y="95455"/>
                </a:cxn>
                <a:cxn ang="0">
                  <a:pos x="63811" y="94511"/>
                </a:cxn>
                <a:cxn ang="0">
                  <a:pos x="113088" y="82133"/>
                </a:cxn>
                <a:cxn ang="0">
                  <a:pos x="6927" y="37838"/>
                </a:cxn>
                <a:cxn ang="0">
                  <a:pos x="6927" y="33072"/>
                </a:cxn>
                <a:cxn ang="0">
                  <a:pos x="58727" y="5766"/>
                </a:cxn>
                <a:cxn ang="0">
                  <a:pos x="60000" y="5455"/>
                </a:cxn>
                <a:cxn ang="0">
                  <a:pos x="61272" y="5766"/>
                </a:cxn>
                <a:cxn ang="0">
                  <a:pos x="113072" y="33072"/>
                </a:cxn>
                <a:cxn ang="0">
                  <a:pos x="113072" y="37838"/>
                </a:cxn>
                <a:cxn ang="0">
                  <a:pos x="61272" y="65138"/>
                </a:cxn>
                <a:cxn ang="0">
                  <a:pos x="60000" y="65455"/>
                </a:cxn>
                <a:cxn ang="0">
                  <a:pos x="58727" y="65138"/>
                </a:cxn>
                <a:cxn ang="0">
                  <a:pos x="120000" y="60000"/>
                </a:cxn>
                <a:cxn ang="0">
                  <a:pos x="115627" y="52761"/>
                </a:cxn>
                <a:cxn ang="0">
                  <a:pos x="115627" y="42694"/>
                </a:cxn>
                <a:cxn ang="0">
                  <a:pos x="120000" y="35455"/>
                </a:cxn>
                <a:cxn ang="0">
                  <a:pos x="115627" y="28216"/>
                </a:cxn>
                <a:cxn ang="0">
                  <a:pos x="63794" y="972"/>
                </a:cxn>
                <a:cxn ang="0">
                  <a:pos x="56205" y="972"/>
                </a:cxn>
                <a:cxn ang="0">
                  <a:pos x="4366" y="28216"/>
                </a:cxn>
                <a:cxn ang="0">
                  <a:pos x="0" y="35455"/>
                </a:cxn>
                <a:cxn ang="0">
                  <a:pos x="4366" y="42694"/>
                </a:cxn>
                <a:cxn ang="0">
                  <a:pos x="4366" y="52761"/>
                </a:cxn>
                <a:cxn ang="0">
                  <a:pos x="0" y="60000"/>
                </a:cxn>
                <a:cxn ang="0">
                  <a:pos x="4366" y="67238"/>
                </a:cxn>
                <a:cxn ang="0">
                  <a:pos x="4366" y="77305"/>
                </a:cxn>
                <a:cxn ang="0">
                  <a:pos x="0" y="84544"/>
                </a:cxn>
                <a:cxn ang="0">
                  <a:pos x="4366" y="91783"/>
                </a:cxn>
                <a:cxn ang="0">
                  <a:pos x="56205" y="119027"/>
                </a:cxn>
                <a:cxn ang="0">
                  <a:pos x="63794" y="119027"/>
                </a:cxn>
                <a:cxn ang="0">
                  <a:pos x="115627" y="91783"/>
                </a:cxn>
                <a:cxn ang="0">
                  <a:pos x="120000" y="84544"/>
                </a:cxn>
                <a:cxn ang="0">
                  <a:pos x="115627" y="77305"/>
                </a:cxn>
                <a:cxn ang="0">
                  <a:pos x="115627" y="67238"/>
                </a:cxn>
                <a:cxn ang="0">
                  <a:pos x="120000" y="60000"/>
                </a:cxn>
              </a:cxnLst>
              <a:rect l="T0" t="T1" r="T2" b="T3"/>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bg1"/>
            </a:solidFill>
            <a:ln w="9525">
              <a:noFill/>
              <a:round/>
              <a:headEnd/>
              <a:tailEnd/>
            </a:ln>
          </p:spPr>
          <p:txBody>
            <a:bodyPr lIns="19025" tIns="19025" rIns="19025" bIns="19025" anchor="ctr"/>
            <a:lstStyle/>
            <a:p>
              <a:pPr>
                <a:defRPr/>
              </a:pPr>
              <a:endParaRPr lang="en-US"/>
            </a:p>
          </p:txBody>
        </p:sp>
      </p:grpSp>
      <p:grpSp>
        <p:nvGrpSpPr>
          <p:cNvPr id="43" name="Google Shape;608;p16">
            <a:extLst>
              <a:ext uri="{FF2B5EF4-FFF2-40B4-BE49-F238E27FC236}">
                <a16:creationId xmlns:a16="http://schemas.microsoft.com/office/drawing/2014/main" id="{72742B1D-F163-B904-2DF4-C29118D44A8E}"/>
              </a:ext>
            </a:extLst>
          </p:cNvPr>
          <p:cNvGrpSpPr>
            <a:grpSpLocks/>
          </p:cNvGrpSpPr>
          <p:nvPr/>
        </p:nvGrpSpPr>
        <p:grpSpPr bwMode="auto">
          <a:xfrm>
            <a:off x="9577388" y="2447925"/>
            <a:ext cx="611187" cy="612775"/>
            <a:chOff x="9576939" y="2448663"/>
            <a:chExt cx="611596" cy="611596"/>
          </a:xfrm>
        </p:grpSpPr>
        <p:sp>
          <p:nvSpPr>
            <p:cNvPr id="44" name="Google Shape;609;p16">
              <a:extLst>
                <a:ext uri="{FF2B5EF4-FFF2-40B4-BE49-F238E27FC236}">
                  <a16:creationId xmlns:a16="http://schemas.microsoft.com/office/drawing/2014/main" id="{E6ECE4DD-D818-0AB7-DD39-E3D45AF08375}"/>
                </a:ext>
              </a:extLst>
            </p:cNvPr>
            <p:cNvSpPr/>
            <p:nvPr/>
          </p:nvSpPr>
          <p:spPr>
            <a:xfrm>
              <a:off x="9576939" y="2448663"/>
              <a:ext cx="611596" cy="611596"/>
            </a:xfrm>
            <a:prstGeom prst="ellipse">
              <a:avLst/>
            </a:prstGeom>
            <a:solidFill>
              <a:schemeClr val="accent6"/>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1800"/>
                <a:buFont typeface="Arial"/>
                <a:buNone/>
                <a:defRPr/>
              </a:pPr>
              <a:endParaRPr kern="0">
                <a:solidFill>
                  <a:schemeClr val="lt1"/>
                </a:solidFill>
                <a:latin typeface="Arial"/>
                <a:ea typeface="Arial"/>
                <a:cs typeface="Arial"/>
                <a:sym typeface="Arial"/>
              </a:endParaRPr>
            </a:p>
          </p:txBody>
        </p:sp>
        <p:sp>
          <p:nvSpPr>
            <p:cNvPr id="45" name="Google Shape;610;p16">
              <a:extLst>
                <a:ext uri="{FF2B5EF4-FFF2-40B4-BE49-F238E27FC236}">
                  <a16:creationId xmlns:a16="http://schemas.microsoft.com/office/drawing/2014/main" id="{DA5D246F-ECB8-FABE-B7B6-B93A2094758A}"/>
                </a:ext>
              </a:extLst>
            </p:cNvPr>
            <p:cNvSpPr>
              <a:spLocks/>
            </p:cNvSpPr>
            <p:nvPr/>
          </p:nvSpPr>
          <p:spPr bwMode="auto">
            <a:xfrm>
              <a:off x="9750092" y="2615030"/>
              <a:ext cx="277999" cy="278862"/>
            </a:xfrm>
            <a:custGeom>
              <a:avLst/>
              <a:gdLst>
                <a:gd name="T0" fmla="*/ 0 w 120000"/>
                <a:gd name="T1" fmla="*/ 0 h 120000"/>
                <a:gd name="T2" fmla="*/ 120000 w 120000"/>
                <a:gd name="T3" fmla="*/ 120000 h 120000"/>
              </a:gdLst>
              <a:ahLst/>
              <a:cxnLst>
                <a:cxn ang="0">
                  <a:pos x="81816" y="103638"/>
                </a:cxn>
                <a:cxn ang="0">
                  <a:pos x="87272" y="109088"/>
                </a:cxn>
                <a:cxn ang="0">
                  <a:pos x="87272" y="81816"/>
                </a:cxn>
                <a:cxn ang="0">
                  <a:pos x="81816" y="87272"/>
                </a:cxn>
                <a:cxn ang="0">
                  <a:pos x="87272" y="81816"/>
                </a:cxn>
                <a:cxn ang="0">
                  <a:pos x="87272" y="60000"/>
                </a:cxn>
                <a:cxn ang="0">
                  <a:pos x="81816" y="54544"/>
                </a:cxn>
                <a:cxn ang="0">
                  <a:pos x="87272" y="92727"/>
                </a:cxn>
                <a:cxn ang="0">
                  <a:pos x="81816" y="98183"/>
                </a:cxn>
                <a:cxn ang="0">
                  <a:pos x="87272" y="92727"/>
                </a:cxn>
                <a:cxn ang="0">
                  <a:pos x="87272" y="49088"/>
                </a:cxn>
                <a:cxn ang="0">
                  <a:pos x="81816" y="43638"/>
                </a:cxn>
                <a:cxn ang="0">
                  <a:pos x="109088" y="0"/>
                </a:cxn>
                <a:cxn ang="0">
                  <a:pos x="21816" y="10911"/>
                </a:cxn>
                <a:cxn ang="0">
                  <a:pos x="24544" y="16361"/>
                </a:cxn>
                <a:cxn ang="0">
                  <a:pos x="27272" y="10911"/>
                </a:cxn>
                <a:cxn ang="0">
                  <a:pos x="109088" y="5455"/>
                </a:cxn>
                <a:cxn ang="0">
                  <a:pos x="114544" y="87272"/>
                </a:cxn>
                <a:cxn ang="0">
                  <a:pos x="106361" y="92727"/>
                </a:cxn>
                <a:cxn ang="0">
                  <a:pos x="106361" y="98183"/>
                </a:cxn>
                <a:cxn ang="0">
                  <a:pos x="120000" y="87272"/>
                </a:cxn>
                <a:cxn ang="0">
                  <a:pos x="109088" y="0"/>
                </a:cxn>
                <a:cxn ang="0">
                  <a:pos x="87272" y="38183"/>
                </a:cxn>
                <a:cxn ang="0">
                  <a:pos x="81816" y="32727"/>
                </a:cxn>
                <a:cxn ang="0">
                  <a:pos x="92727" y="68183"/>
                </a:cxn>
                <a:cxn ang="0">
                  <a:pos x="76361" y="27272"/>
                </a:cxn>
                <a:cxn ang="0">
                  <a:pos x="92727" y="32727"/>
                </a:cxn>
                <a:cxn ang="0">
                  <a:pos x="92727" y="109088"/>
                </a:cxn>
                <a:cxn ang="0">
                  <a:pos x="76361" y="114544"/>
                </a:cxn>
                <a:cxn ang="0">
                  <a:pos x="92727" y="73638"/>
                </a:cxn>
                <a:cxn ang="0">
                  <a:pos x="70911" y="68183"/>
                </a:cxn>
                <a:cxn ang="0">
                  <a:pos x="27272" y="27272"/>
                </a:cxn>
                <a:cxn ang="0">
                  <a:pos x="70911" y="68183"/>
                </a:cxn>
                <a:cxn ang="0">
                  <a:pos x="27272" y="114544"/>
                </a:cxn>
                <a:cxn ang="0">
                  <a:pos x="70911" y="73638"/>
                </a:cxn>
                <a:cxn ang="0">
                  <a:pos x="21816" y="68183"/>
                </a:cxn>
                <a:cxn ang="0">
                  <a:pos x="5455" y="32727"/>
                </a:cxn>
                <a:cxn ang="0">
                  <a:pos x="21816" y="27272"/>
                </a:cxn>
                <a:cxn ang="0">
                  <a:pos x="21816" y="114544"/>
                </a:cxn>
                <a:cxn ang="0">
                  <a:pos x="5455" y="109088"/>
                </a:cxn>
                <a:cxn ang="0">
                  <a:pos x="21816" y="73638"/>
                </a:cxn>
                <a:cxn ang="0">
                  <a:pos x="87272" y="21816"/>
                </a:cxn>
                <a:cxn ang="0">
                  <a:pos x="0" y="32727"/>
                </a:cxn>
                <a:cxn ang="0">
                  <a:pos x="10911" y="120000"/>
                </a:cxn>
                <a:cxn ang="0">
                  <a:pos x="98183" y="109088"/>
                </a:cxn>
                <a:cxn ang="0">
                  <a:pos x="87272" y="21816"/>
                </a:cxn>
                <a:cxn ang="0">
                  <a:pos x="16361" y="49088"/>
                </a:cxn>
                <a:cxn ang="0">
                  <a:pos x="10911" y="43638"/>
                </a:cxn>
                <a:cxn ang="0">
                  <a:pos x="10911" y="60000"/>
                </a:cxn>
                <a:cxn ang="0">
                  <a:pos x="16361" y="54544"/>
                </a:cxn>
                <a:cxn ang="0">
                  <a:pos x="10911" y="60000"/>
                </a:cxn>
                <a:cxn ang="0">
                  <a:pos x="10911" y="92727"/>
                </a:cxn>
                <a:cxn ang="0">
                  <a:pos x="16361" y="98183"/>
                </a:cxn>
                <a:cxn ang="0">
                  <a:pos x="10911" y="38183"/>
                </a:cxn>
                <a:cxn ang="0">
                  <a:pos x="16361" y="32727"/>
                </a:cxn>
                <a:cxn ang="0">
                  <a:pos x="10911" y="38183"/>
                </a:cxn>
                <a:cxn ang="0">
                  <a:pos x="10911" y="81816"/>
                </a:cxn>
                <a:cxn ang="0">
                  <a:pos x="16361" y="87272"/>
                </a:cxn>
                <a:cxn ang="0">
                  <a:pos x="16361" y="103638"/>
                </a:cxn>
                <a:cxn ang="0">
                  <a:pos x="10911" y="109088"/>
                </a:cxn>
                <a:cxn ang="0">
                  <a:pos x="16361" y="103638"/>
                </a:cxn>
              </a:cxnLst>
              <a:rect l="T0" t="T1" r="T2" b="T3"/>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sp>
        <p:nvSpPr>
          <p:cNvPr id="565" name="Google Shape;565;p16"/>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11" name="Google Shape;611;p16"/>
          <p:cNvSpPr txBox="1">
            <a:spLocks noGrp="1"/>
          </p:cNvSpPr>
          <p:nvPr>
            <p:ph type="body" idx="2"/>
          </p:nvPr>
        </p:nvSpPr>
        <p:spPr>
          <a:xfrm>
            <a:off x="1584929" y="3111615"/>
            <a:ext cx="1334043" cy="396875"/>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2" name="Google Shape;612;p16"/>
          <p:cNvSpPr txBox="1">
            <a:spLocks noGrp="1"/>
          </p:cNvSpPr>
          <p:nvPr>
            <p:ph type="body" idx="3"/>
          </p:nvPr>
        </p:nvSpPr>
        <p:spPr>
          <a:xfrm>
            <a:off x="1575449" y="3523161"/>
            <a:ext cx="1334043" cy="129502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3" name="Google Shape;613;p16"/>
          <p:cNvSpPr txBox="1">
            <a:spLocks noGrp="1"/>
          </p:cNvSpPr>
          <p:nvPr>
            <p:ph type="body" idx="4"/>
          </p:nvPr>
        </p:nvSpPr>
        <p:spPr>
          <a:xfrm>
            <a:off x="3519528" y="3908411"/>
            <a:ext cx="1334043" cy="396875"/>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4" name="Google Shape;614;p16"/>
          <p:cNvSpPr txBox="1">
            <a:spLocks noGrp="1"/>
          </p:cNvSpPr>
          <p:nvPr>
            <p:ph type="body" idx="5"/>
          </p:nvPr>
        </p:nvSpPr>
        <p:spPr>
          <a:xfrm>
            <a:off x="3518381" y="2588973"/>
            <a:ext cx="1334043" cy="129502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5" name="Google Shape;615;p16"/>
          <p:cNvSpPr txBox="1">
            <a:spLocks noGrp="1"/>
          </p:cNvSpPr>
          <p:nvPr>
            <p:ph type="body" idx="6"/>
          </p:nvPr>
        </p:nvSpPr>
        <p:spPr>
          <a:xfrm>
            <a:off x="5400162" y="3111615"/>
            <a:ext cx="1334043" cy="396875"/>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6" name="Google Shape;616;p16"/>
          <p:cNvSpPr txBox="1">
            <a:spLocks noGrp="1"/>
          </p:cNvSpPr>
          <p:nvPr>
            <p:ph type="body" idx="7"/>
          </p:nvPr>
        </p:nvSpPr>
        <p:spPr>
          <a:xfrm>
            <a:off x="5390682" y="3523161"/>
            <a:ext cx="1334043" cy="129502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7" name="Google Shape;617;p16"/>
          <p:cNvSpPr txBox="1">
            <a:spLocks noGrp="1"/>
          </p:cNvSpPr>
          <p:nvPr>
            <p:ph type="body" idx="8"/>
          </p:nvPr>
        </p:nvSpPr>
        <p:spPr>
          <a:xfrm>
            <a:off x="7308390" y="3908411"/>
            <a:ext cx="1334043" cy="396875"/>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8" name="Google Shape;618;p16"/>
          <p:cNvSpPr txBox="1">
            <a:spLocks noGrp="1"/>
          </p:cNvSpPr>
          <p:nvPr>
            <p:ph type="body" idx="9"/>
          </p:nvPr>
        </p:nvSpPr>
        <p:spPr>
          <a:xfrm>
            <a:off x="7307243" y="2588973"/>
            <a:ext cx="1334043" cy="129502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19" name="Google Shape;619;p16"/>
          <p:cNvSpPr txBox="1">
            <a:spLocks noGrp="1"/>
          </p:cNvSpPr>
          <p:nvPr>
            <p:ph type="body" idx="13"/>
          </p:nvPr>
        </p:nvSpPr>
        <p:spPr>
          <a:xfrm>
            <a:off x="9250776" y="3111615"/>
            <a:ext cx="1334043" cy="396875"/>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20" name="Google Shape;620;p16"/>
          <p:cNvSpPr txBox="1">
            <a:spLocks noGrp="1"/>
          </p:cNvSpPr>
          <p:nvPr>
            <p:ph type="body" idx="14"/>
          </p:nvPr>
        </p:nvSpPr>
        <p:spPr>
          <a:xfrm>
            <a:off x="9241296" y="3523161"/>
            <a:ext cx="1334043" cy="1295020"/>
          </a:xfrm>
          <a:prstGeom prst="rect">
            <a:avLst/>
          </a:prstGeom>
          <a:noFill/>
          <a:ln>
            <a:noFill/>
          </a:ln>
        </p:spPr>
        <p:txBody>
          <a:bodyPr spcFirstLastPara="1" wrap="square" lIns="91425" tIns="45700" rIns="91425" bIns="45700" anchor="t" anchorCtr="0"/>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3812479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500"/>
                                        <p:tgtEl>
                                          <p:spTgt spid="2"/>
                                        </p:tgtEl>
                                      </p:cBhvr>
                                    </p:animEffect>
                                  </p:childTnLst>
                                </p:cTn>
                              </p:par>
                              <p:par>
                                <p:cTn id="37" presetID="10" presetClass="entr" presetSubtype="0" fill="hold" nodeType="with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matchingName="Tree-Infographic">
  <p:cSld name="Tree-Infographic">
    <p:spTree>
      <p:nvGrpSpPr>
        <p:cNvPr id="1" name="Shape 621"/>
        <p:cNvGrpSpPr/>
        <p:nvPr/>
      </p:nvGrpSpPr>
      <p:grpSpPr>
        <a:xfrm>
          <a:off x="0" y="0"/>
          <a:ext cx="0" cy="0"/>
          <a:chOff x="0" y="0"/>
          <a:chExt cx="0" cy="0"/>
        </a:xfrm>
      </p:grpSpPr>
      <p:grpSp>
        <p:nvGrpSpPr>
          <p:cNvPr id="2" name="Google Shape;624;p17">
            <a:extLst>
              <a:ext uri="{FF2B5EF4-FFF2-40B4-BE49-F238E27FC236}">
                <a16:creationId xmlns:a16="http://schemas.microsoft.com/office/drawing/2014/main" id="{1355E504-ED78-FE4B-A7B0-1AD611BE34FE}"/>
              </a:ext>
            </a:extLst>
          </p:cNvPr>
          <p:cNvGrpSpPr>
            <a:grpSpLocks/>
          </p:cNvGrpSpPr>
          <p:nvPr/>
        </p:nvGrpSpPr>
        <p:grpSpPr bwMode="auto">
          <a:xfrm>
            <a:off x="6992938" y="1169988"/>
            <a:ext cx="4573587" cy="5345112"/>
            <a:chOff x="2813" y="961"/>
            <a:chExt cx="2052" cy="2397"/>
          </a:xfrm>
        </p:grpSpPr>
        <p:sp>
          <p:nvSpPr>
            <p:cNvPr id="3" name="Google Shape;625;p17">
              <a:extLst>
                <a:ext uri="{FF2B5EF4-FFF2-40B4-BE49-F238E27FC236}">
                  <a16:creationId xmlns:a16="http://schemas.microsoft.com/office/drawing/2014/main" id="{176FD327-92F3-CE75-0D68-3A0C5255348A}"/>
                </a:ext>
              </a:extLst>
            </p:cNvPr>
            <p:cNvSpPr/>
            <p:nvPr/>
          </p:nvSpPr>
          <p:spPr>
            <a:xfrm>
              <a:off x="4415" y="1626"/>
              <a:ext cx="127" cy="168"/>
            </a:xfrm>
            <a:custGeom>
              <a:avLst/>
              <a:gdLst/>
              <a:ahLst/>
              <a:cxnLst/>
              <a:rect l="0" t="0" r="0" b="0"/>
              <a:pathLst>
                <a:path w="120000" h="120000" extrusionOk="0">
                  <a:moveTo>
                    <a:pt x="11111" y="55774"/>
                  </a:moveTo>
                  <a:cubicBezTo>
                    <a:pt x="0" y="77746"/>
                    <a:pt x="8888" y="101408"/>
                    <a:pt x="31111" y="120000"/>
                  </a:cubicBezTo>
                  <a:cubicBezTo>
                    <a:pt x="64444" y="116619"/>
                    <a:pt x="95555" y="103098"/>
                    <a:pt x="106666" y="81126"/>
                  </a:cubicBezTo>
                  <a:cubicBezTo>
                    <a:pt x="120000" y="59154"/>
                    <a:pt x="117777" y="16901"/>
                    <a:pt x="95555" y="0"/>
                  </a:cubicBezTo>
                  <a:cubicBezTo>
                    <a:pt x="60000" y="1690"/>
                    <a:pt x="22222" y="32112"/>
                    <a:pt x="11111" y="55774"/>
                  </a:cubicBez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4" name="Google Shape;626;p17">
              <a:extLst>
                <a:ext uri="{FF2B5EF4-FFF2-40B4-BE49-F238E27FC236}">
                  <a16:creationId xmlns:a16="http://schemas.microsoft.com/office/drawing/2014/main" id="{104A5F53-15F1-024B-D61A-2BC08B5E0EB2}"/>
                </a:ext>
              </a:extLst>
            </p:cNvPr>
            <p:cNvSpPr>
              <a:spLocks/>
            </p:cNvSpPr>
            <p:nvPr/>
          </p:nvSpPr>
          <p:spPr bwMode="auto">
            <a:xfrm>
              <a:off x="4261" y="1218"/>
              <a:ext cx="130" cy="166"/>
            </a:xfrm>
            <a:custGeom>
              <a:avLst/>
              <a:gdLst>
                <a:gd name="T0" fmla="*/ 0 w 120000"/>
                <a:gd name="T1" fmla="*/ 0 h 120000"/>
                <a:gd name="T2" fmla="*/ 120000 w 120000"/>
                <a:gd name="T3" fmla="*/ 120000 h 120000"/>
              </a:gdLst>
              <a:ahLst/>
              <a:cxnLst>
                <a:cxn ang="0">
                  <a:pos x="13090" y="82285"/>
                </a:cxn>
                <a:cxn ang="0">
                  <a:pos x="89454" y="120000"/>
                </a:cxn>
                <a:cxn ang="0">
                  <a:pos x="106909" y="54857"/>
                </a:cxn>
                <a:cxn ang="0">
                  <a:pos x="21818" y="0"/>
                </a:cxn>
                <a:cxn ang="0">
                  <a:pos x="13090" y="82285"/>
                </a:cxn>
              </a:cxnLst>
              <a:rect l="T0" t="T1" r="T2" b="T3"/>
              <a:pathLst>
                <a:path w="120000" h="120000" extrusionOk="0">
                  <a:moveTo>
                    <a:pt x="13090" y="82285"/>
                  </a:moveTo>
                  <a:cubicBezTo>
                    <a:pt x="26181" y="104571"/>
                    <a:pt x="54545" y="118285"/>
                    <a:pt x="89454" y="120000"/>
                  </a:cubicBezTo>
                  <a:cubicBezTo>
                    <a:pt x="111272" y="102857"/>
                    <a:pt x="120000" y="77142"/>
                    <a:pt x="106909" y="54857"/>
                  </a:cubicBezTo>
                  <a:cubicBezTo>
                    <a:pt x="93818" y="32571"/>
                    <a:pt x="54545" y="1714"/>
                    <a:pt x="21818" y="0"/>
                  </a:cubicBezTo>
                  <a:cubicBezTo>
                    <a:pt x="0" y="18857"/>
                    <a:pt x="2181" y="60000"/>
                    <a:pt x="13090" y="82285"/>
                  </a:cubicBezTo>
                  <a:close/>
                </a:path>
              </a:pathLst>
            </a:custGeom>
            <a:solidFill>
              <a:schemeClr val="accent2"/>
            </a:solidFill>
            <a:ln w="9525">
              <a:noFill/>
              <a:round/>
              <a:headEnd/>
              <a:tailEnd/>
            </a:ln>
          </p:spPr>
          <p:txBody>
            <a:bodyPr lIns="91425" tIns="45700" rIns="91425" bIns="45700"/>
            <a:lstStyle/>
            <a:p>
              <a:pPr>
                <a:defRPr/>
              </a:pPr>
              <a:endParaRPr lang="en-US"/>
            </a:p>
          </p:txBody>
        </p:sp>
        <p:sp>
          <p:nvSpPr>
            <p:cNvPr id="5" name="Google Shape;627;p17">
              <a:extLst>
                <a:ext uri="{FF2B5EF4-FFF2-40B4-BE49-F238E27FC236}">
                  <a16:creationId xmlns:a16="http://schemas.microsoft.com/office/drawing/2014/main" id="{91E3173A-7B8F-CA5E-967D-B052BD6D7227}"/>
                </a:ext>
              </a:extLst>
            </p:cNvPr>
            <p:cNvSpPr>
              <a:spLocks/>
            </p:cNvSpPr>
            <p:nvPr/>
          </p:nvSpPr>
          <p:spPr bwMode="auto">
            <a:xfrm>
              <a:off x="3452" y="1219"/>
              <a:ext cx="120" cy="177"/>
            </a:xfrm>
            <a:custGeom>
              <a:avLst/>
              <a:gdLst>
                <a:gd name="T0" fmla="*/ 0 w 120000"/>
                <a:gd name="T1" fmla="*/ 0 h 120000"/>
                <a:gd name="T2" fmla="*/ 120000 w 120000"/>
                <a:gd name="T3" fmla="*/ 120000 h 120000"/>
              </a:gdLst>
              <a:ahLst/>
              <a:cxnLst>
                <a:cxn ang="0">
                  <a:pos x="7058" y="62400"/>
                </a:cxn>
                <a:cxn ang="0">
                  <a:pos x="44705" y="120000"/>
                </a:cxn>
                <a:cxn ang="0">
                  <a:pos x="112941" y="75200"/>
                </a:cxn>
                <a:cxn ang="0">
                  <a:pos x="80000" y="0"/>
                </a:cxn>
                <a:cxn ang="0">
                  <a:pos x="7058" y="62400"/>
                </a:cxn>
              </a:cxnLst>
              <a:rect l="T0" t="T1" r="T2" b="T3"/>
              <a:pathLst>
                <a:path w="120000" h="120000" extrusionOk="0">
                  <a:moveTo>
                    <a:pt x="7058" y="62400"/>
                  </a:moveTo>
                  <a:cubicBezTo>
                    <a:pt x="0" y="84800"/>
                    <a:pt x="16470" y="105600"/>
                    <a:pt x="44705" y="120000"/>
                  </a:cubicBezTo>
                  <a:cubicBezTo>
                    <a:pt x="80000" y="113600"/>
                    <a:pt x="105882" y="97600"/>
                    <a:pt x="112941" y="75200"/>
                  </a:cubicBezTo>
                  <a:cubicBezTo>
                    <a:pt x="120000" y="52800"/>
                    <a:pt x="108235" y="14400"/>
                    <a:pt x="80000" y="0"/>
                  </a:cubicBezTo>
                  <a:cubicBezTo>
                    <a:pt x="44705" y="6400"/>
                    <a:pt x="14117" y="40000"/>
                    <a:pt x="7058" y="62400"/>
                  </a:cubicBezTo>
                  <a:close/>
                </a:path>
              </a:pathLst>
            </a:custGeom>
            <a:solidFill>
              <a:schemeClr val="accent2"/>
            </a:solidFill>
            <a:ln w="9525">
              <a:noFill/>
              <a:round/>
              <a:headEnd/>
              <a:tailEnd/>
            </a:ln>
          </p:spPr>
          <p:txBody>
            <a:bodyPr lIns="91425" tIns="45700" rIns="91425" bIns="45700"/>
            <a:lstStyle/>
            <a:p>
              <a:pPr>
                <a:defRPr/>
              </a:pPr>
              <a:endParaRPr lang="en-US"/>
            </a:p>
          </p:txBody>
        </p:sp>
        <p:sp>
          <p:nvSpPr>
            <p:cNvPr id="6" name="Google Shape;628;p17">
              <a:extLst>
                <a:ext uri="{FF2B5EF4-FFF2-40B4-BE49-F238E27FC236}">
                  <a16:creationId xmlns:a16="http://schemas.microsoft.com/office/drawing/2014/main" id="{3E27FCA6-A6E8-F611-E92F-329538307805}"/>
                </a:ext>
              </a:extLst>
            </p:cNvPr>
            <p:cNvSpPr/>
            <p:nvPr/>
          </p:nvSpPr>
          <p:spPr>
            <a:xfrm>
              <a:off x="2912" y="1464"/>
              <a:ext cx="186" cy="112"/>
            </a:xfrm>
            <a:custGeom>
              <a:avLst/>
              <a:gdLst/>
              <a:ahLst/>
              <a:cxnLst/>
              <a:rect l="0" t="0" r="0" b="0"/>
              <a:pathLst>
                <a:path w="120000" h="120000" extrusionOk="0">
                  <a:moveTo>
                    <a:pt x="75949" y="112500"/>
                  </a:moveTo>
                  <a:cubicBezTo>
                    <a:pt x="98734" y="105000"/>
                    <a:pt x="113924" y="77500"/>
                    <a:pt x="120000" y="42500"/>
                  </a:cubicBezTo>
                  <a:cubicBezTo>
                    <a:pt x="104810" y="15000"/>
                    <a:pt x="82025" y="0"/>
                    <a:pt x="59240" y="7500"/>
                  </a:cubicBezTo>
                  <a:cubicBezTo>
                    <a:pt x="37974" y="15000"/>
                    <a:pt x="4556" y="50000"/>
                    <a:pt x="0" y="85000"/>
                  </a:cubicBezTo>
                  <a:cubicBezTo>
                    <a:pt x="15189" y="112500"/>
                    <a:pt x="53164" y="120000"/>
                    <a:pt x="75949" y="112500"/>
                  </a:cubicBez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7" name="Google Shape;629;p17">
              <a:extLst>
                <a:ext uri="{FF2B5EF4-FFF2-40B4-BE49-F238E27FC236}">
                  <a16:creationId xmlns:a16="http://schemas.microsoft.com/office/drawing/2014/main" id="{0F979766-C3A8-7A69-3E0E-7DA966FA0247}"/>
                </a:ext>
              </a:extLst>
            </p:cNvPr>
            <p:cNvSpPr>
              <a:spLocks/>
            </p:cNvSpPr>
            <p:nvPr/>
          </p:nvSpPr>
          <p:spPr bwMode="auto">
            <a:xfrm>
              <a:off x="3659" y="1071"/>
              <a:ext cx="173" cy="122"/>
            </a:xfrm>
            <a:custGeom>
              <a:avLst/>
              <a:gdLst>
                <a:gd name="T0" fmla="*/ 0 w 120000"/>
                <a:gd name="T1" fmla="*/ 0 h 120000"/>
                <a:gd name="T2" fmla="*/ 120000 w 120000"/>
                <a:gd name="T3" fmla="*/ 120000 h 120000"/>
              </a:gdLst>
              <a:ahLst/>
              <a:cxnLst>
                <a:cxn ang="0">
                  <a:pos x="50958" y="106153"/>
                </a:cxn>
                <a:cxn ang="0">
                  <a:pos x="119999" y="94615"/>
                </a:cxn>
                <a:cxn ang="0">
                  <a:pos x="83835" y="18461"/>
                </a:cxn>
                <a:cxn ang="0">
                  <a:pos x="0" y="18461"/>
                </a:cxn>
                <a:cxn ang="0">
                  <a:pos x="50958" y="106153"/>
                </a:cxn>
              </a:cxnLst>
              <a:rect l="T0" t="T1" r="T2" b="T3"/>
              <a:pathLst>
                <a:path w="120000" h="120000" extrusionOk="0">
                  <a:moveTo>
                    <a:pt x="50958" y="106153"/>
                  </a:moveTo>
                  <a:cubicBezTo>
                    <a:pt x="73972" y="120000"/>
                    <a:pt x="100273" y="115384"/>
                    <a:pt x="119999" y="94615"/>
                  </a:cubicBezTo>
                  <a:cubicBezTo>
                    <a:pt x="119999" y="62307"/>
                    <a:pt x="106849" y="32307"/>
                    <a:pt x="83835" y="18461"/>
                  </a:cubicBezTo>
                  <a:cubicBezTo>
                    <a:pt x="62465" y="4615"/>
                    <a:pt x="19726" y="0"/>
                    <a:pt x="0" y="18461"/>
                  </a:cubicBezTo>
                  <a:cubicBezTo>
                    <a:pt x="0" y="53076"/>
                    <a:pt x="29589" y="92307"/>
                    <a:pt x="50958" y="106153"/>
                  </a:cubicBezTo>
                  <a:close/>
                </a:path>
              </a:pathLst>
            </a:custGeom>
            <a:solidFill>
              <a:schemeClr val="accent2"/>
            </a:solidFill>
            <a:ln w="9525">
              <a:noFill/>
              <a:round/>
              <a:headEnd/>
              <a:tailEnd/>
            </a:ln>
          </p:spPr>
          <p:txBody>
            <a:bodyPr lIns="91425" tIns="45700" rIns="91425" bIns="45700"/>
            <a:lstStyle/>
            <a:p>
              <a:pPr>
                <a:defRPr/>
              </a:pPr>
              <a:endParaRPr lang="en-US"/>
            </a:p>
          </p:txBody>
        </p:sp>
        <p:sp>
          <p:nvSpPr>
            <p:cNvPr id="8" name="Google Shape;630;p17">
              <a:extLst>
                <a:ext uri="{FF2B5EF4-FFF2-40B4-BE49-F238E27FC236}">
                  <a16:creationId xmlns:a16="http://schemas.microsoft.com/office/drawing/2014/main" id="{2DBC0AFC-E385-B35C-48B4-67D09776535D}"/>
                </a:ext>
              </a:extLst>
            </p:cNvPr>
            <p:cNvSpPr/>
            <p:nvPr/>
          </p:nvSpPr>
          <p:spPr>
            <a:xfrm>
              <a:off x="4702" y="1626"/>
              <a:ext cx="130" cy="168"/>
            </a:xfrm>
            <a:custGeom>
              <a:avLst/>
              <a:gdLst/>
              <a:ahLst/>
              <a:cxnLst/>
              <a:rect l="0" t="0" r="0" b="0"/>
              <a:pathLst>
                <a:path w="120000" h="120000" extrusionOk="0">
                  <a:moveTo>
                    <a:pt x="15272" y="81126"/>
                  </a:moveTo>
                  <a:cubicBezTo>
                    <a:pt x="26181" y="103098"/>
                    <a:pt x="56727" y="116619"/>
                    <a:pt x="89454" y="120000"/>
                  </a:cubicBezTo>
                  <a:cubicBezTo>
                    <a:pt x="111272" y="101408"/>
                    <a:pt x="120000" y="76056"/>
                    <a:pt x="109090" y="54084"/>
                  </a:cubicBezTo>
                  <a:cubicBezTo>
                    <a:pt x="96000" y="32112"/>
                    <a:pt x="56727" y="1690"/>
                    <a:pt x="24000" y="0"/>
                  </a:cubicBezTo>
                  <a:cubicBezTo>
                    <a:pt x="0" y="18591"/>
                    <a:pt x="2181" y="59154"/>
                    <a:pt x="15272" y="81126"/>
                  </a:cubicBez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9" name="Google Shape;631;p17">
              <a:extLst>
                <a:ext uri="{FF2B5EF4-FFF2-40B4-BE49-F238E27FC236}">
                  <a16:creationId xmlns:a16="http://schemas.microsoft.com/office/drawing/2014/main" id="{99680D0B-267C-6944-AA70-6A7B1C74C640}"/>
                </a:ext>
              </a:extLst>
            </p:cNvPr>
            <p:cNvSpPr>
              <a:spLocks/>
            </p:cNvSpPr>
            <p:nvPr/>
          </p:nvSpPr>
          <p:spPr bwMode="auto">
            <a:xfrm>
              <a:off x="3194" y="1907"/>
              <a:ext cx="153" cy="150"/>
            </a:xfrm>
            <a:custGeom>
              <a:avLst/>
              <a:gdLst>
                <a:gd name="T0" fmla="*/ 0 w 120000"/>
                <a:gd name="T1" fmla="*/ 0 h 120000"/>
                <a:gd name="T2" fmla="*/ 120000 w 120000"/>
                <a:gd name="T3" fmla="*/ 120000 h 120000"/>
              </a:gdLst>
              <a:ahLst/>
              <a:cxnLst>
                <a:cxn ang="0">
                  <a:pos x="97846" y="80625"/>
                </a:cxn>
                <a:cxn ang="0">
                  <a:pos x="108923" y="7500"/>
                </a:cxn>
                <a:cxn ang="0">
                  <a:pos x="33230" y="26250"/>
                </a:cxn>
                <a:cxn ang="0">
                  <a:pos x="9230" y="114375"/>
                </a:cxn>
                <a:cxn ang="0">
                  <a:pos x="97846" y="80625"/>
                </a:cxn>
              </a:cxnLst>
              <a:rect l="T0" t="T1" r="T2" b="T3"/>
              <a:pathLst>
                <a:path w="120000" h="120000" extrusionOk="0">
                  <a:moveTo>
                    <a:pt x="97846" y="80625"/>
                  </a:moveTo>
                  <a:cubicBezTo>
                    <a:pt x="116307" y="60000"/>
                    <a:pt x="120000" y="31875"/>
                    <a:pt x="108923" y="7500"/>
                  </a:cubicBezTo>
                  <a:cubicBezTo>
                    <a:pt x="81230" y="0"/>
                    <a:pt x="51692" y="7500"/>
                    <a:pt x="33230" y="26250"/>
                  </a:cubicBezTo>
                  <a:cubicBezTo>
                    <a:pt x="14769" y="45000"/>
                    <a:pt x="0" y="88125"/>
                    <a:pt x="9230" y="114375"/>
                  </a:cubicBezTo>
                  <a:cubicBezTo>
                    <a:pt x="36923" y="120000"/>
                    <a:pt x="79384" y="99375"/>
                    <a:pt x="97846" y="80625"/>
                  </a:cubicBezTo>
                  <a:close/>
                </a:path>
              </a:pathLst>
            </a:custGeom>
            <a:solidFill>
              <a:schemeClr val="accent1"/>
            </a:solidFill>
            <a:ln w="9525">
              <a:noFill/>
              <a:round/>
              <a:headEnd/>
              <a:tailEnd/>
            </a:ln>
          </p:spPr>
          <p:txBody>
            <a:bodyPr lIns="91425" tIns="45700" rIns="91425" bIns="45700"/>
            <a:lstStyle/>
            <a:p>
              <a:pPr>
                <a:defRPr/>
              </a:pPr>
              <a:endParaRPr lang="en-US"/>
            </a:p>
          </p:txBody>
        </p:sp>
        <p:sp>
          <p:nvSpPr>
            <p:cNvPr id="10" name="Google Shape;632;p17">
              <a:extLst>
                <a:ext uri="{FF2B5EF4-FFF2-40B4-BE49-F238E27FC236}">
                  <a16:creationId xmlns:a16="http://schemas.microsoft.com/office/drawing/2014/main" id="{69A992FC-ADE1-CDFA-D8DF-9426598D5DC9}"/>
                </a:ext>
              </a:extLst>
            </p:cNvPr>
            <p:cNvSpPr>
              <a:spLocks/>
            </p:cNvSpPr>
            <p:nvPr/>
          </p:nvSpPr>
          <p:spPr bwMode="auto">
            <a:xfrm>
              <a:off x="2886" y="2504"/>
              <a:ext cx="1838" cy="854"/>
            </a:xfrm>
            <a:custGeom>
              <a:avLst/>
              <a:gdLst>
                <a:gd name="T0" fmla="*/ 0 w 120000"/>
                <a:gd name="T1" fmla="*/ 0 h 120000"/>
                <a:gd name="T2" fmla="*/ 120000 w 120000"/>
                <a:gd name="T3" fmla="*/ 120000 h 120000"/>
              </a:gdLst>
              <a:ahLst/>
              <a:cxnLst>
                <a:cxn ang="0">
                  <a:pos x="60077" y="120000"/>
                </a:cxn>
                <a:cxn ang="0">
                  <a:pos x="120000" y="0"/>
                </a:cxn>
                <a:cxn ang="0">
                  <a:pos x="0" y="0"/>
                </a:cxn>
                <a:cxn ang="0">
                  <a:pos x="60077" y="120000"/>
                </a:cxn>
              </a:cxnLst>
              <a:rect l="T0" t="T1" r="T2" b="T3"/>
              <a:pathLst>
                <a:path w="120000" h="120000" extrusionOk="0">
                  <a:moveTo>
                    <a:pt x="60077" y="120000"/>
                  </a:moveTo>
                  <a:cubicBezTo>
                    <a:pt x="93212" y="120000"/>
                    <a:pt x="120000" y="66149"/>
                    <a:pt x="120000" y="0"/>
                  </a:cubicBezTo>
                  <a:cubicBezTo>
                    <a:pt x="0" y="0"/>
                    <a:pt x="0" y="0"/>
                    <a:pt x="0" y="0"/>
                  </a:cubicBezTo>
                  <a:cubicBezTo>
                    <a:pt x="0" y="66149"/>
                    <a:pt x="26941" y="120000"/>
                    <a:pt x="60077" y="120000"/>
                  </a:cubicBezTo>
                  <a:close/>
                </a:path>
              </a:pathLst>
            </a:custGeom>
            <a:solidFill>
              <a:schemeClr val="accent2"/>
            </a:solidFill>
            <a:ln w="9525">
              <a:noFill/>
              <a:round/>
              <a:headEnd/>
              <a:tailEnd/>
            </a:ln>
          </p:spPr>
          <p:txBody>
            <a:bodyPr lIns="91425" tIns="45700" rIns="91425" bIns="45700"/>
            <a:lstStyle/>
            <a:p>
              <a:pPr>
                <a:defRPr/>
              </a:pPr>
              <a:endParaRPr lang="en-US"/>
            </a:p>
          </p:txBody>
        </p:sp>
        <p:sp>
          <p:nvSpPr>
            <p:cNvPr id="11" name="Google Shape;633;p17">
              <a:extLst>
                <a:ext uri="{FF2B5EF4-FFF2-40B4-BE49-F238E27FC236}">
                  <a16:creationId xmlns:a16="http://schemas.microsoft.com/office/drawing/2014/main" id="{39079CF1-4668-CEF3-A60F-3D0439597FA1}"/>
                </a:ext>
              </a:extLst>
            </p:cNvPr>
            <p:cNvSpPr>
              <a:spLocks/>
            </p:cNvSpPr>
            <p:nvPr/>
          </p:nvSpPr>
          <p:spPr bwMode="auto">
            <a:xfrm>
              <a:off x="3081" y="2504"/>
              <a:ext cx="1446" cy="674"/>
            </a:xfrm>
            <a:custGeom>
              <a:avLst/>
              <a:gdLst>
                <a:gd name="T0" fmla="*/ 0 w 120000"/>
                <a:gd name="T1" fmla="*/ 0 h 120000"/>
                <a:gd name="T2" fmla="*/ 120000 w 120000"/>
                <a:gd name="T3" fmla="*/ 120000 h 120000"/>
              </a:gdLst>
              <a:ahLst/>
              <a:cxnLst>
                <a:cxn ang="0">
                  <a:pos x="60000" y="119999"/>
                </a:cxn>
                <a:cxn ang="0">
                  <a:pos x="120000" y="0"/>
                </a:cxn>
                <a:cxn ang="0">
                  <a:pos x="0" y="0"/>
                </a:cxn>
                <a:cxn ang="0">
                  <a:pos x="60000" y="119999"/>
                </a:cxn>
              </a:cxnLst>
              <a:rect l="T0" t="T1" r="T2" b="T3"/>
              <a:pathLst>
                <a:path w="120000" h="120000" extrusionOk="0">
                  <a:moveTo>
                    <a:pt x="60000" y="119999"/>
                  </a:moveTo>
                  <a:cubicBezTo>
                    <a:pt x="93245" y="119999"/>
                    <a:pt x="120000" y="66105"/>
                    <a:pt x="120000" y="0"/>
                  </a:cubicBezTo>
                  <a:cubicBezTo>
                    <a:pt x="0" y="0"/>
                    <a:pt x="0" y="0"/>
                    <a:pt x="0" y="0"/>
                  </a:cubicBezTo>
                  <a:cubicBezTo>
                    <a:pt x="0" y="66105"/>
                    <a:pt x="26754" y="119999"/>
                    <a:pt x="60000" y="119999"/>
                  </a:cubicBezTo>
                  <a:close/>
                </a:path>
              </a:pathLst>
            </a:custGeom>
            <a:solidFill>
              <a:srgbClr val="D8DADD"/>
            </a:solidFill>
            <a:ln w="9525">
              <a:noFill/>
              <a:round/>
              <a:headEnd/>
              <a:tailEnd/>
            </a:ln>
          </p:spPr>
          <p:txBody>
            <a:bodyPr lIns="91425" tIns="45700" rIns="91425" bIns="45700"/>
            <a:lstStyle/>
            <a:p>
              <a:pPr>
                <a:defRPr/>
              </a:pPr>
              <a:endParaRPr lang="en-US"/>
            </a:p>
          </p:txBody>
        </p:sp>
        <p:sp>
          <p:nvSpPr>
            <p:cNvPr id="12" name="Google Shape;634;p17">
              <a:extLst>
                <a:ext uri="{FF2B5EF4-FFF2-40B4-BE49-F238E27FC236}">
                  <a16:creationId xmlns:a16="http://schemas.microsoft.com/office/drawing/2014/main" id="{5F42ACFE-331A-C039-499D-A0B8D8C04F30}"/>
                </a:ext>
              </a:extLst>
            </p:cNvPr>
            <p:cNvSpPr/>
            <p:nvPr/>
          </p:nvSpPr>
          <p:spPr>
            <a:xfrm>
              <a:off x="3266" y="2504"/>
              <a:ext cx="1076" cy="501"/>
            </a:xfrm>
            <a:custGeom>
              <a:avLst/>
              <a:gdLst/>
              <a:ahLst/>
              <a:cxnLst/>
              <a:rect l="0" t="0" r="0" b="0"/>
              <a:pathLst>
                <a:path w="120000" h="120000" extrusionOk="0">
                  <a:moveTo>
                    <a:pt x="60000" y="120000"/>
                  </a:moveTo>
                  <a:cubicBezTo>
                    <a:pt x="93039" y="120000"/>
                    <a:pt x="120000" y="66226"/>
                    <a:pt x="120000" y="0"/>
                  </a:cubicBezTo>
                  <a:cubicBezTo>
                    <a:pt x="0" y="0"/>
                    <a:pt x="0" y="0"/>
                    <a:pt x="0" y="0"/>
                  </a:cubicBezTo>
                  <a:cubicBezTo>
                    <a:pt x="0" y="66226"/>
                    <a:pt x="26960" y="120000"/>
                    <a:pt x="60000" y="120000"/>
                  </a:cubicBezTo>
                  <a:close/>
                </a:path>
              </a:pathLst>
            </a:custGeom>
            <a:solidFill>
              <a:schemeClr val="accent3"/>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3" name="Google Shape;635;p17">
              <a:extLst>
                <a:ext uri="{FF2B5EF4-FFF2-40B4-BE49-F238E27FC236}">
                  <a16:creationId xmlns:a16="http://schemas.microsoft.com/office/drawing/2014/main" id="{710BE7DE-6D68-3DEB-A9BD-31FFA5FF1C8F}"/>
                </a:ext>
              </a:extLst>
            </p:cNvPr>
            <p:cNvSpPr>
              <a:spLocks/>
            </p:cNvSpPr>
            <p:nvPr/>
          </p:nvSpPr>
          <p:spPr bwMode="auto">
            <a:xfrm>
              <a:off x="2813" y="961"/>
              <a:ext cx="2052" cy="1860"/>
            </a:xfrm>
            <a:custGeom>
              <a:avLst/>
              <a:gdLst>
                <a:gd name="T0" fmla="*/ 0 w 120000"/>
                <a:gd name="T1" fmla="*/ 0 h 120000"/>
                <a:gd name="T2" fmla="*/ 120000 w 120000"/>
                <a:gd name="T3" fmla="*/ 120000 h 120000"/>
              </a:gdLst>
              <a:ahLst/>
              <a:cxnLst>
                <a:cxn ang="0">
                  <a:pos x="119445" y="48152"/>
                </a:cxn>
                <a:cxn ang="0">
                  <a:pos x="119445" y="48458"/>
                </a:cxn>
                <a:cxn ang="0">
                  <a:pos x="115838" y="56407"/>
                </a:cxn>
                <a:cxn ang="0">
                  <a:pos x="98219" y="61605"/>
                </a:cxn>
                <a:cxn ang="0">
                  <a:pos x="95167" y="58089"/>
                </a:cxn>
                <a:cxn ang="0">
                  <a:pos x="105294" y="51515"/>
                </a:cxn>
                <a:cxn ang="0">
                  <a:pos x="101410" y="53044"/>
                </a:cxn>
                <a:cxn ang="0">
                  <a:pos x="87537" y="59006"/>
                </a:cxn>
                <a:cxn ang="0">
                  <a:pos x="83930" y="54878"/>
                </a:cxn>
                <a:cxn ang="0">
                  <a:pos x="92947" y="42038"/>
                </a:cxn>
                <a:cxn ang="0">
                  <a:pos x="92393" y="40815"/>
                </a:cxn>
                <a:cxn ang="0">
                  <a:pos x="85040" y="50598"/>
                </a:cxn>
                <a:cxn ang="0">
                  <a:pos x="78381" y="64203"/>
                </a:cxn>
                <a:cxn ang="0">
                  <a:pos x="61456" y="69248"/>
                </a:cxn>
                <a:cxn ang="0">
                  <a:pos x="63121" y="60993"/>
                </a:cxn>
                <a:cxn ang="0">
                  <a:pos x="80878" y="38675"/>
                </a:cxn>
                <a:cxn ang="0">
                  <a:pos x="88231" y="35159"/>
                </a:cxn>
                <a:cxn ang="0">
                  <a:pos x="90312" y="31490"/>
                </a:cxn>
                <a:cxn ang="0">
                  <a:pos x="80462" y="36993"/>
                </a:cxn>
                <a:cxn ang="0">
                  <a:pos x="74774" y="36382"/>
                </a:cxn>
                <a:cxn ang="0">
                  <a:pos x="84208" y="15898"/>
                </a:cxn>
                <a:cxn ang="0">
                  <a:pos x="82127" y="0"/>
                </a:cxn>
                <a:cxn ang="0">
                  <a:pos x="83930" y="13757"/>
                </a:cxn>
                <a:cxn ang="0">
                  <a:pos x="71722" y="24305"/>
                </a:cxn>
                <a:cxn ang="0">
                  <a:pos x="62843" y="15133"/>
                </a:cxn>
                <a:cxn ang="0">
                  <a:pos x="72138" y="31184"/>
                </a:cxn>
                <a:cxn ang="0">
                  <a:pos x="57294" y="59312"/>
                </a:cxn>
                <a:cxn ang="0">
                  <a:pos x="53687" y="42191"/>
                </a:cxn>
                <a:cxn ang="0">
                  <a:pos x="52855" y="29503"/>
                </a:cxn>
                <a:cxn ang="0">
                  <a:pos x="53410" y="38675"/>
                </a:cxn>
                <a:cxn ang="0">
                  <a:pos x="47722" y="36229"/>
                </a:cxn>
                <a:cxn ang="0">
                  <a:pos x="34265" y="23388"/>
                </a:cxn>
                <a:cxn ang="0">
                  <a:pos x="39537" y="32407"/>
                </a:cxn>
                <a:cxn ang="0">
                  <a:pos x="49109" y="46165"/>
                </a:cxn>
                <a:cxn ang="0">
                  <a:pos x="49803" y="56713"/>
                </a:cxn>
                <a:cxn ang="0">
                  <a:pos x="28578" y="37757"/>
                </a:cxn>
                <a:cxn ang="0">
                  <a:pos x="24416" y="29044"/>
                </a:cxn>
                <a:cxn ang="0">
                  <a:pos x="23028" y="37299"/>
                </a:cxn>
                <a:cxn ang="0">
                  <a:pos x="20947" y="36993"/>
                </a:cxn>
                <a:cxn ang="0">
                  <a:pos x="31768" y="44331"/>
                </a:cxn>
                <a:cxn ang="0">
                  <a:pos x="48971" y="63592"/>
                </a:cxn>
                <a:cxn ang="0">
                  <a:pos x="29687" y="54114"/>
                </a:cxn>
                <a:cxn ang="0">
                  <a:pos x="16508" y="46012"/>
                </a:cxn>
                <a:cxn ang="0">
                  <a:pos x="2913" y="36535"/>
                </a:cxn>
                <a:cxn ang="0">
                  <a:pos x="5132" y="41426"/>
                </a:cxn>
                <a:cxn ang="0">
                  <a:pos x="23028" y="50140"/>
                </a:cxn>
                <a:cxn ang="0">
                  <a:pos x="12346" y="52127"/>
                </a:cxn>
                <a:cxn ang="0">
                  <a:pos x="25526" y="54267"/>
                </a:cxn>
                <a:cxn ang="0">
                  <a:pos x="14150" y="59770"/>
                </a:cxn>
                <a:cxn ang="0">
                  <a:pos x="0" y="60535"/>
                </a:cxn>
                <a:cxn ang="0">
                  <a:pos x="27606" y="59617"/>
                </a:cxn>
                <a:cxn ang="0">
                  <a:pos x="52161" y="74445"/>
                </a:cxn>
                <a:cxn ang="0">
                  <a:pos x="52439" y="92178"/>
                </a:cxn>
                <a:cxn ang="0">
                  <a:pos x="38150" y="99515"/>
                </a:cxn>
                <a:cxn ang="0">
                  <a:pos x="69502" y="99515"/>
                </a:cxn>
                <a:cxn ang="0">
                  <a:pos x="62843" y="85757"/>
                </a:cxn>
                <a:cxn ang="0">
                  <a:pos x="63260" y="75363"/>
                </a:cxn>
                <a:cxn ang="0">
                  <a:pos x="81572" y="66496"/>
                </a:cxn>
                <a:cxn ang="0">
                  <a:pos x="94890" y="63439"/>
                </a:cxn>
                <a:cxn ang="0">
                  <a:pos x="116670" y="56560"/>
                </a:cxn>
              </a:cxnLst>
              <a:rect l="T0" t="T1" r="T2" b="T3"/>
              <a:pathLst>
                <a:path w="120000" h="120000" extrusionOk="0">
                  <a:moveTo>
                    <a:pt x="119445" y="48152"/>
                  </a:moveTo>
                  <a:cubicBezTo>
                    <a:pt x="119583" y="48000"/>
                    <a:pt x="119583" y="48000"/>
                    <a:pt x="119445" y="48152"/>
                  </a:cubicBezTo>
                  <a:cubicBezTo>
                    <a:pt x="119445" y="48152"/>
                    <a:pt x="119445" y="48152"/>
                    <a:pt x="119445" y="48152"/>
                  </a:cubicBezTo>
                  <a:cubicBezTo>
                    <a:pt x="119445" y="48152"/>
                    <a:pt x="119445" y="48305"/>
                    <a:pt x="119445" y="48305"/>
                  </a:cubicBezTo>
                  <a:cubicBezTo>
                    <a:pt x="119445" y="48458"/>
                    <a:pt x="119445" y="48611"/>
                    <a:pt x="119445" y="48611"/>
                  </a:cubicBezTo>
                  <a:cubicBezTo>
                    <a:pt x="119445" y="48611"/>
                    <a:pt x="119445" y="48611"/>
                    <a:pt x="119445" y="48458"/>
                  </a:cubicBezTo>
                  <a:cubicBezTo>
                    <a:pt x="119028" y="49834"/>
                    <a:pt x="118612" y="51210"/>
                    <a:pt x="118196" y="52585"/>
                  </a:cubicBezTo>
                  <a:cubicBezTo>
                    <a:pt x="117780" y="53808"/>
                    <a:pt x="117364" y="54726"/>
                    <a:pt x="116531" y="55643"/>
                  </a:cubicBezTo>
                  <a:cubicBezTo>
                    <a:pt x="116393" y="55949"/>
                    <a:pt x="115976" y="56254"/>
                    <a:pt x="115838" y="56407"/>
                  </a:cubicBezTo>
                  <a:cubicBezTo>
                    <a:pt x="114312" y="57936"/>
                    <a:pt x="112508" y="59312"/>
                    <a:pt x="110843" y="60382"/>
                  </a:cubicBezTo>
                  <a:cubicBezTo>
                    <a:pt x="109317" y="61299"/>
                    <a:pt x="107653" y="61757"/>
                    <a:pt x="105988" y="61757"/>
                  </a:cubicBezTo>
                  <a:cubicBezTo>
                    <a:pt x="103491" y="61910"/>
                    <a:pt x="100855" y="61605"/>
                    <a:pt x="98219" y="61605"/>
                  </a:cubicBezTo>
                  <a:cubicBezTo>
                    <a:pt x="94890" y="61452"/>
                    <a:pt x="91421" y="61452"/>
                    <a:pt x="88092" y="61299"/>
                  </a:cubicBezTo>
                  <a:cubicBezTo>
                    <a:pt x="88924" y="60535"/>
                    <a:pt x="90312" y="60229"/>
                    <a:pt x="91283" y="59923"/>
                  </a:cubicBezTo>
                  <a:cubicBezTo>
                    <a:pt x="92670" y="59312"/>
                    <a:pt x="94057" y="58853"/>
                    <a:pt x="95167" y="58089"/>
                  </a:cubicBezTo>
                  <a:cubicBezTo>
                    <a:pt x="97109" y="57019"/>
                    <a:pt x="98913" y="55796"/>
                    <a:pt x="100716" y="54573"/>
                  </a:cubicBezTo>
                  <a:cubicBezTo>
                    <a:pt x="101549" y="54114"/>
                    <a:pt x="102381" y="53503"/>
                    <a:pt x="103213" y="53044"/>
                  </a:cubicBezTo>
                  <a:cubicBezTo>
                    <a:pt x="103907" y="52585"/>
                    <a:pt x="104739" y="52127"/>
                    <a:pt x="105294" y="51515"/>
                  </a:cubicBezTo>
                  <a:cubicBezTo>
                    <a:pt x="106959" y="49834"/>
                    <a:pt x="107791" y="47694"/>
                    <a:pt x="108624" y="45401"/>
                  </a:cubicBezTo>
                  <a:cubicBezTo>
                    <a:pt x="107514" y="47388"/>
                    <a:pt x="106682" y="49528"/>
                    <a:pt x="104878" y="51057"/>
                  </a:cubicBezTo>
                  <a:cubicBezTo>
                    <a:pt x="104046" y="51974"/>
                    <a:pt x="102381" y="52433"/>
                    <a:pt x="101410" y="53044"/>
                  </a:cubicBezTo>
                  <a:cubicBezTo>
                    <a:pt x="100439" y="53656"/>
                    <a:pt x="99468" y="54114"/>
                    <a:pt x="98358" y="54573"/>
                  </a:cubicBezTo>
                  <a:cubicBezTo>
                    <a:pt x="96554" y="55337"/>
                    <a:pt x="95028" y="56407"/>
                    <a:pt x="93225" y="57019"/>
                  </a:cubicBezTo>
                  <a:cubicBezTo>
                    <a:pt x="91421" y="57783"/>
                    <a:pt x="89341" y="58242"/>
                    <a:pt x="87537" y="59006"/>
                  </a:cubicBezTo>
                  <a:cubicBezTo>
                    <a:pt x="85456" y="59923"/>
                    <a:pt x="83791" y="61299"/>
                    <a:pt x="81988" y="62522"/>
                  </a:cubicBezTo>
                  <a:cubicBezTo>
                    <a:pt x="82265" y="61146"/>
                    <a:pt x="82543" y="58853"/>
                    <a:pt x="82820" y="57783"/>
                  </a:cubicBezTo>
                  <a:cubicBezTo>
                    <a:pt x="83098" y="56713"/>
                    <a:pt x="83514" y="55796"/>
                    <a:pt x="83930" y="54878"/>
                  </a:cubicBezTo>
                  <a:cubicBezTo>
                    <a:pt x="85179" y="53197"/>
                    <a:pt x="86705" y="51363"/>
                    <a:pt x="88369" y="50140"/>
                  </a:cubicBezTo>
                  <a:cubicBezTo>
                    <a:pt x="90173" y="48917"/>
                    <a:pt x="91421" y="47541"/>
                    <a:pt x="92393" y="45707"/>
                  </a:cubicBezTo>
                  <a:cubicBezTo>
                    <a:pt x="92670" y="44484"/>
                    <a:pt x="92947" y="43261"/>
                    <a:pt x="92947" y="42038"/>
                  </a:cubicBezTo>
                  <a:cubicBezTo>
                    <a:pt x="92947" y="41579"/>
                    <a:pt x="92947" y="41121"/>
                    <a:pt x="92947" y="40662"/>
                  </a:cubicBezTo>
                  <a:cubicBezTo>
                    <a:pt x="92670" y="38980"/>
                    <a:pt x="92254" y="37146"/>
                    <a:pt x="91976" y="35312"/>
                  </a:cubicBezTo>
                  <a:cubicBezTo>
                    <a:pt x="92115" y="37146"/>
                    <a:pt x="92254" y="38980"/>
                    <a:pt x="92393" y="40815"/>
                  </a:cubicBezTo>
                  <a:cubicBezTo>
                    <a:pt x="92393" y="41121"/>
                    <a:pt x="92393" y="41579"/>
                    <a:pt x="92393" y="42038"/>
                  </a:cubicBezTo>
                  <a:cubicBezTo>
                    <a:pt x="92254" y="44178"/>
                    <a:pt x="91144" y="46012"/>
                    <a:pt x="89479" y="47541"/>
                  </a:cubicBezTo>
                  <a:cubicBezTo>
                    <a:pt x="88092" y="48611"/>
                    <a:pt x="86566" y="49528"/>
                    <a:pt x="85040" y="50598"/>
                  </a:cubicBezTo>
                  <a:cubicBezTo>
                    <a:pt x="83236" y="52127"/>
                    <a:pt x="81710" y="54114"/>
                    <a:pt x="80739" y="56254"/>
                  </a:cubicBezTo>
                  <a:cubicBezTo>
                    <a:pt x="80184" y="57477"/>
                    <a:pt x="79907" y="58700"/>
                    <a:pt x="79630" y="59923"/>
                  </a:cubicBezTo>
                  <a:cubicBezTo>
                    <a:pt x="79352" y="61299"/>
                    <a:pt x="78797" y="62828"/>
                    <a:pt x="78381" y="64203"/>
                  </a:cubicBezTo>
                  <a:cubicBezTo>
                    <a:pt x="74358" y="65579"/>
                    <a:pt x="70196" y="67108"/>
                    <a:pt x="66173" y="68484"/>
                  </a:cubicBezTo>
                  <a:cubicBezTo>
                    <a:pt x="65341" y="68789"/>
                    <a:pt x="64508" y="69095"/>
                    <a:pt x="63537" y="69401"/>
                  </a:cubicBezTo>
                  <a:cubicBezTo>
                    <a:pt x="62843" y="69707"/>
                    <a:pt x="62011" y="70012"/>
                    <a:pt x="61456" y="69248"/>
                  </a:cubicBezTo>
                  <a:cubicBezTo>
                    <a:pt x="61040" y="68484"/>
                    <a:pt x="60763" y="67566"/>
                    <a:pt x="60485" y="66649"/>
                  </a:cubicBezTo>
                  <a:cubicBezTo>
                    <a:pt x="60069" y="65579"/>
                    <a:pt x="59791" y="64662"/>
                    <a:pt x="60763" y="63592"/>
                  </a:cubicBezTo>
                  <a:cubicBezTo>
                    <a:pt x="61456" y="62675"/>
                    <a:pt x="62289" y="61910"/>
                    <a:pt x="63121" y="60993"/>
                  </a:cubicBezTo>
                  <a:cubicBezTo>
                    <a:pt x="65618" y="58089"/>
                    <a:pt x="68670" y="55337"/>
                    <a:pt x="70890" y="52127"/>
                  </a:cubicBezTo>
                  <a:cubicBezTo>
                    <a:pt x="72000" y="50445"/>
                    <a:pt x="72554" y="48611"/>
                    <a:pt x="72971" y="46624"/>
                  </a:cubicBezTo>
                  <a:cubicBezTo>
                    <a:pt x="75606" y="44025"/>
                    <a:pt x="78242" y="41426"/>
                    <a:pt x="80878" y="38675"/>
                  </a:cubicBezTo>
                  <a:cubicBezTo>
                    <a:pt x="81433" y="38216"/>
                    <a:pt x="81988" y="37605"/>
                    <a:pt x="82682" y="37299"/>
                  </a:cubicBezTo>
                  <a:cubicBezTo>
                    <a:pt x="83514" y="36840"/>
                    <a:pt x="84485" y="36687"/>
                    <a:pt x="85317" y="36535"/>
                  </a:cubicBezTo>
                  <a:cubicBezTo>
                    <a:pt x="86289" y="36229"/>
                    <a:pt x="87260" y="35770"/>
                    <a:pt x="88231" y="35159"/>
                  </a:cubicBezTo>
                  <a:cubicBezTo>
                    <a:pt x="90034" y="33783"/>
                    <a:pt x="91005" y="31949"/>
                    <a:pt x="92115" y="29808"/>
                  </a:cubicBezTo>
                  <a:cubicBezTo>
                    <a:pt x="93502" y="26904"/>
                    <a:pt x="95028" y="24000"/>
                    <a:pt x="96554" y="21095"/>
                  </a:cubicBezTo>
                  <a:cubicBezTo>
                    <a:pt x="94473" y="24611"/>
                    <a:pt x="92531" y="28127"/>
                    <a:pt x="90312" y="31490"/>
                  </a:cubicBezTo>
                  <a:cubicBezTo>
                    <a:pt x="88924" y="33783"/>
                    <a:pt x="86705" y="34853"/>
                    <a:pt x="84208" y="35312"/>
                  </a:cubicBezTo>
                  <a:cubicBezTo>
                    <a:pt x="82959" y="35617"/>
                    <a:pt x="81433" y="36076"/>
                    <a:pt x="80462" y="36840"/>
                  </a:cubicBezTo>
                  <a:cubicBezTo>
                    <a:pt x="80462" y="36840"/>
                    <a:pt x="80462" y="36840"/>
                    <a:pt x="80462" y="36993"/>
                  </a:cubicBezTo>
                  <a:cubicBezTo>
                    <a:pt x="80046" y="37146"/>
                    <a:pt x="79491" y="37605"/>
                    <a:pt x="79213" y="37910"/>
                  </a:cubicBezTo>
                  <a:cubicBezTo>
                    <a:pt x="77549" y="39286"/>
                    <a:pt x="75468" y="42038"/>
                    <a:pt x="73664" y="42496"/>
                  </a:cubicBezTo>
                  <a:cubicBezTo>
                    <a:pt x="73942" y="40509"/>
                    <a:pt x="74774" y="38522"/>
                    <a:pt x="74774" y="36382"/>
                  </a:cubicBezTo>
                  <a:cubicBezTo>
                    <a:pt x="74913" y="33783"/>
                    <a:pt x="74635" y="31337"/>
                    <a:pt x="73664" y="29044"/>
                  </a:cubicBezTo>
                  <a:cubicBezTo>
                    <a:pt x="75745" y="26598"/>
                    <a:pt x="77687" y="24305"/>
                    <a:pt x="79630" y="22012"/>
                  </a:cubicBezTo>
                  <a:cubicBezTo>
                    <a:pt x="81294" y="20178"/>
                    <a:pt x="83098" y="18191"/>
                    <a:pt x="84208" y="15898"/>
                  </a:cubicBezTo>
                  <a:cubicBezTo>
                    <a:pt x="84763" y="14828"/>
                    <a:pt x="85040" y="13757"/>
                    <a:pt x="85179" y="12687"/>
                  </a:cubicBezTo>
                  <a:cubicBezTo>
                    <a:pt x="85317" y="10700"/>
                    <a:pt x="84763" y="9171"/>
                    <a:pt x="84208" y="7337"/>
                  </a:cubicBezTo>
                  <a:cubicBezTo>
                    <a:pt x="83514" y="4891"/>
                    <a:pt x="82820" y="2445"/>
                    <a:pt x="82127" y="0"/>
                  </a:cubicBezTo>
                  <a:cubicBezTo>
                    <a:pt x="82404" y="1681"/>
                    <a:pt x="82820" y="3363"/>
                    <a:pt x="83098" y="5044"/>
                  </a:cubicBezTo>
                  <a:cubicBezTo>
                    <a:pt x="83791" y="7949"/>
                    <a:pt x="84763" y="10700"/>
                    <a:pt x="83930" y="13605"/>
                  </a:cubicBezTo>
                  <a:cubicBezTo>
                    <a:pt x="83930" y="13605"/>
                    <a:pt x="83930" y="13757"/>
                    <a:pt x="83930" y="13757"/>
                  </a:cubicBezTo>
                  <a:cubicBezTo>
                    <a:pt x="83098" y="15745"/>
                    <a:pt x="81849" y="17273"/>
                    <a:pt x="80462" y="18649"/>
                  </a:cubicBezTo>
                  <a:cubicBezTo>
                    <a:pt x="77826" y="21248"/>
                    <a:pt x="75190" y="23847"/>
                    <a:pt x="72693" y="26445"/>
                  </a:cubicBezTo>
                  <a:cubicBezTo>
                    <a:pt x="72416" y="25834"/>
                    <a:pt x="72000" y="25070"/>
                    <a:pt x="71722" y="24305"/>
                  </a:cubicBezTo>
                  <a:cubicBezTo>
                    <a:pt x="69641" y="20178"/>
                    <a:pt x="64924" y="18038"/>
                    <a:pt x="63121" y="13605"/>
                  </a:cubicBezTo>
                  <a:cubicBezTo>
                    <a:pt x="61595" y="10089"/>
                    <a:pt x="60069" y="6573"/>
                    <a:pt x="58543" y="2904"/>
                  </a:cubicBezTo>
                  <a:cubicBezTo>
                    <a:pt x="59930" y="7031"/>
                    <a:pt x="61179" y="11159"/>
                    <a:pt x="62843" y="15133"/>
                  </a:cubicBezTo>
                  <a:cubicBezTo>
                    <a:pt x="62843" y="15286"/>
                    <a:pt x="62982" y="15439"/>
                    <a:pt x="62982" y="15592"/>
                  </a:cubicBezTo>
                  <a:cubicBezTo>
                    <a:pt x="64924" y="19108"/>
                    <a:pt x="68531" y="21401"/>
                    <a:pt x="70057" y="25070"/>
                  </a:cubicBezTo>
                  <a:cubicBezTo>
                    <a:pt x="70751" y="27210"/>
                    <a:pt x="71445" y="29197"/>
                    <a:pt x="72138" y="31184"/>
                  </a:cubicBezTo>
                  <a:cubicBezTo>
                    <a:pt x="73248" y="36535"/>
                    <a:pt x="71445" y="42191"/>
                    <a:pt x="69086" y="46929"/>
                  </a:cubicBezTo>
                  <a:cubicBezTo>
                    <a:pt x="66728" y="51821"/>
                    <a:pt x="62843" y="55490"/>
                    <a:pt x="58682" y="58853"/>
                  </a:cubicBezTo>
                  <a:cubicBezTo>
                    <a:pt x="58265" y="59159"/>
                    <a:pt x="57849" y="59464"/>
                    <a:pt x="57294" y="59312"/>
                  </a:cubicBezTo>
                  <a:cubicBezTo>
                    <a:pt x="56739" y="59159"/>
                    <a:pt x="56323" y="58700"/>
                    <a:pt x="56046" y="58394"/>
                  </a:cubicBezTo>
                  <a:cubicBezTo>
                    <a:pt x="53271" y="55031"/>
                    <a:pt x="50774" y="51974"/>
                    <a:pt x="51745" y="47541"/>
                  </a:cubicBezTo>
                  <a:cubicBezTo>
                    <a:pt x="52023" y="45554"/>
                    <a:pt x="52855" y="43872"/>
                    <a:pt x="53687" y="42191"/>
                  </a:cubicBezTo>
                  <a:cubicBezTo>
                    <a:pt x="54520" y="40662"/>
                    <a:pt x="54797" y="39286"/>
                    <a:pt x="54797" y="37452"/>
                  </a:cubicBezTo>
                  <a:cubicBezTo>
                    <a:pt x="54797" y="35617"/>
                    <a:pt x="54104" y="33630"/>
                    <a:pt x="53549" y="31796"/>
                  </a:cubicBezTo>
                  <a:cubicBezTo>
                    <a:pt x="53271" y="31031"/>
                    <a:pt x="52994" y="30267"/>
                    <a:pt x="52855" y="29503"/>
                  </a:cubicBezTo>
                  <a:cubicBezTo>
                    <a:pt x="52855" y="30114"/>
                    <a:pt x="52994" y="30878"/>
                    <a:pt x="53132" y="31643"/>
                  </a:cubicBezTo>
                  <a:cubicBezTo>
                    <a:pt x="53410" y="33477"/>
                    <a:pt x="53965" y="35464"/>
                    <a:pt x="53687" y="37452"/>
                  </a:cubicBezTo>
                  <a:cubicBezTo>
                    <a:pt x="53549" y="37910"/>
                    <a:pt x="53410" y="38216"/>
                    <a:pt x="53410" y="38675"/>
                  </a:cubicBezTo>
                  <a:cubicBezTo>
                    <a:pt x="52994" y="40203"/>
                    <a:pt x="52023" y="41579"/>
                    <a:pt x="51190" y="42955"/>
                  </a:cubicBezTo>
                  <a:cubicBezTo>
                    <a:pt x="51052" y="43261"/>
                    <a:pt x="49387" y="40050"/>
                    <a:pt x="49387" y="39745"/>
                  </a:cubicBezTo>
                  <a:cubicBezTo>
                    <a:pt x="48832" y="38675"/>
                    <a:pt x="48416" y="37146"/>
                    <a:pt x="47722" y="36229"/>
                  </a:cubicBezTo>
                  <a:cubicBezTo>
                    <a:pt x="45919" y="33630"/>
                    <a:pt x="42867" y="32713"/>
                    <a:pt x="40231" y="31337"/>
                  </a:cubicBezTo>
                  <a:cubicBezTo>
                    <a:pt x="38982" y="30573"/>
                    <a:pt x="38011" y="29808"/>
                    <a:pt x="37179" y="28585"/>
                  </a:cubicBezTo>
                  <a:cubicBezTo>
                    <a:pt x="36069" y="27057"/>
                    <a:pt x="35236" y="25070"/>
                    <a:pt x="34265" y="23388"/>
                  </a:cubicBezTo>
                  <a:cubicBezTo>
                    <a:pt x="32878" y="20942"/>
                    <a:pt x="31630" y="18496"/>
                    <a:pt x="30242" y="16203"/>
                  </a:cubicBezTo>
                  <a:cubicBezTo>
                    <a:pt x="32184" y="20178"/>
                    <a:pt x="34127" y="24305"/>
                    <a:pt x="35930" y="28433"/>
                  </a:cubicBezTo>
                  <a:cubicBezTo>
                    <a:pt x="36901" y="30114"/>
                    <a:pt x="37872" y="31337"/>
                    <a:pt x="39537" y="32407"/>
                  </a:cubicBezTo>
                  <a:cubicBezTo>
                    <a:pt x="42173" y="33936"/>
                    <a:pt x="45364" y="35159"/>
                    <a:pt x="46751" y="38216"/>
                  </a:cubicBezTo>
                  <a:cubicBezTo>
                    <a:pt x="47445" y="39439"/>
                    <a:pt x="47583" y="40815"/>
                    <a:pt x="48000" y="42191"/>
                  </a:cubicBezTo>
                  <a:cubicBezTo>
                    <a:pt x="48416" y="43566"/>
                    <a:pt x="49248" y="44789"/>
                    <a:pt x="49109" y="46165"/>
                  </a:cubicBezTo>
                  <a:cubicBezTo>
                    <a:pt x="49109" y="47235"/>
                    <a:pt x="48416" y="48305"/>
                    <a:pt x="48277" y="49375"/>
                  </a:cubicBezTo>
                  <a:cubicBezTo>
                    <a:pt x="48000" y="50445"/>
                    <a:pt x="48000" y="51668"/>
                    <a:pt x="48277" y="52738"/>
                  </a:cubicBezTo>
                  <a:cubicBezTo>
                    <a:pt x="48554" y="54114"/>
                    <a:pt x="48971" y="55490"/>
                    <a:pt x="49803" y="56713"/>
                  </a:cubicBezTo>
                  <a:cubicBezTo>
                    <a:pt x="46890" y="54420"/>
                    <a:pt x="44115" y="52280"/>
                    <a:pt x="41341" y="49834"/>
                  </a:cubicBezTo>
                  <a:cubicBezTo>
                    <a:pt x="39121" y="47694"/>
                    <a:pt x="36763" y="45554"/>
                    <a:pt x="34543" y="43566"/>
                  </a:cubicBezTo>
                  <a:cubicBezTo>
                    <a:pt x="32462" y="41732"/>
                    <a:pt x="29826" y="40050"/>
                    <a:pt x="28578" y="37757"/>
                  </a:cubicBezTo>
                  <a:cubicBezTo>
                    <a:pt x="27329" y="35770"/>
                    <a:pt x="26774" y="33324"/>
                    <a:pt x="25942" y="31337"/>
                  </a:cubicBezTo>
                  <a:cubicBezTo>
                    <a:pt x="24832" y="28585"/>
                    <a:pt x="23861" y="25834"/>
                    <a:pt x="22751" y="23235"/>
                  </a:cubicBezTo>
                  <a:cubicBezTo>
                    <a:pt x="23306" y="25222"/>
                    <a:pt x="23861" y="27210"/>
                    <a:pt x="24416" y="29044"/>
                  </a:cubicBezTo>
                  <a:cubicBezTo>
                    <a:pt x="24832" y="30726"/>
                    <a:pt x="25387" y="32560"/>
                    <a:pt x="25803" y="34242"/>
                  </a:cubicBezTo>
                  <a:cubicBezTo>
                    <a:pt x="26358" y="36076"/>
                    <a:pt x="26635" y="37910"/>
                    <a:pt x="27606" y="39439"/>
                  </a:cubicBezTo>
                  <a:cubicBezTo>
                    <a:pt x="26080" y="38675"/>
                    <a:pt x="24554" y="37910"/>
                    <a:pt x="23028" y="37299"/>
                  </a:cubicBezTo>
                  <a:cubicBezTo>
                    <a:pt x="22890" y="37146"/>
                    <a:pt x="22196" y="36687"/>
                    <a:pt x="21780" y="36535"/>
                  </a:cubicBezTo>
                  <a:cubicBezTo>
                    <a:pt x="19699" y="34547"/>
                    <a:pt x="17895" y="32407"/>
                    <a:pt x="15953" y="30420"/>
                  </a:cubicBezTo>
                  <a:cubicBezTo>
                    <a:pt x="17479" y="32560"/>
                    <a:pt x="19005" y="35006"/>
                    <a:pt x="20947" y="36993"/>
                  </a:cubicBezTo>
                  <a:cubicBezTo>
                    <a:pt x="21225" y="37299"/>
                    <a:pt x="21502" y="37452"/>
                    <a:pt x="21641" y="37757"/>
                  </a:cubicBezTo>
                  <a:cubicBezTo>
                    <a:pt x="23167" y="38828"/>
                    <a:pt x="24693" y="39745"/>
                    <a:pt x="26219" y="40815"/>
                  </a:cubicBezTo>
                  <a:cubicBezTo>
                    <a:pt x="28161" y="42038"/>
                    <a:pt x="29965" y="43108"/>
                    <a:pt x="31768" y="44331"/>
                  </a:cubicBezTo>
                  <a:cubicBezTo>
                    <a:pt x="36208" y="49375"/>
                    <a:pt x="40786" y="54267"/>
                    <a:pt x="45502" y="59006"/>
                  </a:cubicBezTo>
                  <a:cubicBezTo>
                    <a:pt x="46473" y="59770"/>
                    <a:pt x="47722" y="60840"/>
                    <a:pt x="48277" y="61910"/>
                  </a:cubicBezTo>
                  <a:cubicBezTo>
                    <a:pt x="48554" y="62369"/>
                    <a:pt x="48693" y="62980"/>
                    <a:pt x="48971" y="63592"/>
                  </a:cubicBezTo>
                  <a:cubicBezTo>
                    <a:pt x="49387" y="64815"/>
                    <a:pt x="49803" y="66191"/>
                    <a:pt x="50219" y="67566"/>
                  </a:cubicBezTo>
                  <a:cubicBezTo>
                    <a:pt x="43838" y="63898"/>
                    <a:pt x="37456" y="60382"/>
                    <a:pt x="31491" y="56407"/>
                  </a:cubicBezTo>
                  <a:cubicBezTo>
                    <a:pt x="30658" y="55796"/>
                    <a:pt x="30104" y="54878"/>
                    <a:pt x="29687" y="54114"/>
                  </a:cubicBezTo>
                  <a:cubicBezTo>
                    <a:pt x="28994" y="53044"/>
                    <a:pt x="28300" y="52127"/>
                    <a:pt x="27606" y="51363"/>
                  </a:cubicBezTo>
                  <a:cubicBezTo>
                    <a:pt x="26219" y="49987"/>
                    <a:pt x="24554" y="48764"/>
                    <a:pt x="22751" y="48000"/>
                  </a:cubicBezTo>
                  <a:cubicBezTo>
                    <a:pt x="20809" y="47235"/>
                    <a:pt x="18589" y="46777"/>
                    <a:pt x="16508" y="46012"/>
                  </a:cubicBezTo>
                  <a:cubicBezTo>
                    <a:pt x="14289" y="44942"/>
                    <a:pt x="11930" y="44178"/>
                    <a:pt x="9710" y="43261"/>
                  </a:cubicBezTo>
                  <a:cubicBezTo>
                    <a:pt x="8184" y="42802"/>
                    <a:pt x="6658" y="42343"/>
                    <a:pt x="5687" y="41121"/>
                  </a:cubicBezTo>
                  <a:cubicBezTo>
                    <a:pt x="4578" y="39745"/>
                    <a:pt x="3745" y="38063"/>
                    <a:pt x="2913" y="36535"/>
                  </a:cubicBezTo>
                  <a:cubicBezTo>
                    <a:pt x="1942" y="34853"/>
                    <a:pt x="832" y="33171"/>
                    <a:pt x="0" y="31337"/>
                  </a:cubicBezTo>
                  <a:cubicBezTo>
                    <a:pt x="693" y="33019"/>
                    <a:pt x="1526" y="34547"/>
                    <a:pt x="2358" y="36076"/>
                  </a:cubicBezTo>
                  <a:cubicBezTo>
                    <a:pt x="3190" y="37757"/>
                    <a:pt x="3884" y="39745"/>
                    <a:pt x="5132" y="41426"/>
                  </a:cubicBezTo>
                  <a:cubicBezTo>
                    <a:pt x="6658" y="43414"/>
                    <a:pt x="8878" y="44025"/>
                    <a:pt x="11098" y="44942"/>
                  </a:cubicBezTo>
                  <a:cubicBezTo>
                    <a:pt x="13179" y="45859"/>
                    <a:pt x="15121" y="46777"/>
                    <a:pt x="17202" y="47694"/>
                  </a:cubicBezTo>
                  <a:cubicBezTo>
                    <a:pt x="19144" y="48458"/>
                    <a:pt x="21086" y="49375"/>
                    <a:pt x="23028" y="50140"/>
                  </a:cubicBezTo>
                  <a:cubicBezTo>
                    <a:pt x="24277" y="50751"/>
                    <a:pt x="25109" y="51668"/>
                    <a:pt x="25942" y="52738"/>
                  </a:cubicBezTo>
                  <a:cubicBezTo>
                    <a:pt x="23306" y="51363"/>
                    <a:pt x="20670" y="51668"/>
                    <a:pt x="17895" y="51821"/>
                  </a:cubicBezTo>
                  <a:cubicBezTo>
                    <a:pt x="16092" y="51821"/>
                    <a:pt x="14150" y="51974"/>
                    <a:pt x="12346" y="52127"/>
                  </a:cubicBezTo>
                  <a:cubicBezTo>
                    <a:pt x="14427" y="52127"/>
                    <a:pt x="16508" y="52280"/>
                    <a:pt x="18589" y="52433"/>
                  </a:cubicBezTo>
                  <a:cubicBezTo>
                    <a:pt x="20254" y="52433"/>
                    <a:pt x="22057" y="52433"/>
                    <a:pt x="23722" y="53197"/>
                  </a:cubicBezTo>
                  <a:cubicBezTo>
                    <a:pt x="24416" y="53503"/>
                    <a:pt x="24971" y="53808"/>
                    <a:pt x="25526" y="54267"/>
                  </a:cubicBezTo>
                  <a:cubicBezTo>
                    <a:pt x="26635" y="55031"/>
                    <a:pt x="27884" y="56101"/>
                    <a:pt x="28994" y="57019"/>
                  </a:cubicBezTo>
                  <a:cubicBezTo>
                    <a:pt x="28994" y="57019"/>
                    <a:pt x="28994" y="57019"/>
                    <a:pt x="28994" y="57019"/>
                  </a:cubicBezTo>
                  <a:cubicBezTo>
                    <a:pt x="24000" y="57936"/>
                    <a:pt x="19144" y="59006"/>
                    <a:pt x="14150" y="59770"/>
                  </a:cubicBezTo>
                  <a:cubicBezTo>
                    <a:pt x="12763" y="59923"/>
                    <a:pt x="11375" y="60229"/>
                    <a:pt x="9988" y="60382"/>
                  </a:cubicBezTo>
                  <a:cubicBezTo>
                    <a:pt x="8601" y="60687"/>
                    <a:pt x="7491" y="61146"/>
                    <a:pt x="6104" y="61452"/>
                  </a:cubicBezTo>
                  <a:cubicBezTo>
                    <a:pt x="4023" y="62063"/>
                    <a:pt x="1942" y="61605"/>
                    <a:pt x="0" y="60535"/>
                  </a:cubicBezTo>
                  <a:cubicBezTo>
                    <a:pt x="2219" y="62063"/>
                    <a:pt x="4439" y="62369"/>
                    <a:pt x="6936" y="61910"/>
                  </a:cubicBezTo>
                  <a:cubicBezTo>
                    <a:pt x="10543" y="61299"/>
                    <a:pt x="14011" y="60840"/>
                    <a:pt x="17618" y="60382"/>
                  </a:cubicBezTo>
                  <a:cubicBezTo>
                    <a:pt x="20947" y="60229"/>
                    <a:pt x="24277" y="59923"/>
                    <a:pt x="27606" y="59617"/>
                  </a:cubicBezTo>
                  <a:cubicBezTo>
                    <a:pt x="28578" y="59464"/>
                    <a:pt x="29549" y="59464"/>
                    <a:pt x="30520" y="59312"/>
                  </a:cubicBezTo>
                  <a:cubicBezTo>
                    <a:pt x="30797" y="59312"/>
                    <a:pt x="31491" y="59312"/>
                    <a:pt x="31491" y="59159"/>
                  </a:cubicBezTo>
                  <a:cubicBezTo>
                    <a:pt x="38150" y="64509"/>
                    <a:pt x="45225" y="69401"/>
                    <a:pt x="52161" y="74445"/>
                  </a:cubicBezTo>
                  <a:cubicBezTo>
                    <a:pt x="53687" y="75515"/>
                    <a:pt x="53271" y="77656"/>
                    <a:pt x="53132" y="79337"/>
                  </a:cubicBezTo>
                  <a:cubicBezTo>
                    <a:pt x="52994" y="81783"/>
                    <a:pt x="52855" y="84229"/>
                    <a:pt x="52716" y="86675"/>
                  </a:cubicBezTo>
                  <a:cubicBezTo>
                    <a:pt x="52578" y="88509"/>
                    <a:pt x="52578" y="90343"/>
                    <a:pt x="52439" y="92178"/>
                  </a:cubicBezTo>
                  <a:cubicBezTo>
                    <a:pt x="52300" y="93401"/>
                    <a:pt x="52023" y="94471"/>
                    <a:pt x="51606" y="95388"/>
                  </a:cubicBezTo>
                  <a:cubicBezTo>
                    <a:pt x="50497" y="97987"/>
                    <a:pt x="47861" y="99515"/>
                    <a:pt x="45225" y="99515"/>
                  </a:cubicBezTo>
                  <a:cubicBezTo>
                    <a:pt x="38150" y="99515"/>
                    <a:pt x="38150" y="99515"/>
                    <a:pt x="38150" y="99515"/>
                  </a:cubicBezTo>
                  <a:cubicBezTo>
                    <a:pt x="38150" y="110828"/>
                    <a:pt x="47028" y="120000"/>
                    <a:pt x="57988" y="120000"/>
                  </a:cubicBezTo>
                  <a:cubicBezTo>
                    <a:pt x="68947" y="120000"/>
                    <a:pt x="77826" y="110828"/>
                    <a:pt x="77826" y="99515"/>
                  </a:cubicBezTo>
                  <a:cubicBezTo>
                    <a:pt x="69502" y="99515"/>
                    <a:pt x="69502" y="99515"/>
                    <a:pt x="69502" y="99515"/>
                  </a:cubicBezTo>
                  <a:cubicBezTo>
                    <a:pt x="65757" y="99515"/>
                    <a:pt x="62566" y="96458"/>
                    <a:pt x="62427" y="92636"/>
                  </a:cubicBezTo>
                  <a:cubicBezTo>
                    <a:pt x="62427" y="92331"/>
                    <a:pt x="62427" y="92178"/>
                    <a:pt x="62427" y="91872"/>
                  </a:cubicBezTo>
                  <a:cubicBezTo>
                    <a:pt x="62566" y="89885"/>
                    <a:pt x="62705" y="87745"/>
                    <a:pt x="62843" y="85757"/>
                  </a:cubicBezTo>
                  <a:cubicBezTo>
                    <a:pt x="62982" y="83464"/>
                    <a:pt x="63121" y="81324"/>
                    <a:pt x="63260" y="79184"/>
                  </a:cubicBezTo>
                  <a:cubicBezTo>
                    <a:pt x="63260" y="78726"/>
                    <a:pt x="63260" y="78267"/>
                    <a:pt x="63260" y="77808"/>
                  </a:cubicBezTo>
                  <a:cubicBezTo>
                    <a:pt x="63398" y="77044"/>
                    <a:pt x="63121" y="76127"/>
                    <a:pt x="63260" y="75363"/>
                  </a:cubicBezTo>
                  <a:cubicBezTo>
                    <a:pt x="63537" y="74445"/>
                    <a:pt x="64647" y="74140"/>
                    <a:pt x="65341" y="73834"/>
                  </a:cubicBezTo>
                  <a:cubicBezTo>
                    <a:pt x="69780" y="71847"/>
                    <a:pt x="74219" y="69859"/>
                    <a:pt x="78658" y="67872"/>
                  </a:cubicBezTo>
                  <a:cubicBezTo>
                    <a:pt x="79630" y="67414"/>
                    <a:pt x="80601" y="66955"/>
                    <a:pt x="81572" y="66496"/>
                  </a:cubicBezTo>
                  <a:cubicBezTo>
                    <a:pt x="82543" y="65885"/>
                    <a:pt x="83375" y="65121"/>
                    <a:pt x="84208" y="64509"/>
                  </a:cubicBezTo>
                  <a:cubicBezTo>
                    <a:pt x="85872" y="63286"/>
                    <a:pt x="87676" y="63745"/>
                    <a:pt x="89479" y="63592"/>
                  </a:cubicBezTo>
                  <a:cubicBezTo>
                    <a:pt x="91283" y="63592"/>
                    <a:pt x="93086" y="63592"/>
                    <a:pt x="94890" y="63439"/>
                  </a:cubicBezTo>
                  <a:cubicBezTo>
                    <a:pt x="98497" y="63439"/>
                    <a:pt x="101965" y="63286"/>
                    <a:pt x="105572" y="63133"/>
                  </a:cubicBezTo>
                  <a:cubicBezTo>
                    <a:pt x="107375" y="63133"/>
                    <a:pt x="109317" y="62828"/>
                    <a:pt x="110843" y="61605"/>
                  </a:cubicBezTo>
                  <a:cubicBezTo>
                    <a:pt x="112786" y="60076"/>
                    <a:pt x="114867" y="58394"/>
                    <a:pt x="116670" y="56560"/>
                  </a:cubicBezTo>
                  <a:cubicBezTo>
                    <a:pt x="118751" y="53808"/>
                    <a:pt x="119167" y="49987"/>
                    <a:pt x="120000" y="46624"/>
                  </a:cubicBezTo>
                  <a:cubicBezTo>
                    <a:pt x="119861" y="47082"/>
                    <a:pt x="119722" y="47694"/>
                    <a:pt x="119445" y="48152"/>
                  </a:cubicBezTo>
                  <a:close/>
                </a:path>
              </a:pathLst>
            </a:custGeom>
            <a:solidFill>
              <a:srgbClr val="D8DADD"/>
            </a:solidFill>
            <a:ln w="9525">
              <a:noFill/>
              <a:round/>
              <a:headEnd/>
              <a:tailEnd/>
            </a:ln>
          </p:spPr>
          <p:txBody>
            <a:bodyPr lIns="91425" tIns="45700" rIns="91425" bIns="45700"/>
            <a:lstStyle/>
            <a:p>
              <a:pPr>
                <a:defRPr/>
              </a:pPr>
              <a:endParaRPr lang="en-US"/>
            </a:p>
          </p:txBody>
        </p:sp>
      </p:grpSp>
      <p:grpSp>
        <p:nvGrpSpPr>
          <p:cNvPr id="14" name="Google Shape;636;p17">
            <a:extLst>
              <a:ext uri="{FF2B5EF4-FFF2-40B4-BE49-F238E27FC236}">
                <a16:creationId xmlns:a16="http://schemas.microsoft.com/office/drawing/2014/main" id="{5DCBB82A-7A99-ED15-BEE8-541282B1C052}"/>
              </a:ext>
            </a:extLst>
          </p:cNvPr>
          <p:cNvGrpSpPr>
            <a:grpSpLocks/>
          </p:cNvGrpSpPr>
          <p:nvPr/>
        </p:nvGrpSpPr>
        <p:grpSpPr bwMode="auto">
          <a:xfrm>
            <a:off x="1044575" y="1414463"/>
            <a:ext cx="698500" cy="700087"/>
            <a:chOff x="1044399" y="1577809"/>
            <a:chExt cx="699075" cy="699074"/>
          </a:xfrm>
        </p:grpSpPr>
        <p:sp>
          <p:nvSpPr>
            <p:cNvPr id="15" name="Google Shape;637;p17">
              <a:extLst>
                <a:ext uri="{FF2B5EF4-FFF2-40B4-BE49-F238E27FC236}">
                  <a16:creationId xmlns:a16="http://schemas.microsoft.com/office/drawing/2014/main" id="{CDA1387B-1BF2-ABE9-E69A-E2A23F429FA9}"/>
                </a:ext>
              </a:extLst>
            </p:cNvPr>
            <p:cNvSpPr>
              <a:spLocks noChangeArrowheads="1"/>
            </p:cNvSpPr>
            <p:nvPr/>
          </p:nvSpPr>
          <p:spPr bwMode="auto">
            <a:xfrm>
              <a:off x="1044399" y="157780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16" name="Google Shape;638;p17">
              <a:extLst>
                <a:ext uri="{FF2B5EF4-FFF2-40B4-BE49-F238E27FC236}">
                  <a16:creationId xmlns:a16="http://schemas.microsoft.com/office/drawing/2014/main" id="{1B4C7E58-070D-30F1-ED1D-826FA8BECBCB}"/>
                </a:ext>
              </a:extLst>
            </p:cNvPr>
            <p:cNvSpPr>
              <a:spLocks/>
            </p:cNvSpPr>
            <p:nvPr/>
          </p:nvSpPr>
          <p:spPr bwMode="auto">
            <a:xfrm>
              <a:off x="1254122" y="1787056"/>
              <a:ext cx="279630" cy="28058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17" name="Google Shape;640;p17">
            <a:extLst>
              <a:ext uri="{FF2B5EF4-FFF2-40B4-BE49-F238E27FC236}">
                <a16:creationId xmlns:a16="http://schemas.microsoft.com/office/drawing/2014/main" id="{D4CF5989-8996-4E98-F496-4487B9DF10DA}"/>
              </a:ext>
            </a:extLst>
          </p:cNvPr>
          <p:cNvCxnSpPr>
            <a:cxnSpLocks noChangeShapeType="1"/>
          </p:cNvCxnSpPr>
          <p:nvPr/>
        </p:nvCxnSpPr>
        <p:spPr bwMode="auto">
          <a:xfrm>
            <a:off x="1187450" y="2463800"/>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18" name="Google Shape;641;p17">
            <a:extLst>
              <a:ext uri="{FF2B5EF4-FFF2-40B4-BE49-F238E27FC236}">
                <a16:creationId xmlns:a16="http://schemas.microsoft.com/office/drawing/2014/main" id="{23B267D6-DAC5-CDAE-F697-43E6CB6E1BCA}"/>
              </a:ext>
            </a:extLst>
          </p:cNvPr>
          <p:cNvGrpSpPr>
            <a:grpSpLocks/>
          </p:cNvGrpSpPr>
          <p:nvPr/>
        </p:nvGrpSpPr>
        <p:grpSpPr bwMode="auto">
          <a:xfrm>
            <a:off x="1044575" y="2792413"/>
            <a:ext cx="698500" cy="698500"/>
            <a:chOff x="1044399" y="1577809"/>
            <a:chExt cx="699075" cy="699074"/>
          </a:xfrm>
        </p:grpSpPr>
        <p:sp>
          <p:nvSpPr>
            <p:cNvPr id="19" name="Google Shape;642;p17">
              <a:extLst>
                <a:ext uri="{FF2B5EF4-FFF2-40B4-BE49-F238E27FC236}">
                  <a16:creationId xmlns:a16="http://schemas.microsoft.com/office/drawing/2014/main" id="{04C08F9E-320C-85CA-C811-940F3B1756EA}"/>
                </a:ext>
              </a:extLst>
            </p:cNvPr>
            <p:cNvSpPr>
              <a:spLocks noChangeArrowheads="1"/>
            </p:cNvSpPr>
            <p:nvPr/>
          </p:nvSpPr>
          <p:spPr bwMode="auto">
            <a:xfrm>
              <a:off x="1044399" y="157780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20" name="Google Shape;643;p17">
              <a:extLst>
                <a:ext uri="{FF2B5EF4-FFF2-40B4-BE49-F238E27FC236}">
                  <a16:creationId xmlns:a16="http://schemas.microsoft.com/office/drawing/2014/main" id="{4B4D51AA-724C-9AB5-EAA9-F1F5A5D7ADC7}"/>
                </a:ext>
              </a:extLst>
            </p:cNvPr>
            <p:cNvSpPr>
              <a:spLocks/>
            </p:cNvSpPr>
            <p:nvPr/>
          </p:nvSpPr>
          <p:spPr bwMode="auto">
            <a:xfrm>
              <a:off x="1254122" y="1787531"/>
              <a:ext cx="279630"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21" name="Google Shape;645;p17">
            <a:extLst>
              <a:ext uri="{FF2B5EF4-FFF2-40B4-BE49-F238E27FC236}">
                <a16:creationId xmlns:a16="http://schemas.microsoft.com/office/drawing/2014/main" id="{3FFF9B51-C62F-B19E-5098-08C86036F242}"/>
              </a:ext>
            </a:extLst>
          </p:cNvPr>
          <p:cNvCxnSpPr>
            <a:cxnSpLocks noChangeShapeType="1"/>
          </p:cNvCxnSpPr>
          <p:nvPr/>
        </p:nvCxnSpPr>
        <p:spPr bwMode="auto">
          <a:xfrm>
            <a:off x="1187450" y="3835400"/>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22" name="Google Shape;646;p17">
            <a:extLst>
              <a:ext uri="{FF2B5EF4-FFF2-40B4-BE49-F238E27FC236}">
                <a16:creationId xmlns:a16="http://schemas.microsoft.com/office/drawing/2014/main" id="{7C72775D-FF37-7E59-05B5-63F36A464AC8}"/>
              </a:ext>
            </a:extLst>
          </p:cNvPr>
          <p:cNvGrpSpPr>
            <a:grpSpLocks/>
          </p:cNvGrpSpPr>
          <p:nvPr/>
        </p:nvGrpSpPr>
        <p:grpSpPr bwMode="auto">
          <a:xfrm>
            <a:off x="1044575" y="4089400"/>
            <a:ext cx="698500" cy="700088"/>
            <a:chOff x="1044399" y="1577809"/>
            <a:chExt cx="699075" cy="699074"/>
          </a:xfrm>
        </p:grpSpPr>
        <p:sp>
          <p:nvSpPr>
            <p:cNvPr id="23" name="Google Shape;647;p17">
              <a:extLst>
                <a:ext uri="{FF2B5EF4-FFF2-40B4-BE49-F238E27FC236}">
                  <a16:creationId xmlns:a16="http://schemas.microsoft.com/office/drawing/2014/main" id="{FC8DA9A6-2822-6A4F-5C59-D595921701D1}"/>
                </a:ext>
              </a:extLst>
            </p:cNvPr>
            <p:cNvSpPr>
              <a:spLocks noChangeArrowheads="1"/>
            </p:cNvSpPr>
            <p:nvPr/>
          </p:nvSpPr>
          <p:spPr bwMode="auto">
            <a:xfrm>
              <a:off x="1044399" y="157780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24" name="Google Shape;648;p17">
              <a:extLst>
                <a:ext uri="{FF2B5EF4-FFF2-40B4-BE49-F238E27FC236}">
                  <a16:creationId xmlns:a16="http://schemas.microsoft.com/office/drawing/2014/main" id="{1EC97864-CA46-7A94-C4D0-F143EB59B037}"/>
                </a:ext>
              </a:extLst>
            </p:cNvPr>
            <p:cNvSpPr>
              <a:spLocks/>
            </p:cNvSpPr>
            <p:nvPr/>
          </p:nvSpPr>
          <p:spPr bwMode="auto">
            <a:xfrm>
              <a:off x="1254122" y="1787055"/>
              <a:ext cx="279630" cy="280581"/>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25" name="Google Shape;650;p17">
            <a:extLst>
              <a:ext uri="{FF2B5EF4-FFF2-40B4-BE49-F238E27FC236}">
                <a16:creationId xmlns:a16="http://schemas.microsoft.com/office/drawing/2014/main" id="{78F59DC4-28FE-3C44-8AD8-74491B7EFE6D}"/>
              </a:ext>
            </a:extLst>
          </p:cNvPr>
          <p:cNvCxnSpPr>
            <a:cxnSpLocks noChangeShapeType="1"/>
          </p:cNvCxnSpPr>
          <p:nvPr/>
        </p:nvCxnSpPr>
        <p:spPr bwMode="auto">
          <a:xfrm>
            <a:off x="1187450" y="5133975"/>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26" name="Google Shape;651;p17">
            <a:extLst>
              <a:ext uri="{FF2B5EF4-FFF2-40B4-BE49-F238E27FC236}">
                <a16:creationId xmlns:a16="http://schemas.microsoft.com/office/drawing/2014/main" id="{357EE219-4539-ADA6-AB6D-0E7D88BE4589}"/>
              </a:ext>
            </a:extLst>
          </p:cNvPr>
          <p:cNvGrpSpPr>
            <a:grpSpLocks/>
          </p:cNvGrpSpPr>
          <p:nvPr/>
        </p:nvGrpSpPr>
        <p:grpSpPr bwMode="auto">
          <a:xfrm>
            <a:off x="1044575" y="5329238"/>
            <a:ext cx="698500" cy="698500"/>
            <a:chOff x="1044399" y="1577809"/>
            <a:chExt cx="699075" cy="699074"/>
          </a:xfrm>
        </p:grpSpPr>
        <p:sp>
          <p:nvSpPr>
            <p:cNvPr id="27" name="Google Shape;652;p17">
              <a:extLst>
                <a:ext uri="{FF2B5EF4-FFF2-40B4-BE49-F238E27FC236}">
                  <a16:creationId xmlns:a16="http://schemas.microsoft.com/office/drawing/2014/main" id="{B5550ABF-D3DD-267E-3ACB-D2363DDFDE73}"/>
                </a:ext>
              </a:extLst>
            </p:cNvPr>
            <p:cNvSpPr>
              <a:spLocks noChangeArrowheads="1"/>
            </p:cNvSpPr>
            <p:nvPr/>
          </p:nvSpPr>
          <p:spPr bwMode="auto">
            <a:xfrm>
              <a:off x="1044399" y="157780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28" name="Google Shape;653;p17">
              <a:extLst>
                <a:ext uri="{FF2B5EF4-FFF2-40B4-BE49-F238E27FC236}">
                  <a16:creationId xmlns:a16="http://schemas.microsoft.com/office/drawing/2014/main" id="{9B73A9EF-584C-4598-52B5-7D39438B7657}"/>
                </a:ext>
              </a:extLst>
            </p:cNvPr>
            <p:cNvSpPr>
              <a:spLocks/>
            </p:cNvSpPr>
            <p:nvPr/>
          </p:nvSpPr>
          <p:spPr bwMode="auto">
            <a:xfrm>
              <a:off x="1254122" y="1787531"/>
              <a:ext cx="279630"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sp>
        <p:nvSpPr>
          <p:cNvPr id="622" name="Google Shape;622;p17"/>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39" name="Google Shape;639;p17"/>
          <p:cNvSpPr txBox="1">
            <a:spLocks noGrp="1"/>
          </p:cNvSpPr>
          <p:nvPr>
            <p:ph type="body" idx="2"/>
          </p:nvPr>
        </p:nvSpPr>
        <p:spPr>
          <a:xfrm>
            <a:off x="1890220" y="1569374"/>
            <a:ext cx="4030291" cy="364504"/>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44" name="Google Shape;644;p17"/>
          <p:cNvSpPr txBox="1">
            <a:spLocks noGrp="1"/>
          </p:cNvSpPr>
          <p:nvPr>
            <p:ph type="body" idx="3"/>
          </p:nvPr>
        </p:nvSpPr>
        <p:spPr>
          <a:xfrm>
            <a:off x="1890220" y="2929171"/>
            <a:ext cx="4045444" cy="335238"/>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49" name="Google Shape;649;p17"/>
          <p:cNvSpPr txBox="1">
            <a:spLocks noGrp="1"/>
          </p:cNvSpPr>
          <p:nvPr>
            <p:ph type="body" idx="4"/>
          </p:nvPr>
        </p:nvSpPr>
        <p:spPr>
          <a:xfrm>
            <a:off x="1906182" y="4366292"/>
            <a:ext cx="3967163" cy="396875"/>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54" name="Google Shape;654;p17"/>
          <p:cNvSpPr txBox="1">
            <a:spLocks noGrp="1"/>
          </p:cNvSpPr>
          <p:nvPr>
            <p:ph type="body" idx="5"/>
          </p:nvPr>
        </p:nvSpPr>
        <p:spPr>
          <a:xfrm>
            <a:off x="1906182" y="5522107"/>
            <a:ext cx="3967163" cy="396875"/>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338606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matchingName="Steps-Infographic">
  <p:cSld name="Steps-Infographic">
    <p:spTree>
      <p:nvGrpSpPr>
        <p:cNvPr id="1" name="Shape 655"/>
        <p:cNvGrpSpPr/>
        <p:nvPr/>
      </p:nvGrpSpPr>
      <p:grpSpPr>
        <a:xfrm>
          <a:off x="0" y="0"/>
          <a:ext cx="0" cy="0"/>
          <a:chOff x="0" y="0"/>
          <a:chExt cx="0" cy="0"/>
        </a:xfrm>
      </p:grpSpPr>
      <p:sp>
        <p:nvSpPr>
          <p:cNvPr id="2" name="Google Shape;658;p18">
            <a:extLst>
              <a:ext uri="{FF2B5EF4-FFF2-40B4-BE49-F238E27FC236}">
                <a16:creationId xmlns:a16="http://schemas.microsoft.com/office/drawing/2014/main" id="{A3824C2F-1E61-0F42-4B40-2C7766DF4733}"/>
              </a:ext>
            </a:extLst>
          </p:cNvPr>
          <p:cNvSpPr>
            <a:spLocks noChangeArrowheads="1"/>
          </p:cNvSpPr>
          <p:nvPr/>
        </p:nvSpPr>
        <p:spPr bwMode="auto">
          <a:xfrm>
            <a:off x="609600" y="3441700"/>
            <a:ext cx="3200400" cy="609600"/>
          </a:xfrm>
          <a:prstGeom prst="roundRect">
            <a:avLst>
              <a:gd name="adj" fmla="val 50000"/>
            </a:avLst>
          </a:prstGeom>
          <a:solidFill>
            <a:schemeClr val="accent2"/>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3" name="Google Shape;659;p18">
            <a:extLst>
              <a:ext uri="{FF2B5EF4-FFF2-40B4-BE49-F238E27FC236}">
                <a16:creationId xmlns:a16="http://schemas.microsoft.com/office/drawing/2014/main" id="{8146FC3E-4E3E-F514-4C45-C5ACF99C3A73}"/>
              </a:ext>
            </a:extLst>
          </p:cNvPr>
          <p:cNvSpPr>
            <a:spLocks noChangeArrowheads="1"/>
          </p:cNvSpPr>
          <p:nvPr/>
        </p:nvSpPr>
        <p:spPr bwMode="auto">
          <a:xfrm>
            <a:off x="2087563" y="3267075"/>
            <a:ext cx="236537" cy="174625"/>
          </a:xfrm>
          <a:prstGeom prst="triangle">
            <a:avLst>
              <a:gd name="adj" fmla="val 50000"/>
            </a:avLst>
          </a:prstGeom>
          <a:solidFill>
            <a:schemeClr val="accent2"/>
          </a:solidFill>
          <a:ln w="9525">
            <a:noFill/>
            <a:miter lim="800000"/>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4" name="Google Shape;660;p18">
            <a:extLst>
              <a:ext uri="{FF2B5EF4-FFF2-40B4-BE49-F238E27FC236}">
                <a16:creationId xmlns:a16="http://schemas.microsoft.com/office/drawing/2014/main" id="{2327061E-05E4-E41A-A12C-CD6E115A58AC}"/>
              </a:ext>
            </a:extLst>
          </p:cNvPr>
          <p:cNvSpPr/>
          <p:nvPr/>
        </p:nvSpPr>
        <p:spPr>
          <a:xfrm>
            <a:off x="3144838" y="3441700"/>
            <a:ext cx="3200400" cy="609600"/>
          </a:xfrm>
          <a:prstGeom prst="roundRect">
            <a:avLst>
              <a:gd name="adj" fmla="val 50000"/>
            </a:avLst>
          </a:prstGeom>
          <a:solidFill>
            <a:schemeClr val="accent3"/>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5" name="Google Shape;661;p18">
            <a:extLst>
              <a:ext uri="{FF2B5EF4-FFF2-40B4-BE49-F238E27FC236}">
                <a16:creationId xmlns:a16="http://schemas.microsoft.com/office/drawing/2014/main" id="{AB056E72-40BA-43D3-291E-D997C0FCBF42}"/>
              </a:ext>
            </a:extLst>
          </p:cNvPr>
          <p:cNvSpPr/>
          <p:nvPr/>
        </p:nvSpPr>
        <p:spPr>
          <a:xfrm rot="10800000" flipH="1">
            <a:off x="4621213" y="4054475"/>
            <a:ext cx="236537" cy="174625"/>
          </a:xfrm>
          <a:prstGeom prst="triangle">
            <a:avLst>
              <a:gd name="adj" fmla="val 50000"/>
            </a:avLst>
          </a:prstGeom>
          <a:solidFill>
            <a:schemeClr val="accent3"/>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6" name="Google Shape;662;p18">
            <a:extLst>
              <a:ext uri="{FF2B5EF4-FFF2-40B4-BE49-F238E27FC236}">
                <a16:creationId xmlns:a16="http://schemas.microsoft.com/office/drawing/2014/main" id="{A59C1A44-F423-1F92-9058-50F84A24B935}"/>
              </a:ext>
            </a:extLst>
          </p:cNvPr>
          <p:cNvSpPr txBox="1"/>
          <p:nvPr/>
        </p:nvSpPr>
        <p:spPr>
          <a:xfrm>
            <a:off x="1312863" y="2227263"/>
            <a:ext cx="1693862" cy="1230312"/>
          </a:xfrm>
          <a:prstGeom prst="rect">
            <a:avLst/>
          </a:prstGeom>
          <a:noFill/>
          <a:ln>
            <a:noFill/>
          </a:ln>
          <a:effectLst>
            <a:outerShdw blurRad="101599" dist="50800" dir="2700000" algn="tl" rotWithShape="0">
              <a:srgbClr val="000000">
                <a:alpha val="40000"/>
              </a:srgbClr>
            </a:outerShdw>
          </a:effectLst>
        </p:spPr>
        <p:txBody>
          <a:bodyPr spcFirstLastPara="1" lIns="121900" tIns="60950" rIns="121900" bIns="60950" anchor="ctr"/>
          <a:lstStyle/>
          <a:p>
            <a:pPr algn="ctr" eaLnBrk="1" fontAlgn="auto" hangingPunct="1">
              <a:spcBef>
                <a:spcPts val="0"/>
              </a:spcBef>
              <a:spcAft>
                <a:spcPts val="0"/>
              </a:spcAft>
              <a:buClr>
                <a:schemeClr val="accent2"/>
              </a:buClr>
              <a:buSzPts val="1800"/>
              <a:buFont typeface="Source Sans Pro"/>
              <a:buNone/>
              <a:defRPr/>
            </a:pPr>
            <a:r>
              <a:rPr lang="en-US" sz="7200" b="1" kern="0">
                <a:solidFill>
                  <a:schemeClr val="accent2"/>
                </a:solidFill>
                <a:latin typeface="Arial"/>
                <a:ea typeface="Arial"/>
                <a:cs typeface="Arial"/>
                <a:sym typeface="Arial"/>
              </a:rPr>
              <a:t>01</a:t>
            </a:r>
            <a:endParaRPr sz="1867" kern="0">
              <a:latin typeface="Arial"/>
              <a:ea typeface="Arial"/>
              <a:cs typeface="Arial"/>
              <a:sym typeface="Arial"/>
            </a:endParaRPr>
          </a:p>
        </p:txBody>
      </p:sp>
      <p:sp>
        <p:nvSpPr>
          <p:cNvPr id="7" name="Google Shape;663;p18">
            <a:extLst>
              <a:ext uri="{FF2B5EF4-FFF2-40B4-BE49-F238E27FC236}">
                <a16:creationId xmlns:a16="http://schemas.microsoft.com/office/drawing/2014/main" id="{DB428850-8082-D178-4A47-6272B016A631}"/>
              </a:ext>
            </a:extLst>
          </p:cNvPr>
          <p:cNvSpPr txBox="1"/>
          <p:nvPr/>
        </p:nvSpPr>
        <p:spPr>
          <a:xfrm>
            <a:off x="6438900" y="2179638"/>
            <a:ext cx="1692275" cy="1231900"/>
          </a:xfrm>
          <a:prstGeom prst="rect">
            <a:avLst/>
          </a:prstGeom>
          <a:noFill/>
          <a:ln>
            <a:noFill/>
          </a:ln>
          <a:effectLst>
            <a:outerShdw blurRad="101599" dist="50800" dir="2700000" algn="tl" rotWithShape="0">
              <a:srgbClr val="000000">
                <a:alpha val="40000"/>
              </a:srgbClr>
            </a:outerShdw>
          </a:effectLst>
        </p:spPr>
        <p:txBody>
          <a:bodyPr spcFirstLastPara="1" lIns="121900" tIns="60950" rIns="121900" bIns="60950" anchor="ctr"/>
          <a:lstStyle/>
          <a:p>
            <a:pPr algn="ctr" eaLnBrk="1" fontAlgn="auto" hangingPunct="1">
              <a:spcBef>
                <a:spcPts val="0"/>
              </a:spcBef>
              <a:spcAft>
                <a:spcPts val="0"/>
              </a:spcAft>
              <a:buClr>
                <a:schemeClr val="accent4"/>
              </a:buClr>
              <a:buSzPts val="1800"/>
              <a:buFont typeface="Source Sans Pro"/>
              <a:buNone/>
              <a:defRPr/>
            </a:pPr>
            <a:r>
              <a:rPr lang="en-US" sz="7200" b="1" kern="0">
                <a:solidFill>
                  <a:schemeClr val="accent4"/>
                </a:solidFill>
                <a:latin typeface="Arial"/>
                <a:ea typeface="Arial"/>
                <a:cs typeface="Arial"/>
                <a:sym typeface="Arial"/>
              </a:rPr>
              <a:t>03</a:t>
            </a:r>
            <a:endParaRPr sz="1867" kern="0">
              <a:latin typeface="Arial"/>
              <a:ea typeface="Arial"/>
              <a:cs typeface="Arial"/>
              <a:sym typeface="Arial"/>
            </a:endParaRPr>
          </a:p>
        </p:txBody>
      </p:sp>
      <p:sp>
        <p:nvSpPr>
          <p:cNvPr id="8" name="Google Shape;664;p18">
            <a:extLst>
              <a:ext uri="{FF2B5EF4-FFF2-40B4-BE49-F238E27FC236}">
                <a16:creationId xmlns:a16="http://schemas.microsoft.com/office/drawing/2014/main" id="{5D176BE9-150A-0147-95E5-66E412159D44}"/>
              </a:ext>
            </a:extLst>
          </p:cNvPr>
          <p:cNvSpPr txBox="1"/>
          <p:nvPr/>
        </p:nvSpPr>
        <p:spPr>
          <a:xfrm>
            <a:off x="3836988" y="4232275"/>
            <a:ext cx="1692275" cy="1231900"/>
          </a:xfrm>
          <a:prstGeom prst="rect">
            <a:avLst/>
          </a:prstGeom>
          <a:noFill/>
          <a:ln>
            <a:noFill/>
          </a:ln>
          <a:effectLst>
            <a:outerShdw blurRad="101599" dist="50800" dir="2700000" algn="tl" rotWithShape="0">
              <a:srgbClr val="000000">
                <a:alpha val="40000"/>
              </a:srgbClr>
            </a:outerShdw>
          </a:effectLst>
        </p:spPr>
        <p:txBody>
          <a:bodyPr spcFirstLastPara="1" lIns="121900" tIns="60950" rIns="121900" bIns="60950" anchor="ctr"/>
          <a:lstStyle/>
          <a:p>
            <a:pPr algn="ctr" eaLnBrk="1" fontAlgn="auto" hangingPunct="1">
              <a:spcBef>
                <a:spcPts val="0"/>
              </a:spcBef>
              <a:spcAft>
                <a:spcPts val="0"/>
              </a:spcAft>
              <a:buClr>
                <a:schemeClr val="accent3"/>
              </a:buClr>
              <a:buSzPts val="1800"/>
              <a:buFont typeface="Source Sans Pro"/>
              <a:buNone/>
              <a:defRPr/>
            </a:pPr>
            <a:r>
              <a:rPr lang="en-US" sz="7200" b="1" kern="0">
                <a:solidFill>
                  <a:schemeClr val="accent3"/>
                </a:solidFill>
                <a:latin typeface="Arial"/>
                <a:ea typeface="Arial"/>
                <a:cs typeface="Arial"/>
                <a:sym typeface="Arial"/>
              </a:rPr>
              <a:t>02</a:t>
            </a:r>
            <a:endParaRPr sz="1867" kern="0">
              <a:latin typeface="Arial"/>
              <a:ea typeface="Arial"/>
              <a:cs typeface="Arial"/>
              <a:sym typeface="Arial"/>
            </a:endParaRPr>
          </a:p>
        </p:txBody>
      </p:sp>
      <p:sp>
        <p:nvSpPr>
          <p:cNvPr id="9" name="Google Shape;665;p18">
            <a:extLst>
              <a:ext uri="{FF2B5EF4-FFF2-40B4-BE49-F238E27FC236}">
                <a16:creationId xmlns:a16="http://schemas.microsoft.com/office/drawing/2014/main" id="{0CC4A1F8-D1D6-BE80-7DE9-713762CCC731}"/>
              </a:ext>
            </a:extLst>
          </p:cNvPr>
          <p:cNvSpPr txBox="1"/>
          <p:nvPr/>
        </p:nvSpPr>
        <p:spPr>
          <a:xfrm>
            <a:off x="9140825" y="4229100"/>
            <a:ext cx="1693863" cy="1231900"/>
          </a:xfrm>
          <a:prstGeom prst="rect">
            <a:avLst/>
          </a:prstGeom>
          <a:noFill/>
          <a:ln>
            <a:noFill/>
          </a:ln>
          <a:effectLst>
            <a:outerShdw blurRad="101599" dist="50800" dir="2700000" algn="tl" rotWithShape="0">
              <a:srgbClr val="000000">
                <a:alpha val="40000"/>
              </a:srgbClr>
            </a:outerShdw>
          </a:effectLst>
        </p:spPr>
        <p:txBody>
          <a:bodyPr spcFirstLastPara="1" lIns="121900" tIns="60950" rIns="121900" bIns="60950" anchor="ctr"/>
          <a:lstStyle/>
          <a:p>
            <a:pPr algn="ctr" eaLnBrk="1" fontAlgn="auto" hangingPunct="1">
              <a:spcBef>
                <a:spcPts val="0"/>
              </a:spcBef>
              <a:spcAft>
                <a:spcPts val="0"/>
              </a:spcAft>
              <a:buClr>
                <a:schemeClr val="accent5"/>
              </a:buClr>
              <a:buSzPts val="1800"/>
              <a:buFont typeface="Source Sans Pro"/>
              <a:buNone/>
              <a:defRPr/>
            </a:pPr>
            <a:r>
              <a:rPr lang="en-US" sz="7200" b="1" kern="0">
                <a:solidFill>
                  <a:schemeClr val="accent5"/>
                </a:solidFill>
                <a:latin typeface="Arial"/>
                <a:ea typeface="Arial"/>
                <a:cs typeface="Arial"/>
                <a:sym typeface="Arial"/>
              </a:rPr>
              <a:t>04</a:t>
            </a:r>
            <a:endParaRPr sz="1867" kern="0">
              <a:latin typeface="Arial"/>
              <a:ea typeface="Arial"/>
              <a:cs typeface="Arial"/>
              <a:sym typeface="Arial"/>
            </a:endParaRPr>
          </a:p>
        </p:txBody>
      </p:sp>
      <p:sp>
        <p:nvSpPr>
          <p:cNvPr id="10" name="Google Shape;666;p18">
            <a:extLst>
              <a:ext uri="{FF2B5EF4-FFF2-40B4-BE49-F238E27FC236}">
                <a16:creationId xmlns:a16="http://schemas.microsoft.com/office/drawing/2014/main" id="{941458DF-D6CF-4DD5-7A30-0AE60AAEFCC4}"/>
              </a:ext>
            </a:extLst>
          </p:cNvPr>
          <p:cNvSpPr/>
          <p:nvPr/>
        </p:nvSpPr>
        <p:spPr>
          <a:xfrm>
            <a:off x="5783263" y="3441700"/>
            <a:ext cx="3200400" cy="609600"/>
          </a:xfrm>
          <a:prstGeom prst="roundRect">
            <a:avLst>
              <a:gd name="adj" fmla="val 50000"/>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1" name="Google Shape;667;p18">
            <a:extLst>
              <a:ext uri="{FF2B5EF4-FFF2-40B4-BE49-F238E27FC236}">
                <a16:creationId xmlns:a16="http://schemas.microsoft.com/office/drawing/2014/main" id="{4B818AAF-CA6F-920E-A92C-495012A116EA}"/>
              </a:ext>
            </a:extLst>
          </p:cNvPr>
          <p:cNvSpPr/>
          <p:nvPr/>
        </p:nvSpPr>
        <p:spPr>
          <a:xfrm>
            <a:off x="7165975" y="3267075"/>
            <a:ext cx="238125" cy="174625"/>
          </a:xfrm>
          <a:prstGeom prst="triangle">
            <a:avLst>
              <a:gd name="adj" fmla="val 50000"/>
            </a:avLst>
          </a:prstGeom>
          <a:solidFill>
            <a:schemeClr val="accent4"/>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2" name="Google Shape;668;p18">
            <a:extLst>
              <a:ext uri="{FF2B5EF4-FFF2-40B4-BE49-F238E27FC236}">
                <a16:creationId xmlns:a16="http://schemas.microsoft.com/office/drawing/2014/main" id="{4189D65C-A791-559B-E66E-5BEAE3A959DB}"/>
              </a:ext>
            </a:extLst>
          </p:cNvPr>
          <p:cNvSpPr/>
          <p:nvPr/>
        </p:nvSpPr>
        <p:spPr>
          <a:xfrm>
            <a:off x="8388350" y="3441700"/>
            <a:ext cx="3200400" cy="609600"/>
          </a:xfrm>
          <a:prstGeom prst="roundRect">
            <a:avLst>
              <a:gd name="adj" fmla="val 50000"/>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13" name="Google Shape;669;p18">
            <a:extLst>
              <a:ext uri="{FF2B5EF4-FFF2-40B4-BE49-F238E27FC236}">
                <a16:creationId xmlns:a16="http://schemas.microsoft.com/office/drawing/2014/main" id="{E3952E04-21CD-F315-5024-5BAC211E5E5F}"/>
              </a:ext>
            </a:extLst>
          </p:cNvPr>
          <p:cNvSpPr/>
          <p:nvPr/>
        </p:nvSpPr>
        <p:spPr>
          <a:xfrm rot="10800000" flipH="1">
            <a:off x="9869488" y="4054475"/>
            <a:ext cx="236537" cy="174625"/>
          </a:xfrm>
          <a:prstGeom prst="triangle">
            <a:avLst>
              <a:gd name="adj" fmla="val 50000"/>
            </a:avLst>
          </a:prstGeom>
          <a:solidFill>
            <a:schemeClr val="accent5"/>
          </a:solidFill>
          <a:ln>
            <a:noFill/>
          </a:ln>
        </p:spPr>
        <p:txBody>
          <a:bodyPr spcFirstLastPara="1" lIns="91425" tIns="45700" rIns="91425" bIns="45700" anchor="ctr"/>
          <a:lstStyle/>
          <a:p>
            <a:pPr algn="ctr" eaLnBrk="1" fontAlgn="auto" hangingPunct="1">
              <a:spcBef>
                <a:spcPts val="0"/>
              </a:spcBef>
              <a:spcAft>
                <a:spcPts val="0"/>
              </a:spcAft>
              <a:buClr>
                <a:srgbClr val="000000"/>
              </a:buClr>
              <a:buSzPts val="2400"/>
              <a:buFont typeface="Arial"/>
              <a:buNone/>
              <a:defRPr/>
            </a:pPr>
            <a:endParaRPr sz="2400" kern="0">
              <a:solidFill>
                <a:schemeClr val="lt1"/>
              </a:solidFill>
              <a:latin typeface="Arial"/>
              <a:ea typeface="Arial"/>
              <a:cs typeface="Arial"/>
              <a:sym typeface="Arial"/>
            </a:endParaRPr>
          </a:p>
        </p:txBody>
      </p:sp>
      <p:sp>
        <p:nvSpPr>
          <p:cNvPr id="656" name="Google Shape;656;p1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70" name="Google Shape;670;p18"/>
          <p:cNvSpPr txBox="1">
            <a:spLocks noGrp="1"/>
          </p:cNvSpPr>
          <p:nvPr>
            <p:ph type="body" idx="2"/>
          </p:nvPr>
        </p:nvSpPr>
        <p:spPr>
          <a:xfrm>
            <a:off x="861881" y="3551958"/>
            <a:ext cx="2269863" cy="396875"/>
          </a:xfrm>
          <a:prstGeom prst="rect">
            <a:avLst/>
          </a:prstGeom>
          <a:solidFill>
            <a:schemeClr val="accent2"/>
          </a:solidFill>
          <a:ln>
            <a:noFill/>
          </a:ln>
        </p:spPr>
        <p:txBody>
          <a:bodyPr spcFirstLastPara="1" wrap="square" lIns="121900" tIns="60950" rIns="121900" bIns="60950" anchor="t" anchorCtr="0"/>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dirty="0"/>
              <a:t>Click to edit Master text styles</a:t>
            </a:r>
          </a:p>
        </p:txBody>
      </p:sp>
      <p:sp>
        <p:nvSpPr>
          <p:cNvPr id="671" name="Google Shape;671;p18"/>
          <p:cNvSpPr txBox="1">
            <a:spLocks noGrp="1"/>
          </p:cNvSpPr>
          <p:nvPr>
            <p:ph type="body" idx="3"/>
          </p:nvPr>
        </p:nvSpPr>
        <p:spPr>
          <a:xfrm>
            <a:off x="3434369" y="3551958"/>
            <a:ext cx="2269863" cy="396875"/>
          </a:xfrm>
          <a:prstGeom prst="rect">
            <a:avLst/>
          </a:prstGeom>
          <a:solidFill>
            <a:schemeClr val="accent3"/>
          </a:solidFill>
          <a:ln>
            <a:noFill/>
          </a:ln>
        </p:spPr>
        <p:txBody>
          <a:bodyPr spcFirstLastPara="1" wrap="square" lIns="121900" tIns="60950" rIns="121900" bIns="60950" anchor="t" anchorCtr="0"/>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72" name="Google Shape;672;p18"/>
          <p:cNvSpPr txBox="1">
            <a:spLocks noGrp="1"/>
          </p:cNvSpPr>
          <p:nvPr>
            <p:ph type="body" idx="4"/>
          </p:nvPr>
        </p:nvSpPr>
        <p:spPr>
          <a:xfrm>
            <a:off x="5932984" y="3551958"/>
            <a:ext cx="2384252" cy="396875"/>
          </a:xfrm>
          <a:prstGeom prst="rect">
            <a:avLst/>
          </a:prstGeom>
          <a:solidFill>
            <a:schemeClr val="accent3"/>
          </a:solidFill>
          <a:ln>
            <a:noFill/>
          </a:ln>
        </p:spPr>
        <p:txBody>
          <a:bodyPr spcFirstLastPara="1" wrap="square" lIns="121900" tIns="60950" rIns="121900" bIns="60950" anchor="t" anchorCtr="0"/>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673" name="Google Shape;673;p18"/>
          <p:cNvSpPr txBox="1">
            <a:spLocks noGrp="1"/>
          </p:cNvSpPr>
          <p:nvPr>
            <p:ph type="body" idx="5"/>
          </p:nvPr>
        </p:nvSpPr>
        <p:spPr>
          <a:xfrm>
            <a:off x="8789087" y="3551958"/>
            <a:ext cx="2384252" cy="396875"/>
          </a:xfrm>
          <a:prstGeom prst="rect">
            <a:avLst/>
          </a:prstGeom>
          <a:solidFill>
            <a:schemeClr val="accent5"/>
          </a:solidFill>
          <a:ln>
            <a:noFill/>
          </a:ln>
        </p:spPr>
        <p:txBody>
          <a:bodyPr spcFirstLastPara="1" wrap="square" lIns="121900" tIns="60950" rIns="121900" bIns="60950" anchor="t" anchorCtr="0"/>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680911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p:bldP spid="7" grpId="0"/>
      <p:bldP spid="8" grpId="0"/>
      <p:bldP spid="9" grpId="0"/>
      <p:bldP spid="10" grpId="0" animBg="1"/>
      <p:bldP spid="11" grpId="0" animBg="1"/>
      <p:bldP spid="12" grpId="0" animBg="1"/>
      <p:bldP spid="13" grpId="0" animBg="1"/>
    </p:bld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matchingName="CoverPage">
  <p:cSld name="CoverPage">
    <p:spTree>
      <p:nvGrpSpPr>
        <p:cNvPr id="1" name="Shape 14"/>
        <p:cNvGrpSpPr/>
        <p:nvPr/>
      </p:nvGrpSpPr>
      <p:grpSpPr>
        <a:xfrm>
          <a:off x="0" y="0"/>
          <a:ext cx="0" cy="0"/>
          <a:chOff x="0" y="0"/>
          <a:chExt cx="0" cy="0"/>
        </a:xfrm>
      </p:grpSpPr>
      <p:pic>
        <p:nvPicPr>
          <p:cNvPr id="2" name="Picture 1">
            <a:extLst>
              <a:ext uri="{FF2B5EF4-FFF2-40B4-BE49-F238E27FC236}">
                <a16:creationId xmlns:a16="http://schemas.microsoft.com/office/drawing/2014/main" id="{117BF205-80F7-241A-8F2A-6795CFAB8E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8" y="23813"/>
            <a:ext cx="12230101" cy="694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Google Shape;16;p2">
            <a:extLst>
              <a:ext uri="{FF2B5EF4-FFF2-40B4-BE49-F238E27FC236}">
                <a16:creationId xmlns:a16="http://schemas.microsoft.com/office/drawing/2014/main" id="{6EC44195-9CBE-9EF2-1FB7-9714D96598A8}"/>
              </a:ext>
            </a:extLst>
          </p:cNvPr>
          <p:cNvSpPr>
            <a:spLocks noChangeArrowheads="1"/>
          </p:cNvSpPr>
          <p:nvPr/>
        </p:nvSpPr>
        <p:spPr bwMode="auto">
          <a:xfrm>
            <a:off x="4800600" y="2689225"/>
            <a:ext cx="6553200" cy="455613"/>
          </a:xfrm>
          <a:prstGeom prst="rect">
            <a:avLst/>
          </a:prstGeom>
          <a:noFill/>
          <a:ln w="9525">
            <a:noFill/>
            <a:miter lim="800000"/>
            <a:headEnd/>
            <a:tailEnd/>
          </a:ln>
        </p:spPr>
        <p:txBody>
          <a:bodyPr lIns="91425" tIns="45700" rIns="91425" bIns="45700"/>
          <a:lstStyle/>
          <a:p>
            <a:pPr algn="r" eaLnBrk="1" hangingPunct="1">
              <a:lnSpc>
                <a:spcPct val="167000"/>
              </a:lnSpc>
              <a:buClr>
                <a:srgbClr val="595959"/>
              </a:buClr>
              <a:buSzPts val="900"/>
              <a:buFont typeface="Arial" pitchFamily="34" charset="0"/>
              <a:buNone/>
              <a:defRPr/>
            </a:pPr>
            <a:r>
              <a:rPr lang="en-US" sz="900">
                <a:solidFill>
                  <a:srgbClr val="595959"/>
                </a:solidFill>
              </a:rPr>
              <a:t>Copyright © 2018, Xebia Group. All rights reserved.</a:t>
            </a:r>
            <a:endParaRPr lang="en-US" sz="800"/>
          </a:p>
        </p:txBody>
      </p:sp>
      <p:sp>
        <p:nvSpPr>
          <p:cNvPr id="4" name="Google Shape;21;p2">
            <a:extLst>
              <a:ext uri="{FF2B5EF4-FFF2-40B4-BE49-F238E27FC236}">
                <a16:creationId xmlns:a16="http://schemas.microsoft.com/office/drawing/2014/main" id="{A3D9028D-88BB-5650-FD30-2A1AA02A38B7}"/>
              </a:ext>
            </a:extLst>
          </p:cNvPr>
          <p:cNvSpPr>
            <a:spLocks noChangeArrowheads="1"/>
          </p:cNvSpPr>
          <p:nvPr/>
        </p:nvSpPr>
        <p:spPr bwMode="auto">
          <a:xfrm>
            <a:off x="11430000" y="381000"/>
            <a:ext cx="103188" cy="1306513"/>
          </a:xfrm>
          <a:prstGeom prst="rect">
            <a:avLst/>
          </a:prstGeom>
          <a:solidFill>
            <a:srgbClr val="0EC07D"/>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E60141"/>
              </a:solidFill>
            </a:endParaRPr>
          </a:p>
        </p:txBody>
      </p:sp>
      <p:sp>
        <p:nvSpPr>
          <p:cNvPr id="5" name="Google Shape;23;p2">
            <a:extLst>
              <a:ext uri="{FF2B5EF4-FFF2-40B4-BE49-F238E27FC236}">
                <a16:creationId xmlns:a16="http://schemas.microsoft.com/office/drawing/2014/main" id="{975D5855-EE54-0FF7-8652-562B5A238975}"/>
              </a:ext>
            </a:extLst>
          </p:cNvPr>
          <p:cNvSpPr>
            <a:spLocks noChangeArrowheads="1"/>
          </p:cNvSpPr>
          <p:nvPr/>
        </p:nvSpPr>
        <p:spPr bwMode="auto">
          <a:xfrm>
            <a:off x="11430000" y="1647825"/>
            <a:ext cx="103188" cy="1308100"/>
          </a:xfrm>
          <a:prstGeom prst="rect">
            <a:avLst/>
          </a:prstGeom>
          <a:solidFill>
            <a:srgbClr val="647486"/>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E60141"/>
              </a:solidFill>
            </a:endParaRPr>
          </a:p>
        </p:txBody>
      </p:sp>
      <p:sp>
        <p:nvSpPr>
          <p:cNvPr id="6" name="Google Shape;18;p2">
            <a:extLst>
              <a:ext uri="{FF2B5EF4-FFF2-40B4-BE49-F238E27FC236}">
                <a16:creationId xmlns:a16="http://schemas.microsoft.com/office/drawing/2014/main" id="{82E5052E-4D9C-F06E-2095-39E9BC44F5F1}"/>
              </a:ext>
            </a:extLst>
          </p:cNvPr>
          <p:cNvSpPr txBox="1">
            <a:spLocks noChangeArrowheads="1"/>
          </p:cNvSpPr>
          <p:nvPr/>
        </p:nvSpPr>
        <p:spPr bwMode="auto">
          <a:xfrm>
            <a:off x="5722938" y="381000"/>
            <a:ext cx="5630862" cy="338138"/>
          </a:xfrm>
          <a:prstGeom prst="rect">
            <a:avLst/>
          </a:prstGeom>
          <a:noFill/>
          <a:ln w="9525">
            <a:noFill/>
            <a:miter lim="800000"/>
            <a:headEnd/>
            <a:tailEnd/>
          </a:ln>
        </p:spPr>
        <p:txBody>
          <a:bodyPr lIns="91425" tIns="45700" rIns="91425" bIns="45700"/>
          <a:lstStyle/>
          <a:p>
            <a:pPr algn="r" eaLnBrk="1" hangingPunct="1">
              <a:buClr>
                <a:srgbClr val="000000"/>
              </a:buClr>
              <a:buFont typeface="Arial" pitchFamily="34" charset="0"/>
              <a:buNone/>
              <a:defRPr/>
            </a:pPr>
            <a:r>
              <a:rPr lang="en-US" sz="2000">
                <a:solidFill>
                  <a:srgbClr val="5C6584"/>
                </a:solidFill>
                <a:latin typeface="ProximaNova-Bold"/>
              </a:rPr>
              <a:t>DevSecOps Overview</a:t>
            </a:r>
          </a:p>
        </p:txBody>
      </p:sp>
      <p:sp>
        <p:nvSpPr>
          <p:cNvPr id="17" name="Google Shape;17;p2"/>
          <p:cNvSpPr txBox="1">
            <a:spLocks noGrp="1"/>
          </p:cNvSpPr>
          <p:nvPr>
            <p:ph type="body" idx="1"/>
          </p:nvPr>
        </p:nvSpPr>
        <p:spPr>
          <a:xfrm>
            <a:off x="4840365" y="1346032"/>
            <a:ext cx="6474378" cy="1398560"/>
          </a:xfrm>
          <a:prstGeom prst="rect">
            <a:avLst/>
          </a:prstGeom>
          <a:noFill/>
          <a:ln>
            <a:noFill/>
          </a:ln>
        </p:spPr>
        <p:txBody>
          <a:bodyPr spcFirstLastPara="1" wrap="square" lIns="91425" tIns="45700" rIns="91425" bIns="45700" anchor="ctr" anchorCtr="0"/>
          <a:lstStyle>
            <a:lvl1pPr marL="457200" marR="0" lvl="0" indent="-228600" algn="r" rtl="0">
              <a:lnSpc>
                <a:spcPct val="111111"/>
              </a:lnSpc>
              <a:spcBef>
                <a:spcPts val="0"/>
              </a:spcBef>
              <a:spcAft>
                <a:spcPts val="0"/>
              </a:spcAft>
              <a:buClr>
                <a:srgbClr val="000000"/>
              </a:buClr>
              <a:buSzPts val="5400"/>
              <a:buFont typeface="Arial"/>
              <a:buNone/>
              <a:defRPr sz="4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
        <p:nvSpPr>
          <p:cNvPr id="14" name="Google Shape;20;p2"/>
          <p:cNvSpPr txBox="1">
            <a:spLocks noGrp="1"/>
          </p:cNvSpPr>
          <p:nvPr>
            <p:ph type="body" idx="3"/>
          </p:nvPr>
        </p:nvSpPr>
        <p:spPr>
          <a:xfrm>
            <a:off x="4880131" y="704162"/>
            <a:ext cx="6474378" cy="430887"/>
          </a:xfrm>
          <a:prstGeom prst="rect">
            <a:avLst/>
          </a:prstGeom>
          <a:noFill/>
          <a:ln>
            <a:noFill/>
          </a:ln>
        </p:spPr>
        <p:txBody>
          <a:bodyPr spcFirstLastPara="1" wrap="square" lIns="91425" tIns="45700" rIns="91425" bIns="45700" anchor="ctr" anchorCtr="0"/>
          <a:lstStyle>
            <a:lvl1pPr marL="457200" marR="0" lvl="0" indent="-228600" algn="r" rtl="0">
              <a:lnSpc>
                <a:spcPct val="100000"/>
              </a:lnSpc>
              <a:spcBef>
                <a:spcPts val="0"/>
              </a:spcBef>
              <a:spcAft>
                <a:spcPts val="0"/>
              </a:spcAft>
              <a:buClr>
                <a:srgbClr val="7F7F7F"/>
              </a:buClr>
              <a:buSzPts val="2200"/>
              <a:buFont typeface="Arial"/>
              <a:buNone/>
              <a:defRPr sz="2200" b="1" i="0" u="none" strike="noStrike" cap="none">
                <a:solidFill>
                  <a:srgbClr val="7F7F7F"/>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p:txBody>
      </p:sp>
    </p:spTree>
    <p:extLst>
      <p:ext uri="{BB962C8B-B14F-4D97-AF65-F5344CB8AC3E}">
        <p14:creationId xmlns:p14="http://schemas.microsoft.com/office/powerpoint/2010/main" val="284276384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matchingName="RunningMan-Infographic">
  <p:cSld name="RunningMan-Infographic">
    <p:spTree>
      <p:nvGrpSpPr>
        <p:cNvPr id="1" name="Shape 33"/>
        <p:cNvGrpSpPr/>
        <p:nvPr/>
      </p:nvGrpSpPr>
      <p:grpSpPr>
        <a:xfrm>
          <a:off x="0" y="0"/>
          <a:ext cx="0" cy="0"/>
          <a:chOff x="0" y="0"/>
          <a:chExt cx="0" cy="0"/>
        </a:xfrm>
      </p:grpSpPr>
      <p:grpSp>
        <p:nvGrpSpPr>
          <p:cNvPr id="2" name="Google Shape;36;p4">
            <a:extLst>
              <a:ext uri="{FF2B5EF4-FFF2-40B4-BE49-F238E27FC236}">
                <a16:creationId xmlns:a16="http://schemas.microsoft.com/office/drawing/2014/main" id="{0F25985B-C11F-2266-EDFC-31D41927AA8E}"/>
              </a:ext>
            </a:extLst>
          </p:cNvPr>
          <p:cNvGrpSpPr>
            <a:grpSpLocks/>
          </p:cNvGrpSpPr>
          <p:nvPr/>
        </p:nvGrpSpPr>
        <p:grpSpPr bwMode="auto">
          <a:xfrm flipH="1">
            <a:off x="0" y="1966913"/>
            <a:ext cx="6132513" cy="3824287"/>
            <a:chOff x="6625864" y="1832110"/>
            <a:chExt cx="6820169" cy="4367731"/>
          </a:xfrm>
        </p:grpSpPr>
        <p:sp>
          <p:nvSpPr>
            <p:cNvPr id="3" name="Google Shape;37;p4">
              <a:extLst>
                <a:ext uri="{FF2B5EF4-FFF2-40B4-BE49-F238E27FC236}">
                  <a16:creationId xmlns:a16="http://schemas.microsoft.com/office/drawing/2014/main" id="{BE9D7168-3582-92CE-5FD3-A7D122789717}"/>
                </a:ext>
              </a:extLst>
            </p:cNvPr>
            <p:cNvSpPr>
              <a:spLocks/>
            </p:cNvSpPr>
            <p:nvPr/>
          </p:nvSpPr>
          <p:spPr bwMode="auto">
            <a:xfrm>
              <a:off x="8677388" y="2559158"/>
              <a:ext cx="4768645" cy="727049"/>
            </a:xfrm>
            <a:custGeom>
              <a:avLst/>
              <a:gdLst>
                <a:gd name="T0" fmla="*/ 0 w 120000"/>
                <a:gd name="T1" fmla="*/ 0 h 120000"/>
                <a:gd name="T2" fmla="*/ 120000 w 120000"/>
                <a:gd name="T3" fmla="*/ 120000 h 120000"/>
              </a:gdLst>
              <a:ahLst/>
              <a:cxnLst>
                <a:cxn ang="0">
                  <a:pos x="3056" y="0"/>
                </a:cxn>
                <a:cxn ang="0">
                  <a:pos x="30729" y="0"/>
                </a:cxn>
                <a:cxn ang="0">
                  <a:pos x="31059" y="1124"/>
                </a:cxn>
                <a:cxn ang="0">
                  <a:pos x="32174" y="7124"/>
                </a:cxn>
                <a:cxn ang="0">
                  <a:pos x="36994" y="41901"/>
                </a:cxn>
                <a:cxn ang="0">
                  <a:pos x="39939" y="49629"/>
                </a:cxn>
                <a:cxn ang="0">
                  <a:pos x="43420" y="50683"/>
                </a:cxn>
                <a:cxn ang="0">
                  <a:pos x="44009" y="7475"/>
                </a:cxn>
                <a:cxn ang="0">
                  <a:pos x="43628" y="565"/>
                </a:cxn>
                <a:cxn ang="0">
                  <a:pos x="43539" y="0"/>
                </a:cxn>
                <a:cxn ang="0">
                  <a:pos x="120000" y="0"/>
                </a:cxn>
                <a:cxn ang="0">
                  <a:pos x="120000" y="119999"/>
                </a:cxn>
                <a:cxn ang="0">
                  <a:pos x="7713" y="119999"/>
                </a:cxn>
                <a:cxn ang="0">
                  <a:pos x="7648" y="118480"/>
                </a:cxn>
                <a:cxn ang="0">
                  <a:pos x="312" y="15203"/>
                </a:cxn>
                <a:cxn ang="0">
                  <a:pos x="633" y="3259"/>
                </a:cxn>
                <a:cxn ang="0">
                  <a:pos x="2738" y="573"/>
                </a:cxn>
                <a:cxn ang="0">
                  <a:pos x="3056" y="0"/>
                </a:cxn>
              </a:cxnLst>
              <a:rect l="T0" t="T1" r="T2" b="T3"/>
              <a:pathLst>
                <a:path w="120000" h="120000" extrusionOk="0">
                  <a:moveTo>
                    <a:pt x="3056" y="0"/>
                  </a:moveTo>
                  <a:lnTo>
                    <a:pt x="30729" y="0"/>
                  </a:lnTo>
                  <a:lnTo>
                    <a:pt x="31059" y="1124"/>
                  </a:lnTo>
                  <a:cubicBezTo>
                    <a:pt x="31475" y="2886"/>
                    <a:pt x="31840" y="4840"/>
                    <a:pt x="32174" y="7124"/>
                  </a:cubicBezTo>
                  <a:cubicBezTo>
                    <a:pt x="33513" y="15906"/>
                    <a:pt x="35923" y="41198"/>
                    <a:pt x="36994" y="41901"/>
                  </a:cubicBezTo>
                  <a:cubicBezTo>
                    <a:pt x="38119" y="42252"/>
                    <a:pt x="38868" y="47170"/>
                    <a:pt x="39939" y="49629"/>
                  </a:cubicBezTo>
                  <a:cubicBezTo>
                    <a:pt x="41064" y="52088"/>
                    <a:pt x="41921" y="61221"/>
                    <a:pt x="43420" y="50683"/>
                  </a:cubicBezTo>
                  <a:cubicBezTo>
                    <a:pt x="44973" y="40144"/>
                    <a:pt x="44223" y="18365"/>
                    <a:pt x="44009" y="7475"/>
                  </a:cubicBezTo>
                  <a:cubicBezTo>
                    <a:pt x="43942" y="4753"/>
                    <a:pt x="43818" y="2491"/>
                    <a:pt x="43628" y="565"/>
                  </a:cubicBezTo>
                  <a:lnTo>
                    <a:pt x="43539" y="0"/>
                  </a:lnTo>
                  <a:lnTo>
                    <a:pt x="120000" y="0"/>
                  </a:lnTo>
                  <a:lnTo>
                    <a:pt x="120000" y="119999"/>
                  </a:lnTo>
                  <a:lnTo>
                    <a:pt x="7713" y="119999"/>
                  </a:lnTo>
                  <a:lnTo>
                    <a:pt x="7648" y="118480"/>
                  </a:lnTo>
                  <a:cubicBezTo>
                    <a:pt x="6577" y="86514"/>
                    <a:pt x="848" y="23985"/>
                    <a:pt x="312" y="15203"/>
                  </a:cubicBezTo>
                  <a:cubicBezTo>
                    <a:pt x="-276" y="6421"/>
                    <a:pt x="44" y="3259"/>
                    <a:pt x="633" y="3259"/>
                  </a:cubicBezTo>
                  <a:cubicBezTo>
                    <a:pt x="834" y="3259"/>
                    <a:pt x="1652" y="2370"/>
                    <a:pt x="2738" y="573"/>
                  </a:cubicBezTo>
                  <a:lnTo>
                    <a:pt x="3056" y="0"/>
                  </a:lnTo>
                  <a:close/>
                </a:path>
              </a:pathLst>
            </a:custGeom>
            <a:solidFill>
              <a:schemeClr val="accent2"/>
            </a:solidFill>
            <a:ln w="9525">
              <a:noFill/>
              <a:round/>
              <a:headEnd/>
              <a:tailEnd/>
            </a:ln>
          </p:spPr>
          <p:txBody>
            <a:bodyPr lIns="91425" tIns="45700" rIns="91425" bIns="45700"/>
            <a:lstStyle/>
            <a:p>
              <a:pPr>
                <a:defRPr/>
              </a:pPr>
              <a:endParaRPr lang="en-US"/>
            </a:p>
          </p:txBody>
        </p:sp>
        <p:sp>
          <p:nvSpPr>
            <p:cNvPr id="4" name="Google Shape;38;p4">
              <a:extLst>
                <a:ext uri="{FF2B5EF4-FFF2-40B4-BE49-F238E27FC236}">
                  <a16:creationId xmlns:a16="http://schemas.microsoft.com/office/drawing/2014/main" id="{ABFFBBAB-7DA9-C2CA-EBCD-467A7947F1A0}"/>
                </a:ext>
              </a:extLst>
            </p:cNvPr>
            <p:cNvSpPr/>
            <p:nvPr/>
          </p:nvSpPr>
          <p:spPr>
            <a:xfrm>
              <a:off x="7565116" y="1832110"/>
              <a:ext cx="5880917" cy="727048"/>
            </a:xfrm>
            <a:custGeom>
              <a:avLst/>
              <a:gdLst/>
              <a:ahLst/>
              <a:cxnLst/>
              <a:rect l="0" t="0" r="0" b="0"/>
              <a:pathLst>
                <a:path w="120000" h="120000" extrusionOk="0">
                  <a:moveTo>
                    <a:pt x="34007" y="85837"/>
                  </a:moveTo>
                  <a:cubicBezTo>
                    <a:pt x="34641" y="85606"/>
                    <a:pt x="35365" y="85672"/>
                    <a:pt x="36603" y="89888"/>
                  </a:cubicBezTo>
                  <a:cubicBezTo>
                    <a:pt x="38297" y="95859"/>
                    <a:pt x="40295" y="99372"/>
                    <a:pt x="43249" y="106749"/>
                  </a:cubicBezTo>
                  <a:cubicBezTo>
                    <a:pt x="44726" y="110438"/>
                    <a:pt x="45833" y="113248"/>
                    <a:pt x="46707" y="116278"/>
                  </a:cubicBezTo>
                  <a:lnTo>
                    <a:pt x="47593" y="120000"/>
                  </a:lnTo>
                  <a:lnTo>
                    <a:pt x="25147" y="120000"/>
                  </a:lnTo>
                  <a:lnTo>
                    <a:pt x="25832" y="118473"/>
                  </a:lnTo>
                  <a:cubicBezTo>
                    <a:pt x="27156" y="115268"/>
                    <a:pt x="28698" y="110438"/>
                    <a:pt x="29784" y="103939"/>
                  </a:cubicBezTo>
                  <a:cubicBezTo>
                    <a:pt x="31956" y="90941"/>
                    <a:pt x="32564" y="86024"/>
                    <a:pt x="33389" y="86024"/>
                  </a:cubicBezTo>
                  <a:cubicBezTo>
                    <a:pt x="33595" y="86024"/>
                    <a:pt x="33796" y="85914"/>
                    <a:pt x="34007" y="85837"/>
                  </a:cubicBezTo>
                  <a:close/>
                  <a:moveTo>
                    <a:pt x="0" y="0"/>
                  </a:moveTo>
                  <a:lnTo>
                    <a:pt x="120000" y="0"/>
                  </a:lnTo>
                  <a:lnTo>
                    <a:pt x="120000" y="120000"/>
                  </a:lnTo>
                  <a:lnTo>
                    <a:pt x="57982" y="120000"/>
                  </a:lnTo>
                  <a:lnTo>
                    <a:pt x="57425" y="115663"/>
                  </a:lnTo>
                  <a:cubicBezTo>
                    <a:pt x="56887" y="112897"/>
                    <a:pt x="56105" y="110965"/>
                    <a:pt x="55019" y="108857"/>
                  </a:cubicBezTo>
                  <a:cubicBezTo>
                    <a:pt x="52804" y="104642"/>
                    <a:pt x="52457" y="108857"/>
                    <a:pt x="49416" y="94103"/>
                  </a:cubicBezTo>
                  <a:cubicBezTo>
                    <a:pt x="46376" y="79700"/>
                    <a:pt x="39296" y="52652"/>
                    <a:pt x="38341" y="47734"/>
                  </a:cubicBezTo>
                  <a:cubicBezTo>
                    <a:pt x="37385" y="43167"/>
                    <a:pt x="34605" y="37898"/>
                    <a:pt x="31261" y="44221"/>
                  </a:cubicBezTo>
                  <a:cubicBezTo>
                    <a:pt x="27916" y="50544"/>
                    <a:pt x="24268" y="61785"/>
                    <a:pt x="23616" y="61785"/>
                  </a:cubicBezTo>
                  <a:cubicBezTo>
                    <a:pt x="22965" y="61785"/>
                    <a:pt x="21532" y="64947"/>
                    <a:pt x="21532" y="69162"/>
                  </a:cubicBezTo>
                  <a:cubicBezTo>
                    <a:pt x="21532" y="69162"/>
                    <a:pt x="17622" y="65649"/>
                    <a:pt x="15842" y="75485"/>
                  </a:cubicBezTo>
                  <a:cubicBezTo>
                    <a:pt x="14017" y="85321"/>
                    <a:pt x="13887" y="90941"/>
                    <a:pt x="12758" y="94806"/>
                  </a:cubicBezTo>
                  <a:cubicBezTo>
                    <a:pt x="11585" y="98318"/>
                    <a:pt x="10890" y="98318"/>
                    <a:pt x="10282" y="97265"/>
                  </a:cubicBezTo>
                  <a:cubicBezTo>
                    <a:pt x="10282" y="97265"/>
                    <a:pt x="6938" y="87077"/>
                    <a:pt x="7589" y="71270"/>
                  </a:cubicBezTo>
                  <a:cubicBezTo>
                    <a:pt x="8241" y="55813"/>
                    <a:pt x="8371" y="30872"/>
                    <a:pt x="5157" y="10849"/>
                  </a:cubicBezTo>
                  <a:cubicBezTo>
                    <a:pt x="3951" y="3472"/>
                    <a:pt x="2551" y="245"/>
                    <a:pt x="1186" y="0"/>
                  </a:cubicBezTo>
                  <a:lnTo>
                    <a:pt x="0" y="623"/>
                  </a:lnTo>
                  <a:close/>
                </a:path>
              </a:pathLst>
            </a:custGeom>
            <a:solidFill>
              <a:schemeClr val="accent5"/>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5" name="Google Shape;39;p4">
              <a:extLst>
                <a:ext uri="{FF2B5EF4-FFF2-40B4-BE49-F238E27FC236}">
                  <a16:creationId xmlns:a16="http://schemas.microsoft.com/office/drawing/2014/main" id="{09FEC781-86CF-7A87-6097-5E4CD6D490F7}"/>
                </a:ext>
              </a:extLst>
            </p:cNvPr>
            <p:cNvSpPr>
              <a:spLocks/>
            </p:cNvSpPr>
            <p:nvPr/>
          </p:nvSpPr>
          <p:spPr bwMode="auto">
            <a:xfrm>
              <a:off x="9897356" y="2559158"/>
              <a:ext cx="543777" cy="337235"/>
            </a:xfrm>
            <a:custGeom>
              <a:avLst/>
              <a:gdLst>
                <a:gd name="T0" fmla="*/ 0 w 120000"/>
                <a:gd name="T1" fmla="*/ 0 h 120000"/>
                <a:gd name="T2" fmla="*/ 120000 w 120000"/>
                <a:gd name="T3" fmla="*/ 120000 h 120000"/>
              </a:gdLst>
              <a:ahLst/>
              <a:cxnLst>
                <a:cxn ang="0">
                  <a:pos x="0" y="0"/>
                </a:cxn>
                <a:cxn ang="0">
                  <a:pos x="112616" y="0"/>
                </a:cxn>
                <a:cxn ang="0">
                  <a:pos x="113404" y="1218"/>
                </a:cxn>
                <a:cxn ang="0">
                  <a:pos x="116751" y="16119"/>
                </a:cxn>
                <a:cxn ang="0">
                  <a:pos x="111572" y="109292"/>
                </a:cxn>
                <a:cxn ang="0">
                  <a:pos x="80971" y="107020"/>
                </a:cxn>
                <a:cxn ang="0">
                  <a:pos x="55077" y="90355"/>
                </a:cxn>
                <a:cxn ang="0">
                  <a:pos x="12706" y="15362"/>
                </a:cxn>
                <a:cxn ang="0">
                  <a:pos x="2900" y="2425"/>
                </a:cxn>
                <a:cxn ang="0">
                  <a:pos x="0" y="0"/>
                </a:cxn>
              </a:cxnLst>
              <a:rect l="T0" t="T1" r="T2" b="T3"/>
              <a:pathLst>
                <a:path w="120000" h="120000" extrusionOk="0">
                  <a:moveTo>
                    <a:pt x="0" y="0"/>
                  </a:moveTo>
                  <a:lnTo>
                    <a:pt x="112616" y="0"/>
                  </a:lnTo>
                  <a:lnTo>
                    <a:pt x="113404" y="1218"/>
                  </a:lnTo>
                  <a:cubicBezTo>
                    <a:pt x="115074" y="5372"/>
                    <a:pt x="116163" y="10249"/>
                    <a:pt x="116751" y="16119"/>
                  </a:cubicBezTo>
                  <a:cubicBezTo>
                    <a:pt x="118634" y="39602"/>
                    <a:pt x="125225" y="86567"/>
                    <a:pt x="111572" y="109292"/>
                  </a:cubicBezTo>
                  <a:cubicBezTo>
                    <a:pt x="98390" y="132017"/>
                    <a:pt x="90857" y="112322"/>
                    <a:pt x="80971" y="107020"/>
                  </a:cubicBezTo>
                  <a:cubicBezTo>
                    <a:pt x="71555" y="101717"/>
                    <a:pt x="64964" y="91112"/>
                    <a:pt x="55077" y="90355"/>
                  </a:cubicBezTo>
                  <a:cubicBezTo>
                    <a:pt x="45661" y="88840"/>
                    <a:pt x="24476" y="34299"/>
                    <a:pt x="12706" y="15362"/>
                  </a:cubicBezTo>
                  <a:cubicBezTo>
                    <a:pt x="9763" y="10438"/>
                    <a:pt x="6556" y="6225"/>
                    <a:pt x="2900" y="2425"/>
                  </a:cubicBezTo>
                  <a:lnTo>
                    <a:pt x="0" y="0"/>
                  </a:lnTo>
                  <a:close/>
                </a:path>
              </a:pathLst>
            </a:custGeom>
            <a:solidFill>
              <a:schemeClr val="bg2"/>
            </a:solidFill>
            <a:ln w="9525">
              <a:noFill/>
              <a:round/>
              <a:headEnd/>
              <a:tailEnd/>
            </a:ln>
          </p:spPr>
          <p:txBody>
            <a:bodyPr lIns="91425" tIns="45700" rIns="91425" bIns="45700"/>
            <a:lstStyle/>
            <a:p>
              <a:pPr>
                <a:defRPr/>
              </a:pPr>
              <a:endParaRPr lang="en-US"/>
            </a:p>
          </p:txBody>
        </p:sp>
        <p:sp>
          <p:nvSpPr>
            <p:cNvPr id="6" name="Google Shape;40;p4">
              <a:extLst>
                <a:ext uri="{FF2B5EF4-FFF2-40B4-BE49-F238E27FC236}">
                  <a16:creationId xmlns:a16="http://schemas.microsoft.com/office/drawing/2014/main" id="{C66E1656-5307-1762-6873-B5BB72292E38}"/>
                </a:ext>
              </a:extLst>
            </p:cNvPr>
            <p:cNvSpPr/>
            <p:nvPr/>
          </p:nvSpPr>
          <p:spPr>
            <a:xfrm>
              <a:off x="9307676" y="4013256"/>
              <a:ext cx="4138357" cy="727049"/>
            </a:xfrm>
            <a:custGeom>
              <a:avLst/>
              <a:gdLst/>
              <a:ahLst/>
              <a:cxnLst/>
              <a:rect l="0" t="0" r="0" b="0"/>
              <a:pathLst>
                <a:path w="120000" h="120000" extrusionOk="0">
                  <a:moveTo>
                    <a:pt x="2944" y="0"/>
                  </a:moveTo>
                  <a:lnTo>
                    <a:pt x="120000" y="0"/>
                  </a:lnTo>
                  <a:lnTo>
                    <a:pt x="120000" y="119999"/>
                  </a:lnTo>
                  <a:lnTo>
                    <a:pt x="8271" y="119999"/>
                  </a:lnTo>
                  <a:lnTo>
                    <a:pt x="8003" y="116458"/>
                  </a:lnTo>
                  <a:cubicBezTo>
                    <a:pt x="6446" y="97506"/>
                    <a:pt x="3101" y="64573"/>
                    <a:pt x="0" y="47448"/>
                  </a:cubicBezTo>
                  <a:cubicBezTo>
                    <a:pt x="0" y="47448"/>
                    <a:pt x="3308" y="30773"/>
                    <a:pt x="3018" y="2600"/>
                  </a:cubicBezTo>
                  <a:lnTo>
                    <a:pt x="2944" y="0"/>
                  </a:lnTo>
                  <a:close/>
                </a:path>
              </a:pathLst>
            </a:custGeom>
            <a:gradFill>
              <a:gsLst>
                <a:gs pos="0">
                  <a:schemeClr val="accent4"/>
                </a:gs>
                <a:gs pos="41000">
                  <a:srgbClr val="8296B0"/>
                </a:gs>
                <a:gs pos="83000">
                  <a:srgbClr val="ACB8CA"/>
                </a:gs>
                <a:gs pos="100000">
                  <a:srgbClr val="D5DBE5"/>
                </a:gs>
              </a:gsLst>
              <a:lin ang="0" scaled="0"/>
            </a:gra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7" name="Google Shape;41;p4">
              <a:extLst>
                <a:ext uri="{FF2B5EF4-FFF2-40B4-BE49-F238E27FC236}">
                  <a16:creationId xmlns:a16="http://schemas.microsoft.com/office/drawing/2014/main" id="{3B52D2D8-EA64-210B-D772-FB13203B1E9D}"/>
                </a:ext>
              </a:extLst>
            </p:cNvPr>
            <p:cNvSpPr/>
            <p:nvPr/>
          </p:nvSpPr>
          <p:spPr>
            <a:xfrm>
              <a:off x="8982822" y="3286207"/>
              <a:ext cx="4463211" cy="727048"/>
            </a:xfrm>
            <a:custGeom>
              <a:avLst/>
              <a:gdLst/>
              <a:ahLst/>
              <a:cxnLst/>
              <a:rect l="0" t="0" r="0" b="0"/>
              <a:pathLst>
                <a:path w="120000" h="120000" extrusionOk="0">
                  <a:moveTo>
                    <a:pt x="0" y="0"/>
                  </a:moveTo>
                  <a:lnTo>
                    <a:pt x="120000" y="0"/>
                  </a:lnTo>
                  <a:lnTo>
                    <a:pt x="120000" y="120000"/>
                  </a:lnTo>
                  <a:lnTo>
                    <a:pt x="11474" y="120000"/>
                  </a:lnTo>
                  <a:lnTo>
                    <a:pt x="11205" y="109837"/>
                  </a:lnTo>
                  <a:cubicBezTo>
                    <a:pt x="9717" y="73655"/>
                    <a:pt x="7485" y="62414"/>
                    <a:pt x="5539" y="55037"/>
                  </a:cubicBezTo>
                  <a:cubicBezTo>
                    <a:pt x="3837" y="48582"/>
                    <a:pt x="1740" y="34328"/>
                    <a:pt x="437" y="9685"/>
                  </a:cubicBezTo>
                  <a:lnTo>
                    <a:pt x="0" y="0"/>
                  </a:lnTo>
                  <a:close/>
                </a:path>
              </a:pathLst>
            </a:custGeom>
            <a:gradFill>
              <a:gsLst>
                <a:gs pos="0">
                  <a:schemeClr val="accent3"/>
                </a:gs>
                <a:gs pos="41000">
                  <a:srgbClr val="93A3B5"/>
                </a:gs>
                <a:gs pos="83000">
                  <a:srgbClr val="B7C1CD"/>
                </a:gs>
                <a:gs pos="100000">
                  <a:srgbClr val="DBDFE5"/>
                </a:gs>
              </a:gsLst>
              <a:lin ang="0" scaled="0"/>
            </a:gra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8" name="Google Shape;42;p4">
              <a:extLst>
                <a:ext uri="{FF2B5EF4-FFF2-40B4-BE49-F238E27FC236}">
                  <a16:creationId xmlns:a16="http://schemas.microsoft.com/office/drawing/2014/main" id="{42622F63-9898-BF7E-52A3-830A82D691EE}"/>
                </a:ext>
              </a:extLst>
            </p:cNvPr>
            <p:cNvSpPr/>
            <p:nvPr/>
          </p:nvSpPr>
          <p:spPr>
            <a:xfrm>
              <a:off x="10167479" y="5467353"/>
              <a:ext cx="3278554" cy="727049"/>
            </a:xfrm>
            <a:custGeom>
              <a:avLst/>
              <a:gdLst/>
              <a:ahLst/>
              <a:cxnLst/>
              <a:rect l="0" t="0" r="0" b="0"/>
              <a:pathLst>
                <a:path w="120000" h="120000" extrusionOk="0">
                  <a:moveTo>
                    <a:pt x="0" y="0"/>
                  </a:moveTo>
                  <a:lnTo>
                    <a:pt x="120000" y="0"/>
                  </a:lnTo>
                  <a:lnTo>
                    <a:pt x="120000" y="119999"/>
                  </a:lnTo>
                  <a:lnTo>
                    <a:pt x="0" y="119999"/>
                  </a:lnTo>
                  <a:lnTo>
                    <a:pt x="0" y="0"/>
                  </a:ln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9" name="Google Shape;43;p4">
              <a:extLst>
                <a:ext uri="{FF2B5EF4-FFF2-40B4-BE49-F238E27FC236}">
                  <a16:creationId xmlns:a16="http://schemas.microsoft.com/office/drawing/2014/main" id="{ABD3077D-9614-44AF-E3E3-F0C8D434D6AD}"/>
                </a:ext>
              </a:extLst>
            </p:cNvPr>
            <p:cNvSpPr/>
            <p:nvPr/>
          </p:nvSpPr>
          <p:spPr>
            <a:xfrm>
              <a:off x="9593688" y="4740305"/>
              <a:ext cx="3852345" cy="727048"/>
            </a:xfrm>
            <a:custGeom>
              <a:avLst/>
              <a:gdLst/>
              <a:ahLst/>
              <a:cxnLst/>
              <a:rect l="0" t="0" r="0" b="0"/>
              <a:pathLst>
                <a:path w="120000" h="120000" extrusionOk="0">
                  <a:moveTo>
                    <a:pt x="0" y="0"/>
                  </a:moveTo>
                  <a:lnTo>
                    <a:pt x="120000" y="0"/>
                  </a:lnTo>
                  <a:lnTo>
                    <a:pt x="120000" y="120000"/>
                  </a:lnTo>
                  <a:lnTo>
                    <a:pt x="17886" y="120000"/>
                  </a:lnTo>
                  <a:lnTo>
                    <a:pt x="17886" y="110928"/>
                  </a:lnTo>
                  <a:lnTo>
                    <a:pt x="17510" y="108667"/>
                  </a:lnTo>
                  <a:cubicBezTo>
                    <a:pt x="16026" y="99577"/>
                    <a:pt x="14286" y="88160"/>
                    <a:pt x="13258" y="78851"/>
                  </a:cubicBezTo>
                  <a:cubicBezTo>
                    <a:pt x="11203" y="60233"/>
                    <a:pt x="6960" y="33184"/>
                    <a:pt x="1524" y="20187"/>
                  </a:cubicBezTo>
                  <a:cubicBezTo>
                    <a:pt x="1524" y="20187"/>
                    <a:pt x="861" y="18079"/>
                    <a:pt x="662" y="9648"/>
                  </a:cubicBezTo>
                  <a:cubicBezTo>
                    <a:pt x="637" y="8594"/>
                    <a:pt x="539" y="6876"/>
                    <a:pt x="377" y="4632"/>
                  </a:cubicBezTo>
                  <a:lnTo>
                    <a:pt x="0" y="0"/>
                  </a:lnTo>
                  <a:close/>
                </a:path>
              </a:pathLst>
            </a:custGeom>
            <a:gradFill>
              <a:gsLst>
                <a:gs pos="0">
                  <a:schemeClr val="accent5"/>
                </a:gs>
                <a:gs pos="41000">
                  <a:srgbClr val="65E9B8"/>
                </a:gs>
                <a:gs pos="83000">
                  <a:srgbClr val="98F0CF"/>
                </a:gs>
                <a:gs pos="100000">
                  <a:srgbClr val="CAF8E7"/>
                </a:gs>
              </a:gsLst>
              <a:lin ang="0" scaled="0"/>
            </a:gra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0" name="Google Shape;44;p4">
              <a:extLst>
                <a:ext uri="{FF2B5EF4-FFF2-40B4-BE49-F238E27FC236}">
                  <a16:creationId xmlns:a16="http://schemas.microsoft.com/office/drawing/2014/main" id="{64D3A876-AD1B-2066-68D9-A51ECCC7E7BE}"/>
                </a:ext>
              </a:extLst>
            </p:cNvPr>
            <p:cNvSpPr>
              <a:spLocks/>
            </p:cNvSpPr>
            <p:nvPr/>
          </p:nvSpPr>
          <p:spPr bwMode="auto">
            <a:xfrm>
              <a:off x="10167479" y="6194402"/>
              <a:ext cx="3278554" cy="5439"/>
            </a:xfrm>
            <a:custGeom>
              <a:avLst/>
              <a:gdLst>
                <a:gd name="T0" fmla="*/ 0 w 120000"/>
                <a:gd name="T1" fmla="*/ 0 h 120000"/>
                <a:gd name="T2" fmla="*/ 120000 w 120000"/>
                <a:gd name="T3" fmla="*/ 120000 h 120000"/>
              </a:gdLst>
              <a:ahLst/>
              <a:cxnLst>
                <a:cxn ang="0">
                  <a:pos x="0" y="0"/>
                </a:cxn>
                <a:cxn ang="0">
                  <a:pos x="120000" y="0"/>
                </a:cxn>
                <a:cxn ang="0">
                  <a:pos x="120000" y="122"/>
                </a:cxn>
                <a:cxn ang="0">
                  <a:pos x="120000" y="120000"/>
                </a:cxn>
                <a:cxn ang="0">
                  <a:pos x="3889" y="120000"/>
                </a:cxn>
                <a:cxn ang="0">
                  <a:pos x="3889" y="106718"/>
                </a:cxn>
                <a:cxn ang="0">
                  <a:pos x="0" y="106718"/>
                </a:cxn>
                <a:cxn ang="0">
                  <a:pos x="0" y="0"/>
                </a:cxn>
              </a:cxnLst>
              <a:rect l="T0" t="T1" r="T2" b="T3"/>
              <a:pathLst>
                <a:path w="120000" h="120000" extrusionOk="0">
                  <a:moveTo>
                    <a:pt x="0" y="0"/>
                  </a:moveTo>
                  <a:lnTo>
                    <a:pt x="120000" y="0"/>
                  </a:lnTo>
                  <a:lnTo>
                    <a:pt x="120000" y="122"/>
                  </a:lnTo>
                  <a:lnTo>
                    <a:pt x="120000" y="120000"/>
                  </a:lnTo>
                  <a:lnTo>
                    <a:pt x="3889" y="120000"/>
                  </a:lnTo>
                  <a:lnTo>
                    <a:pt x="3889" y="106718"/>
                  </a:lnTo>
                  <a:lnTo>
                    <a:pt x="0" y="106718"/>
                  </a:lnTo>
                  <a:lnTo>
                    <a:pt x="0" y="0"/>
                  </a:lnTo>
                  <a:close/>
                </a:path>
              </a:pathLst>
            </a:custGeom>
            <a:solidFill>
              <a:schemeClr val="bg2"/>
            </a:solidFill>
            <a:ln w="9525">
              <a:noFill/>
              <a:round/>
              <a:headEnd/>
              <a:tailEnd/>
            </a:ln>
          </p:spPr>
          <p:txBody>
            <a:bodyPr lIns="91425" tIns="45700" rIns="91425" bIns="45700"/>
            <a:lstStyle/>
            <a:p>
              <a:pPr>
                <a:defRPr/>
              </a:pPr>
              <a:endParaRPr lang="en-US"/>
            </a:p>
          </p:txBody>
        </p:sp>
        <p:sp>
          <p:nvSpPr>
            <p:cNvPr id="11" name="Google Shape;45;p4">
              <a:extLst>
                <a:ext uri="{FF2B5EF4-FFF2-40B4-BE49-F238E27FC236}">
                  <a16:creationId xmlns:a16="http://schemas.microsoft.com/office/drawing/2014/main" id="{B444139F-463A-DB03-1987-A3A4F2974FC1}"/>
                </a:ext>
              </a:extLst>
            </p:cNvPr>
            <p:cNvSpPr>
              <a:spLocks/>
            </p:cNvSpPr>
            <p:nvPr/>
          </p:nvSpPr>
          <p:spPr bwMode="auto">
            <a:xfrm>
              <a:off x="8126548" y="5964139"/>
              <a:ext cx="522591" cy="175870"/>
            </a:xfrm>
            <a:custGeom>
              <a:avLst/>
              <a:gdLst>
                <a:gd name="T0" fmla="*/ 0 w 120000"/>
                <a:gd name="T1" fmla="*/ 0 h 120000"/>
                <a:gd name="T2" fmla="*/ 120000 w 120000"/>
                <a:gd name="T3" fmla="*/ 120000 h 120000"/>
              </a:gdLst>
              <a:ahLst/>
              <a:cxnLst>
                <a:cxn ang="0">
                  <a:pos x="17967" y="0"/>
                </a:cxn>
                <a:cxn ang="0">
                  <a:pos x="120000" y="0"/>
                </a:cxn>
                <a:cxn ang="0">
                  <a:pos x="114365" y="10088"/>
                </a:cxn>
                <a:cxn ang="0">
                  <a:pos x="814" y="99809"/>
                </a:cxn>
                <a:cxn ang="0">
                  <a:pos x="11231" y="12303"/>
                </a:cxn>
                <a:cxn ang="0">
                  <a:pos x="17967" y="0"/>
                </a:cxn>
              </a:cxnLst>
              <a:rect l="T0" t="T1" r="T2" b="T3"/>
              <a:pathLst>
                <a:path w="120000" h="120000" extrusionOk="0">
                  <a:moveTo>
                    <a:pt x="17967" y="0"/>
                  </a:moveTo>
                  <a:lnTo>
                    <a:pt x="120000" y="0"/>
                  </a:lnTo>
                  <a:lnTo>
                    <a:pt x="114365" y="10088"/>
                  </a:lnTo>
                  <a:cubicBezTo>
                    <a:pt x="63194" y="104150"/>
                    <a:pt x="4712" y="149011"/>
                    <a:pt x="814" y="99809"/>
                  </a:cubicBezTo>
                  <a:cubicBezTo>
                    <a:pt x="-1744" y="62908"/>
                    <a:pt x="1727" y="34960"/>
                    <a:pt x="11231" y="12303"/>
                  </a:cubicBezTo>
                  <a:lnTo>
                    <a:pt x="17967" y="0"/>
                  </a:lnTo>
                  <a:close/>
                </a:path>
              </a:pathLst>
            </a:custGeom>
            <a:solidFill>
              <a:schemeClr val="bg2"/>
            </a:solidFill>
            <a:ln w="9525">
              <a:noFill/>
              <a:round/>
              <a:headEnd/>
              <a:tailEnd/>
            </a:ln>
          </p:spPr>
          <p:txBody>
            <a:bodyPr lIns="91425" tIns="45700" rIns="91425" bIns="45700"/>
            <a:lstStyle/>
            <a:p>
              <a:pPr>
                <a:defRPr/>
              </a:pPr>
              <a:endParaRPr lang="en-US"/>
            </a:p>
          </p:txBody>
        </p:sp>
        <p:sp>
          <p:nvSpPr>
            <p:cNvPr id="12" name="Google Shape;46;p4">
              <a:extLst>
                <a:ext uri="{FF2B5EF4-FFF2-40B4-BE49-F238E27FC236}">
                  <a16:creationId xmlns:a16="http://schemas.microsoft.com/office/drawing/2014/main" id="{F49111E6-F88F-98EF-B241-156F64A00F6F}"/>
                </a:ext>
              </a:extLst>
            </p:cNvPr>
            <p:cNvSpPr/>
            <p:nvPr/>
          </p:nvSpPr>
          <p:spPr>
            <a:xfrm>
              <a:off x="10075672" y="5964139"/>
              <a:ext cx="197737" cy="230263"/>
            </a:xfrm>
            <a:custGeom>
              <a:avLst/>
              <a:gdLst/>
              <a:ahLst/>
              <a:cxnLst/>
              <a:rect l="0" t="0" r="0" b="0"/>
              <a:pathLst>
                <a:path w="120000" h="120000" extrusionOk="0">
                  <a:moveTo>
                    <a:pt x="44039" y="0"/>
                  </a:moveTo>
                  <a:lnTo>
                    <a:pt x="119999" y="0"/>
                  </a:lnTo>
                  <a:lnTo>
                    <a:pt x="119999" y="88431"/>
                  </a:lnTo>
                  <a:lnTo>
                    <a:pt x="99120" y="103121"/>
                  </a:lnTo>
                  <a:cubicBezTo>
                    <a:pt x="57682" y="127594"/>
                    <a:pt x="19878" y="123041"/>
                    <a:pt x="5339" y="104829"/>
                  </a:cubicBezTo>
                  <a:cubicBezTo>
                    <a:pt x="-14046" y="79441"/>
                    <a:pt x="24725" y="66196"/>
                    <a:pt x="36357" y="47431"/>
                  </a:cubicBezTo>
                  <a:cubicBezTo>
                    <a:pt x="38942" y="42464"/>
                    <a:pt x="40881" y="33219"/>
                    <a:pt x="42335" y="21733"/>
                  </a:cubicBezTo>
                  <a:lnTo>
                    <a:pt x="44039" y="0"/>
                  </a:lnTo>
                  <a:close/>
                </a:path>
              </a:pathLst>
            </a:custGeom>
            <a:solidFill>
              <a:schemeClr val="accent6"/>
            </a:solidFill>
            <a:ln>
              <a:noFill/>
            </a:ln>
          </p:spPr>
          <p:txBody>
            <a:bodyPr spcFirstLastPara="1" lIns="91425" tIns="45700" rIns="91425" bIns="45700"/>
            <a:lstStyle/>
            <a:p>
              <a:pPr eaLnBrk="1" fontAlgn="auto" hangingPunct="1">
                <a:spcBef>
                  <a:spcPts val="0"/>
                </a:spcBef>
                <a:spcAft>
                  <a:spcPts val="0"/>
                </a:spcAft>
                <a:buClr>
                  <a:srgbClr val="000000"/>
                </a:buClr>
                <a:buSzPts val="1800"/>
                <a:buFont typeface="Arial"/>
                <a:buNone/>
                <a:defRPr/>
              </a:pPr>
              <a:endParaRPr kern="0">
                <a:solidFill>
                  <a:schemeClr val="dk1"/>
                </a:solidFill>
                <a:latin typeface="Arial"/>
                <a:ea typeface="Arial"/>
                <a:cs typeface="Arial"/>
                <a:sym typeface="Arial"/>
              </a:endParaRPr>
            </a:p>
          </p:txBody>
        </p:sp>
        <p:sp>
          <p:nvSpPr>
            <p:cNvPr id="13" name="Google Shape;47;p4">
              <a:extLst>
                <a:ext uri="{FF2B5EF4-FFF2-40B4-BE49-F238E27FC236}">
                  <a16:creationId xmlns:a16="http://schemas.microsoft.com/office/drawing/2014/main" id="{048F0974-079F-BE99-3CA6-B9E729C54588}"/>
                </a:ext>
              </a:extLst>
            </p:cNvPr>
            <p:cNvSpPr>
              <a:spLocks/>
            </p:cNvSpPr>
            <p:nvPr/>
          </p:nvSpPr>
          <p:spPr bwMode="auto">
            <a:xfrm>
              <a:off x="6625864" y="2559158"/>
              <a:ext cx="3815270" cy="727049"/>
            </a:xfrm>
            <a:custGeom>
              <a:avLst/>
              <a:gdLst>
                <a:gd name="T0" fmla="*/ 0 w 120000"/>
                <a:gd name="T1" fmla="*/ 0 h 120000"/>
                <a:gd name="T2" fmla="*/ 120000 w 120000"/>
                <a:gd name="T3" fmla="*/ 120000 h 120000"/>
              </a:gdLst>
              <a:ahLst/>
              <a:cxnLst>
                <a:cxn ang="0">
                  <a:pos x="6569" y="21185"/>
                </a:cxn>
                <a:cxn ang="0">
                  <a:pos x="9669" y="40847"/>
                </a:cxn>
                <a:cxn ang="0">
                  <a:pos x="10808" y="77732"/>
                </a:cxn>
                <a:cxn ang="0">
                  <a:pos x="15700" y="118449"/>
                </a:cxn>
                <a:cxn ang="0">
                  <a:pos x="15989" y="120000"/>
                </a:cxn>
                <a:cxn ang="0">
                  <a:pos x="8525" y="120000"/>
                </a:cxn>
                <a:cxn ang="0">
                  <a:pos x="8524" y="119990"/>
                </a:cxn>
                <a:cxn ang="0">
                  <a:pos x="6590" y="101970"/>
                </a:cxn>
                <a:cxn ang="0">
                  <a:pos x="1970" y="77732"/>
                </a:cxn>
                <a:cxn ang="0">
                  <a:pos x="95" y="57006"/>
                </a:cxn>
                <a:cxn ang="0">
                  <a:pos x="1836" y="42603"/>
                </a:cxn>
                <a:cxn ang="0">
                  <a:pos x="4112" y="31714"/>
                </a:cxn>
                <a:cxn ang="0">
                  <a:pos x="5384" y="25039"/>
                </a:cxn>
                <a:cxn ang="0">
                  <a:pos x="6054" y="22229"/>
                </a:cxn>
                <a:cxn ang="0">
                  <a:pos x="6569" y="21185"/>
                </a:cxn>
                <a:cxn ang="0">
                  <a:pos x="102934" y="0"/>
                </a:cxn>
                <a:cxn ang="0">
                  <a:pos x="118950" y="0"/>
                </a:cxn>
                <a:cxn ang="0">
                  <a:pos x="119062" y="565"/>
                </a:cxn>
                <a:cxn ang="0">
                  <a:pos x="119538" y="7475"/>
                </a:cxn>
                <a:cxn ang="0">
                  <a:pos x="118801" y="50683"/>
                </a:cxn>
                <a:cxn ang="0">
                  <a:pos x="114449" y="49629"/>
                </a:cxn>
                <a:cxn ang="0">
                  <a:pos x="110767" y="41901"/>
                </a:cxn>
                <a:cxn ang="0">
                  <a:pos x="104741" y="7124"/>
                </a:cxn>
                <a:cxn ang="0">
                  <a:pos x="103347" y="1124"/>
                </a:cxn>
                <a:cxn ang="0">
                  <a:pos x="102934" y="0"/>
                </a:cxn>
                <a:cxn ang="0">
                  <a:pos x="24322" y="0"/>
                </a:cxn>
                <a:cxn ang="0">
                  <a:pos x="68335" y="0"/>
                </a:cxn>
                <a:cxn ang="0">
                  <a:pos x="67938" y="573"/>
                </a:cxn>
                <a:cxn ang="0">
                  <a:pos x="65306" y="3259"/>
                </a:cxn>
                <a:cxn ang="0">
                  <a:pos x="64905" y="15203"/>
                </a:cxn>
                <a:cxn ang="0">
                  <a:pos x="74077" y="118480"/>
                </a:cxn>
                <a:cxn ang="0">
                  <a:pos x="74157" y="119999"/>
                </a:cxn>
                <a:cxn ang="0">
                  <a:pos x="39407" y="119999"/>
                </a:cxn>
                <a:cxn ang="0">
                  <a:pos x="39209" y="119120"/>
                </a:cxn>
                <a:cxn ang="0">
                  <a:pos x="35848" y="104078"/>
                </a:cxn>
                <a:cxn ang="0">
                  <a:pos x="35379" y="106537"/>
                </a:cxn>
                <a:cxn ang="0">
                  <a:pos x="33721" y="117992"/>
                </a:cxn>
                <a:cxn ang="0">
                  <a:pos x="33409" y="119999"/>
                </a:cxn>
                <a:cxn ang="0">
                  <a:pos x="21293" y="119999"/>
                </a:cxn>
                <a:cxn ang="0">
                  <a:pos x="21604" y="117492"/>
                </a:cxn>
                <a:cxn ang="0">
                  <a:pos x="25068" y="99511"/>
                </a:cxn>
                <a:cxn ang="0">
                  <a:pos x="28416" y="69652"/>
                </a:cxn>
                <a:cxn ang="0">
                  <a:pos x="28916" y="61804"/>
                </a:cxn>
                <a:cxn ang="0">
                  <a:pos x="29572" y="55412"/>
                </a:cxn>
                <a:cxn ang="0">
                  <a:pos x="29693" y="54229"/>
                </a:cxn>
                <a:cxn ang="0">
                  <a:pos x="34241" y="27849"/>
                </a:cxn>
                <a:cxn ang="0">
                  <a:pos x="31897" y="13447"/>
                </a:cxn>
                <a:cxn ang="0">
                  <a:pos x="29914" y="12086"/>
                </a:cxn>
                <a:cxn ang="0">
                  <a:pos x="29572" y="12670"/>
                </a:cxn>
                <a:cxn ang="0">
                  <a:pos x="29572" y="12670"/>
                </a:cxn>
                <a:cxn ang="0">
                  <a:pos x="28856" y="13892"/>
                </a:cxn>
                <a:cxn ang="0">
                  <a:pos x="27680" y="15203"/>
                </a:cxn>
                <a:cxn ang="0">
                  <a:pos x="25336" y="7124"/>
                </a:cxn>
                <a:cxn ang="0">
                  <a:pos x="24332" y="98"/>
                </a:cxn>
                <a:cxn ang="0">
                  <a:pos x="24322" y="0"/>
                </a:cxn>
              </a:cxnLst>
              <a:rect l="T0" t="T1" r="T2" b="T3"/>
              <a:pathLst>
                <a:path w="120000" h="120000" extrusionOk="0">
                  <a:moveTo>
                    <a:pt x="6569" y="21185"/>
                  </a:moveTo>
                  <a:cubicBezTo>
                    <a:pt x="7692" y="20791"/>
                    <a:pt x="8322" y="33777"/>
                    <a:pt x="9669" y="40847"/>
                  </a:cubicBezTo>
                  <a:cubicBezTo>
                    <a:pt x="11209" y="48926"/>
                    <a:pt x="10875" y="73165"/>
                    <a:pt x="10808" y="77732"/>
                  </a:cubicBezTo>
                  <a:cubicBezTo>
                    <a:pt x="10749" y="81420"/>
                    <a:pt x="14279" y="109583"/>
                    <a:pt x="15700" y="118449"/>
                  </a:cubicBezTo>
                  <a:lnTo>
                    <a:pt x="15989" y="120000"/>
                  </a:lnTo>
                  <a:lnTo>
                    <a:pt x="8525" y="120000"/>
                  </a:lnTo>
                  <a:lnTo>
                    <a:pt x="8524" y="119990"/>
                  </a:lnTo>
                  <a:cubicBezTo>
                    <a:pt x="7669" y="112091"/>
                    <a:pt x="6975" y="105571"/>
                    <a:pt x="6590" y="101970"/>
                  </a:cubicBezTo>
                  <a:cubicBezTo>
                    <a:pt x="4983" y="87216"/>
                    <a:pt x="4648" y="89675"/>
                    <a:pt x="1970" y="77732"/>
                  </a:cubicBezTo>
                  <a:cubicBezTo>
                    <a:pt x="-640" y="65437"/>
                    <a:pt x="95" y="60519"/>
                    <a:pt x="95" y="57006"/>
                  </a:cubicBezTo>
                  <a:cubicBezTo>
                    <a:pt x="95" y="53493"/>
                    <a:pt x="1367" y="45062"/>
                    <a:pt x="1836" y="42603"/>
                  </a:cubicBezTo>
                  <a:cubicBezTo>
                    <a:pt x="2372" y="40144"/>
                    <a:pt x="3778" y="34524"/>
                    <a:pt x="4112" y="31714"/>
                  </a:cubicBezTo>
                  <a:cubicBezTo>
                    <a:pt x="4447" y="28903"/>
                    <a:pt x="4983" y="26093"/>
                    <a:pt x="5384" y="25039"/>
                  </a:cubicBezTo>
                  <a:cubicBezTo>
                    <a:pt x="5786" y="23985"/>
                    <a:pt x="6054" y="22229"/>
                    <a:pt x="6054" y="22229"/>
                  </a:cubicBezTo>
                  <a:cubicBezTo>
                    <a:pt x="6238" y="21570"/>
                    <a:pt x="6409" y="21241"/>
                    <a:pt x="6569" y="21185"/>
                  </a:cubicBezTo>
                  <a:close/>
                  <a:moveTo>
                    <a:pt x="102934" y="0"/>
                  </a:moveTo>
                  <a:lnTo>
                    <a:pt x="118950" y="0"/>
                  </a:lnTo>
                  <a:lnTo>
                    <a:pt x="119062" y="565"/>
                  </a:lnTo>
                  <a:cubicBezTo>
                    <a:pt x="119299" y="2491"/>
                    <a:pt x="119454" y="4753"/>
                    <a:pt x="119538" y="7475"/>
                  </a:cubicBezTo>
                  <a:cubicBezTo>
                    <a:pt x="119805" y="18365"/>
                    <a:pt x="120743" y="40144"/>
                    <a:pt x="118801" y="50683"/>
                  </a:cubicBezTo>
                  <a:cubicBezTo>
                    <a:pt x="116926" y="61221"/>
                    <a:pt x="115855" y="52088"/>
                    <a:pt x="114449" y="49629"/>
                  </a:cubicBezTo>
                  <a:cubicBezTo>
                    <a:pt x="113110" y="47170"/>
                    <a:pt x="112173" y="42252"/>
                    <a:pt x="110767" y="41901"/>
                  </a:cubicBezTo>
                  <a:cubicBezTo>
                    <a:pt x="109428" y="41198"/>
                    <a:pt x="106415" y="15906"/>
                    <a:pt x="104741" y="7124"/>
                  </a:cubicBezTo>
                  <a:cubicBezTo>
                    <a:pt x="104323" y="4840"/>
                    <a:pt x="103867" y="2886"/>
                    <a:pt x="103347" y="1124"/>
                  </a:cubicBezTo>
                  <a:lnTo>
                    <a:pt x="102934" y="0"/>
                  </a:lnTo>
                  <a:close/>
                  <a:moveTo>
                    <a:pt x="24322" y="0"/>
                  </a:moveTo>
                  <a:lnTo>
                    <a:pt x="68335" y="0"/>
                  </a:lnTo>
                  <a:lnTo>
                    <a:pt x="67938" y="573"/>
                  </a:lnTo>
                  <a:cubicBezTo>
                    <a:pt x="66581" y="2370"/>
                    <a:pt x="65558" y="3259"/>
                    <a:pt x="65306" y="3259"/>
                  </a:cubicBezTo>
                  <a:cubicBezTo>
                    <a:pt x="64570" y="3259"/>
                    <a:pt x="64168" y="6421"/>
                    <a:pt x="64905" y="15203"/>
                  </a:cubicBezTo>
                  <a:cubicBezTo>
                    <a:pt x="65574" y="23985"/>
                    <a:pt x="72738" y="86514"/>
                    <a:pt x="74077" y="118480"/>
                  </a:cubicBezTo>
                  <a:lnTo>
                    <a:pt x="74157" y="119999"/>
                  </a:lnTo>
                  <a:lnTo>
                    <a:pt x="39407" y="119999"/>
                  </a:lnTo>
                  <a:lnTo>
                    <a:pt x="39209" y="119120"/>
                  </a:lnTo>
                  <a:cubicBezTo>
                    <a:pt x="37298" y="110598"/>
                    <a:pt x="35848" y="104078"/>
                    <a:pt x="35848" y="104078"/>
                  </a:cubicBezTo>
                  <a:cubicBezTo>
                    <a:pt x="35848" y="104078"/>
                    <a:pt x="35848" y="104078"/>
                    <a:pt x="35379" y="106537"/>
                  </a:cubicBezTo>
                  <a:cubicBezTo>
                    <a:pt x="35362" y="107064"/>
                    <a:pt x="34718" y="111477"/>
                    <a:pt x="33721" y="117992"/>
                  </a:cubicBezTo>
                  <a:lnTo>
                    <a:pt x="33409" y="119999"/>
                  </a:lnTo>
                  <a:lnTo>
                    <a:pt x="21293" y="119999"/>
                  </a:lnTo>
                  <a:lnTo>
                    <a:pt x="21604" y="117492"/>
                  </a:lnTo>
                  <a:cubicBezTo>
                    <a:pt x="22909" y="107744"/>
                    <a:pt x="23763" y="106097"/>
                    <a:pt x="25068" y="99511"/>
                  </a:cubicBezTo>
                  <a:cubicBezTo>
                    <a:pt x="26809" y="90378"/>
                    <a:pt x="27613" y="90729"/>
                    <a:pt x="28416" y="69652"/>
                  </a:cubicBezTo>
                  <a:cubicBezTo>
                    <a:pt x="28525" y="67017"/>
                    <a:pt x="28697" y="64388"/>
                    <a:pt x="28916" y="61804"/>
                  </a:cubicBezTo>
                  <a:lnTo>
                    <a:pt x="29572" y="55412"/>
                  </a:lnTo>
                  <a:lnTo>
                    <a:pt x="29693" y="54229"/>
                  </a:lnTo>
                  <a:cubicBezTo>
                    <a:pt x="31454" y="39508"/>
                    <a:pt x="34241" y="27849"/>
                    <a:pt x="34241" y="27849"/>
                  </a:cubicBezTo>
                  <a:cubicBezTo>
                    <a:pt x="34241" y="27849"/>
                    <a:pt x="33236" y="18716"/>
                    <a:pt x="31897" y="13447"/>
                  </a:cubicBezTo>
                  <a:cubicBezTo>
                    <a:pt x="31228" y="10812"/>
                    <a:pt x="30592" y="11076"/>
                    <a:pt x="29914" y="12086"/>
                  </a:cubicBezTo>
                  <a:lnTo>
                    <a:pt x="29572" y="12670"/>
                  </a:lnTo>
                  <a:lnTo>
                    <a:pt x="28856" y="13892"/>
                  </a:lnTo>
                  <a:cubicBezTo>
                    <a:pt x="28487" y="14501"/>
                    <a:pt x="28098" y="15028"/>
                    <a:pt x="27680" y="15203"/>
                  </a:cubicBezTo>
                  <a:cubicBezTo>
                    <a:pt x="25939" y="15906"/>
                    <a:pt x="25537" y="10285"/>
                    <a:pt x="25336" y="7124"/>
                  </a:cubicBezTo>
                  <a:cubicBezTo>
                    <a:pt x="25135" y="3962"/>
                    <a:pt x="24734" y="2206"/>
                    <a:pt x="24332" y="98"/>
                  </a:cubicBezTo>
                  <a:lnTo>
                    <a:pt x="24322" y="0"/>
                  </a:lnTo>
                  <a:close/>
                </a:path>
              </a:pathLst>
            </a:custGeom>
            <a:solidFill>
              <a:srgbClr val="4CCD93"/>
            </a:solidFill>
            <a:ln w="9525">
              <a:noFill/>
              <a:round/>
              <a:headEnd/>
              <a:tailEnd/>
            </a:ln>
          </p:spPr>
          <p:txBody>
            <a:bodyPr lIns="91425" tIns="45700" rIns="91425" bIns="45700"/>
            <a:lstStyle/>
            <a:p>
              <a:pPr>
                <a:defRPr/>
              </a:pPr>
              <a:endParaRPr lang="en-US"/>
            </a:p>
          </p:txBody>
        </p:sp>
        <p:sp>
          <p:nvSpPr>
            <p:cNvPr id="14" name="Google Shape;48;p4">
              <a:extLst>
                <a:ext uri="{FF2B5EF4-FFF2-40B4-BE49-F238E27FC236}">
                  <a16:creationId xmlns:a16="http://schemas.microsoft.com/office/drawing/2014/main" id="{8856A554-7288-79C5-5AC6-D7D98783C47F}"/>
                </a:ext>
              </a:extLst>
            </p:cNvPr>
            <p:cNvSpPr>
              <a:spLocks/>
            </p:cNvSpPr>
            <p:nvPr/>
          </p:nvSpPr>
          <p:spPr bwMode="auto">
            <a:xfrm>
              <a:off x="7296758" y="1832110"/>
              <a:ext cx="3110830" cy="727048"/>
            </a:xfrm>
            <a:custGeom>
              <a:avLst/>
              <a:gdLst>
                <a:gd name="T0" fmla="*/ 0 w 120000"/>
                <a:gd name="T1" fmla="*/ 0 h 120000"/>
                <a:gd name="T2" fmla="*/ 120000 w 120000"/>
                <a:gd name="T3" fmla="*/ 120000 h 120000"/>
              </a:gdLst>
              <a:ahLst/>
              <a:cxnLst>
                <a:cxn ang="0">
                  <a:pos x="12605" y="0"/>
                </a:cxn>
                <a:cxn ang="0">
                  <a:pos x="20113" y="10849"/>
                </a:cxn>
                <a:cxn ang="0">
                  <a:pos x="24713" y="71270"/>
                </a:cxn>
                <a:cxn ang="0">
                  <a:pos x="29805" y="97265"/>
                </a:cxn>
                <a:cxn ang="0">
                  <a:pos x="34486" y="94806"/>
                </a:cxn>
                <a:cxn ang="0">
                  <a:pos x="40317" y="75485"/>
                </a:cxn>
                <a:cxn ang="0">
                  <a:pos x="51076" y="69162"/>
                </a:cxn>
                <a:cxn ang="0">
                  <a:pos x="55018" y="61785"/>
                </a:cxn>
                <a:cxn ang="0">
                  <a:pos x="69473" y="44221"/>
                </a:cxn>
                <a:cxn ang="0">
                  <a:pos x="82860" y="47734"/>
                </a:cxn>
                <a:cxn ang="0">
                  <a:pos x="103802" y="94103"/>
                </a:cxn>
                <a:cxn ang="0">
                  <a:pos x="114397" y="108857"/>
                </a:cxn>
                <a:cxn ang="0">
                  <a:pos x="118945" y="115663"/>
                </a:cxn>
                <a:cxn ang="0">
                  <a:pos x="120000" y="119999"/>
                </a:cxn>
                <a:cxn ang="0">
                  <a:pos x="100354" y="119999"/>
                </a:cxn>
                <a:cxn ang="0">
                  <a:pos x="98680" y="116278"/>
                </a:cxn>
                <a:cxn ang="0">
                  <a:pos x="92140" y="106749"/>
                </a:cxn>
                <a:cxn ang="0">
                  <a:pos x="79574" y="89888"/>
                </a:cxn>
                <a:cxn ang="0">
                  <a:pos x="73497" y="86024"/>
                </a:cxn>
                <a:cxn ang="0">
                  <a:pos x="66680" y="103939"/>
                </a:cxn>
                <a:cxn ang="0">
                  <a:pos x="59207" y="118473"/>
                </a:cxn>
                <a:cxn ang="0">
                  <a:pos x="57912" y="119999"/>
                </a:cxn>
                <a:cxn ang="0">
                  <a:pos x="3922" y="119999"/>
                </a:cxn>
                <a:cxn ang="0">
                  <a:pos x="3730" y="118485"/>
                </a:cxn>
                <a:cxn ang="0">
                  <a:pos x="3441" y="114829"/>
                </a:cxn>
                <a:cxn ang="0">
                  <a:pos x="2456" y="104993"/>
                </a:cxn>
                <a:cxn ang="0">
                  <a:pos x="1142" y="101831"/>
                </a:cxn>
                <a:cxn ang="0">
                  <a:pos x="1717" y="78296"/>
                </a:cxn>
                <a:cxn ang="0">
                  <a:pos x="156" y="71270"/>
                </a:cxn>
                <a:cxn ang="0">
                  <a:pos x="2292" y="18226"/>
                </a:cxn>
                <a:cxn ang="0">
                  <a:pos x="10063" y="706"/>
                </a:cxn>
                <a:cxn ang="0">
                  <a:pos x="10362" y="623"/>
                </a:cxn>
                <a:cxn ang="0">
                  <a:pos x="10362" y="622"/>
                </a:cxn>
                <a:cxn ang="0">
                  <a:pos x="12605" y="0"/>
                </a:cxn>
              </a:cxnLst>
              <a:rect l="T0" t="T1" r="T2" b="T3"/>
              <a:pathLst>
                <a:path w="120000" h="120000" extrusionOk="0">
                  <a:moveTo>
                    <a:pt x="12605" y="0"/>
                  </a:moveTo>
                  <a:cubicBezTo>
                    <a:pt x="15186" y="245"/>
                    <a:pt x="17834" y="3472"/>
                    <a:pt x="20113" y="10849"/>
                  </a:cubicBezTo>
                  <a:cubicBezTo>
                    <a:pt x="26191" y="30872"/>
                    <a:pt x="25945" y="55813"/>
                    <a:pt x="24713" y="71270"/>
                  </a:cubicBezTo>
                  <a:cubicBezTo>
                    <a:pt x="23481" y="87077"/>
                    <a:pt x="29805" y="97265"/>
                    <a:pt x="29805" y="97265"/>
                  </a:cubicBezTo>
                  <a:cubicBezTo>
                    <a:pt x="30954" y="98318"/>
                    <a:pt x="32269" y="98318"/>
                    <a:pt x="34486" y="94806"/>
                  </a:cubicBezTo>
                  <a:cubicBezTo>
                    <a:pt x="36621" y="90941"/>
                    <a:pt x="36868" y="85321"/>
                    <a:pt x="40317" y="75485"/>
                  </a:cubicBezTo>
                  <a:cubicBezTo>
                    <a:pt x="43684" y="65649"/>
                    <a:pt x="51076" y="69162"/>
                    <a:pt x="51076" y="69162"/>
                  </a:cubicBezTo>
                  <a:cubicBezTo>
                    <a:pt x="51076" y="64946"/>
                    <a:pt x="53786" y="61785"/>
                    <a:pt x="55018" y="61785"/>
                  </a:cubicBezTo>
                  <a:cubicBezTo>
                    <a:pt x="56250" y="61785"/>
                    <a:pt x="63149" y="50544"/>
                    <a:pt x="69473" y="44221"/>
                  </a:cubicBezTo>
                  <a:cubicBezTo>
                    <a:pt x="75797" y="37898"/>
                    <a:pt x="81053" y="43167"/>
                    <a:pt x="82860" y="47734"/>
                  </a:cubicBezTo>
                  <a:cubicBezTo>
                    <a:pt x="84666" y="52652"/>
                    <a:pt x="98053" y="79700"/>
                    <a:pt x="103802" y="94103"/>
                  </a:cubicBezTo>
                  <a:cubicBezTo>
                    <a:pt x="109551" y="108857"/>
                    <a:pt x="110208" y="104642"/>
                    <a:pt x="114397" y="108857"/>
                  </a:cubicBezTo>
                  <a:cubicBezTo>
                    <a:pt x="116450" y="110965"/>
                    <a:pt x="117928" y="112897"/>
                    <a:pt x="118945" y="115663"/>
                  </a:cubicBezTo>
                  <a:lnTo>
                    <a:pt x="120000" y="119999"/>
                  </a:lnTo>
                  <a:lnTo>
                    <a:pt x="100354" y="119999"/>
                  </a:lnTo>
                  <a:lnTo>
                    <a:pt x="98680" y="116278"/>
                  </a:lnTo>
                  <a:cubicBezTo>
                    <a:pt x="97027" y="113248"/>
                    <a:pt x="94933" y="110438"/>
                    <a:pt x="92140" y="106749"/>
                  </a:cubicBezTo>
                  <a:cubicBezTo>
                    <a:pt x="86555" y="99372"/>
                    <a:pt x="82777" y="95859"/>
                    <a:pt x="79574" y="89888"/>
                  </a:cubicBezTo>
                  <a:cubicBezTo>
                    <a:pt x="76454" y="84267"/>
                    <a:pt x="75057" y="86024"/>
                    <a:pt x="73497" y="86024"/>
                  </a:cubicBezTo>
                  <a:cubicBezTo>
                    <a:pt x="71937" y="86024"/>
                    <a:pt x="70787" y="90941"/>
                    <a:pt x="66680" y="103939"/>
                  </a:cubicBezTo>
                  <a:cubicBezTo>
                    <a:pt x="64627" y="110438"/>
                    <a:pt x="61712" y="115268"/>
                    <a:pt x="59207" y="118473"/>
                  </a:cubicBezTo>
                  <a:lnTo>
                    <a:pt x="57912" y="119999"/>
                  </a:lnTo>
                  <a:lnTo>
                    <a:pt x="3922" y="119999"/>
                  </a:lnTo>
                  <a:lnTo>
                    <a:pt x="3730" y="118485"/>
                  </a:lnTo>
                  <a:cubicBezTo>
                    <a:pt x="3657" y="116871"/>
                    <a:pt x="3873" y="115356"/>
                    <a:pt x="3441" y="114829"/>
                  </a:cubicBezTo>
                  <a:cubicBezTo>
                    <a:pt x="2867" y="113775"/>
                    <a:pt x="2456" y="107101"/>
                    <a:pt x="2456" y="104993"/>
                  </a:cubicBezTo>
                  <a:cubicBezTo>
                    <a:pt x="2456" y="102885"/>
                    <a:pt x="2456" y="103237"/>
                    <a:pt x="1142" y="101831"/>
                  </a:cubicBezTo>
                  <a:cubicBezTo>
                    <a:pt x="-253" y="100426"/>
                    <a:pt x="1799" y="80754"/>
                    <a:pt x="1717" y="78296"/>
                  </a:cubicBezTo>
                  <a:cubicBezTo>
                    <a:pt x="1635" y="75836"/>
                    <a:pt x="649" y="77593"/>
                    <a:pt x="156" y="71270"/>
                  </a:cubicBezTo>
                  <a:cubicBezTo>
                    <a:pt x="-335" y="64947"/>
                    <a:pt x="321" y="30170"/>
                    <a:pt x="2292" y="18226"/>
                  </a:cubicBezTo>
                  <a:cubicBezTo>
                    <a:pt x="3811" y="9620"/>
                    <a:pt x="6747" y="2857"/>
                    <a:pt x="10063" y="706"/>
                  </a:cubicBezTo>
                  <a:lnTo>
                    <a:pt x="10362" y="623"/>
                  </a:lnTo>
                  <a:lnTo>
                    <a:pt x="10362" y="622"/>
                  </a:lnTo>
                  <a:lnTo>
                    <a:pt x="12605" y="0"/>
                  </a:lnTo>
                  <a:close/>
                </a:path>
              </a:pathLst>
            </a:custGeom>
            <a:solidFill>
              <a:srgbClr val="149062"/>
            </a:solidFill>
            <a:ln w="9525">
              <a:noFill/>
              <a:round/>
              <a:headEnd/>
              <a:tailEnd/>
            </a:ln>
          </p:spPr>
          <p:txBody>
            <a:bodyPr lIns="91425" tIns="45700" rIns="91425" bIns="45700"/>
            <a:lstStyle/>
            <a:p>
              <a:pPr>
                <a:defRPr/>
              </a:pPr>
              <a:endParaRPr lang="en-US"/>
            </a:p>
          </p:txBody>
        </p:sp>
        <p:sp>
          <p:nvSpPr>
            <p:cNvPr id="15" name="Google Shape;49;p4">
              <a:extLst>
                <a:ext uri="{FF2B5EF4-FFF2-40B4-BE49-F238E27FC236}">
                  <a16:creationId xmlns:a16="http://schemas.microsoft.com/office/drawing/2014/main" id="{DE5B6112-2901-655D-11C9-FC9A27CCF8B4}"/>
                </a:ext>
              </a:extLst>
            </p:cNvPr>
            <p:cNvSpPr>
              <a:spLocks/>
            </p:cNvSpPr>
            <p:nvPr/>
          </p:nvSpPr>
          <p:spPr bwMode="auto">
            <a:xfrm>
              <a:off x="7776977" y="4013256"/>
              <a:ext cx="1816711" cy="727049"/>
            </a:xfrm>
            <a:custGeom>
              <a:avLst/>
              <a:gdLst>
                <a:gd name="T0" fmla="*/ 0 w 120000"/>
                <a:gd name="T1" fmla="*/ 0 h 120000"/>
                <a:gd name="T2" fmla="*/ 120000 w 120000"/>
                <a:gd name="T3" fmla="*/ 120000 h 120000"/>
              </a:gdLst>
              <a:ahLst/>
              <a:cxnLst>
                <a:cxn ang="0">
                  <a:pos x="35488" y="0"/>
                </a:cxn>
                <a:cxn ang="0">
                  <a:pos x="107866" y="0"/>
                </a:cxn>
                <a:cxn ang="0">
                  <a:pos x="108035" y="2600"/>
                </a:cxn>
                <a:cxn ang="0">
                  <a:pos x="101160" y="47448"/>
                </a:cxn>
                <a:cxn ang="0">
                  <a:pos x="119388" y="116458"/>
                </a:cxn>
                <a:cxn ang="0">
                  <a:pos x="120000" y="119999"/>
                </a:cxn>
                <a:cxn ang="0">
                  <a:pos x="84908" y="119999"/>
                </a:cxn>
                <a:cxn ang="0">
                  <a:pos x="81530" y="112567"/>
                </a:cxn>
                <a:cxn ang="0">
                  <a:pos x="68121" y="82927"/>
                </a:cxn>
                <a:cxn ang="0">
                  <a:pos x="29178" y="90655"/>
                </a:cxn>
                <a:cxn ang="0">
                  <a:pos x="34094" y="103823"/>
                </a:cxn>
                <a:cxn ang="0">
                  <a:pos x="37377" y="119999"/>
                </a:cxn>
                <a:cxn ang="0">
                  <a:pos x="7167" y="119999"/>
                </a:cxn>
                <a:cxn ang="0">
                  <a:pos x="2466" y="99086"/>
                </a:cxn>
                <a:cxn ang="0">
                  <a:pos x="8371" y="38665"/>
                </a:cxn>
                <a:cxn ang="0">
                  <a:pos x="28335" y="6347"/>
                </a:cxn>
                <a:cxn ang="0">
                  <a:pos x="35171" y="293"/>
                </a:cxn>
                <a:cxn ang="0">
                  <a:pos x="35488" y="0"/>
                </a:cxn>
              </a:cxnLst>
              <a:rect l="T0" t="T1" r="T2" b="T3"/>
              <a:pathLst>
                <a:path w="120000" h="120000" extrusionOk="0">
                  <a:moveTo>
                    <a:pt x="35488" y="0"/>
                  </a:moveTo>
                  <a:lnTo>
                    <a:pt x="107866" y="0"/>
                  </a:lnTo>
                  <a:lnTo>
                    <a:pt x="108035" y="2600"/>
                  </a:lnTo>
                  <a:cubicBezTo>
                    <a:pt x="108694" y="30773"/>
                    <a:pt x="101160" y="47448"/>
                    <a:pt x="101160" y="47448"/>
                  </a:cubicBezTo>
                  <a:cubicBezTo>
                    <a:pt x="108224" y="64572"/>
                    <a:pt x="115842" y="97505"/>
                    <a:pt x="119388" y="116458"/>
                  </a:cubicBezTo>
                  <a:lnTo>
                    <a:pt x="120000" y="119999"/>
                  </a:lnTo>
                  <a:lnTo>
                    <a:pt x="84908" y="119999"/>
                  </a:lnTo>
                  <a:lnTo>
                    <a:pt x="81530" y="112567"/>
                  </a:lnTo>
                  <a:cubicBezTo>
                    <a:pt x="74377" y="96803"/>
                    <a:pt x="68121" y="82927"/>
                    <a:pt x="68121" y="82927"/>
                  </a:cubicBezTo>
                  <a:cubicBezTo>
                    <a:pt x="63904" y="88196"/>
                    <a:pt x="29178" y="90655"/>
                    <a:pt x="29178" y="90655"/>
                  </a:cubicBezTo>
                  <a:cubicBezTo>
                    <a:pt x="31111" y="94080"/>
                    <a:pt x="32728" y="98647"/>
                    <a:pt x="34094" y="103823"/>
                  </a:cubicBezTo>
                  <a:lnTo>
                    <a:pt x="37377" y="119999"/>
                  </a:lnTo>
                  <a:lnTo>
                    <a:pt x="7167" y="119999"/>
                  </a:lnTo>
                  <a:lnTo>
                    <a:pt x="2466" y="99086"/>
                  </a:lnTo>
                  <a:cubicBezTo>
                    <a:pt x="-4140" y="65714"/>
                    <a:pt x="4153" y="42881"/>
                    <a:pt x="8371" y="38665"/>
                  </a:cubicBezTo>
                  <a:cubicBezTo>
                    <a:pt x="12448" y="34450"/>
                    <a:pt x="20462" y="13022"/>
                    <a:pt x="28335" y="6347"/>
                  </a:cubicBezTo>
                  <a:cubicBezTo>
                    <a:pt x="30303" y="4679"/>
                    <a:pt x="32693" y="2549"/>
                    <a:pt x="35171" y="293"/>
                  </a:cubicBezTo>
                  <a:lnTo>
                    <a:pt x="35488" y="0"/>
                  </a:lnTo>
                  <a:close/>
                </a:path>
              </a:pathLst>
            </a:custGeom>
            <a:solidFill>
              <a:srgbClr val="323F4F"/>
            </a:solidFill>
            <a:ln w="9525">
              <a:noFill/>
              <a:round/>
              <a:headEnd/>
              <a:tailEnd/>
            </a:ln>
          </p:spPr>
          <p:txBody>
            <a:bodyPr lIns="91425" tIns="45700" rIns="91425" bIns="45700"/>
            <a:lstStyle/>
            <a:p>
              <a:pPr>
                <a:defRPr/>
              </a:pPr>
              <a:endParaRPr lang="en-US"/>
            </a:p>
          </p:txBody>
        </p:sp>
        <p:sp>
          <p:nvSpPr>
            <p:cNvPr id="16" name="Google Shape;50;p4">
              <a:extLst>
                <a:ext uri="{FF2B5EF4-FFF2-40B4-BE49-F238E27FC236}">
                  <a16:creationId xmlns:a16="http://schemas.microsoft.com/office/drawing/2014/main" id="{0E417BF0-B647-BC61-8F7E-3B587162DD3B}"/>
                </a:ext>
              </a:extLst>
            </p:cNvPr>
            <p:cNvSpPr>
              <a:spLocks/>
            </p:cNvSpPr>
            <p:nvPr/>
          </p:nvSpPr>
          <p:spPr bwMode="auto">
            <a:xfrm>
              <a:off x="6897753" y="3286207"/>
              <a:ext cx="2512323" cy="727048"/>
            </a:xfrm>
            <a:custGeom>
              <a:avLst/>
              <a:gdLst>
                <a:gd name="T0" fmla="*/ 0 w 120000"/>
                <a:gd name="T1" fmla="*/ 0 h 120000"/>
                <a:gd name="T2" fmla="*/ 120000 w 120000"/>
                <a:gd name="T3" fmla="*/ 120000 h 120000"/>
              </a:gdLst>
              <a:ahLst/>
              <a:cxnLst>
                <a:cxn ang="0">
                  <a:pos x="46875" y="0"/>
                </a:cxn>
                <a:cxn ang="0">
                  <a:pos x="99623" y="0"/>
                </a:cxn>
                <a:cxn ang="0">
                  <a:pos x="100400" y="9685"/>
                </a:cxn>
                <a:cxn ang="0">
                  <a:pos x="109461" y="55037"/>
                </a:cxn>
                <a:cxn ang="0">
                  <a:pos x="119522" y="109837"/>
                </a:cxn>
                <a:cxn ang="0">
                  <a:pos x="120000" y="119999"/>
                </a:cxn>
                <a:cxn ang="0">
                  <a:pos x="67680" y="119999"/>
                </a:cxn>
                <a:cxn ang="0">
                  <a:pos x="72774" y="113482"/>
                </a:cxn>
                <a:cxn ang="0">
                  <a:pos x="78770" y="105622"/>
                </a:cxn>
                <a:cxn ang="0">
                  <a:pos x="59969" y="37473"/>
                </a:cxn>
                <a:cxn ang="0">
                  <a:pos x="49654" y="8141"/>
                </a:cxn>
                <a:cxn ang="0">
                  <a:pos x="46875" y="0"/>
                </a:cxn>
                <a:cxn ang="0">
                  <a:pos x="0" y="0"/>
                </a:cxn>
                <a:cxn ang="0">
                  <a:pos x="11329" y="0"/>
                </a:cxn>
                <a:cxn ang="0">
                  <a:pos x="11594" y="939"/>
                </a:cxn>
                <a:cxn ang="0">
                  <a:pos x="17590" y="10424"/>
                </a:cxn>
                <a:cxn ang="0">
                  <a:pos x="18797" y="3102"/>
                </a:cxn>
                <a:cxn ang="0">
                  <a:pos x="19380" y="0"/>
                </a:cxn>
                <a:cxn ang="0">
                  <a:pos x="37772" y="0"/>
                </a:cxn>
                <a:cxn ang="0">
                  <a:pos x="35625" y="9118"/>
                </a:cxn>
                <a:cxn ang="0">
                  <a:pos x="32517" y="22060"/>
                </a:cxn>
                <a:cxn ang="0">
                  <a:pos x="31947" y="24390"/>
                </a:cxn>
                <a:cxn ang="0">
                  <a:pos x="29232" y="35480"/>
                </a:cxn>
                <a:cxn ang="0">
                  <a:pos x="21452" y="65224"/>
                </a:cxn>
                <a:cxn ang="0">
                  <a:pos x="12103" y="66629"/>
                </a:cxn>
                <a:cxn ang="0">
                  <a:pos x="2098" y="12678"/>
                </a:cxn>
                <a:cxn ang="0">
                  <a:pos x="0" y="0"/>
                </a:cxn>
              </a:cxnLst>
              <a:rect l="T0" t="T1" r="T2" b="T3"/>
              <a:pathLst>
                <a:path w="120000" h="120000" extrusionOk="0">
                  <a:moveTo>
                    <a:pt x="46875" y="0"/>
                  </a:moveTo>
                  <a:lnTo>
                    <a:pt x="99623" y="0"/>
                  </a:lnTo>
                  <a:lnTo>
                    <a:pt x="100400" y="9685"/>
                  </a:lnTo>
                  <a:cubicBezTo>
                    <a:pt x="102714" y="34328"/>
                    <a:pt x="106437" y="48582"/>
                    <a:pt x="109461" y="55037"/>
                  </a:cubicBezTo>
                  <a:cubicBezTo>
                    <a:pt x="112916" y="62414"/>
                    <a:pt x="116879" y="73655"/>
                    <a:pt x="119522" y="109837"/>
                  </a:cubicBezTo>
                  <a:lnTo>
                    <a:pt x="120000" y="119999"/>
                  </a:lnTo>
                  <a:lnTo>
                    <a:pt x="67680" y="119999"/>
                  </a:lnTo>
                  <a:lnTo>
                    <a:pt x="72774" y="113482"/>
                  </a:lnTo>
                  <a:cubicBezTo>
                    <a:pt x="76127" y="109134"/>
                    <a:pt x="78770" y="105622"/>
                    <a:pt x="78770" y="105622"/>
                  </a:cubicBezTo>
                  <a:cubicBezTo>
                    <a:pt x="78770" y="105622"/>
                    <a:pt x="62916" y="44498"/>
                    <a:pt x="59969" y="37473"/>
                  </a:cubicBezTo>
                  <a:cubicBezTo>
                    <a:pt x="58546" y="33960"/>
                    <a:pt x="53922" y="20611"/>
                    <a:pt x="49654" y="8141"/>
                  </a:cubicBezTo>
                  <a:lnTo>
                    <a:pt x="46875" y="0"/>
                  </a:lnTo>
                  <a:close/>
                  <a:moveTo>
                    <a:pt x="0" y="0"/>
                  </a:moveTo>
                  <a:lnTo>
                    <a:pt x="11329" y="0"/>
                  </a:lnTo>
                  <a:lnTo>
                    <a:pt x="11594" y="939"/>
                  </a:lnTo>
                  <a:cubicBezTo>
                    <a:pt x="12814" y="3750"/>
                    <a:pt x="17590" y="10424"/>
                    <a:pt x="17590" y="10424"/>
                  </a:cubicBezTo>
                  <a:cubicBezTo>
                    <a:pt x="18022" y="7658"/>
                    <a:pt x="18422" y="5237"/>
                    <a:pt x="18797" y="3102"/>
                  </a:cubicBezTo>
                  <a:lnTo>
                    <a:pt x="19380" y="0"/>
                  </a:lnTo>
                  <a:lnTo>
                    <a:pt x="37772" y="0"/>
                  </a:lnTo>
                  <a:lnTo>
                    <a:pt x="35625" y="9118"/>
                  </a:lnTo>
                  <a:cubicBezTo>
                    <a:pt x="34653" y="13204"/>
                    <a:pt x="33600" y="17592"/>
                    <a:pt x="32517" y="22060"/>
                  </a:cubicBezTo>
                  <a:lnTo>
                    <a:pt x="31947" y="24390"/>
                  </a:lnTo>
                  <a:lnTo>
                    <a:pt x="29232" y="35480"/>
                  </a:lnTo>
                  <a:cubicBezTo>
                    <a:pt x="25963" y="48692"/>
                    <a:pt x="22900" y="60613"/>
                    <a:pt x="21452" y="65224"/>
                  </a:cubicBezTo>
                  <a:cubicBezTo>
                    <a:pt x="17692" y="77168"/>
                    <a:pt x="14846" y="75411"/>
                    <a:pt x="12103" y="66629"/>
                  </a:cubicBezTo>
                  <a:cubicBezTo>
                    <a:pt x="10324" y="60921"/>
                    <a:pt x="5806" y="34904"/>
                    <a:pt x="2098" y="12678"/>
                  </a:cubicBezTo>
                  <a:lnTo>
                    <a:pt x="0" y="0"/>
                  </a:lnTo>
                  <a:close/>
                </a:path>
              </a:pathLst>
            </a:custGeom>
            <a:solidFill>
              <a:srgbClr val="404E5C"/>
            </a:solidFill>
            <a:ln w="9525">
              <a:noFill/>
              <a:round/>
              <a:headEnd/>
              <a:tailEnd/>
            </a:ln>
          </p:spPr>
          <p:txBody>
            <a:bodyPr lIns="91425" tIns="45700" rIns="91425" bIns="45700"/>
            <a:lstStyle/>
            <a:p>
              <a:pPr>
                <a:defRPr/>
              </a:pPr>
              <a:endParaRPr lang="en-US"/>
            </a:p>
          </p:txBody>
        </p:sp>
        <p:sp>
          <p:nvSpPr>
            <p:cNvPr id="17" name="Google Shape;51;p4">
              <a:extLst>
                <a:ext uri="{FF2B5EF4-FFF2-40B4-BE49-F238E27FC236}">
                  <a16:creationId xmlns:a16="http://schemas.microsoft.com/office/drawing/2014/main" id="{31775079-48C5-768B-1EDE-50F944D452DD}"/>
                </a:ext>
              </a:extLst>
            </p:cNvPr>
            <p:cNvSpPr>
              <a:spLocks/>
            </p:cNvSpPr>
            <p:nvPr/>
          </p:nvSpPr>
          <p:spPr bwMode="auto">
            <a:xfrm>
              <a:off x="8126548" y="5467353"/>
              <a:ext cx="2385206" cy="727049"/>
            </a:xfrm>
            <a:custGeom>
              <a:avLst/>
              <a:gdLst>
                <a:gd name="T0" fmla="*/ 0 w 120000"/>
                <a:gd name="T1" fmla="*/ 0 h 120000"/>
                <a:gd name="T2" fmla="*/ 120000 w 120000"/>
                <a:gd name="T3" fmla="*/ 120000 h 120000"/>
              </a:gdLst>
              <a:ahLst/>
              <a:cxnLst>
                <a:cxn ang="0">
                  <a:pos x="91906" y="0"/>
                </a:cxn>
                <a:cxn ang="0">
                  <a:pos x="105217" y="0"/>
                </a:cxn>
                <a:cxn ang="0">
                  <a:pos x="105217" y="0"/>
                </a:cxn>
                <a:cxn ang="0">
                  <a:pos x="106507" y="4517"/>
                </a:cxn>
                <a:cxn ang="0">
                  <a:pos x="107150" y="4517"/>
                </a:cxn>
                <a:cxn ang="0">
                  <a:pos x="109934" y="12597"/>
                </a:cxn>
                <a:cxn ang="0">
                  <a:pos x="118286" y="20676"/>
                </a:cxn>
                <a:cxn ang="0">
                  <a:pos x="114538" y="60371"/>
                </a:cxn>
                <a:cxn ang="0">
                  <a:pos x="109827" y="103579"/>
                </a:cxn>
                <a:cxn ang="0">
                  <a:pos x="98583" y="115171"/>
                </a:cxn>
                <a:cxn ang="0">
                  <a:pos x="101153" y="96905"/>
                </a:cxn>
                <a:cxn ang="0">
                  <a:pos x="102010" y="54048"/>
                </a:cxn>
                <a:cxn ang="0">
                  <a:pos x="99975" y="36484"/>
                </a:cxn>
                <a:cxn ang="0">
                  <a:pos x="95050" y="8381"/>
                </a:cxn>
                <a:cxn ang="0">
                  <a:pos x="93656" y="4575"/>
                </a:cxn>
                <a:cxn ang="0">
                  <a:pos x="91906" y="0"/>
                </a:cxn>
                <a:cxn ang="0">
                  <a:pos x="16536" y="0"/>
                </a:cxn>
                <a:cxn ang="0">
                  <a:pos x="28710" y="0"/>
                </a:cxn>
                <a:cxn ang="0">
                  <a:pos x="28822" y="829"/>
                </a:cxn>
                <a:cxn ang="0">
                  <a:pos x="30803" y="12597"/>
                </a:cxn>
                <a:cxn ang="0">
                  <a:pos x="37549" y="41753"/>
                </a:cxn>
                <a:cxn ang="0">
                  <a:pos x="25128" y="84258"/>
                </a:cxn>
                <a:cxn ang="0">
                  <a:pos x="178" y="106038"/>
                </a:cxn>
                <a:cxn ang="0">
                  <a:pos x="4997" y="79692"/>
                </a:cxn>
                <a:cxn ang="0">
                  <a:pos x="15919" y="30161"/>
                </a:cxn>
                <a:cxn ang="0">
                  <a:pos x="16561" y="16110"/>
                </a:cxn>
                <a:cxn ang="0">
                  <a:pos x="16374" y="4034"/>
                </a:cxn>
                <a:cxn ang="0">
                  <a:pos x="16536" y="0"/>
                </a:cxn>
              </a:cxnLst>
              <a:rect l="T0" t="T1" r="T2" b="T3"/>
              <a:pathLst>
                <a:path w="120000" h="120000" extrusionOk="0">
                  <a:moveTo>
                    <a:pt x="91906" y="0"/>
                  </a:moveTo>
                  <a:lnTo>
                    <a:pt x="105217" y="0"/>
                  </a:lnTo>
                  <a:cubicBezTo>
                    <a:pt x="106012" y="2827"/>
                    <a:pt x="106507" y="4517"/>
                    <a:pt x="106507" y="4517"/>
                  </a:cubicBezTo>
                  <a:cubicBezTo>
                    <a:pt x="106507" y="4517"/>
                    <a:pt x="106507" y="4517"/>
                    <a:pt x="107150" y="4517"/>
                  </a:cubicBezTo>
                  <a:cubicBezTo>
                    <a:pt x="107792" y="4517"/>
                    <a:pt x="108435" y="11894"/>
                    <a:pt x="109934" y="12597"/>
                  </a:cubicBezTo>
                  <a:cubicBezTo>
                    <a:pt x="111540" y="12948"/>
                    <a:pt x="113681" y="12597"/>
                    <a:pt x="118286" y="20676"/>
                  </a:cubicBezTo>
                  <a:cubicBezTo>
                    <a:pt x="122783" y="29107"/>
                    <a:pt x="117322" y="49481"/>
                    <a:pt x="114538" y="60371"/>
                  </a:cubicBezTo>
                  <a:cubicBezTo>
                    <a:pt x="111861" y="71261"/>
                    <a:pt x="114431" y="84259"/>
                    <a:pt x="109827" y="103579"/>
                  </a:cubicBezTo>
                  <a:cubicBezTo>
                    <a:pt x="105222" y="122900"/>
                    <a:pt x="100189" y="122900"/>
                    <a:pt x="98583" y="115171"/>
                  </a:cubicBezTo>
                  <a:cubicBezTo>
                    <a:pt x="96977" y="107092"/>
                    <a:pt x="100189" y="102877"/>
                    <a:pt x="101153" y="96905"/>
                  </a:cubicBezTo>
                  <a:cubicBezTo>
                    <a:pt x="102010" y="90582"/>
                    <a:pt x="102010" y="62479"/>
                    <a:pt x="102010" y="54048"/>
                  </a:cubicBezTo>
                  <a:cubicBezTo>
                    <a:pt x="102010" y="45969"/>
                    <a:pt x="99975" y="40699"/>
                    <a:pt x="99975" y="36484"/>
                  </a:cubicBezTo>
                  <a:cubicBezTo>
                    <a:pt x="99975" y="32269"/>
                    <a:pt x="98262" y="17164"/>
                    <a:pt x="95050" y="8381"/>
                  </a:cubicBezTo>
                  <a:cubicBezTo>
                    <a:pt x="94662" y="7284"/>
                    <a:pt x="94193" y="6005"/>
                    <a:pt x="93656" y="4575"/>
                  </a:cubicBezTo>
                  <a:lnTo>
                    <a:pt x="91906" y="0"/>
                  </a:lnTo>
                  <a:close/>
                  <a:moveTo>
                    <a:pt x="16536" y="0"/>
                  </a:moveTo>
                  <a:lnTo>
                    <a:pt x="28710" y="0"/>
                  </a:lnTo>
                  <a:lnTo>
                    <a:pt x="28822" y="829"/>
                  </a:lnTo>
                  <a:cubicBezTo>
                    <a:pt x="29411" y="5922"/>
                    <a:pt x="29946" y="11016"/>
                    <a:pt x="30803" y="12597"/>
                  </a:cubicBezTo>
                  <a:cubicBezTo>
                    <a:pt x="32623" y="15758"/>
                    <a:pt x="33480" y="26648"/>
                    <a:pt x="37549" y="41753"/>
                  </a:cubicBezTo>
                  <a:cubicBezTo>
                    <a:pt x="41511" y="56858"/>
                    <a:pt x="36371" y="61425"/>
                    <a:pt x="25128" y="84258"/>
                  </a:cubicBezTo>
                  <a:cubicBezTo>
                    <a:pt x="13884" y="107092"/>
                    <a:pt x="1035" y="117982"/>
                    <a:pt x="178" y="106038"/>
                  </a:cubicBezTo>
                  <a:cubicBezTo>
                    <a:pt x="-570" y="94094"/>
                    <a:pt x="1035" y="86015"/>
                    <a:pt x="4997" y="79692"/>
                  </a:cubicBezTo>
                  <a:cubicBezTo>
                    <a:pt x="8959" y="73369"/>
                    <a:pt x="15919" y="30161"/>
                    <a:pt x="15919" y="30161"/>
                  </a:cubicBezTo>
                  <a:cubicBezTo>
                    <a:pt x="15919" y="30161"/>
                    <a:pt x="17204" y="23486"/>
                    <a:pt x="16561" y="16110"/>
                  </a:cubicBezTo>
                  <a:cubicBezTo>
                    <a:pt x="16240" y="12421"/>
                    <a:pt x="16267" y="7767"/>
                    <a:pt x="16374" y="4034"/>
                  </a:cubicBezTo>
                  <a:lnTo>
                    <a:pt x="16536" y="0"/>
                  </a:lnTo>
                  <a:close/>
                </a:path>
              </a:pathLst>
            </a:custGeom>
            <a:solidFill>
              <a:srgbClr val="4CCD93"/>
            </a:solidFill>
            <a:ln w="9525">
              <a:noFill/>
              <a:round/>
              <a:headEnd/>
              <a:tailEnd/>
            </a:ln>
          </p:spPr>
          <p:txBody>
            <a:bodyPr lIns="91425" tIns="45700" rIns="91425" bIns="45700"/>
            <a:lstStyle/>
            <a:p>
              <a:pPr>
                <a:defRPr/>
              </a:pPr>
              <a:endParaRPr lang="en-US"/>
            </a:p>
          </p:txBody>
        </p:sp>
        <p:sp>
          <p:nvSpPr>
            <p:cNvPr id="18" name="Google Shape;52;p4">
              <a:extLst>
                <a:ext uri="{FF2B5EF4-FFF2-40B4-BE49-F238E27FC236}">
                  <a16:creationId xmlns:a16="http://schemas.microsoft.com/office/drawing/2014/main" id="{DC29501A-5AD9-8924-959F-499CD5234CF2}"/>
                </a:ext>
              </a:extLst>
            </p:cNvPr>
            <p:cNvSpPr>
              <a:spLocks/>
            </p:cNvSpPr>
            <p:nvPr/>
          </p:nvSpPr>
          <p:spPr bwMode="auto">
            <a:xfrm>
              <a:off x="7884674" y="4740305"/>
              <a:ext cx="2332239" cy="727048"/>
            </a:xfrm>
            <a:custGeom>
              <a:avLst/>
              <a:gdLst>
                <a:gd name="T0" fmla="*/ 0 w 120000"/>
                <a:gd name="T1" fmla="*/ 0 h 120000"/>
                <a:gd name="T2" fmla="*/ 120000 w 120000"/>
                <a:gd name="T3" fmla="*/ 120000 h 120000"/>
              </a:gdLst>
              <a:ahLst/>
              <a:cxnLst>
                <a:cxn ang="0">
                  <a:pos x="60570" y="0"/>
                </a:cxn>
                <a:cxn ang="0">
                  <a:pos x="87911" y="0"/>
                </a:cxn>
                <a:cxn ang="0">
                  <a:pos x="88535" y="4632"/>
                </a:cxn>
                <a:cxn ang="0">
                  <a:pos x="89006" y="9648"/>
                </a:cxn>
                <a:cxn ang="0">
                  <a:pos x="90430" y="20186"/>
                </a:cxn>
                <a:cxn ang="0">
                  <a:pos x="109818" y="78850"/>
                </a:cxn>
                <a:cxn ang="0">
                  <a:pos x="118575" y="114977"/>
                </a:cxn>
                <a:cxn ang="0">
                  <a:pos x="120000" y="119999"/>
                </a:cxn>
                <a:cxn ang="0">
                  <a:pos x="106383" y="119999"/>
                </a:cxn>
                <a:cxn ang="0">
                  <a:pos x="106330" y="119863"/>
                </a:cxn>
                <a:cxn ang="0">
                  <a:pos x="90649" y="82715"/>
                </a:cxn>
                <a:cxn ang="0">
                  <a:pos x="81995" y="68663"/>
                </a:cxn>
                <a:cxn ang="0">
                  <a:pos x="74875" y="41263"/>
                </a:cxn>
                <a:cxn ang="0">
                  <a:pos x="72575" y="33535"/>
                </a:cxn>
                <a:cxn ang="0">
                  <a:pos x="62183" y="4556"/>
                </a:cxn>
                <a:cxn ang="0">
                  <a:pos x="60570" y="0"/>
                </a:cxn>
                <a:cxn ang="0">
                  <a:pos x="0" y="0"/>
                </a:cxn>
                <a:cxn ang="0">
                  <a:pos x="23537" y="0"/>
                </a:cxn>
                <a:cxn ang="0">
                  <a:pos x="23639" y="646"/>
                </a:cxn>
                <a:cxn ang="0">
                  <a:pos x="26679" y="32481"/>
                </a:cxn>
                <a:cxn ang="0">
                  <a:pos x="38837" y="109763"/>
                </a:cxn>
                <a:cxn ang="0">
                  <a:pos x="39495" y="109061"/>
                </a:cxn>
                <a:cxn ang="0">
                  <a:pos x="40857" y="113627"/>
                </a:cxn>
                <a:cxn ang="0">
                  <a:pos x="41735" y="120000"/>
                </a:cxn>
                <a:cxn ang="0">
                  <a:pos x="29282" y="120000"/>
                </a:cxn>
                <a:cxn ang="0">
                  <a:pos x="29308" y="119363"/>
                </a:cxn>
                <a:cxn ang="0">
                  <a:pos x="29417" y="117492"/>
                </a:cxn>
                <a:cxn ang="0">
                  <a:pos x="13753" y="56368"/>
                </a:cxn>
                <a:cxn ang="0">
                  <a:pos x="398" y="2276"/>
                </a:cxn>
                <a:cxn ang="0">
                  <a:pos x="0" y="0"/>
                </a:cxn>
              </a:cxnLst>
              <a:rect l="T0" t="T1" r="T2" b="T3"/>
              <a:pathLst>
                <a:path w="120000" h="120000" extrusionOk="0">
                  <a:moveTo>
                    <a:pt x="60570" y="0"/>
                  </a:moveTo>
                  <a:lnTo>
                    <a:pt x="87911" y="0"/>
                  </a:lnTo>
                  <a:lnTo>
                    <a:pt x="88535" y="4632"/>
                  </a:lnTo>
                  <a:cubicBezTo>
                    <a:pt x="88802" y="6876"/>
                    <a:pt x="88965" y="8594"/>
                    <a:pt x="89006" y="9648"/>
                  </a:cubicBezTo>
                  <a:cubicBezTo>
                    <a:pt x="89334" y="18078"/>
                    <a:pt x="90430" y="20186"/>
                    <a:pt x="90430" y="20186"/>
                  </a:cubicBezTo>
                  <a:cubicBezTo>
                    <a:pt x="99412" y="33184"/>
                    <a:pt x="106422" y="60232"/>
                    <a:pt x="109818" y="78850"/>
                  </a:cubicBezTo>
                  <a:cubicBezTo>
                    <a:pt x="111940" y="90487"/>
                    <a:pt x="115902" y="105416"/>
                    <a:pt x="118575" y="114977"/>
                  </a:cubicBezTo>
                  <a:lnTo>
                    <a:pt x="120000" y="119999"/>
                  </a:lnTo>
                  <a:lnTo>
                    <a:pt x="106383" y="119999"/>
                  </a:lnTo>
                  <a:lnTo>
                    <a:pt x="106330" y="119863"/>
                  </a:lnTo>
                  <a:cubicBezTo>
                    <a:pt x="102273" y="109653"/>
                    <a:pt x="96153" y="95097"/>
                    <a:pt x="90649" y="82715"/>
                  </a:cubicBezTo>
                  <a:cubicBezTo>
                    <a:pt x="83310" y="65853"/>
                    <a:pt x="86267" y="72527"/>
                    <a:pt x="81995" y="68663"/>
                  </a:cubicBezTo>
                  <a:cubicBezTo>
                    <a:pt x="77833" y="64448"/>
                    <a:pt x="76080" y="45478"/>
                    <a:pt x="74875" y="41263"/>
                  </a:cubicBezTo>
                  <a:cubicBezTo>
                    <a:pt x="73780" y="37399"/>
                    <a:pt x="72575" y="33535"/>
                    <a:pt x="72575" y="33535"/>
                  </a:cubicBezTo>
                  <a:cubicBezTo>
                    <a:pt x="70480" y="27870"/>
                    <a:pt x="66429" y="16525"/>
                    <a:pt x="62183" y="4556"/>
                  </a:cubicBezTo>
                  <a:lnTo>
                    <a:pt x="60570" y="0"/>
                  </a:lnTo>
                  <a:close/>
                  <a:moveTo>
                    <a:pt x="0" y="0"/>
                  </a:moveTo>
                  <a:lnTo>
                    <a:pt x="23537" y="0"/>
                  </a:lnTo>
                  <a:lnTo>
                    <a:pt x="23639" y="646"/>
                  </a:lnTo>
                  <a:cubicBezTo>
                    <a:pt x="25090" y="12370"/>
                    <a:pt x="25967" y="24402"/>
                    <a:pt x="26679" y="32481"/>
                  </a:cubicBezTo>
                  <a:cubicBezTo>
                    <a:pt x="28212" y="48640"/>
                    <a:pt x="38837" y="109763"/>
                    <a:pt x="38837" y="109763"/>
                  </a:cubicBezTo>
                  <a:cubicBezTo>
                    <a:pt x="38837" y="109763"/>
                    <a:pt x="38837" y="109763"/>
                    <a:pt x="39495" y="109061"/>
                  </a:cubicBezTo>
                  <a:cubicBezTo>
                    <a:pt x="40042" y="109851"/>
                    <a:pt x="40480" y="111520"/>
                    <a:pt x="40857" y="113627"/>
                  </a:cubicBezTo>
                  <a:lnTo>
                    <a:pt x="41735" y="120000"/>
                  </a:lnTo>
                  <a:lnTo>
                    <a:pt x="29282" y="120000"/>
                  </a:lnTo>
                  <a:lnTo>
                    <a:pt x="29308" y="119363"/>
                  </a:lnTo>
                  <a:cubicBezTo>
                    <a:pt x="29369" y="118194"/>
                    <a:pt x="29417" y="117492"/>
                    <a:pt x="29417" y="117492"/>
                  </a:cubicBezTo>
                  <a:cubicBezTo>
                    <a:pt x="29417" y="117492"/>
                    <a:pt x="19887" y="77797"/>
                    <a:pt x="13753" y="56368"/>
                  </a:cubicBezTo>
                  <a:cubicBezTo>
                    <a:pt x="9071" y="40561"/>
                    <a:pt x="4573" y="23765"/>
                    <a:pt x="398" y="2276"/>
                  </a:cubicBezTo>
                  <a:lnTo>
                    <a:pt x="0" y="0"/>
                  </a:lnTo>
                  <a:close/>
                </a:path>
              </a:pathLst>
            </a:custGeom>
            <a:solidFill>
              <a:srgbClr val="149062"/>
            </a:solidFill>
            <a:ln w="9525">
              <a:noFill/>
              <a:round/>
              <a:headEnd/>
              <a:tailEnd/>
            </a:ln>
          </p:spPr>
          <p:txBody>
            <a:bodyPr lIns="91425" tIns="45700" rIns="91425" bIns="45700"/>
            <a:lstStyle/>
            <a:p>
              <a:pPr>
                <a:defRPr/>
              </a:pPr>
              <a:endParaRPr lang="en-US"/>
            </a:p>
          </p:txBody>
        </p:sp>
      </p:grpSp>
      <p:pic>
        <p:nvPicPr>
          <p:cNvPr id="19" name="Google Shape;1266;p52">
            <a:extLst>
              <a:ext uri="{FF2B5EF4-FFF2-40B4-BE49-F238E27FC236}">
                <a16:creationId xmlns:a16="http://schemas.microsoft.com/office/drawing/2014/main" id="{36396FC9-5F49-497A-88F9-FAFA2AEEFFA2}"/>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175" y="2387600"/>
            <a:ext cx="2408238" cy="249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Google Shape;34;p4"/>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53" name="Google Shape;53;p4"/>
          <p:cNvSpPr txBox="1">
            <a:spLocks noGrp="1"/>
          </p:cNvSpPr>
          <p:nvPr>
            <p:ph type="body" idx="2"/>
          </p:nvPr>
        </p:nvSpPr>
        <p:spPr>
          <a:xfrm>
            <a:off x="6213746" y="1967241"/>
            <a:ext cx="5285919" cy="3749409"/>
          </a:xfrm>
          <a:prstGeom prst="rect">
            <a:avLst/>
          </a:prstGeom>
          <a:noFill/>
          <a:ln>
            <a:noFill/>
          </a:ln>
        </p:spPr>
        <p:txBody>
          <a:bodyPr spcFirstLastPara="1" wrap="square" lIns="0" tIns="45700" rIns="91425" bIns="45700" anchor="t" anchorCtr="0"/>
          <a:lstStyle>
            <a:lvl1pPr marL="347472" marR="0" lvl="0" indent="-342900" algn="l" rtl="0">
              <a:lnSpc>
                <a:spcPct val="100000"/>
              </a:lnSpc>
              <a:spcBef>
                <a:spcPts val="0"/>
              </a:spcBef>
              <a:spcAft>
                <a:spcPts val="600"/>
              </a:spcAft>
              <a:buClr>
                <a:schemeClr val="dk1"/>
              </a:buClr>
              <a:buSzPts val="1800"/>
              <a:buFont typeface="+mj-lt"/>
              <a:buAutoNum type="arabicPeriod"/>
              <a:defRPr sz="1800" b="0" i="0" u="none" strike="noStrike" cap="none">
                <a:solidFill>
                  <a:schemeClr val="dk1"/>
                </a:solidFill>
                <a:latin typeface="Arial"/>
                <a:ea typeface="Arial"/>
                <a:cs typeface="Arial"/>
                <a:sym typeface="Arial"/>
              </a:defRPr>
            </a:lvl1pPr>
            <a:lvl2pPr marL="688975" marR="0" lvl="1" indent="-347663" algn="l" rtl="0">
              <a:lnSpc>
                <a:spcPct val="100000"/>
              </a:lnSpc>
              <a:spcBef>
                <a:spcPts val="0"/>
              </a:spcBef>
              <a:spcAft>
                <a:spcPts val="0"/>
              </a:spcAft>
              <a:buClr>
                <a:schemeClr val="dk1"/>
              </a:buClr>
              <a:buSzPts val="1800"/>
              <a:buFont typeface="Wingdings 3" panose="05040102010807070707" pitchFamily="18" charset="2"/>
              <a:buChar char="*"/>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dirty="0"/>
              <a:t>Click to edit Master text styles</a:t>
            </a:r>
          </a:p>
          <a:p>
            <a:pPr lvl="1"/>
            <a:r>
              <a:rPr lang="en-US" dirty="0"/>
              <a:t>Second level</a:t>
            </a:r>
          </a:p>
        </p:txBody>
      </p:sp>
      <p:sp>
        <p:nvSpPr>
          <p:cNvPr id="20" name="Google Shape;54;p4">
            <a:extLst>
              <a:ext uri="{FF2B5EF4-FFF2-40B4-BE49-F238E27FC236}">
                <a16:creationId xmlns:a16="http://schemas.microsoft.com/office/drawing/2014/main" id="{C41E4C08-AE59-48BE-F497-790CA82E7CBC}"/>
              </a:ext>
            </a:extLst>
          </p:cNvPr>
          <p:cNvSpPr txBox="1">
            <a:spLocks noGrp="1" noChangeArrowheads="1"/>
          </p:cNvSpPr>
          <p:nvPr>
            <p:ph type="sldNum" idx="10"/>
          </p:nvPr>
        </p:nvSpPr>
        <p:spPr/>
        <p:txBody>
          <a:bodyPr/>
          <a:lstStyle>
            <a:lvl1pPr>
              <a:defRPr/>
            </a:lvl1pPr>
          </a:lstStyle>
          <a:p>
            <a:fld id="{819FCBE6-C69A-4B43-9C7B-1108AE34F7AF}" type="slidenum">
              <a:rPr lang="en-IN" altLang="en-US"/>
              <a:pPr/>
              <a:t>‹#›</a:t>
            </a:fld>
            <a:endParaRPr lang="en-IN" altLang="en-US"/>
          </a:p>
        </p:txBody>
      </p:sp>
    </p:spTree>
    <p:extLst>
      <p:ext uri="{BB962C8B-B14F-4D97-AF65-F5344CB8AC3E}">
        <p14:creationId xmlns:p14="http://schemas.microsoft.com/office/powerpoint/2010/main" val="89754761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matchingName="Title+Content" preserve="1" userDrawn="1">
  <p:cSld name="Title+Content">
    <p:spTree>
      <p:nvGrpSpPr>
        <p:cNvPr id="1" name="Shape 679"/>
        <p:cNvGrpSpPr/>
        <p:nvPr/>
      </p:nvGrpSpPr>
      <p:grpSpPr>
        <a:xfrm>
          <a:off x="0" y="0"/>
          <a:ext cx="0" cy="0"/>
          <a:chOff x="0" y="0"/>
          <a:chExt cx="0" cy="0"/>
        </a:xfrm>
      </p:grpSpPr>
      <p:pic>
        <p:nvPicPr>
          <p:cNvPr id="2" name="Google Shape;722;p27">
            <a:extLst>
              <a:ext uri="{FF2B5EF4-FFF2-40B4-BE49-F238E27FC236}">
                <a16:creationId xmlns:a16="http://schemas.microsoft.com/office/drawing/2014/main" id="{6A6460BA-673D-3531-5B1A-BF0CF88B8FE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1684338"/>
            <a:ext cx="3713163"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13">
            <a:extLst>
              <a:ext uri="{FF2B5EF4-FFF2-40B4-BE49-F238E27FC236}">
                <a16:creationId xmlns:a16="http://schemas.microsoft.com/office/drawing/2014/main" id="{FCCFE1B4-0A53-646D-6315-80C06F53CCFF}"/>
              </a:ext>
            </a:extLst>
          </p:cNvPr>
          <p:cNvGrpSpPr>
            <a:grpSpLocks/>
          </p:cNvGrpSpPr>
          <p:nvPr userDrawn="1"/>
        </p:nvGrpSpPr>
        <p:grpSpPr bwMode="auto">
          <a:xfrm>
            <a:off x="487363" y="1319213"/>
            <a:ext cx="700087" cy="700087"/>
            <a:chOff x="487887" y="1402089"/>
            <a:chExt cx="699075" cy="699074"/>
          </a:xfrm>
        </p:grpSpPr>
        <p:sp>
          <p:nvSpPr>
            <p:cNvPr id="4" name="Google Shape;637;p17">
              <a:extLst>
                <a:ext uri="{FF2B5EF4-FFF2-40B4-BE49-F238E27FC236}">
                  <a16:creationId xmlns:a16="http://schemas.microsoft.com/office/drawing/2014/main" id="{0E7DD90A-E8B4-093F-12BB-1AB4E963AD1D}"/>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5" name="Google Shape;638;p17">
              <a:extLst>
                <a:ext uri="{FF2B5EF4-FFF2-40B4-BE49-F238E27FC236}">
                  <a16:creationId xmlns:a16="http://schemas.microsoft.com/office/drawing/2014/main" id="{A79D38FE-6AAF-B6FB-79A3-65F5CDF16291}"/>
                </a:ext>
              </a:extLst>
            </p:cNvPr>
            <p:cNvSpPr>
              <a:spLocks/>
            </p:cNvSpPr>
            <p:nvPr/>
          </p:nvSpPr>
          <p:spPr bwMode="auto">
            <a:xfrm>
              <a:off x="697134" y="1611336"/>
              <a:ext cx="280581" cy="28058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6" name="Google Shape;640;p17">
            <a:extLst>
              <a:ext uri="{FF2B5EF4-FFF2-40B4-BE49-F238E27FC236}">
                <a16:creationId xmlns:a16="http://schemas.microsoft.com/office/drawing/2014/main" id="{57C666B7-2E23-B7A5-FAA1-ADD505188074}"/>
              </a:ext>
            </a:extLst>
          </p:cNvPr>
          <p:cNvCxnSpPr>
            <a:cxnSpLocks noChangeShapeType="1"/>
          </p:cNvCxnSpPr>
          <p:nvPr userDrawn="1"/>
        </p:nvCxnSpPr>
        <p:spPr bwMode="auto">
          <a:xfrm>
            <a:off x="1192213" y="2147888"/>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7" name="Group 17">
            <a:extLst>
              <a:ext uri="{FF2B5EF4-FFF2-40B4-BE49-F238E27FC236}">
                <a16:creationId xmlns:a16="http://schemas.microsoft.com/office/drawing/2014/main" id="{E91C533F-ED6A-61C5-860B-0784F79E53BA}"/>
              </a:ext>
            </a:extLst>
          </p:cNvPr>
          <p:cNvGrpSpPr>
            <a:grpSpLocks/>
          </p:cNvGrpSpPr>
          <p:nvPr userDrawn="1"/>
        </p:nvGrpSpPr>
        <p:grpSpPr bwMode="auto">
          <a:xfrm>
            <a:off x="487363" y="2225675"/>
            <a:ext cx="700087" cy="698500"/>
            <a:chOff x="487887" y="1402089"/>
            <a:chExt cx="699075" cy="699074"/>
          </a:xfrm>
        </p:grpSpPr>
        <p:sp>
          <p:nvSpPr>
            <p:cNvPr id="8" name="Google Shape;637;p17">
              <a:extLst>
                <a:ext uri="{FF2B5EF4-FFF2-40B4-BE49-F238E27FC236}">
                  <a16:creationId xmlns:a16="http://schemas.microsoft.com/office/drawing/2014/main" id="{CF75C7BA-04A4-4A13-2BA3-0CB5E0562AD3}"/>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10" name="Google Shape;638;p17">
              <a:extLst>
                <a:ext uri="{FF2B5EF4-FFF2-40B4-BE49-F238E27FC236}">
                  <a16:creationId xmlns:a16="http://schemas.microsoft.com/office/drawing/2014/main" id="{A91F1645-9430-9C7F-B0EE-45A503EC15E4}"/>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11" name="Google Shape;640;p17">
            <a:extLst>
              <a:ext uri="{FF2B5EF4-FFF2-40B4-BE49-F238E27FC236}">
                <a16:creationId xmlns:a16="http://schemas.microsoft.com/office/drawing/2014/main" id="{0E36F6E5-35F2-6262-6406-BCAFF92F3C01}"/>
              </a:ext>
            </a:extLst>
          </p:cNvPr>
          <p:cNvCxnSpPr>
            <a:cxnSpLocks noChangeShapeType="1"/>
          </p:cNvCxnSpPr>
          <p:nvPr userDrawn="1"/>
        </p:nvCxnSpPr>
        <p:spPr bwMode="auto">
          <a:xfrm>
            <a:off x="1192213" y="3052763"/>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12" name="Group 22">
            <a:extLst>
              <a:ext uri="{FF2B5EF4-FFF2-40B4-BE49-F238E27FC236}">
                <a16:creationId xmlns:a16="http://schemas.microsoft.com/office/drawing/2014/main" id="{BB41F113-818B-F1FB-6F55-2A5063F808A4}"/>
              </a:ext>
            </a:extLst>
          </p:cNvPr>
          <p:cNvGrpSpPr>
            <a:grpSpLocks/>
          </p:cNvGrpSpPr>
          <p:nvPr userDrawn="1"/>
        </p:nvGrpSpPr>
        <p:grpSpPr bwMode="auto">
          <a:xfrm>
            <a:off x="487363" y="3130550"/>
            <a:ext cx="700087" cy="698500"/>
            <a:chOff x="487887" y="1402089"/>
            <a:chExt cx="699075" cy="699074"/>
          </a:xfrm>
        </p:grpSpPr>
        <p:sp>
          <p:nvSpPr>
            <p:cNvPr id="13" name="Google Shape;637;p17">
              <a:extLst>
                <a:ext uri="{FF2B5EF4-FFF2-40B4-BE49-F238E27FC236}">
                  <a16:creationId xmlns:a16="http://schemas.microsoft.com/office/drawing/2014/main" id="{945E9CC4-E921-E03B-B5B9-DACBA9F90E47}"/>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14" name="Google Shape;638;p17">
              <a:extLst>
                <a:ext uri="{FF2B5EF4-FFF2-40B4-BE49-F238E27FC236}">
                  <a16:creationId xmlns:a16="http://schemas.microsoft.com/office/drawing/2014/main" id="{5E3D453D-7FE7-B462-2453-0D637D1FDF56}"/>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15" name="Google Shape;640;p17">
            <a:extLst>
              <a:ext uri="{FF2B5EF4-FFF2-40B4-BE49-F238E27FC236}">
                <a16:creationId xmlns:a16="http://schemas.microsoft.com/office/drawing/2014/main" id="{956F75FE-0113-DFC9-2A42-9B457A79BA1A}"/>
              </a:ext>
            </a:extLst>
          </p:cNvPr>
          <p:cNvCxnSpPr>
            <a:cxnSpLocks noChangeShapeType="1"/>
          </p:cNvCxnSpPr>
          <p:nvPr userDrawn="1"/>
        </p:nvCxnSpPr>
        <p:spPr bwMode="auto">
          <a:xfrm>
            <a:off x="1192213" y="3957638"/>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16" name="Group 26">
            <a:extLst>
              <a:ext uri="{FF2B5EF4-FFF2-40B4-BE49-F238E27FC236}">
                <a16:creationId xmlns:a16="http://schemas.microsoft.com/office/drawing/2014/main" id="{01ABE60E-5382-64FD-B5BF-BF47D30A9223}"/>
              </a:ext>
            </a:extLst>
          </p:cNvPr>
          <p:cNvGrpSpPr>
            <a:grpSpLocks/>
          </p:cNvGrpSpPr>
          <p:nvPr userDrawn="1"/>
        </p:nvGrpSpPr>
        <p:grpSpPr bwMode="auto">
          <a:xfrm>
            <a:off x="487363" y="4035425"/>
            <a:ext cx="700087" cy="698500"/>
            <a:chOff x="487887" y="1402089"/>
            <a:chExt cx="699075" cy="699074"/>
          </a:xfrm>
        </p:grpSpPr>
        <p:sp>
          <p:nvSpPr>
            <p:cNvPr id="17" name="Google Shape;637;p17">
              <a:extLst>
                <a:ext uri="{FF2B5EF4-FFF2-40B4-BE49-F238E27FC236}">
                  <a16:creationId xmlns:a16="http://schemas.microsoft.com/office/drawing/2014/main" id="{65D44EEA-94E0-9D06-06D7-F9F07CE40DA2}"/>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18" name="Google Shape;638;p17">
              <a:extLst>
                <a:ext uri="{FF2B5EF4-FFF2-40B4-BE49-F238E27FC236}">
                  <a16:creationId xmlns:a16="http://schemas.microsoft.com/office/drawing/2014/main" id="{DD13840D-3C54-74AF-7988-BE95CA8A74ED}"/>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20" name="Google Shape;640;p17">
            <a:extLst>
              <a:ext uri="{FF2B5EF4-FFF2-40B4-BE49-F238E27FC236}">
                <a16:creationId xmlns:a16="http://schemas.microsoft.com/office/drawing/2014/main" id="{C6520B64-D1B5-1F4B-8B5E-DBA4E28A539C}"/>
              </a:ext>
            </a:extLst>
          </p:cNvPr>
          <p:cNvCxnSpPr>
            <a:cxnSpLocks noChangeShapeType="1"/>
          </p:cNvCxnSpPr>
          <p:nvPr userDrawn="1"/>
        </p:nvCxnSpPr>
        <p:spPr bwMode="auto">
          <a:xfrm>
            <a:off x="1192213" y="4864100"/>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21" name="Group 30">
            <a:extLst>
              <a:ext uri="{FF2B5EF4-FFF2-40B4-BE49-F238E27FC236}">
                <a16:creationId xmlns:a16="http://schemas.microsoft.com/office/drawing/2014/main" id="{88516084-E842-730E-0223-85DCDC7E7408}"/>
              </a:ext>
            </a:extLst>
          </p:cNvPr>
          <p:cNvGrpSpPr>
            <a:grpSpLocks/>
          </p:cNvGrpSpPr>
          <p:nvPr userDrawn="1"/>
        </p:nvGrpSpPr>
        <p:grpSpPr bwMode="auto">
          <a:xfrm>
            <a:off x="487363" y="4929188"/>
            <a:ext cx="700087" cy="698500"/>
            <a:chOff x="487887" y="1402089"/>
            <a:chExt cx="699075" cy="699074"/>
          </a:xfrm>
        </p:grpSpPr>
        <p:sp>
          <p:nvSpPr>
            <p:cNvPr id="22" name="Google Shape;637;p17">
              <a:extLst>
                <a:ext uri="{FF2B5EF4-FFF2-40B4-BE49-F238E27FC236}">
                  <a16:creationId xmlns:a16="http://schemas.microsoft.com/office/drawing/2014/main" id="{79F41228-1576-5971-8F5A-6C81D8AECD17}"/>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23" name="Google Shape;638;p17">
              <a:extLst>
                <a:ext uri="{FF2B5EF4-FFF2-40B4-BE49-F238E27FC236}">
                  <a16:creationId xmlns:a16="http://schemas.microsoft.com/office/drawing/2014/main" id="{F96D5D21-2822-7886-439E-4CB9B56E8FA3}"/>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24" name="Google Shape;640;p17">
            <a:extLst>
              <a:ext uri="{FF2B5EF4-FFF2-40B4-BE49-F238E27FC236}">
                <a16:creationId xmlns:a16="http://schemas.microsoft.com/office/drawing/2014/main" id="{F86B8E6C-1A7C-C366-EECF-BB99957F7A26}"/>
              </a:ext>
            </a:extLst>
          </p:cNvPr>
          <p:cNvCxnSpPr>
            <a:cxnSpLocks noChangeShapeType="1"/>
          </p:cNvCxnSpPr>
          <p:nvPr userDrawn="1"/>
        </p:nvCxnSpPr>
        <p:spPr bwMode="auto">
          <a:xfrm>
            <a:off x="1192213" y="5756275"/>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sp>
        <p:nvSpPr>
          <p:cNvPr id="680" name="Google Shape;680;p2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9" name="Text Placeholder 8"/>
          <p:cNvSpPr>
            <a:spLocks noGrp="1"/>
          </p:cNvSpPr>
          <p:nvPr>
            <p:ph type="body" sz="quarter" idx="13"/>
          </p:nvPr>
        </p:nvSpPr>
        <p:spPr>
          <a:xfrm>
            <a:off x="1320800" y="1670189"/>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19" name="Content Placeholder 18"/>
          <p:cNvSpPr>
            <a:spLocks noGrp="1"/>
          </p:cNvSpPr>
          <p:nvPr>
            <p:ph sz="quarter" idx="14"/>
          </p:nvPr>
        </p:nvSpPr>
        <p:spPr>
          <a:xfrm>
            <a:off x="1320800" y="1319897"/>
            <a:ext cx="4775200" cy="327025"/>
          </a:xfrm>
          <a:prstGeom prst="rect">
            <a:avLst/>
          </a:prstGeom>
        </p:spPr>
        <p:txBody>
          <a:bodyPr/>
          <a:lstStyle>
            <a:lvl1pPr>
              <a:defRPr b="1"/>
            </a:lvl1pPr>
          </a:lstStyle>
          <a:p>
            <a:pPr lvl="0"/>
            <a:r>
              <a:rPr lang="en-US"/>
              <a:t>Click to edit Master text styles</a:t>
            </a:r>
          </a:p>
        </p:txBody>
      </p:sp>
      <p:sp>
        <p:nvSpPr>
          <p:cNvPr id="661" name="Text Placeholder 8"/>
          <p:cNvSpPr>
            <a:spLocks noGrp="1"/>
          </p:cNvSpPr>
          <p:nvPr>
            <p:ph type="body" sz="quarter" idx="15"/>
          </p:nvPr>
        </p:nvSpPr>
        <p:spPr>
          <a:xfrm>
            <a:off x="1320800" y="2575364"/>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62" name="Content Placeholder 18"/>
          <p:cNvSpPr>
            <a:spLocks noGrp="1"/>
          </p:cNvSpPr>
          <p:nvPr>
            <p:ph sz="quarter" idx="16"/>
          </p:nvPr>
        </p:nvSpPr>
        <p:spPr>
          <a:xfrm>
            <a:off x="1320800" y="2225072"/>
            <a:ext cx="4775200" cy="327025"/>
          </a:xfrm>
          <a:prstGeom prst="rect">
            <a:avLst/>
          </a:prstGeom>
        </p:spPr>
        <p:txBody>
          <a:bodyPr/>
          <a:lstStyle>
            <a:lvl1pPr>
              <a:defRPr b="1"/>
            </a:lvl1pPr>
          </a:lstStyle>
          <a:p>
            <a:pPr lvl="0"/>
            <a:r>
              <a:rPr lang="en-US"/>
              <a:t>Click to edit Master text styles</a:t>
            </a:r>
          </a:p>
        </p:txBody>
      </p:sp>
      <p:sp>
        <p:nvSpPr>
          <p:cNvPr id="667" name="Text Placeholder 8"/>
          <p:cNvSpPr>
            <a:spLocks noGrp="1"/>
          </p:cNvSpPr>
          <p:nvPr>
            <p:ph type="body" sz="quarter" idx="17"/>
          </p:nvPr>
        </p:nvSpPr>
        <p:spPr>
          <a:xfrm>
            <a:off x="1320800" y="3480539"/>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68" name="Content Placeholder 18"/>
          <p:cNvSpPr>
            <a:spLocks noGrp="1"/>
          </p:cNvSpPr>
          <p:nvPr>
            <p:ph sz="quarter" idx="18"/>
          </p:nvPr>
        </p:nvSpPr>
        <p:spPr>
          <a:xfrm>
            <a:off x="1320800" y="3130247"/>
            <a:ext cx="4775200" cy="327025"/>
          </a:xfrm>
          <a:prstGeom prst="rect">
            <a:avLst/>
          </a:prstGeom>
        </p:spPr>
        <p:txBody>
          <a:bodyPr/>
          <a:lstStyle>
            <a:lvl1pPr>
              <a:defRPr b="1"/>
            </a:lvl1pPr>
          </a:lstStyle>
          <a:p>
            <a:pPr lvl="0"/>
            <a:r>
              <a:rPr lang="en-US"/>
              <a:t>Click to edit Master text styles</a:t>
            </a:r>
          </a:p>
        </p:txBody>
      </p:sp>
      <p:sp>
        <p:nvSpPr>
          <p:cNvPr id="673" name="Text Placeholder 8"/>
          <p:cNvSpPr>
            <a:spLocks noGrp="1"/>
          </p:cNvSpPr>
          <p:nvPr>
            <p:ph type="body" sz="quarter" idx="19"/>
          </p:nvPr>
        </p:nvSpPr>
        <p:spPr>
          <a:xfrm>
            <a:off x="1320800" y="4385714"/>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74" name="Content Placeholder 18"/>
          <p:cNvSpPr>
            <a:spLocks noGrp="1"/>
          </p:cNvSpPr>
          <p:nvPr>
            <p:ph sz="quarter" idx="20"/>
          </p:nvPr>
        </p:nvSpPr>
        <p:spPr>
          <a:xfrm>
            <a:off x="1320800" y="4035422"/>
            <a:ext cx="4775200" cy="327025"/>
          </a:xfrm>
          <a:prstGeom prst="rect">
            <a:avLst/>
          </a:prstGeom>
        </p:spPr>
        <p:txBody>
          <a:bodyPr/>
          <a:lstStyle>
            <a:lvl1pPr>
              <a:defRPr b="1"/>
            </a:lvl1pPr>
          </a:lstStyle>
          <a:p>
            <a:pPr lvl="0"/>
            <a:r>
              <a:rPr lang="en-US"/>
              <a:t>Click to edit Master text styles</a:t>
            </a:r>
          </a:p>
        </p:txBody>
      </p:sp>
      <p:sp>
        <p:nvSpPr>
          <p:cNvPr id="679" name="Text Placeholder 8"/>
          <p:cNvSpPr>
            <a:spLocks noGrp="1"/>
          </p:cNvSpPr>
          <p:nvPr>
            <p:ph type="body" sz="quarter" idx="21"/>
          </p:nvPr>
        </p:nvSpPr>
        <p:spPr>
          <a:xfrm>
            <a:off x="1320800" y="5279268"/>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81" name="Content Placeholder 18"/>
          <p:cNvSpPr>
            <a:spLocks noGrp="1"/>
          </p:cNvSpPr>
          <p:nvPr>
            <p:ph sz="quarter" idx="22"/>
          </p:nvPr>
        </p:nvSpPr>
        <p:spPr>
          <a:xfrm>
            <a:off x="1320800" y="4928976"/>
            <a:ext cx="4775200" cy="327025"/>
          </a:xfrm>
          <a:prstGeom prst="rect">
            <a:avLst/>
          </a:prstGeom>
        </p:spPr>
        <p:txBody>
          <a:bodyPr/>
          <a:lstStyle>
            <a:lvl1pPr>
              <a:defRPr b="1"/>
            </a:lvl1pPr>
          </a:lstStyle>
          <a:p>
            <a:pPr lvl="0"/>
            <a:r>
              <a:rPr lang="en-US"/>
              <a:t>Click to edit Master text styles</a:t>
            </a:r>
          </a:p>
        </p:txBody>
      </p:sp>
      <p:sp>
        <p:nvSpPr>
          <p:cNvPr id="25" name="Google Shape;683;p20">
            <a:extLst>
              <a:ext uri="{FF2B5EF4-FFF2-40B4-BE49-F238E27FC236}">
                <a16:creationId xmlns:a16="http://schemas.microsoft.com/office/drawing/2014/main" id="{6850BE6F-01BF-BCED-447D-F55946CFC560}"/>
              </a:ext>
            </a:extLst>
          </p:cNvPr>
          <p:cNvSpPr txBox="1">
            <a:spLocks noGrp="1" noChangeArrowheads="1"/>
          </p:cNvSpPr>
          <p:nvPr>
            <p:ph type="sldNum" idx="23"/>
          </p:nvPr>
        </p:nvSpPr>
        <p:spPr/>
        <p:txBody>
          <a:bodyPr/>
          <a:lstStyle>
            <a:lvl1pPr>
              <a:defRPr/>
            </a:lvl1pPr>
          </a:lstStyle>
          <a:p>
            <a:fld id="{332469FB-0A0C-314F-A7FA-93CE565D0325}" type="slidenum">
              <a:rPr lang="en-IN" altLang="en-US"/>
              <a:pPr/>
              <a:t>‹#›</a:t>
            </a:fld>
            <a:endParaRPr lang="en-IN" altLang="en-US"/>
          </a:p>
        </p:txBody>
      </p:sp>
    </p:spTree>
    <p:extLst>
      <p:ext uri="{BB962C8B-B14F-4D97-AF65-F5344CB8AC3E}">
        <p14:creationId xmlns:p14="http://schemas.microsoft.com/office/powerpoint/2010/main" val="825347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matchingName="Title+Content">
  <p:cSld name="1_Title+Content">
    <p:spTree>
      <p:nvGrpSpPr>
        <p:cNvPr id="1" name="Shape 679"/>
        <p:cNvGrpSpPr/>
        <p:nvPr/>
      </p:nvGrpSpPr>
      <p:grpSpPr>
        <a:xfrm>
          <a:off x="0" y="0"/>
          <a:ext cx="0" cy="0"/>
          <a:chOff x="0" y="0"/>
          <a:chExt cx="0" cy="0"/>
        </a:xfrm>
      </p:grpSpPr>
      <p:pic>
        <p:nvPicPr>
          <p:cNvPr id="2" name="Google Shape;722;p27">
            <a:extLst>
              <a:ext uri="{FF2B5EF4-FFF2-40B4-BE49-F238E27FC236}">
                <a16:creationId xmlns:a16="http://schemas.microsoft.com/office/drawing/2014/main" id="{802F338C-F0B1-FEBE-4701-92EED4D3B47C}"/>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2275" y="1711325"/>
            <a:ext cx="3713163"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0" name="Google Shape;680;p2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82" name="Google Shape;682;p20"/>
          <p:cNvSpPr txBox="1">
            <a:spLocks noGrp="1"/>
          </p:cNvSpPr>
          <p:nvPr>
            <p:ph type="body" idx="2"/>
          </p:nvPr>
        </p:nvSpPr>
        <p:spPr>
          <a:xfrm>
            <a:off x="514350" y="1304995"/>
            <a:ext cx="7252671" cy="4840828"/>
          </a:xfrm>
          <a:prstGeom prst="rect">
            <a:avLst/>
          </a:prstGeom>
          <a:noFill/>
          <a:ln>
            <a:noFill/>
          </a:ln>
        </p:spPr>
        <p:txBody>
          <a:bodyPr spcFirstLastPara="1" wrap="square" lIns="0" tIns="0" rIns="0" bIns="0" anchor="t" anchorCtr="0"/>
          <a:lstStyle>
            <a:lvl1pPr marL="0" marR="0" lvl="0" indent="0" algn="l" rtl="0">
              <a:lnSpc>
                <a:spcPct val="100000"/>
              </a:lnSpc>
              <a:spcBef>
                <a:spcPts val="0"/>
              </a:spcBef>
              <a:spcAft>
                <a:spcPts val="60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344488" marR="0" lvl="1" indent="-342900" algn="l" rtl="0">
              <a:lnSpc>
                <a:spcPct val="100000"/>
              </a:lnSpc>
              <a:spcBef>
                <a:spcPts val="0"/>
              </a:spcBef>
              <a:spcAft>
                <a:spcPts val="60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666750" marR="0" lvl="2" indent="-330200" algn="l" rtl="0">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dk1"/>
                </a:solidFill>
                <a:latin typeface="Arial"/>
                <a:ea typeface="Arial"/>
                <a:cs typeface="Arial"/>
                <a:sym typeface="Arial"/>
              </a:defRPr>
            </a:lvl3pPr>
            <a:lvl4pPr marL="968375" marR="0" lvl="3" indent="-323850" algn="l" rtl="0">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dk1"/>
                </a:solidFill>
                <a:latin typeface="Arial"/>
                <a:ea typeface="Arial"/>
                <a:cs typeface="Arial"/>
                <a:sym typeface="Arial"/>
              </a:defRPr>
            </a:lvl4pPr>
            <a:lvl5pPr marL="2286000" marR="0" lvl="4" indent="-298450" algn="l" rtl="0">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Google Shape;683;p20">
            <a:extLst>
              <a:ext uri="{FF2B5EF4-FFF2-40B4-BE49-F238E27FC236}">
                <a16:creationId xmlns:a16="http://schemas.microsoft.com/office/drawing/2014/main" id="{5C2C19F3-A050-C5E4-A59E-CCAE3A25702A}"/>
              </a:ext>
            </a:extLst>
          </p:cNvPr>
          <p:cNvSpPr txBox="1">
            <a:spLocks noGrp="1" noChangeArrowheads="1"/>
          </p:cNvSpPr>
          <p:nvPr>
            <p:ph type="sldNum" idx="10"/>
          </p:nvPr>
        </p:nvSpPr>
        <p:spPr/>
        <p:txBody>
          <a:bodyPr/>
          <a:lstStyle>
            <a:lvl1pPr>
              <a:defRPr/>
            </a:lvl1pPr>
          </a:lstStyle>
          <a:p>
            <a:fld id="{0BB7CAB0-33CD-194E-B865-6E29100EF96D}" type="slidenum">
              <a:rPr lang="en-IN" altLang="en-US"/>
              <a:pPr/>
              <a:t>‹#›</a:t>
            </a:fld>
            <a:endParaRPr lang="en-IN" altLang="en-US"/>
          </a:p>
        </p:txBody>
      </p:sp>
    </p:spTree>
    <p:extLst>
      <p:ext uri="{BB962C8B-B14F-4D97-AF65-F5344CB8AC3E}">
        <p14:creationId xmlns:p14="http://schemas.microsoft.com/office/powerpoint/2010/main" val="362677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matchingName="Title+Content" preserve="1">
  <p:cSld name="1_Title+Content">
    <p:spTree>
      <p:nvGrpSpPr>
        <p:cNvPr id="1" name="Shape 679"/>
        <p:cNvGrpSpPr/>
        <p:nvPr/>
      </p:nvGrpSpPr>
      <p:grpSpPr>
        <a:xfrm>
          <a:off x="0" y="0"/>
          <a:ext cx="0" cy="0"/>
          <a:chOff x="0" y="0"/>
          <a:chExt cx="0" cy="0"/>
        </a:xfrm>
      </p:grpSpPr>
      <p:sp>
        <p:nvSpPr>
          <p:cNvPr id="680" name="Google Shape;680;p20"/>
          <p:cNvSpPr txBox="1">
            <a:spLocks noGrp="1"/>
          </p:cNvSpPr>
          <p:nvPr>
            <p:ph type="title"/>
          </p:nvPr>
        </p:nvSpPr>
        <p:spPr>
          <a:xfrm>
            <a:off x="208634" y="633245"/>
            <a:ext cx="11307531" cy="492172"/>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82" name="Google Shape;682;p20"/>
          <p:cNvSpPr txBox="1">
            <a:spLocks noGrp="1"/>
          </p:cNvSpPr>
          <p:nvPr>
            <p:ph type="body" idx="2"/>
          </p:nvPr>
        </p:nvSpPr>
        <p:spPr>
          <a:xfrm>
            <a:off x="514350" y="1304995"/>
            <a:ext cx="11047534" cy="4840828"/>
          </a:xfrm>
          <a:prstGeom prst="rect">
            <a:avLst/>
          </a:prstGeom>
          <a:noFill/>
          <a:ln>
            <a:noFill/>
          </a:ln>
        </p:spPr>
        <p:txBody>
          <a:bodyPr spcFirstLastPara="1" wrap="square" lIns="0" tIns="0" rIns="0" bIns="0" anchor="t" anchorCtr="0"/>
          <a:lstStyle>
            <a:lvl1pPr marL="0" marR="0" lvl="0" indent="0" algn="l" rtl="0">
              <a:lnSpc>
                <a:spcPct val="100000"/>
              </a:lnSpc>
              <a:spcBef>
                <a:spcPts val="0"/>
              </a:spcBef>
              <a:spcAft>
                <a:spcPts val="60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344488" marR="0" lvl="1" indent="-342900" algn="l" rtl="0">
              <a:lnSpc>
                <a:spcPct val="100000"/>
              </a:lnSpc>
              <a:spcBef>
                <a:spcPts val="0"/>
              </a:spcBef>
              <a:spcAft>
                <a:spcPts val="60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666750" marR="0" lvl="2" indent="-330200" algn="l" rtl="0">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dk1"/>
                </a:solidFill>
                <a:latin typeface="Arial"/>
                <a:ea typeface="Arial"/>
                <a:cs typeface="Arial"/>
                <a:sym typeface="Arial"/>
              </a:defRPr>
            </a:lvl3pPr>
            <a:lvl4pPr marL="968375" marR="0" lvl="3" indent="-323850" algn="l" rtl="0">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dk1"/>
                </a:solidFill>
                <a:latin typeface="Arial"/>
                <a:ea typeface="Arial"/>
                <a:cs typeface="Arial"/>
                <a:sym typeface="Arial"/>
              </a:defRPr>
            </a:lvl4pPr>
            <a:lvl5pPr marL="2286000" marR="0" lvl="4" indent="-298450" algn="l" rtl="0">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Google Shape;683;p20">
            <a:extLst>
              <a:ext uri="{FF2B5EF4-FFF2-40B4-BE49-F238E27FC236}">
                <a16:creationId xmlns:a16="http://schemas.microsoft.com/office/drawing/2014/main" id="{0F09C164-3134-0AB2-C511-61B7C714A3C1}"/>
              </a:ext>
            </a:extLst>
          </p:cNvPr>
          <p:cNvSpPr txBox="1">
            <a:spLocks noGrp="1" noChangeArrowheads="1"/>
          </p:cNvSpPr>
          <p:nvPr>
            <p:ph type="sldNum" idx="10"/>
          </p:nvPr>
        </p:nvSpPr>
        <p:spPr/>
        <p:txBody>
          <a:bodyPr/>
          <a:lstStyle>
            <a:lvl1pPr>
              <a:defRPr/>
            </a:lvl1pPr>
          </a:lstStyle>
          <a:p>
            <a:fld id="{44B3DEBA-5E97-6C48-A608-C74D0D2F469B}" type="slidenum">
              <a:rPr lang="en-US" altLang="en-US"/>
              <a:pPr/>
              <a:t>‹#›</a:t>
            </a:fld>
            <a:endParaRPr lang="en-US" altLang="en-US"/>
          </a:p>
        </p:txBody>
      </p:sp>
    </p:spTree>
    <p:extLst>
      <p:ext uri="{BB962C8B-B14F-4D97-AF65-F5344CB8AC3E}">
        <p14:creationId xmlns:p14="http://schemas.microsoft.com/office/powerpoint/2010/main" val="290598177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matchingName="Title+Content" preserve="1">
  <p:cSld name="1_Title+Content">
    <p:bg>
      <p:bgPr>
        <a:solidFill>
          <a:srgbClr val="181717"/>
        </a:solidFill>
        <a:effectLst/>
      </p:bgPr>
    </p:bg>
    <p:spTree>
      <p:nvGrpSpPr>
        <p:cNvPr id="1" name="Shape 679"/>
        <p:cNvGrpSpPr/>
        <p:nvPr/>
      </p:nvGrpSpPr>
      <p:grpSpPr>
        <a:xfrm>
          <a:off x="0" y="0"/>
          <a:ext cx="0" cy="0"/>
          <a:chOff x="0" y="0"/>
          <a:chExt cx="0" cy="0"/>
        </a:xfrm>
      </p:grpSpPr>
      <p:sp>
        <p:nvSpPr>
          <p:cNvPr id="680" name="Google Shape;680;p20"/>
          <p:cNvSpPr txBox="1">
            <a:spLocks noGrp="1"/>
          </p:cNvSpPr>
          <p:nvPr>
            <p:ph type="title"/>
          </p:nvPr>
        </p:nvSpPr>
        <p:spPr>
          <a:xfrm>
            <a:off x="208634" y="633245"/>
            <a:ext cx="11353249" cy="492172"/>
          </a:xfrm>
          <a:prstGeom prst="rect">
            <a:avLst/>
          </a:prstGeom>
          <a:noFill/>
          <a:ln>
            <a:noFill/>
          </a:ln>
        </p:spPr>
        <p:txBody>
          <a:bodyPr spcFirstLastPara="1" wrap="square" lIns="91425" tIns="45700" rIns="91425" bIns="45700" anchor="t" anchorCtr="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bg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82" name="Google Shape;682;p20"/>
          <p:cNvSpPr txBox="1">
            <a:spLocks noGrp="1"/>
          </p:cNvSpPr>
          <p:nvPr>
            <p:ph type="body" idx="2"/>
          </p:nvPr>
        </p:nvSpPr>
        <p:spPr>
          <a:xfrm>
            <a:off x="514350" y="1304995"/>
            <a:ext cx="11047534" cy="4840828"/>
          </a:xfrm>
          <a:prstGeom prst="rect">
            <a:avLst/>
          </a:prstGeom>
          <a:noFill/>
          <a:ln>
            <a:noFill/>
          </a:ln>
        </p:spPr>
        <p:txBody>
          <a:bodyPr spcFirstLastPara="1" wrap="square" lIns="0" tIns="0" rIns="0" bIns="0" anchor="t" anchorCtr="0"/>
          <a:lstStyle>
            <a:lvl1pPr marL="0" marR="0" lvl="0" indent="0" algn="l" rtl="0">
              <a:lnSpc>
                <a:spcPct val="100000"/>
              </a:lnSpc>
              <a:spcBef>
                <a:spcPts val="0"/>
              </a:spcBef>
              <a:spcAft>
                <a:spcPts val="600"/>
              </a:spcAft>
              <a:buClr>
                <a:schemeClr val="dk1"/>
              </a:buClr>
              <a:buSzPts val="1800"/>
              <a:buFont typeface="Arial"/>
              <a:buNone/>
              <a:defRPr sz="1800" b="0" i="0" u="none" strike="noStrike" cap="none">
                <a:solidFill>
                  <a:schemeClr val="bg1"/>
                </a:solidFill>
                <a:latin typeface="Arial"/>
                <a:ea typeface="Arial"/>
                <a:cs typeface="Arial"/>
                <a:sym typeface="Arial"/>
              </a:defRPr>
            </a:lvl1pPr>
            <a:lvl2pPr marL="344488" marR="0" lvl="1" indent="-342900" algn="l" rtl="0">
              <a:lnSpc>
                <a:spcPct val="100000"/>
              </a:lnSpc>
              <a:spcBef>
                <a:spcPts val="0"/>
              </a:spcBef>
              <a:spcAft>
                <a:spcPts val="600"/>
              </a:spcAft>
              <a:buClr>
                <a:schemeClr val="dk1"/>
              </a:buClr>
              <a:buSzPts val="1800"/>
              <a:buFont typeface="Noto Sans Symbols"/>
              <a:buChar char="⇥"/>
              <a:defRPr sz="1800" b="0" i="0" u="none" strike="noStrike" cap="none">
                <a:solidFill>
                  <a:schemeClr val="bg1"/>
                </a:solidFill>
                <a:latin typeface="Arial"/>
                <a:ea typeface="Arial"/>
                <a:cs typeface="Arial"/>
                <a:sym typeface="Arial"/>
              </a:defRPr>
            </a:lvl2pPr>
            <a:lvl3pPr marL="666750" marR="0" lvl="2" indent="-330200" algn="l" rtl="0">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bg1"/>
                </a:solidFill>
                <a:latin typeface="Arial"/>
                <a:ea typeface="Arial"/>
                <a:cs typeface="Arial"/>
                <a:sym typeface="Arial"/>
              </a:defRPr>
            </a:lvl3pPr>
            <a:lvl4pPr marL="968375" marR="0" lvl="3" indent="-323850" algn="l" rtl="0">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bg1"/>
                </a:solidFill>
                <a:latin typeface="Arial"/>
                <a:ea typeface="Arial"/>
                <a:cs typeface="Arial"/>
                <a:sym typeface="Arial"/>
              </a:defRPr>
            </a:lvl4pPr>
            <a:lvl5pPr marL="2286000" marR="0" lvl="4" indent="-298450" algn="l" rtl="0">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Google Shape;683;p20">
            <a:extLst>
              <a:ext uri="{FF2B5EF4-FFF2-40B4-BE49-F238E27FC236}">
                <a16:creationId xmlns:a16="http://schemas.microsoft.com/office/drawing/2014/main" id="{E14540D3-316F-B92A-FBCB-58599BA7E974}"/>
              </a:ext>
            </a:extLst>
          </p:cNvPr>
          <p:cNvSpPr txBox="1">
            <a:spLocks noGrp="1" noChangeArrowheads="1"/>
          </p:cNvSpPr>
          <p:nvPr>
            <p:ph type="sldNum" idx="10"/>
          </p:nvPr>
        </p:nvSpPr>
        <p:spPr/>
        <p:txBody>
          <a:bodyPr/>
          <a:lstStyle>
            <a:lvl1pPr>
              <a:defRPr/>
            </a:lvl1pPr>
          </a:lstStyle>
          <a:p>
            <a:fld id="{B23E931B-64BB-5F42-B71F-89D098858A6E}" type="slidenum">
              <a:rPr lang="en-US" altLang="en-US"/>
              <a:pPr/>
              <a:t>‹#›</a:t>
            </a:fld>
            <a:endParaRPr lang="en-US" altLang="en-US"/>
          </a:p>
        </p:txBody>
      </p:sp>
    </p:spTree>
    <p:extLst>
      <p:ext uri="{BB962C8B-B14F-4D97-AF65-F5344CB8AC3E}">
        <p14:creationId xmlns:p14="http://schemas.microsoft.com/office/powerpoint/2010/main" val="38267765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matchingName="Title+Content" preserve="1" userDrawn="1">
  <p:cSld name="1_Title+Content">
    <p:bg>
      <p:bgPr>
        <a:solidFill>
          <a:srgbClr val="EAF9F2"/>
        </a:solidFill>
        <a:effectLst/>
      </p:bgPr>
    </p:bg>
    <p:spTree>
      <p:nvGrpSpPr>
        <p:cNvPr id="1" name="Shape 679"/>
        <p:cNvGrpSpPr/>
        <p:nvPr/>
      </p:nvGrpSpPr>
      <p:grpSpPr>
        <a:xfrm>
          <a:off x="0" y="0"/>
          <a:ext cx="0" cy="0"/>
          <a:chOff x="0" y="0"/>
          <a:chExt cx="0" cy="0"/>
        </a:xfrm>
      </p:grpSpPr>
      <p:sp>
        <p:nvSpPr>
          <p:cNvPr id="2" name="Rectangle 1">
            <a:extLst>
              <a:ext uri="{FF2B5EF4-FFF2-40B4-BE49-F238E27FC236}">
                <a16:creationId xmlns:a16="http://schemas.microsoft.com/office/drawing/2014/main" id="{98702342-3683-A074-26EF-71022B1E30A8}"/>
              </a:ext>
            </a:extLst>
          </p:cNvPr>
          <p:cNvSpPr/>
          <p:nvPr userDrawn="1"/>
        </p:nvSpPr>
        <p:spPr>
          <a:xfrm>
            <a:off x="0" y="0"/>
            <a:ext cx="12192000" cy="4254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IN" sz="1867" kern="0">
              <a:solidFill>
                <a:schemeClr val="accent2">
                  <a:lumMod val="20000"/>
                  <a:lumOff val="80000"/>
                </a:schemeClr>
              </a:solidFill>
              <a:sym typeface="Arial"/>
            </a:endParaRPr>
          </a:p>
        </p:txBody>
      </p:sp>
      <p:sp>
        <p:nvSpPr>
          <p:cNvPr id="682" name="Google Shape;682;p20"/>
          <p:cNvSpPr txBox="1">
            <a:spLocks noGrp="1"/>
          </p:cNvSpPr>
          <p:nvPr>
            <p:ph type="body" idx="2"/>
          </p:nvPr>
        </p:nvSpPr>
        <p:spPr>
          <a:xfrm>
            <a:off x="514350" y="4368799"/>
            <a:ext cx="11047534" cy="1777023"/>
          </a:xfrm>
          <a:prstGeom prst="rect">
            <a:avLst/>
          </a:prstGeom>
          <a:noFill/>
          <a:ln>
            <a:noFill/>
          </a:ln>
        </p:spPr>
        <p:txBody>
          <a:bodyPr spcFirstLastPara="1" wrap="square" lIns="0" tIns="0" rIns="0" bIns="0" anchor="t" anchorCtr="0"/>
          <a:lstStyle>
            <a:lvl1pPr marL="0" marR="0" lvl="0" indent="0" algn="l" rtl="0">
              <a:lnSpc>
                <a:spcPct val="100000"/>
              </a:lnSpc>
              <a:spcBef>
                <a:spcPts val="0"/>
              </a:spcBef>
              <a:spcAft>
                <a:spcPts val="600"/>
              </a:spcAft>
              <a:buClr>
                <a:schemeClr val="dk1"/>
              </a:buClr>
              <a:buSzPts val="1800"/>
              <a:buFont typeface="Arial"/>
              <a:buNone/>
              <a:defRPr sz="1800" b="0" i="0" u="none" strike="noStrike" cap="none">
                <a:solidFill>
                  <a:schemeClr val="bg2">
                    <a:lumMod val="50000"/>
                  </a:schemeClr>
                </a:solidFill>
                <a:latin typeface="Arial"/>
                <a:ea typeface="Arial"/>
                <a:cs typeface="Arial"/>
                <a:sym typeface="Arial"/>
              </a:defRPr>
            </a:lvl1pPr>
            <a:lvl2pPr marL="344488" marR="0" lvl="1" indent="-342900" algn="l" rtl="0">
              <a:lnSpc>
                <a:spcPct val="100000"/>
              </a:lnSpc>
              <a:spcBef>
                <a:spcPts val="0"/>
              </a:spcBef>
              <a:spcAft>
                <a:spcPts val="600"/>
              </a:spcAft>
              <a:buClr>
                <a:schemeClr val="dk1"/>
              </a:buClr>
              <a:buSzPts val="1800"/>
              <a:buFont typeface="Noto Sans Symbols"/>
              <a:buChar char="⇥"/>
              <a:defRPr sz="1800" b="0" i="0" u="none" strike="noStrike" cap="none">
                <a:solidFill>
                  <a:schemeClr val="bg2">
                    <a:lumMod val="50000"/>
                  </a:schemeClr>
                </a:solidFill>
                <a:latin typeface="Arial"/>
                <a:ea typeface="Arial"/>
                <a:cs typeface="Arial"/>
                <a:sym typeface="Arial"/>
              </a:defRPr>
            </a:lvl2pPr>
            <a:lvl3pPr marL="666750" marR="0" lvl="2" indent="-330200" algn="l" rtl="0">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bg2">
                    <a:lumMod val="50000"/>
                  </a:schemeClr>
                </a:solidFill>
                <a:latin typeface="Arial"/>
                <a:ea typeface="Arial"/>
                <a:cs typeface="Arial"/>
                <a:sym typeface="Arial"/>
              </a:defRPr>
            </a:lvl3pPr>
            <a:lvl4pPr marL="968375" marR="0" lvl="3" indent="-323850" algn="l" rtl="0">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bg2">
                    <a:lumMod val="50000"/>
                  </a:schemeClr>
                </a:solidFill>
                <a:latin typeface="Arial"/>
                <a:ea typeface="Arial"/>
                <a:cs typeface="Arial"/>
                <a:sym typeface="Arial"/>
              </a:defRPr>
            </a:lvl4pPr>
            <a:lvl5pPr marL="2286000" marR="0" lvl="4" indent="-298450" algn="l" rtl="0">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itle 2"/>
          <p:cNvSpPr>
            <a:spLocks noGrp="1"/>
          </p:cNvSpPr>
          <p:nvPr>
            <p:ph type="title"/>
          </p:nvPr>
        </p:nvSpPr>
        <p:spPr>
          <a:xfrm>
            <a:off x="514350" y="952500"/>
            <a:ext cx="11047534" cy="2744483"/>
          </a:xfrm>
          <a:prstGeom prst="rect">
            <a:avLst/>
          </a:prstGeom>
        </p:spPr>
        <p:txBody>
          <a:bodyPr/>
          <a:lstStyle>
            <a:lvl1pPr>
              <a:defRPr sz="5400" b="1">
                <a:solidFill>
                  <a:schemeClr val="accent2">
                    <a:lumMod val="20000"/>
                    <a:lumOff val="80000"/>
                  </a:schemeClr>
                </a:solidFill>
                <a:latin typeface="Congenial Black" panose="020F0502020204030204" pitchFamily="2" charset="0"/>
              </a:defRPr>
            </a:lvl1pPr>
          </a:lstStyle>
          <a:p>
            <a:r>
              <a:rPr lang="en-US"/>
              <a:t>Click to edit Master title style</a:t>
            </a:r>
            <a:endParaRPr lang="en-IN"/>
          </a:p>
        </p:txBody>
      </p:sp>
      <p:sp>
        <p:nvSpPr>
          <p:cNvPr id="4" name="Google Shape;683;p20">
            <a:extLst>
              <a:ext uri="{FF2B5EF4-FFF2-40B4-BE49-F238E27FC236}">
                <a16:creationId xmlns:a16="http://schemas.microsoft.com/office/drawing/2014/main" id="{6E125C8D-5DA8-E436-8876-910212D06B11}"/>
              </a:ext>
            </a:extLst>
          </p:cNvPr>
          <p:cNvSpPr txBox="1">
            <a:spLocks noGrp="1" noChangeArrowheads="1"/>
          </p:cNvSpPr>
          <p:nvPr>
            <p:ph type="sldNum" idx="10"/>
          </p:nvPr>
        </p:nvSpPr>
        <p:spPr/>
        <p:txBody>
          <a:bodyPr/>
          <a:lstStyle>
            <a:lvl1pPr>
              <a:defRPr/>
            </a:lvl1pPr>
          </a:lstStyle>
          <a:p>
            <a:fld id="{1A0E0F73-533F-A942-8A06-6A7EE0ED9B1E}" type="slidenum">
              <a:rPr lang="en-US" altLang="en-US"/>
              <a:pPr/>
              <a:t>‹#›</a:t>
            </a:fld>
            <a:endParaRPr lang="en-US" altLang="en-US"/>
          </a:p>
        </p:txBody>
      </p:sp>
    </p:spTree>
    <p:extLst>
      <p:ext uri="{BB962C8B-B14F-4D97-AF65-F5344CB8AC3E}">
        <p14:creationId xmlns:p14="http://schemas.microsoft.com/office/powerpoint/2010/main" val="265314239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matchingName="Title+Content" preserve="1" userDrawn="1">
  <p:cSld name="1_Title+Content">
    <p:bg>
      <p:bgPr>
        <a:solidFill>
          <a:srgbClr val="EAF9F2"/>
        </a:solidFill>
        <a:effectLst/>
      </p:bgPr>
    </p:bg>
    <p:spTree>
      <p:nvGrpSpPr>
        <p:cNvPr id="1" name="Shape 679"/>
        <p:cNvGrpSpPr/>
        <p:nvPr/>
      </p:nvGrpSpPr>
      <p:grpSpPr>
        <a:xfrm>
          <a:off x="0" y="0"/>
          <a:ext cx="0" cy="0"/>
          <a:chOff x="0" y="0"/>
          <a:chExt cx="0" cy="0"/>
        </a:xfrm>
      </p:grpSpPr>
      <p:sp>
        <p:nvSpPr>
          <p:cNvPr id="2" name="Rectangle 1">
            <a:extLst>
              <a:ext uri="{FF2B5EF4-FFF2-40B4-BE49-F238E27FC236}">
                <a16:creationId xmlns:a16="http://schemas.microsoft.com/office/drawing/2014/main" id="{949C3A5C-43BD-BA2D-53E0-922DACD46F90}"/>
              </a:ext>
            </a:extLst>
          </p:cNvPr>
          <p:cNvSpPr/>
          <p:nvPr userDrawn="1"/>
        </p:nvSpPr>
        <p:spPr>
          <a:xfrm>
            <a:off x="0" y="0"/>
            <a:ext cx="12192000" cy="635635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IN" sz="1867" kern="0">
              <a:solidFill>
                <a:schemeClr val="accent2">
                  <a:lumMod val="20000"/>
                  <a:lumOff val="80000"/>
                </a:schemeClr>
              </a:solidFill>
              <a:sym typeface="Arial"/>
            </a:endParaRPr>
          </a:p>
        </p:txBody>
      </p:sp>
      <p:sp>
        <p:nvSpPr>
          <p:cNvPr id="3" name="Title 2"/>
          <p:cNvSpPr>
            <a:spLocks noGrp="1"/>
          </p:cNvSpPr>
          <p:nvPr>
            <p:ph type="title"/>
          </p:nvPr>
        </p:nvSpPr>
        <p:spPr>
          <a:xfrm>
            <a:off x="514350" y="2495550"/>
            <a:ext cx="11047534" cy="3576333"/>
          </a:xfrm>
          <a:prstGeom prst="rect">
            <a:avLst/>
          </a:prstGeom>
        </p:spPr>
        <p:txBody>
          <a:bodyPr/>
          <a:lstStyle>
            <a:lvl1pPr>
              <a:defRPr sz="5400" b="1">
                <a:solidFill>
                  <a:schemeClr val="accent2">
                    <a:lumMod val="75000"/>
                  </a:schemeClr>
                </a:solidFill>
                <a:latin typeface="Congenial Black" panose="020F0502020204030204" pitchFamily="2" charset="0"/>
              </a:defRPr>
            </a:lvl1pPr>
          </a:lstStyle>
          <a:p>
            <a:r>
              <a:rPr lang="en-US"/>
              <a:t>Click to edit Master title style</a:t>
            </a:r>
            <a:endParaRPr lang="en-IN" dirty="0"/>
          </a:p>
        </p:txBody>
      </p:sp>
      <p:sp>
        <p:nvSpPr>
          <p:cNvPr id="6" name="Content Placeholder 5"/>
          <p:cNvSpPr>
            <a:spLocks noGrp="1"/>
          </p:cNvSpPr>
          <p:nvPr>
            <p:ph sz="quarter" idx="13"/>
          </p:nvPr>
        </p:nvSpPr>
        <p:spPr>
          <a:xfrm>
            <a:off x="514350" y="1309688"/>
            <a:ext cx="11047534" cy="1185862"/>
          </a:xfrm>
          <a:prstGeom prst="rect">
            <a:avLst/>
          </a:prstGeom>
        </p:spPr>
        <p:txBody>
          <a:bodyPr/>
          <a:lstStyle>
            <a:lvl1pPr algn="ctr">
              <a:defRPr sz="5400">
                <a:solidFill>
                  <a:schemeClr val="bg1"/>
                </a:solidFill>
                <a:latin typeface="Abadi" panose="020F0502020204030204" pitchFamily="34" charset="0"/>
              </a:defRPr>
            </a:lvl1pPr>
            <a:lvl2pPr algn="ctr">
              <a:defRPr/>
            </a:lvl2pPr>
            <a:lvl3pPr algn="ctr">
              <a:defRPr/>
            </a:lvl3pPr>
            <a:lvl4pPr algn="ctr">
              <a:defRPr/>
            </a:lvl4pPr>
            <a:lvl5pPr algn="ctr">
              <a:defRPr sz="4000"/>
            </a:lvl5pPr>
          </a:lstStyle>
          <a:p>
            <a:pPr lvl="0"/>
            <a:r>
              <a:rPr lang="en-US"/>
              <a:t>Click to edit Master text styles</a:t>
            </a:r>
          </a:p>
        </p:txBody>
      </p:sp>
      <p:sp>
        <p:nvSpPr>
          <p:cNvPr id="4" name="Google Shape;683;p20">
            <a:extLst>
              <a:ext uri="{FF2B5EF4-FFF2-40B4-BE49-F238E27FC236}">
                <a16:creationId xmlns:a16="http://schemas.microsoft.com/office/drawing/2014/main" id="{9A448A92-07C8-E211-4711-042F7AB49A2B}"/>
              </a:ext>
            </a:extLst>
          </p:cNvPr>
          <p:cNvSpPr txBox="1">
            <a:spLocks noGrp="1" noChangeArrowheads="1"/>
          </p:cNvSpPr>
          <p:nvPr>
            <p:ph type="sldNum" idx="14"/>
          </p:nvPr>
        </p:nvSpPr>
        <p:spPr/>
        <p:txBody>
          <a:bodyPr/>
          <a:lstStyle>
            <a:lvl1pPr>
              <a:defRPr/>
            </a:lvl1pPr>
          </a:lstStyle>
          <a:p>
            <a:fld id="{FF12542D-3F8C-FC44-9677-64C0C10BCE96}" type="slidenum">
              <a:rPr lang="en-US" altLang="en-US"/>
              <a:pPr/>
              <a:t>‹#›</a:t>
            </a:fld>
            <a:endParaRPr lang="en-US" altLang="en-US"/>
          </a:p>
        </p:txBody>
      </p:sp>
    </p:spTree>
    <p:extLst>
      <p:ext uri="{BB962C8B-B14F-4D97-AF65-F5344CB8AC3E}">
        <p14:creationId xmlns:p14="http://schemas.microsoft.com/office/powerpoint/2010/main" val="222637608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matchingName="Title+Content" preserve="1" userDrawn="1">
  <p:cSld name="1_Title+Content">
    <p:spTree>
      <p:nvGrpSpPr>
        <p:cNvPr id="1" name="Shape 679"/>
        <p:cNvGrpSpPr/>
        <p:nvPr/>
      </p:nvGrpSpPr>
      <p:grpSpPr>
        <a:xfrm>
          <a:off x="0" y="0"/>
          <a:ext cx="0" cy="0"/>
          <a:chOff x="0" y="0"/>
          <a:chExt cx="0" cy="0"/>
        </a:xfrm>
      </p:grpSpPr>
      <p:sp>
        <p:nvSpPr>
          <p:cNvPr id="2" name="Rectangle 1">
            <a:extLst>
              <a:ext uri="{FF2B5EF4-FFF2-40B4-BE49-F238E27FC236}">
                <a16:creationId xmlns:a16="http://schemas.microsoft.com/office/drawing/2014/main" id="{8CCEBB93-EBFD-5B5B-9B9C-87CADC3124A7}"/>
              </a:ext>
            </a:extLst>
          </p:cNvPr>
          <p:cNvSpPr/>
          <p:nvPr userDrawn="1"/>
        </p:nvSpPr>
        <p:spPr>
          <a:xfrm>
            <a:off x="0" y="0"/>
            <a:ext cx="12192000" cy="63563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IN" sz="1867" kern="0">
              <a:solidFill>
                <a:schemeClr val="accent2">
                  <a:lumMod val="20000"/>
                  <a:lumOff val="80000"/>
                </a:schemeClr>
              </a:solidFill>
              <a:sym typeface="Arial"/>
            </a:endParaRPr>
          </a:p>
        </p:txBody>
      </p:sp>
      <p:sp>
        <p:nvSpPr>
          <p:cNvPr id="6" name="Text Placeholder 5"/>
          <p:cNvSpPr>
            <a:spLocks noGrp="1"/>
          </p:cNvSpPr>
          <p:nvPr>
            <p:ph type="body" sz="quarter" idx="13"/>
          </p:nvPr>
        </p:nvSpPr>
        <p:spPr>
          <a:xfrm>
            <a:off x="1295400" y="2774950"/>
            <a:ext cx="9601200" cy="1308100"/>
          </a:xfrm>
          <a:prstGeom prst="rect">
            <a:avLst/>
          </a:prstGeom>
          <a:solidFill>
            <a:schemeClr val="bg1"/>
          </a:solidFill>
          <a:ln>
            <a:solidFill>
              <a:schemeClr val="tx1">
                <a:lumMod val="85000"/>
                <a:lumOff val="15000"/>
              </a:schemeClr>
            </a:solidFill>
          </a:ln>
        </p:spPr>
        <p:txBody>
          <a:bodyPr/>
          <a:lstStyle>
            <a:lvl1pPr marL="285750" indent="-285750">
              <a:buFont typeface="Arial" panose="020B0604020202020204" pitchFamily="34" charset="0"/>
              <a:buChar char="•"/>
              <a:defRPr/>
            </a:lvl1pPr>
            <a:lvl2pPr marL="285750" indent="-285750">
              <a:buFont typeface="Arial" panose="020B0604020202020204" pitchFamily="34" charset="0"/>
              <a:buChar char="•"/>
              <a:defRPr/>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ntent Placeholder 7"/>
          <p:cNvSpPr>
            <a:spLocks noGrp="1"/>
          </p:cNvSpPr>
          <p:nvPr>
            <p:ph sz="quarter" idx="14"/>
          </p:nvPr>
        </p:nvSpPr>
        <p:spPr>
          <a:xfrm>
            <a:off x="3095625" y="2012950"/>
            <a:ext cx="6000750" cy="762000"/>
          </a:xfrm>
          <a:prstGeom prst="rect">
            <a:avLst/>
          </a:prstGeom>
          <a:solidFill>
            <a:schemeClr val="accent1"/>
          </a:solidFill>
        </p:spPr>
        <p:txBody>
          <a:bodyPr/>
          <a:lstStyle>
            <a:lvl1pPr algn="ctr">
              <a:defRPr sz="3600">
                <a:solidFill>
                  <a:schemeClr val="bg1"/>
                </a:solidFill>
              </a:defRPr>
            </a:lvl1pPr>
          </a:lstStyle>
          <a:p>
            <a:pPr lvl="0"/>
            <a:r>
              <a:rPr lang="en-US"/>
              <a:t>Click to edit Master text styles</a:t>
            </a:r>
          </a:p>
        </p:txBody>
      </p:sp>
      <p:sp>
        <p:nvSpPr>
          <p:cNvPr id="3" name="Google Shape;683;p20">
            <a:extLst>
              <a:ext uri="{FF2B5EF4-FFF2-40B4-BE49-F238E27FC236}">
                <a16:creationId xmlns:a16="http://schemas.microsoft.com/office/drawing/2014/main" id="{52BEB3C9-8322-15DB-6194-9DCD6A485AEC}"/>
              </a:ext>
            </a:extLst>
          </p:cNvPr>
          <p:cNvSpPr txBox="1">
            <a:spLocks noGrp="1" noChangeArrowheads="1"/>
          </p:cNvSpPr>
          <p:nvPr>
            <p:ph type="sldNum" idx="15"/>
          </p:nvPr>
        </p:nvSpPr>
        <p:spPr/>
        <p:txBody>
          <a:bodyPr/>
          <a:lstStyle>
            <a:lvl1pPr>
              <a:defRPr/>
            </a:lvl1pPr>
          </a:lstStyle>
          <a:p>
            <a:fld id="{D055E290-B1DF-6041-91AD-04716B0D0721}" type="slidenum">
              <a:rPr lang="en-US" altLang="en-US"/>
              <a:pPr/>
              <a:t>‹#›</a:t>
            </a:fld>
            <a:endParaRPr lang="en-US" altLang="en-US"/>
          </a:p>
        </p:txBody>
      </p:sp>
    </p:spTree>
    <p:extLst>
      <p:ext uri="{BB962C8B-B14F-4D97-AF65-F5344CB8AC3E}">
        <p14:creationId xmlns:p14="http://schemas.microsoft.com/office/powerpoint/2010/main" val="273111416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a:xfrm>
            <a:off x="151512" y="714587"/>
            <a:ext cx="11887200" cy="153806"/>
          </a:xfrm>
        </p:spPr>
        <p:txBody>
          <a:bodyPr anchor="t">
            <a:noAutofit/>
          </a:bodyPr>
          <a:lstStyle>
            <a:lvl1pPr marL="0" indent="0">
              <a:lnSpc>
                <a:spcPct val="100000"/>
              </a:lnSpc>
              <a:spcBef>
                <a:spcPts val="0"/>
              </a:spcBef>
              <a:buNone/>
              <a:defRPr sz="800">
                <a:solidFill>
                  <a:schemeClr val="tx2">
                    <a:lumMod val="65000"/>
                    <a:lumOff val="35000"/>
                  </a:schemeClr>
                </a:solidFill>
              </a:defRPr>
            </a:lvl1pPr>
          </a:lstStyle>
          <a:p>
            <a:pPr lvl="0"/>
            <a:r>
              <a:rPr lang="en-US"/>
              <a:t>Click to edit Master text styles</a:t>
            </a:r>
          </a:p>
        </p:txBody>
      </p:sp>
      <p:sp>
        <p:nvSpPr>
          <p:cNvPr id="2" name="Title 1"/>
          <p:cNvSpPr>
            <a:spLocks noGrp="1"/>
          </p:cNvSpPr>
          <p:nvPr>
            <p:ph type="title"/>
          </p:nvPr>
        </p:nvSpPr>
        <p:spPr>
          <a:xfrm>
            <a:off x="151512" y="162106"/>
            <a:ext cx="11888976" cy="528814"/>
          </a:xfrm>
        </p:spPr>
        <p:txBody>
          <a:bodyPr/>
          <a:lstStyle/>
          <a:p>
            <a:r>
              <a:rPr lang="en-US"/>
              <a:t>Click to edit Master title style</a:t>
            </a:r>
          </a:p>
        </p:txBody>
      </p:sp>
      <p:sp>
        <p:nvSpPr>
          <p:cNvPr id="10" name="Picture Placeholder 9"/>
          <p:cNvSpPr>
            <a:spLocks noGrp="1"/>
          </p:cNvSpPr>
          <p:nvPr>
            <p:ph type="pic" sz="quarter" idx="14"/>
          </p:nvPr>
        </p:nvSpPr>
        <p:spPr>
          <a:xfrm>
            <a:off x="507056" y="2078710"/>
            <a:ext cx="3971063" cy="3636755"/>
          </a:xfrm>
          <a:custGeom>
            <a:avLst/>
            <a:gdLst>
              <a:gd name="connsiteX0" fmla="*/ 0 w 3636755"/>
              <a:gd name="connsiteY0" fmla="*/ 0 h 3636755"/>
              <a:gd name="connsiteX1" fmla="*/ 3636755 w 3636755"/>
              <a:gd name="connsiteY1" fmla="*/ 0 h 3636755"/>
              <a:gd name="connsiteX2" fmla="*/ 3636755 w 3636755"/>
              <a:gd name="connsiteY2" fmla="*/ 3636755 h 3636755"/>
              <a:gd name="connsiteX3" fmla="*/ 0 w 3636755"/>
              <a:gd name="connsiteY3" fmla="*/ 3636755 h 3636755"/>
            </a:gdLst>
            <a:ahLst/>
            <a:cxnLst>
              <a:cxn ang="0">
                <a:pos x="connsiteX0" y="connsiteY0"/>
              </a:cxn>
              <a:cxn ang="0">
                <a:pos x="connsiteX1" y="connsiteY1"/>
              </a:cxn>
              <a:cxn ang="0">
                <a:pos x="connsiteX2" y="connsiteY2"/>
              </a:cxn>
              <a:cxn ang="0">
                <a:pos x="connsiteX3" y="connsiteY3"/>
              </a:cxn>
            </a:cxnLst>
            <a:rect l="l" t="t" r="r" b="b"/>
            <a:pathLst>
              <a:path w="3636755" h="3636755">
                <a:moveTo>
                  <a:pt x="0" y="0"/>
                </a:moveTo>
                <a:lnTo>
                  <a:pt x="3636755" y="0"/>
                </a:lnTo>
                <a:lnTo>
                  <a:pt x="3636755" y="3636755"/>
                </a:lnTo>
                <a:lnTo>
                  <a:pt x="0" y="3636755"/>
                </a:lnTo>
                <a:close/>
              </a:path>
            </a:pathLst>
          </a:custGeom>
        </p:spPr>
        <p:txBody>
          <a:bodyPr wrap="square">
            <a:noAutofit/>
          </a:bodyPr>
          <a:lstStyle/>
          <a:p>
            <a:pPr lvl="0"/>
            <a:endParaRPr lang="en-US" noProof="0">
              <a:sym typeface="Arial"/>
            </a:endParaRPr>
          </a:p>
        </p:txBody>
      </p:sp>
      <p:sp>
        <p:nvSpPr>
          <p:cNvPr id="3" name="Date Placeholder 2">
            <a:extLst>
              <a:ext uri="{FF2B5EF4-FFF2-40B4-BE49-F238E27FC236}">
                <a16:creationId xmlns:a16="http://schemas.microsoft.com/office/drawing/2014/main" id="{498419C8-817F-1797-2B72-7C93FEC0D11F}"/>
              </a:ext>
            </a:extLst>
          </p:cNvPr>
          <p:cNvSpPr>
            <a:spLocks noGrp="1"/>
          </p:cNvSpPr>
          <p:nvPr>
            <p:ph type="dt" sz="half" idx="15"/>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fld id="{A73D2FC9-E9C4-4D9F-8732-26979ECD6181}" type="datetime1">
              <a:rPr lang="en-US"/>
              <a:pPr>
                <a:defRPr/>
              </a:pPr>
              <a:t>1/15/25</a:t>
            </a:fld>
            <a:endParaRPr lang="en-US"/>
          </a:p>
        </p:txBody>
      </p:sp>
      <p:sp>
        <p:nvSpPr>
          <p:cNvPr id="4" name="Footer Placeholder 3">
            <a:extLst>
              <a:ext uri="{FF2B5EF4-FFF2-40B4-BE49-F238E27FC236}">
                <a16:creationId xmlns:a16="http://schemas.microsoft.com/office/drawing/2014/main" id="{42F1CEEA-AEDE-2D4D-FA38-715F97F16E62}"/>
              </a:ext>
            </a:extLst>
          </p:cNvPr>
          <p:cNvSpPr>
            <a:spLocks noGrp="1"/>
          </p:cNvSpPr>
          <p:nvPr>
            <p:ph type="ftr" sz="quarter" idx="16"/>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endParaRPr lang="en-US"/>
          </a:p>
        </p:txBody>
      </p:sp>
      <p:sp>
        <p:nvSpPr>
          <p:cNvPr id="5" name="Slide Number Placeholder 4">
            <a:extLst>
              <a:ext uri="{FF2B5EF4-FFF2-40B4-BE49-F238E27FC236}">
                <a16:creationId xmlns:a16="http://schemas.microsoft.com/office/drawing/2014/main" id="{8E803842-726D-32BC-20AA-2B0742FAC4AF}"/>
              </a:ext>
            </a:extLst>
          </p:cNvPr>
          <p:cNvSpPr>
            <a:spLocks noGrp="1" noChangeArrowheads="1"/>
          </p:cNvSpPr>
          <p:nvPr>
            <p:ph type="sldNum" sz="quarter" idx="17"/>
          </p:nvPr>
        </p:nvSpPr>
        <p:spPr>
          <a:xfrm>
            <a:off x="11801475" y="6645275"/>
            <a:ext cx="377825" cy="195263"/>
          </a:xfrm>
        </p:spPr>
        <p:txBody>
          <a:bodyPr/>
          <a:lstStyle>
            <a:lvl1pPr>
              <a:defRPr/>
            </a:lvl1pPr>
          </a:lstStyle>
          <a:p>
            <a:fld id="{F2C28BCA-2553-0C46-9A37-283501EC66B9}" type="slidenum">
              <a:rPr lang="en-US" altLang="en-US"/>
              <a:pPr/>
              <a:t>‹#›</a:t>
            </a:fld>
            <a:endParaRPr lang="en-US" altLang="en-US"/>
          </a:p>
        </p:txBody>
      </p:sp>
    </p:spTree>
    <p:extLst>
      <p:ext uri="{BB962C8B-B14F-4D97-AF65-F5344CB8AC3E}">
        <p14:creationId xmlns:p14="http://schemas.microsoft.com/office/powerpoint/2010/main" val="200774043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userDrawn="1">
  <p:cSld name="1_Title Only">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a:xfrm>
            <a:off x="151512" y="714587"/>
            <a:ext cx="11887200" cy="153806"/>
          </a:xfrm>
        </p:spPr>
        <p:txBody>
          <a:bodyPr anchor="t">
            <a:noAutofit/>
          </a:bodyPr>
          <a:lstStyle>
            <a:lvl1pPr marL="0" indent="0">
              <a:lnSpc>
                <a:spcPct val="100000"/>
              </a:lnSpc>
              <a:spcBef>
                <a:spcPts val="0"/>
              </a:spcBef>
              <a:buNone/>
              <a:defRPr sz="800">
                <a:solidFill>
                  <a:schemeClr val="tx2">
                    <a:lumMod val="65000"/>
                    <a:lumOff val="35000"/>
                  </a:schemeClr>
                </a:solidFill>
              </a:defRPr>
            </a:lvl1pPr>
          </a:lstStyle>
          <a:p>
            <a:pPr lvl="0"/>
            <a:r>
              <a:rPr lang="en-US"/>
              <a:t>Click to edit Master text styles</a:t>
            </a:r>
          </a:p>
        </p:txBody>
      </p:sp>
      <p:sp>
        <p:nvSpPr>
          <p:cNvPr id="2" name="Title 1"/>
          <p:cNvSpPr>
            <a:spLocks noGrp="1"/>
          </p:cNvSpPr>
          <p:nvPr>
            <p:ph type="title"/>
          </p:nvPr>
        </p:nvSpPr>
        <p:spPr>
          <a:xfrm>
            <a:off x="151512" y="162106"/>
            <a:ext cx="11888976" cy="528814"/>
          </a:xfrm>
        </p:spPr>
        <p:txBody>
          <a:bodyPr/>
          <a:lstStyle/>
          <a:p>
            <a:r>
              <a:rPr lang="en-US"/>
              <a:t>Click to edit Master title style</a:t>
            </a:r>
          </a:p>
        </p:txBody>
      </p:sp>
      <p:sp>
        <p:nvSpPr>
          <p:cNvPr id="3" name="Date Placeholder 2">
            <a:extLst>
              <a:ext uri="{FF2B5EF4-FFF2-40B4-BE49-F238E27FC236}">
                <a16:creationId xmlns:a16="http://schemas.microsoft.com/office/drawing/2014/main" id="{AF01740A-874F-206F-B4AB-AC9BD01D8B3B}"/>
              </a:ext>
            </a:extLst>
          </p:cNvPr>
          <p:cNvSpPr>
            <a:spLocks noGrp="1"/>
          </p:cNvSpPr>
          <p:nvPr>
            <p:ph type="dt" sz="half" idx="14"/>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fld id="{A73D2FC9-E9C4-4D9F-8732-26979ECD6181}" type="datetime1">
              <a:rPr lang="en-US"/>
              <a:pPr>
                <a:defRPr/>
              </a:pPr>
              <a:t>1/15/25</a:t>
            </a:fld>
            <a:endParaRPr lang="en-US"/>
          </a:p>
        </p:txBody>
      </p:sp>
      <p:sp>
        <p:nvSpPr>
          <p:cNvPr id="4" name="Footer Placeholder 3">
            <a:extLst>
              <a:ext uri="{FF2B5EF4-FFF2-40B4-BE49-F238E27FC236}">
                <a16:creationId xmlns:a16="http://schemas.microsoft.com/office/drawing/2014/main" id="{E16070CD-4C0C-3504-90BE-8E47DEC25A6B}"/>
              </a:ext>
            </a:extLst>
          </p:cNvPr>
          <p:cNvSpPr>
            <a:spLocks noGrp="1"/>
          </p:cNvSpPr>
          <p:nvPr>
            <p:ph type="ftr" sz="quarter" idx="15"/>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endParaRPr lang="en-US"/>
          </a:p>
        </p:txBody>
      </p:sp>
      <p:sp>
        <p:nvSpPr>
          <p:cNvPr id="5" name="Slide Number Placeholder 4">
            <a:extLst>
              <a:ext uri="{FF2B5EF4-FFF2-40B4-BE49-F238E27FC236}">
                <a16:creationId xmlns:a16="http://schemas.microsoft.com/office/drawing/2014/main" id="{20D1CAB4-E1F4-1987-A5A0-F10C0B72D218}"/>
              </a:ext>
            </a:extLst>
          </p:cNvPr>
          <p:cNvSpPr>
            <a:spLocks noGrp="1" noChangeArrowheads="1"/>
          </p:cNvSpPr>
          <p:nvPr>
            <p:ph type="sldNum" sz="quarter" idx="16"/>
          </p:nvPr>
        </p:nvSpPr>
        <p:spPr>
          <a:xfrm>
            <a:off x="11801475" y="6645275"/>
            <a:ext cx="377825" cy="195263"/>
          </a:xfrm>
        </p:spPr>
        <p:txBody>
          <a:bodyPr/>
          <a:lstStyle>
            <a:lvl1pPr>
              <a:defRPr/>
            </a:lvl1pPr>
          </a:lstStyle>
          <a:p>
            <a:fld id="{6F802671-556A-1F4D-B178-2078F74C247C}" type="slidenum">
              <a:rPr lang="en-US" altLang="en-US"/>
              <a:pPr/>
              <a:t>‹#›</a:t>
            </a:fld>
            <a:endParaRPr lang="en-US" altLang="en-US"/>
          </a:p>
        </p:txBody>
      </p:sp>
    </p:spTree>
    <p:extLst>
      <p:ext uri="{BB962C8B-B14F-4D97-AF65-F5344CB8AC3E}">
        <p14:creationId xmlns:p14="http://schemas.microsoft.com/office/powerpoint/2010/main" val="20900528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3_Title Only">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a:xfrm>
            <a:off x="151512" y="714587"/>
            <a:ext cx="11887200" cy="153806"/>
          </a:xfrm>
        </p:spPr>
        <p:txBody>
          <a:bodyPr anchor="t">
            <a:noAutofit/>
          </a:bodyPr>
          <a:lstStyle>
            <a:lvl1pPr marL="0" indent="0">
              <a:lnSpc>
                <a:spcPct val="100000"/>
              </a:lnSpc>
              <a:spcBef>
                <a:spcPts val="0"/>
              </a:spcBef>
              <a:buNone/>
              <a:defRPr sz="800">
                <a:solidFill>
                  <a:schemeClr val="tx2">
                    <a:lumMod val="65000"/>
                    <a:lumOff val="35000"/>
                  </a:schemeClr>
                </a:solidFill>
              </a:defRPr>
            </a:lvl1pPr>
          </a:lstStyle>
          <a:p>
            <a:pPr lvl="0"/>
            <a:r>
              <a:rPr lang="en-US"/>
              <a:t>Click to edit Master text styles</a:t>
            </a:r>
          </a:p>
        </p:txBody>
      </p:sp>
      <p:sp>
        <p:nvSpPr>
          <p:cNvPr id="2" name="Title 1"/>
          <p:cNvSpPr>
            <a:spLocks noGrp="1"/>
          </p:cNvSpPr>
          <p:nvPr>
            <p:ph type="title"/>
          </p:nvPr>
        </p:nvSpPr>
        <p:spPr>
          <a:xfrm>
            <a:off x="151512" y="162106"/>
            <a:ext cx="11888976" cy="528814"/>
          </a:xfrm>
        </p:spPr>
        <p:txBody>
          <a:bodyPr/>
          <a:lstStyle/>
          <a:p>
            <a:r>
              <a:rPr lang="en-US"/>
              <a:t>Click to edit Master title style</a:t>
            </a:r>
          </a:p>
        </p:txBody>
      </p:sp>
      <p:sp>
        <p:nvSpPr>
          <p:cNvPr id="11" name="Picture Placeholder 10"/>
          <p:cNvSpPr>
            <a:spLocks noGrp="1"/>
          </p:cNvSpPr>
          <p:nvPr>
            <p:ph type="pic" sz="quarter" idx="14"/>
          </p:nvPr>
        </p:nvSpPr>
        <p:spPr>
          <a:xfrm>
            <a:off x="0" y="1919498"/>
            <a:ext cx="3582596" cy="3582596"/>
          </a:xfrm>
          <a:custGeom>
            <a:avLst/>
            <a:gdLst>
              <a:gd name="connsiteX0" fmla="*/ 1791298 w 3582596"/>
              <a:gd name="connsiteY0" fmla="*/ 0 h 3582596"/>
              <a:gd name="connsiteX1" fmla="*/ 3582596 w 3582596"/>
              <a:gd name="connsiteY1" fmla="*/ 1791298 h 3582596"/>
              <a:gd name="connsiteX2" fmla="*/ 1791298 w 3582596"/>
              <a:gd name="connsiteY2" fmla="*/ 3582596 h 3582596"/>
              <a:gd name="connsiteX3" fmla="*/ 0 w 3582596"/>
              <a:gd name="connsiteY3" fmla="*/ 1791298 h 3582596"/>
              <a:gd name="connsiteX4" fmla="*/ 1791298 w 3582596"/>
              <a:gd name="connsiteY4" fmla="*/ 0 h 3582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2596" h="3582596">
                <a:moveTo>
                  <a:pt x="1791298" y="0"/>
                </a:moveTo>
                <a:cubicBezTo>
                  <a:pt x="2780605" y="0"/>
                  <a:pt x="3582596" y="801991"/>
                  <a:pt x="3582596" y="1791298"/>
                </a:cubicBezTo>
                <a:cubicBezTo>
                  <a:pt x="3582596" y="2780605"/>
                  <a:pt x="2780605" y="3582596"/>
                  <a:pt x="1791298" y="3582596"/>
                </a:cubicBezTo>
                <a:cubicBezTo>
                  <a:pt x="801991" y="3582596"/>
                  <a:pt x="0" y="2780605"/>
                  <a:pt x="0" y="1791298"/>
                </a:cubicBezTo>
                <a:cubicBezTo>
                  <a:pt x="0" y="801991"/>
                  <a:pt x="801991" y="0"/>
                  <a:pt x="1791298" y="0"/>
                </a:cubicBezTo>
                <a:close/>
              </a:path>
            </a:pathLst>
          </a:custGeom>
        </p:spPr>
        <p:txBody>
          <a:bodyPr wrap="square">
            <a:noAutofit/>
          </a:bodyPr>
          <a:lstStyle/>
          <a:p>
            <a:pPr lvl="0"/>
            <a:endParaRPr lang="en-US" noProof="0">
              <a:sym typeface="Arial"/>
            </a:endParaRPr>
          </a:p>
        </p:txBody>
      </p:sp>
      <p:sp>
        <p:nvSpPr>
          <p:cNvPr id="3" name="Date Placeholder 2">
            <a:extLst>
              <a:ext uri="{FF2B5EF4-FFF2-40B4-BE49-F238E27FC236}">
                <a16:creationId xmlns:a16="http://schemas.microsoft.com/office/drawing/2014/main" id="{F279BD5A-322F-8A73-6B7E-66A4CF833676}"/>
              </a:ext>
            </a:extLst>
          </p:cNvPr>
          <p:cNvSpPr>
            <a:spLocks noGrp="1"/>
          </p:cNvSpPr>
          <p:nvPr>
            <p:ph type="dt" sz="half" idx="15"/>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fld id="{A73D2FC9-E9C4-4D9F-8732-26979ECD6181}" type="datetime1">
              <a:rPr lang="en-US"/>
              <a:pPr>
                <a:defRPr/>
              </a:pPr>
              <a:t>1/15/25</a:t>
            </a:fld>
            <a:endParaRPr lang="en-US"/>
          </a:p>
        </p:txBody>
      </p:sp>
      <p:sp>
        <p:nvSpPr>
          <p:cNvPr id="4" name="Footer Placeholder 3">
            <a:extLst>
              <a:ext uri="{FF2B5EF4-FFF2-40B4-BE49-F238E27FC236}">
                <a16:creationId xmlns:a16="http://schemas.microsoft.com/office/drawing/2014/main" id="{2D1DCCE9-4A75-E1D6-1A39-CB245A6D8D5C}"/>
              </a:ext>
            </a:extLst>
          </p:cNvPr>
          <p:cNvSpPr>
            <a:spLocks noGrp="1"/>
          </p:cNvSpPr>
          <p:nvPr>
            <p:ph type="ftr" sz="quarter" idx="16"/>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endParaRPr lang="en-US"/>
          </a:p>
        </p:txBody>
      </p:sp>
      <p:sp>
        <p:nvSpPr>
          <p:cNvPr id="5" name="Slide Number Placeholder 4">
            <a:extLst>
              <a:ext uri="{FF2B5EF4-FFF2-40B4-BE49-F238E27FC236}">
                <a16:creationId xmlns:a16="http://schemas.microsoft.com/office/drawing/2014/main" id="{FFABD3F9-89E4-62E9-C793-B3197476AC48}"/>
              </a:ext>
            </a:extLst>
          </p:cNvPr>
          <p:cNvSpPr>
            <a:spLocks noGrp="1" noChangeArrowheads="1"/>
          </p:cNvSpPr>
          <p:nvPr>
            <p:ph type="sldNum" sz="quarter" idx="17"/>
          </p:nvPr>
        </p:nvSpPr>
        <p:spPr>
          <a:xfrm>
            <a:off x="11801475" y="6645275"/>
            <a:ext cx="377825" cy="195263"/>
          </a:xfrm>
        </p:spPr>
        <p:txBody>
          <a:bodyPr/>
          <a:lstStyle>
            <a:lvl1pPr>
              <a:defRPr/>
            </a:lvl1pPr>
          </a:lstStyle>
          <a:p>
            <a:fld id="{4397FD65-C6C3-E34D-879D-93B540664740}" type="slidenum">
              <a:rPr lang="en-US" altLang="en-US"/>
              <a:pPr/>
              <a:t>‹#›</a:t>
            </a:fld>
            <a:endParaRPr lang="en-US" altLang="en-US"/>
          </a:p>
        </p:txBody>
      </p:sp>
    </p:spTree>
    <p:extLst>
      <p:ext uri="{BB962C8B-B14F-4D97-AF65-F5344CB8AC3E}">
        <p14:creationId xmlns:p14="http://schemas.microsoft.com/office/powerpoint/2010/main" val="60482205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169B49-8029-CB91-DC53-5D006BF2B8A2}"/>
              </a:ext>
            </a:extLst>
          </p:cNvPr>
          <p:cNvSpPr>
            <a:spLocks noGrp="1"/>
          </p:cNvSpPr>
          <p:nvPr>
            <p:ph type="dt" sz="half" idx="10"/>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fld id="{C273812A-B28B-49E6-AEE5-1931325F55D4}" type="datetime1">
              <a:rPr lang="en-US"/>
              <a:pPr>
                <a:defRPr/>
              </a:pPr>
              <a:t>1/15/25</a:t>
            </a:fld>
            <a:endParaRPr lang="en-US"/>
          </a:p>
        </p:txBody>
      </p:sp>
      <p:sp>
        <p:nvSpPr>
          <p:cNvPr id="4" name="Footer Placeholder 3">
            <a:extLst>
              <a:ext uri="{FF2B5EF4-FFF2-40B4-BE49-F238E27FC236}">
                <a16:creationId xmlns:a16="http://schemas.microsoft.com/office/drawing/2014/main" id="{AEDBF581-32BB-C885-C189-12E9B8DB97B1}"/>
              </a:ext>
            </a:extLst>
          </p:cNvPr>
          <p:cNvSpPr>
            <a:spLocks noGrp="1"/>
          </p:cNvSpPr>
          <p:nvPr>
            <p:ph type="ftr" sz="quarter" idx="11"/>
          </p:nvPr>
        </p:nvSpPr>
        <p:spPr>
          <a:xfrm>
            <a:off x="0" y="0"/>
            <a:ext cx="0" cy="0"/>
          </a:xfrm>
        </p:spPr>
        <p:txBody>
          <a:bodyPr/>
          <a:lstStyle>
            <a:lvl1pPr eaLnBrk="1" fontAlgn="auto" hangingPunct="1">
              <a:spcBef>
                <a:spcPts val="0"/>
              </a:spcBef>
              <a:spcAft>
                <a:spcPts val="0"/>
              </a:spcAft>
              <a:buClr>
                <a:srgbClr val="000000"/>
              </a:buClr>
              <a:buFont typeface="Arial"/>
              <a:buNone/>
              <a:defRPr sz="1867" kern="0">
                <a:latin typeface="Arial"/>
                <a:ea typeface="Arial"/>
                <a:cs typeface="Arial"/>
                <a:sym typeface="Arial"/>
              </a:defRPr>
            </a:lvl1pPr>
          </a:lstStyle>
          <a:p>
            <a:pPr>
              <a:defRPr/>
            </a:pPr>
            <a:endParaRPr lang="en-US"/>
          </a:p>
        </p:txBody>
      </p:sp>
      <p:sp>
        <p:nvSpPr>
          <p:cNvPr id="5" name="Slide Number Placeholder 4">
            <a:extLst>
              <a:ext uri="{FF2B5EF4-FFF2-40B4-BE49-F238E27FC236}">
                <a16:creationId xmlns:a16="http://schemas.microsoft.com/office/drawing/2014/main" id="{6AFD72F4-AC32-1755-D276-C8F800454593}"/>
              </a:ext>
            </a:extLst>
          </p:cNvPr>
          <p:cNvSpPr>
            <a:spLocks noGrp="1" noChangeArrowheads="1"/>
          </p:cNvSpPr>
          <p:nvPr>
            <p:ph type="sldNum" sz="quarter" idx="12"/>
          </p:nvPr>
        </p:nvSpPr>
        <p:spPr>
          <a:xfrm>
            <a:off x="11801475" y="6645275"/>
            <a:ext cx="377825" cy="195263"/>
          </a:xfrm>
        </p:spPr>
        <p:txBody>
          <a:bodyPr/>
          <a:lstStyle>
            <a:lvl1pPr>
              <a:defRPr/>
            </a:lvl1pPr>
          </a:lstStyle>
          <a:p>
            <a:fld id="{A71AB6C2-C626-1943-84A0-6AFE0D4BF776}" type="slidenum">
              <a:rPr lang="en-US" altLang="en-US"/>
              <a:pPr/>
              <a:t>‹#›</a:t>
            </a:fld>
            <a:endParaRPr lang="en-US" altLang="en-US"/>
          </a:p>
        </p:txBody>
      </p:sp>
    </p:spTree>
    <p:extLst>
      <p:ext uri="{BB962C8B-B14F-4D97-AF65-F5344CB8AC3E}">
        <p14:creationId xmlns:p14="http://schemas.microsoft.com/office/powerpoint/2010/main" val="14533559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a:extLst>
              <a:ext uri="{FF2B5EF4-FFF2-40B4-BE49-F238E27FC236}">
                <a16:creationId xmlns:a16="http://schemas.microsoft.com/office/drawing/2014/main" id="{103AAFE1-E715-19A4-2E6E-CA32A07DFAEF}"/>
              </a:ext>
            </a:extLst>
          </p:cNvPr>
          <p:cNvGrpSpPr>
            <a:grpSpLocks/>
          </p:cNvGrpSpPr>
          <p:nvPr/>
        </p:nvGrpSpPr>
        <p:grpSpPr bwMode="auto">
          <a:xfrm>
            <a:off x="0" y="-7938"/>
            <a:ext cx="12192000" cy="6865938"/>
            <a:chOff x="0" y="-8467"/>
            <a:chExt cx="12192000" cy="6866467"/>
          </a:xfrm>
        </p:grpSpPr>
        <p:cxnSp>
          <p:nvCxnSpPr>
            <p:cNvPr id="5" name="Straight Connector 4">
              <a:extLst>
                <a:ext uri="{FF2B5EF4-FFF2-40B4-BE49-F238E27FC236}">
                  <a16:creationId xmlns:a16="http://schemas.microsoft.com/office/drawing/2014/main" id="{5B06EAED-ADC9-7DA6-BA17-0B6060A09C96}"/>
                </a:ext>
              </a:extLst>
            </p:cNvPr>
            <p:cNvCxnSpPr/>
            <p:nvPr/>
          </p:nvCxnSpPr>
          <p:spPr>
            <a:xfrm>
              <a:off x="9371013" y="-528"/>
              <a:ext cx="1219200" cy="6858528"/>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735EC39-932F-50D9-5CA9-147B26FD05E7}"/>
                </a:ext>
              </a:extLst>
            </p:cNvPr>
            <p:cNvCxnSpPr/>
            <p:nvPr/>
          </p:nvCxnSpPr>
          <p:spPr>
            <a:xfrm flipH="1">
              <a:off x="7424738" y="3681168"/>
              <a:ext cx="4764087" cy="3176832"/>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a:extLst>
                <a:ext uri="{FF2B5EF4-FFF2-40B4-BE49-F238E27FC236}">
                  <a16:creationId xmlns:a16="http://schemas.microsoft.com/office/drawing/2014/main" id="{61F08BA8-C2C9-8AA4-E463-D46C2A46DAF1}"/>
                </a:ext>
              </a:extLst>
            </p:cNvPr>
            <p:cNvSpPr/>
            <p:nvPr/>
          </p:nvSpPr>
          <p:spPr>
            <a:xfrm>
              <a:off x="9182100" y="-8467"/>
              <a:ext cx="3006725"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a:extLst>
                <a:ext uri="{FF2B5EF4-FFF2-40B4-BE49-F238E27FC236}">
                  <a16:creationId xmlns:a16="http://schemas.microsoft.com/office/drawing/2014/main" id="{DDF8D7F9-DA2F-5AB9-B98D-E70ED732092D}"/>
                </a:ext>
              </a:extLst>
            </p:cNvPr>
            <p:cNvSpPr/>
            <p:nvPr/>
          </p:nvSpPr>
          <p:spPr>
            <a:xfrm>
              <a:off x="9602788" y="-8467"/>
              <a:ext cx="2589212"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32">
              <a:extLst>
                <a:ext uri="{FF2B5EF4-FFF2-40B4-BE49-F238E27FC236}">
                  <a16:creationId xmlns:a16="http://schemas.microsoft.com/office/drawing/2014/main" id="{C43637BD-559D-73EF-ECEE-31ADC0BA2FF9}"/>
                </a:ext>
              </a:extLst>
            </p:cNvPr>
            <p:cNvSpPr/>
            <p:nvPr/>
          </p:nvSpPr>
          <p:spPr>
            <a:xfrm>
              <a:off x="8932863" y="3047706"/>
              <a:ext cx="3259137" cy="381029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a:extLst>
                <a:ext uri="{FF2B5EF4-FFF2-40B4-BE49-F238E27FC236}">
                  <a16:creationId xmlns:a16="http://schemas.microsoft.com/office/drawing/2014/main" id="{3A0C7115-4616-514A-55E2-771C1D6231B5}"/>
                </a:ext>
              </a:extLst>
            </p:cNvPr>
            <p:cNvSpPr/>
            <p:nvPr/>
          </p:nvSpPr>
          <p:spPr>
            <a:xfrm>
              <a:off x="9334500" y="-8467"/>
              <a:ext cx="2854325"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a:extLst>
                <a:ext uri="{FF2B5EF4-FFF2-40B4-BE49-F238E27FC236}">
                  <a16:creationId xmlns:a16="http://schemas.microsoft.com/office/drawing/2014/main" id="{F2B7AD00-882A-1A5F-1694-21A6A3E2C6BE}"/>
                </a:ext>
              </a:extLst>
            </p:cNvPr>
            <p:cNvSpPr/>
            <p:nvPr/>
          </p:nvSpPr>
          <p:spPr>
            <a:xfrm>
              <a:off x="10898188" y="-8467"/>
              <a:ext cx="1290637"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a:extLst>
                <a:ext uri="{FF2B5EF4-FFF2-40B4-BE49-F238E27FC236}">
                  <a16:creationId xmlns:a16="http://schemas.microsoft.com/office/drawing/2014/main" id="{6F9DAA4F-4207-A4EC-FBD5-75C0E87510C5}"/>
                </a:ext>
              </a:extLst>
            </p:cNvPr>
            <p:cNvSpPr/>
            <p:nvPr/>
          </p:nvSpPr>
          <p:spPr>
            <a:xfrm>
              <a:off x="10939463" y="-8467"/>
              <a:ext cx="1249362"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6">
              <a:extLst>
                <a:ext uri="{FF2B5EF4-FFF2-40B4-BE49-F238E27FC236}">
                  <a16:creationId xmlns:a16="http://schemas.microsoft.com/office/drawing/2014/main" id="{913D350D-E654-1EE3-CC11-63AB95588B93}"/>
                </a:ext>
              </a:extLst>
            </p:cNvPr>
            <p:cNvSpPr/>
            <p:nvPr/>
          </p:nvSpPr>
          <p:spPr>
            <a:xfrm>
              <a:off x="10371138" y="3589086"/>
              <a:ext cx="1817687" cy="3268914"/>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37">
              <a:extLst>
                <a:ext uri="{FF2B5EF4-FFF2-40B4-BE49-F238E27FC236}">
                  <a16:creationId xmlns:a16="http://schemas.microsoft.com/office/drawing/2014/main" id="{0A447AE9-7B2C-1C63-548F-93A5BCFA98C1}"/>
                </a:ext>
              </a:extLst>
            </p:cNvPr>
            <p:cNvSpPr/>
            <p:nvPr/>
          </p:nvSpPr>
          <p:spPr>
            <a:xfrm rot="10800000">
              <a:off x="0" y="-528"/>
              <a:ext cx="842963" cy="5666225"/>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15" name="Date Placeholder 3">
            <a:extLst>
              <a:ext uri="{FF2B5EF4-FFF2-40B4-BE49-F238E27FC236}">
                <a16:creationId xmlns:a16="http://schemas.microsoft.com/office/drawing/2014/main" id="{2002B5CA-CB78-B8A9-0D1E-343760BA91E4}"/>
              </a:ext>
            </a:extLst>
          </p:cNvPr>
          <p:cNvSpPr>
            <a:spLocks noGrp="1" noChangeArrowheads="1"/>
          </p:cNvSpPr>
          <p:nvPr>
            <p:ph type="dt" sz="half" idx="10"/>
          </p:nvPr>
        </p:nvSpPr>
        <p:spPr/>
        <p:txBody>
          <a:bodyPr/>
          <a:lstStyle>
            <a:lvl1pPr>
              <a:defRPr smtClean="0"/>
            </a:lvl1pPr>
          </a:lstStyle>
          <a:p>
            <a:pPr>
              <a:defRPr/>
            </a:pPr>
            <a:fld id="{AAAE53EA-F1E2-D941-9EB2-D9B0C6C95982}" type="datetimeFigureOut">
              <a:rPr lang="en-US"/>
              <a:pPr>
                <a:defRPr/>
              </a:pPr>
              <a:t>1/15/25</a:t>
            </a:fld>
            <a:endParaRPr lang="en-US"/>
          </a:p>
        </p:txBody>
      </p:sp>
      <p:sp>
        <p:nvSpPr>
          <p:cNvPr id="16" name="Footer Placeholder 4">
            <a:extLst>
              <a:ext uri="{FF2B5EF4-FFF2-40B4-BE49-F238E27FC236}">
                <a16:creationId xmlns:a16="http://schemas.microsoft.com/office/drawing/2014/main" id="{7F8CB32A-560B-061B-ACAC-A5F68349541C}"/>
              </a:ext>
            </a:extLst>
          </p:cNvPr>
          <p:cNvSpPr>
            <a:spLocks noGrp="1" noChangeArrowheads="1"/>
          </p:cNvSpPr>
          <p:nvPr>
            <p:ph type="ftr" sz="quarter" idx="11"/>
          </p:nvPr>
        </p:nvSpPr>
        <p:spPr/>
        <p:txBody>
          <a:bodyPr/>
          <a:lstStyle>
            <a:lvl1pPr>
              <a:defRPr smtClean="0"/>
            </a:lvl1pPr>
          </a:lstStyle>
          <a:p>
            <a:pPr>
              <a:defRPr/>
            </a:pPr>
            <a:endParaRPr lang="en-US"/>
          </a:p>
        </p:txBody>
      </p:sp>
      <p:sp>
        <p:nvSpPr>
          <p:cNvPr id="17" name="Slide Number Placeholder 5">
            <a:extLst>
              <a:ext uri="{FF2B5EF4-FFF2-40B4-BE49-F238E27FC236}">
                <a16:creationId xmlns:a16="http://schemas.microsoft.com/office/drawing/2014/main" id="{32CBA3BD-6D98-D786-DBE8-9AE490569538}"/>
              </a:ext>
            </a:extLst>
          </p:cNvPr>
          <p:cNvSpPr>
            <a:spLocks noGrp="1" noChangeArrowheads="1"/>
          </p:cNvSpPr>
          <p:nvPr>
            <p:ph type="sldNum" sz="quarter" idx="12"/>
          </p:nvPr>
        </p:nvSpPr>
        <p:spPr/>
        <p:txBody>
          <a:bodyPr/>
          <a:lstStyle>
            <a:lvl1pPr>
              <a:defRPr/>
            </a:lvl1pPr>
          </a:lstStyle>
          <a:p>
            <a:fld id="{1258EE1F-AD9B-8249-97C5-F21B02F54F72}" type="slidenum">
              <a:rPr lang="en-IN" altLang="en-US"/>
              <a:pPr/>
              <a:t>‹#›</a:t>
            </a:fld>
            <a:endParaRPr lang="en-IN" altLang="en-US"/>
          </a:p>
        </p:txBody>
      </p:sp>
    </p:spTree>
    <p:extLst>
      <p:ext uri="{BB962C8B-B14F-4D97-AF65-F5344CB8AC3E}">
        <p14:creationId xmlns:p14="http://schemas.microsoft.com/office/powerpoint/2010/main" val="336034154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23AF1CA9-18FE-643B-2367-7B56F77737AD}"/>
              </a:ext>
            </a:extLst>
          </p:cNvPr>
          <p:cNvSpPr>
            <a:spLocks noGrp="1" noChangeArrowheads="1"/>
          </p:cNvSpPr>
          <p:nvPr>
            <p:ph type="dt" sz="half" idx="10"/>
          </p:nvPr>
        </p:nvSpPr>
        <p:spPr>
          <a:ln/>
        </p:spPr>
        <p:txBody>
          <a:bodyPr/>
          <a:lstStyle>
            <a:lvl1pPr>
              <a:defRPr/>
            </a:lvl1pPr>
          </a:lstStyle>
          <a:p>
            <a:pPr>
              <a:defRPr/>
            </a:pPr>
            <a:fld id="{23C15C00-3744-B74F-A8B7-5C8DE9D82F25}" type="datetimeFigureOut">
              <a:rPr lang="en-US"/>
              <a:pPr>
                <a:defRPr/>
              </a:pPr>
              <a:t>1/15/25</a:t>
            </a:fld>
            <a:endParaRPr lang="en-US"/>
          </a:p>
        </p:txBody>
      </p:sp>
      <p:sp>
        <p:nvSpPr>
          <p:cNvPr id="5" name="Footer Placeholder 4">
            <a:extLst>
              <a:ext uri="{FF2B5EF4-FFF2-40B4-BE49-F238E27FC236}">
                <a16:creationId xmlns:a16="http://schemas.microsoft.com/office/drawing/2014/main" id="{0B412FB9-5108-D119-AFB2-2365317D943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0E86D50-7CE8-CB1F-85B0-959DA5160D0B}"/>
              </a:ext>
            </a:extLst>
          </p:cNvPr>
          <p:cNvSpPr>
            <a:spLocks noGrp="1" noChangeArrowheads="1"/>
          </p:cNvSpPr>
          <p:nvPr>
            <p:ph type="sldNum" sz="quarter" idx="12"/>
          </p:nvPr>
        </p:nvSpPr>
        <p:spPr>
          <a:ln/>
        </p:spPr>
        <p:txBody>
          <a:bodyPr/>
          <a:lstStyle>
            <a:lvl1pPr>
              <a:defRPr/>
            </a:lvl1pPr>
          </a:lstStyle>
          <a:p>
            <a:fld id="{FBF5968E-6BEB-624D-ABF7-FF784AA46FDE}" type="slidenum">
              <a:rPr lang="en-IN" altLang="en-US"/>
              <a:pPr/>
              <a:t>‹#›</a:t>
            </a:fld>
            <a:endParaRPr lang="en-IN" altLang="en-US"/>
          </a:p>
        </p:txBody>
      </p:sp>
    </p:spTree>
    <p:extLst>
      <p:ext uri="{BB962C8B-B14F-4D97-AF65-F5344CB8AC3E}">
        <p14:creationId xmlns:p14="http://schemas.microsoft.com/office/powerpoint/2010/main" val="227004934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CCBBD5E-8673-3A03-444B-869A81919010}"/>
              </a:ext>
            </a:extLst>
          </p:cNvPr>
          <p:cNvSpPr>
            <a:spLocks noGrp="1" noChangeArrowheads="1"/>
          </p:cNvSpPr>
          <p:nvPr>
            <p:ph type="dt" sz="half" idx="10"/>
          </p:nvPr>
        </p:nvSpPr>
        <p:spPr>
          <a:ln/>
        </p:spPr>
        <p:txBody>
          <a:bodyPr/>
          <a:lstStyle>
            <a:lvl1pPr>
              <a:defRPr/>
            </a:lvl1pPr>
          </a:lstStyle>
          <a:p>
            <a:pPr>
              <a:defRPr/>
            </a:pPr>
            <a:fld id="{FBF6E8F3-8E6E-ED47-9093-7FA3D0A3727E}" type="datetimeFigureOut">
              <a:rPr lang="en-US"/>
              <a:pPr>
                <a:defRPr/>
              </a:pPr>
              <a:t>1/15/25</a:t>
            </a:fld>
            <a:endParaRPr lang="en-US"/>
          </a:p>
        </p:txBody>
      </p:sp>
      <p:sp>
        <p:nvSpPr>
          <p:cNvPr id="5" name="Footer Placeholder 4">
            <a:extLst>
              <a:ext uri="{FF2B5EF4-FFF2-40B4-BE49-F238E27FC236}">
                <a16:creationId xmlns:a16="http://schemas.microsoft.com/office/drawing/2014/main" id="{94E3DE7A-4A24-C8D3-1B8A-84DC77D9A21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9D54C5F-A034-9135-18B3-9CBF285C7238}"/>
              </a:ext>
            </a:extLst>
          </p:cNvPr>
          <p:cNvSpPr>
            <a:spLocks noGrp="1" noChangeArrowheads="1"/>
          </p:cNvSpPr>
          <p:nvPr>
            <p:ph type="sldNum" sz="quarter" idx="12"/>
          </p:nvPr>
        </p:nvSpPr>
        <p:spPr>
          <a:ln/>
        </p:spPr>
        <p:txBody>
          <a:bodyPr/>
          <a:lstStyle>
            <a:lvl1pPr>
              <a:defRPr/>
            </a:lvl1pPr>
          </a:lstStyle>
          <a:p>
            <a:fld id="{CAB10AF7-F2A8-E348-A5B4-01506ABF4A9E}" type="slidenum">
              <a:rPr lang="en-IN" altLang="en-US"/>
              <a:pPr/>
              <a:t>‹#›</a:t>
            </a:fld>
            <a:endParaRPr lang="en-IN" altLang="en-US"/>
          </a:p>
        </p:txBody>
      </p:sp>
    </p:spTree>
    <p:extLst>
      <p:ext uri="{BB962C8B-B14F-4D97-AF65-F5344CB8AC3E}">
        <p14:creationId xmlns:p14="http://schemas.microsoft.com/office/powerpoint/2010/main" val="21623526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3">
            <a:extLst>
              <a:ext uri="{FF2B5EF4-FFF2-40B4-BE49-F238E27FC236}">
                <a16:creationId xmlns:a16="http://schemas.microsoft.com/office/drawing/2014/main" id="{FB400E01-71AC-EB2B-E5A2-ADBF7E9D4579}"/>
              </a:ext>
            </a:extLst>
          </p:cNvPr>
          <p:cNvSpPr>
            <a:spLocks noGrp="1" noChangeArrowheads="1"/>
          </p:cNvSpPr>
          <p:nvPr>
            <p:ph type="dt" sz="half" idx="10"/>
          </p:nvPr>
        </p:nvSpPr>
        <p:spPr>
          <a:ln/>
        </p:spPr>
        <p:txBody>
          <a:bodyPr/>
          <a:lstStyle>
            <a:lvl1pPr>
              <a:defRPr/>
            </a:lvl1pPr>
          </a:lstStyle>
          <a:p>
            <a:pPr>
              <a:defRPr/>
            </a:pPr>
            <a:fld id="{72A6A52C-0781-714D-99EA-E5321FB5C1FC}" type="datetimeFigureOut">
              <a:rPr lang="en-US"/>
              <a:pPr>
                <a:defRPr/>
              </a:pPr>
              <a:t>1/15/25</a:t>
            </a:fld>
            <a:endParaRPr lang="en-US"/>
          </a:p>
        </p:txBody>
      </p:sp>
      <p:sp>
        <p:nvSpPr>
          <p:cNvPr id="6" name="Footer Placeholder 4">
            <a:extLst>
              <a:ext uri="{FF2B5EF4-FFF2-40B4-BE49-F238E27FC236}">
                <a16:creationId xmlns:a16="http://schemas.microsoft.com/office/drawing/2014/main" id="{C7106C95-4CAA-1B9A-F304-A18B36FDA4A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58E5D42-30FC-DE6D-8D9B-7F43D0EBB98A}"/>
              </a:ext>
            </a:extLst>
          </p:cNvPr>
          <p:cNvSpPr>
            <a:spLocks noGrp="1" noChangeArrowheads="1"/>
          </p:cNvSpPr>
          <p:nvPr>
            <p:ph type="sldNum" sz="quarter" idx="12"/>
          </p:nvPr>
        </p:nvSpPr>
        <p:spPr>
          <a:ln/>
        </p:spPr>
        <p:txBody>
          <a:bodyPr/>
          <a:lstStyle>
            <a:lvl1pPr>
              <a:defRPr/>
            </a:lvl1pPr>
          </a:lstStyle>
          <a:p>
            <a:fld id="{50D728D3-E747-F949-8DEC-AF7A76F6F40F}" type="slidenum">
              <a:rPr lang="en-IN" altLang="en-US"/>
              <a:pPr/>
              <a:t>‹#›</a:t>
            </a:fld>
            <a:endParaRPr lang="en-IN" altLang="en-US"/>
          </a:p>
        </p:txBody>
      </p:sp>
    </p:spTree>
    <p:extLst>
      <p:ext uri="{BB962C8B-B14F-4D97-AF65-F5344CB8AC3E}">
        <p14:creationId xmlns:p14="http://schemas.microsoft.com/office/powerpoint/2010/main" val="160936292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3">
            <a:extLst>
              <a:ext uri="{FF2B5EF4-FFF2-40B4-BE49-F238E27FC236}">
                <a16:creationId xmlns:a16="http://schemas.microsoft.com/office/drawing/2014/main" id="{1D69A382-C533-CC2D-F946-17457EF8F012}"/>
              </a:ext>
            </a:extLst>
          </p:cNvPr>
          <p:cNvSpPr>
            <a:spLocks noGrp="1" noChangeArrowheads="1"/>
          </p:cNvSpPr>
          <p:nvPr>
            <p:ph type="dt" sz="half" idx="10"/>
          </p:nvPr>
        </p:nvSpPr>
        <p:spPr>
          <a:ln/>
        </p:spPr>
        <p:txBody>
          <a:bodyPr/>
          <a:lstStyle>
            <a:lvl1pPr>
              <a:defRPr/>
            </a:lvl1pPr>
          </a:lstStyle>
          <a:p>
            <a:pPr>
              <a:defRPr/>
            </a:pPr>
            <a:fld id="{F4FD8D23-821E-7A41-92A7-6307CE19BA43}" type="datetimeFigureOut">
              <a:rPr lang="en-US"/>
              <a:pPr>
                <a:defRPr/>
              </a:pPr>
              <a:t>1/15/25</a:t>
            </a:fld>
            <a:endParaRPr lang="en-US"/>
          </a:p>
        </p:txBody>
      </p:sp>
      <p:sp>
        <p:nvSpPr>
          <p:cNvPr id="8" name="Footer Placeholder 4">
            <a:extLst>
              <a:ext uri="{FF2B5EF4-FFF2-40B4-BE49-F238E27FC236}">
                <a16:creationId xmlns:a16="http://schemas.microsoft.com/office/drawing/2014/main" id="{CADB162D-C7A3-5EDB-B291-60C532A8779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C0885BA7-77C3-8553-53FC-FCFEF9443B80}"/>
              </a:ext>
            </a:extLst>
          </p:cNvPr>
          <p:cNvSpPr>
            <a:spLocks noGrp="1" noChangeArrowheads="1"/>
          </p:cNvSpPr>
          <p:nvPr>
            <p:ph type="sldNum" sz="quarter" idx="12"/>
          </p:nvPr>
        </p:nvSpPr>
        <p:spPr>
          <a:ln/>
        </p:spPr>
        <p:txBody>
          <a:bodyPr/>
          <a:lstStyle>
            <a:lvl1pPr>
              <a:defRPr/>
            </a:lvl1pPr>
          </a:lstStyle>
          <a:p>
            <a:fld id="{C3B1E8D6-22CD-B64A-9163-4D207B7CB346}" type="slidenum">
              <a:rPr lang="en-IN" altLang="en-US"/>
              <a:pPr/>
              <a:t>‹#›</a:t>
            </a:fld>
            <a:endParaRPr lang="en-IN" altLang="en-US"/>
          </a:p>
        </p:txBody>
      </p:sp>
    </p:spTree>
    <p:extLst>
      <p:ext uri="{BB962C8B-B14F-4D97-AF65-F5344CB8AC3E}">
        <p14:creationId xmlns:p14="http://schemas.microsoft.com/office/powerpoint/2010/main" val="199334644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D0DB2B50-3EA7-EA42-CC08-EDAD8B94A689}"/>
              </a:ext>
            </a:extLst>
          </p:cNvPr>
          <p:cNvSpPr>
            <a:spLocks noGrp="1" noChangeArrowheads="1"/>
          </p:cNvSpPr>
          <p:nvPr>
            <p:ph type="dt" sz="half" idx="10"/>
          </p:nvPr>
        </p:nvSpPr>
        <p:spPr/>
        <p:txBody>
          <a:bodyPr/>
          <a:lstStyle>
            <a:lvl1pPr>
              <a:defRPr smtClean="0"/>
            </a:lvl1pPr>
          </a:lstStyle>
          <a:p>
            <a:pPr>
              <a:defRPr/>
            </a:pPr>
            <a:fld id="{20CF9C38-F90F-418A-9823-C9DE81BBB357}" type="datetime1">
              <a:rPr lang="en-US"/>
              <a:pPr>
                <a:defRPr/>
              </a:pPr>
              <a:t>1/15/25</a:t>
            </a:fld>
            <a:endParaRPr lang="en-US"/>
          </a:p>
        </p:txBody>
      </p:sp>
      <p:sp>
        <p:nvSpPr>
          <p:cNvPr id="4" name="Footer Placeholder 3">
            <a:extLst>
              <a:ext uri="{FF2B5EF4-FFF2-40B4-BE49-F238E27FC236}">
                <a16:creationId xmlns:a16="http://schemas.microsoft.com/office/drawing/2014/main" id="{EB0B59B0-1615-28E2-0695-A7FC3D59B2D6}"/>
              </a:ext>
            </a:extLst>
          </p:cNvPr>
          <p:cNvSpPr>
            <a:spLocks noGrp="1" noChangeArrowheads="1"/>
          </p:cNvSpPr>
          <p:nvPr>
            <p:ph type="ftr" sz="quarter" idx="11"/>
          </p:nvPr>
        </p:nvSpPr>
        <p:spPr/>
        <p:txBody>
          <a:bodyPr/>
          <a:lstStyle>
            <a:lvl1pPr>
              <a:defRPr smtClean="0"/>
            </a:lvl1pPr>
          </a:lstStyle>
          <a:p>
            <a:pPr>
              <a:defRPr/>
            </a:pPr>
            <a:endParaRPr lang="en-US"/>
          </a:p>
        </p:txBody>
      </p:sp>
      <p:sp>
        <p:nvSpPr>
          <p:cNvPr id="5" name="Slide Number Placeholder 4">
            <a:extLst>
              <a:ext uri="{FF2B5EF4-FFF2-40B4-BE49-F238E27FC236}">
                <a16:creationId xmlns:a16="http://schemas.microsoft.com/office/drawing/2014/main" id="{9E777F80-FD8B-3317-55D1-208BC33024F3}"/>
              </a:ext>
            </a:extLst>
          </p:cNvPr>
          <p:cNvSpPr>
            <a:spLocks noGrp="1" noChangeArrowheads="1"/>
          </p:cNvSpPr>
          <p:nvPr>
            <p:ph type="sldNum" sz="quarter" idx="12"/>
          </p:nvPr>
        </p:nvSpPr>
        <p:spPr/>
        <p:txBody>
          <a:bodyPr/>
          <a:lstStyle>
            <a:lvl1pPr>
              <a:defRPr/>
            </a:lvl1pPr>
          </a:lstStyle>
          <a:p>
            <a:fld id="{54A1734C-902B-CA4A-9AA5-685F5D1ADABF}" type="slidenum">
              <a:rPr lang="en-US" altLang="en-US"/>
              <a:pPr/>
              <a:t>‹#›</a:t>
            </a:fld>
            <a:endParaRPr lang="en-US" altLang="en-US"/>
          </a:p>
        </p:txBody>
      </p:sp>
    </p:spTree>
    <p:extLst>
      <p:ext uri="{BB962C8B-B14F-4D97-AF65-F5344CB8AC3E}">
        <p14:creationId xmlns:p14="http://schemas.microsoft.com/office/powerpoint/2010/main" val="358687435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6CD8A9-FC46-F533-806A-70F873479866}"/>
              </a:ext>
            </a:extLst>
          </p:cNvPr>
          <p:cNvSpPr>
            <a:spLocks noGrp="1" noChangeArrowheads="1"/>
          </p:cNvSpPr>
          <p:nvPr>
            <p:ph type="dt" sz="half" idx="10"/>
          </p:nvPr>
        </p:nvSpPr>
        <p:spPr/>
        <p:txBody>
          <a:bodyPr/>
          <a:lstStyle>
            <a:lvl1pPr>
              <a:defRPr smtClean="0"/>
            </a:lvl1pPr>
          </a:lstStyle>
          <a:p>
            <a:pPr>
              <a:defRPr/>
            </a:pPr>
            <a:fld id="{FFE94311-0FCE-084C-A09B-65035E95F4E0}" type="datetimeFigureOut">
              <a:rPr lang="en-US"/>
              <a:pPr>
                <a:defRPr/>
              </a:pPr>
              <a:t>1/15/25</a:t>
            </a:fld>
            <a:endParaRPr lang="en-US"/>
          </a:p>
        </p:txBody>
      </p:sp>
      <p:sp>
        <p:nvSpPr>
          <p:cNvPr id="3" name="Footer Placeholder 2">
            <a:extLst>
              <a:ext uri="{FF2B5EF4-FFF2-40B4-BE49-F238E27FC236}">
                <a16:creationId xmlns:a16="http://schemas.microsoft.com/office/drawing/2014/main" id="{35DCF6AB-A405-C312-A50B-1A75E17A1F8E}"/>
              </a:ext>
            </a:extLst>
          </p:cNvPr>
          <p:cNvSpPr>
            <a:spLocks noGrp="1" noChangeArrowheads="1"/>
          </p:cNvSpPr>
          <p:nvPr>
            <p:ph type="ftr" sz="quarter" idx="11"/>
          </p:nvPr>
        </p:nvSpPr>
        <p:spPr/>
        <p:txBody>
          <a:bodyPr/>
          <a:lstStyle>
            <a:lvl1pPr>
              <a:defRPr smtClean="0"/>
            </a:lvl1pPr>
          </a:lstStyle>
          <a:p>
            <a:pPr>
              <a:defRPr/>
            </a:pPr>
            <a:endParaRPr lang="en-US"/>
          </a:p>
        </p:txBody>
      </p:sp>
      <p:sp>
        <p:nvSpPr>
          <p:cNvPr id="4" name="Slide Number Placeholder 3">
            <a:extLst>
              <a:ext uri="{FF2B5EF4-FFF2-40B4-BE49-F238E27FC236}">
                <a16:creationId xmlns:a16="http://schemas.microsoft.com/office/drawing/2014/main" id="{8BE1B5F8-FB46-1768-745E-D7DD69F3B3C9}"/>
              </a:ext>
            </a:extLst>
          </p:cNvPr>
          <p:cNvSpPr>
            <a:spLocks noGrp="1" noChangeArrowheads="1"/>
          </p:cNvSpPr>
          <p:nvPr>
            <p:ph type="sldNum" sz="quarter" idx="12"/>
          </p:nvPr>
        </p:nvSpPr>
        <p:spPr/>
        <p:txBody>
          <a:bodyPr/>
          <a:lstStyle>
            <a:lvl1pPr>
              <a:defRPr/>
            </a:lvl1pPr>
          </a:lstStyle>
          <a:p>
            <a:fld id="{1145FCD8-251E-194D-AB52-F01E11297B78}" type="slidenum">
              <a:rPr lang="en-US" altLang="en-US"/>
              <a:pPr/>
              <a:t>‹#›</a:t>
            </a:fld>
            <a:endParaRPr lang="en-US" altLang="en-US"/>
          </a:p>
        </p:txBody>
      </p:sp>
    </p:spTree>
    <p:extLst>
      <p:ext uri="{BB962C8B-B14F-4D97-AF65-F5344CB8AC3E}">
        <p14:creationId xmlns:p14="http://schemas.microsoft.com/office/powerpoint/2010/main" val="216540031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3">
            <a:extLst>
              <a:ext uri="{FF2B5EF4-FFF2-40B4-BE49-F238E27FC236}">
                <a16:creationId xmlns:a16="http://schemas.microsoft.com/office/drawing/2014/main" id="{A8CE570F-8B81-F1E1-6642-503FC198431B}"/>
              </a:ext>
            </a:extLst>
          </p:cNvPr>
          <p:cNvSpPr>
            <a:spLocks noGrp="1" noChangeArrowheads="1"/>
          </p:cNvSpPr>
          <p:nvPr>
            <p:ph type="dt" sz="half" idx="10"/>
          </p:nvPr>
        </p:nvSpPr>
        <p:spPr>
          <a:ln/>
        </p:spPr>
        <p:txBody>
          <a:bodyPr/>
          <a:lstStyle>
            <a:lvl1pPr>
              <a:defRPr/>
            </a:lvl1pPr>
          </a:lstStyle>
          <a:p>
            <a:pPr>
              <a:defRPr/>
            </a:pPr>
            <a:fld id="{B1AF6069-50CB-6841-A1D3-2A74A09E45CB}" type="datetimeFigureOut">
              <a:rPr lang="en-US"/>
              <a:pPr>
                <a:defRPr/>
              </a:pPr>
              <a:t>1/15/25</a:t>
            </a:fld>
            <a:endParaRPr lang="en-US"/>
          </a:p>
        </p:txBody>
      </p:sp>
      <p:sp>
        <p:nvSpPr>
          <p:cNvPr id="6" name="Footer Placeholder 4">
            <a:extLst>
              <a:ext uri="{FF2B5EF4-FFF2-40B4-BE49-F238E27FC236}">
                <a16:creationId xmlns:a16="http://schemas.microsoft.com/office/drawing/2014/main" id="{5457BC09-0C0C-908C-A5F0-3CFAFB7029F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5C4B63E-162D-89FA-88F1-AAB6119A8BCF}"/>
              </a:ext>
            </a:extLst>
          </p:cNvPr>
          <p:cNvSpPr>
            <a:spLocks noGrp="1" noChangeArrowheads="1"/>
          </p:cNvSpPr>
          <p:nvPr>
            <p:ph type="sldNum" sz="quarter" idx="12"/>
          </p:nvPr>
        </p:nvSpPr>
        <p:spPr>
          <a:ln/>
        </p:spPr>
        <p:txBody>
          <a:bodyPr/>
          <a:lstStyle>
            <a:lvl1pPr>
              <a:defRPr/>
            </a:lvl1pPr>
          </a:lstStyle>
          <a:p>
            <a:fld id="{D7BA72CA-0830-E340-949A-798554FBB8FD}" type="slidenum">
              <a:rPr lang="en-IN" altLang="en-US"/>
              <a:pPr/>
              <a:t>‹#›</a:t>
            </a:fld>
            <a:endParaRPr lang="en-IN" altLang="en-US"/>
          </a:p>
        </p:txBody>
      </p:sp>
    </p:spTree>
    <p:extLst>
      <p:ext uri="{BB962C8B-B14F-4D97-AF65-F5344CB8AC3E}">
        <p14:creationId xmlns:p14="http://schemas.microsoft.com/office/powerpoint/2010/main" val="212384616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GB" noProof="0"/>
              <a:t>Click icon to add picture</a:t>
            </a:r>
            <a:endParaRPr lang="en-US" noProof="0"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976A67A4-E2EA-A669-614B-428E9EB453C1}"/>
              </a:ext>
            </a:extLst>
          </p:cNvPr>
          <p:cNvSpPr>
            <a:spLocks noGrp="1" noChangeArrowheads="1"/>
          </p:cNvSpPr>
          <p:nvPr>
            <p:ph type="dt" sz="half" idx="10"/>
          </p:nvPr>
        </p:nvSpPr>
        <p:spPr>
          <a:ln/>
        </p:spPr>
        <p:txBody>
          <a:bodyPr/>
          <a:lstStyle>
            <a:lvl1pPr>
              <a:defRPr/>
            </a:lvl1pPr>
          </a:lstStyle>
          <a:p>
            <a:pPr>
              <a:defRPr/>
            </a:pPr>
            <a:fld id="{8C4408DC-4F40-0C47-84C1-D02D1F4FA574}" type="datetimeFigureOut">
              <a:rPr lang="en-US"/>
              <a:pPr>
                <a:defRPr/>
              </a:pPr>
              <a:t>1/15/25</a:t>
            </a:fld>
            <a:endParaRPr lang="en-US"/>
          </a:p>
        </p:txBody>
      </p:sp>
      <p:sp>
        <p:nvSpPr>
          <p:cNvPr id="6" name="Footer Placeholder 4">
            <a:extLst>
              <a:ext uri="{FF2B5EF4-FFF2-40B4-BE49-F238E27FC236}">
                <a16:creationId xmlns:a16="http://schemas.microsoft.com/office/drawing/2014/main" id="{A25B7627-9A83-85EA-DF5C-0030F4471A3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E992601-FDE9-C5BE-C902-8E2CBB54C09C}"/>
              </a:ext>
            </a:extLst>
          </p:cNvPr>
          <p:cNvSpPr>
            <a:spLocks noGrp="1" noChangeArrowheads="1"/>
          </p:cNvSpPr>
          <p:nvPr>
            <p:ph type="sldNum" sz="quarter" idx="12"/>
          </p:nvPr>
        </p:nvSpPr>
        <p:spPr>
          <a:ln/>
        </p:spPr>
        <p:txBody>
          <a:bodyPr/>
          <a:lstStyle>
            <a:lvl1pPr>
              <a:defRPr/>
            </a:lvl1pPr>
          </a:lstStyle>
          <a:p>
            <a:fld id="{CA35B9FB-96E1-BD44-994B-257C2C335F14}" type="slidenum">
              <a:rPr lang="en-IN" altLang="en-US"/>
              <a:pPr/>
              <a:t>‹#›</a:t>
            </a:fld>
            <a:endParaRPr lang="en-IN" altLang="en-US"/>
          </a:p>
        </p:txBody>
      </p:sp>
    </p:spTree>
    <p:extLst>
      <p:ext uri="{BB962C8B-B14F-4D97-AF65-F5344CB8AC3E}">
        <p14:creationId xmlns:p14="http://schemas.microsoft.com/office/powerpoint/2010/main" val="247575690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9D12E84-2EEC-406A-0FA9-07875FB00094}"/>
              </a:ext>
            </a:extLst>
          </p:cNvPr>
          <p:cNvSpPr>
            <a:spLocks noGrp="1" noChangeArrowheads="1"/>
          </p:cNvSpPr>
          <p:nvPr>
            <p:ph type="dt" sz="half" idx="10"/>
          </p:nvPr>
        </p:nvSpPr>
        <p:spPr>
          <a:ln/>
        </p:spPr>
        <p:txBody>
          <a:bodyPr/>
          <a:lstStyle>
            <a:lvl1pPr>
              <a:defRPr/>
            </a:lvl1pPr>
          </a:lstStyle>
          <a:p>
            <a:pPr>
              <a:defRPr/>
            </a:pPr>
            <a:fld id="{D7B8BCA5-56E3-0E47-A879-B0E074190FB9}" type="datetimeFigureOut">
              <a:rPr lang="en-US"/>
              <a:pPr>
                <a:defRPr/>
              </a:pPr>
              <a:t>1/15/25</a:t>
            </a:fld>
            <a:endParaRPr lang="en-US"/>
          </a:p>
        </p:txBody>
      </p:sp>
      <p:sp>
        <p:nvSpPr>
          <p:cNvPr id="5" name="Footer Placeholder 4">
            <a:extLst>
              <a:ext uri="{FF2B5EF4-FFF2-40B4-BE49-F238E27FC236}">
                <a16:creationId xmlns:a16="http://schemas.microsoft.com/office/drawing/2014/main" id="{B1EEF69D-F5FB-874E-4A5A-508F6F9F7E7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43A5314-770A-296D-D79D-61A1B8CA9F52}"/>
              </a:ext>
            </a:extLst>
          </p:cNvPr>
          <p:cNvSpPr>
            <a:spLocks noGrp="1" noChangeArrowheads="1"/>
          </p:cNvSpPr>
          <p:nvPr>
            <p:ph type="sldNum" sz="quarter" idx="12"/>
          </p:nvPr>
        </p:nvSpPr>
        <p:spPr>
          <a:ln/>
        </p:spPr>
        <p:txBody>
          <a:bodyPr/>
          <a:lstStyle>
            <a:lvl1pPr>
              <a:defRPr/>
            </a:lvl1pPr>
          </a:lstStyle>
          <a:p>
            <a:fld id="{B077A86A-3FCA-CB4A-A20B-7B76BDA54DD8}" type="slidenum">
              <a:rPr lang="en-IN" altLang="en-US"/>
              <a:pPr/>
              <a:t>‹#›</a:t>
            </a:fld>
            <a:endParaRPr lang="en-IN" altLang="en-US"/>
          </a:p>
        </p:txBody>
      </p:sp>
    </p:spTree>
    <p:extLst>
      <p:ext uri="{BB962C8B-B14F-4D97-AF65-F5344CB8AC3E}">
        <p14:creationId xmlns:p14="http://schemas.microsoft.com/office/powerpoint/2010/main" val="90911464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7">
            <a:extLst>
              <a:ext uri="{FF2B5EF4-FFF2-40B4-BE49-F238E27FC236}">
                <a16:creationId xmlns:a16="http://schemas.microsoft.com/office/drawing/2014/main" id="{0DCF14ED-1F79-CA71-FFF6-EF3B80E44E63}"/>
              </a:ext>
            </a:extLst>
          </p:cNvPr>
          <p:cNvSpPr txBox="1">
            <a:spLocks noChangeArrowheads="1"/>
          </p:cNvSpPr>
          <p:nvPr/>
        </p:nvSpPr>
        <p:spPr bwMode="auto">
          <a:xfrm>
            <a:off x="541338" y="790575"/>
            <a:ext cx="609600" cy="584200"/>
          </a:xfrm>
          <a:prstGeom prst="rect">
            <a:avLst/>
          </a:prstGeom>
          <a:noFill/>
          <a:ln w="9525">
            <a:noFill/>
            <a:miter lim="800000"/>
            <a:headEnd/>
            <a:tailEnd/>
          </a:ln>
        </p:spPr>
        <p:txBody>
          <a:bodyPr anchor="ctr"/>
          <a:lstStyle/>
          <a:p>
            <a:pPr eaLnBrk="1" hangingPunct="1">
              <a:buClr>
                <a:srgbClr val="000000"/>
              </a:buClr>
              <a:buFont typeface="Arial" pitchFamily="34" charset="0"/>
              <a:buNone/>
              <a:defRPr/>
            </a:pPr>
            <a:r>
              <a:rPr lang="en-US" sz="8000">
                <a:solidFill>
                  <a:srgbClr val="C0E474"/>
                </a:solidFill>
              </a:rPr>
              <a:t>“</a:t>
            </a:r>
          </a:p>
        </p:txBody>
      </p:sp>
      <p:sp>
        <p:nvSpPr>
          <p:cNvPr id="5" name="TextBox 4">
            <a:extLst>
              <a:ext uri="{FF2B5EF4-FFF2-40B4-BE49-F238E27FC236}">
                <a16:creationId xmlns:a16="http://schemas.microsoft.com/office/drawing/2014/main" id="{1E1A10B2-9576-50E4-DFB0-1F74CAB38DF6}"/>
              </a:ext>
            </a:extLst>
          </p:cNvPr>
          <p:cNvSpPr txBox="1"/>
          <p:nvPr/>
        </p:nvSpPr>
        <p:spPr>
          <a:xfrm>
            <a:off x="8893175" y="2886075"/>
            <a:ext cx="609600" cy="585788"/>
          </a:xfrm>
          <a:prstGeom prst="rect">
            <a:avLst/>
          </a:prstGeom>
        </p:spPr>
        <p:txBody>
          <a:bodyPr anchor="ctr"/>
          <a:lstStyle/>
          <a:p>
            <a:pPr eaLnBrk="1" fontAlgn="auto" hangingPunct="1">
              <a:spcBef>
                <a:spcPts val="0"/>
              </a:spcBef>
              <a:spcAft>
                <a:spcPts val="0"/>
              </a:spcAft>
              <a:buClr>
                <a:srgbClr val="000000"/>
              </a:buClr>
              <a:buFont typeface="Arial"/>
              <a:buNone/>
              <a:defRPr/>
            </a:pPr>
            <a:r>
              <a:rPr lang="en-US" sz="8000" kern="0" dirty="0">
                <a:ln w="3175" cmpd="sng">
                  <a:noFill/>
                </a:ln>
                <a:solidFill>
                  <a:schemeClr val="accent1">
                    <a:lumMod val="60000"/>
                    <a:lumOff val="40000"/>
                  </a:schemeClr>
                </a:solidFill>
                <a:latin typeface="Arial"/>
                <a:ea typeface="Arial"/>
                <a:cs typeface="Arial"/>
                <a:sym typeface="Arial"/>
              </a:rPr>
              <a:t>”</a:t>
            </a:r>
            <a:endParaRPr lang="en-US" sz="1867" kern="0" dirty="0">
              <a:solidFill>
                <a:schemeClr val="accent1">
                  <a:lumMod val="60000"/>
                  <a:lumOff val="40000"/>
                </a:schemeClr>
              </a:solidFill>
              <a:latin typeface="Arial"/>
              <a:ea typeface="Arial"/>
              <a:cs typeface="Arial"/>
              <a:sym typeface="Arial"/>
            </a:endParaRPr>
          </a:p>
        </p:txBody>
      </p:sp>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6" name="Date Placeholder 3">
            <a:extLst>
              <a:ext uri="{FF2B5EF4-FFF2-40B4-BE49-F238E27FC236}">
                <a16:creationId xmlns:a16="http://schemas.microsoft.com/office/drawing/2014/main" id="{E19E957D-9857-39FA-75B3-DEAE63392C61}"/>
              </a:ext>
            </a:extLst>
          </p:cNvPr>
          <p:cNvSpPr>
            <a:spLocks noGrp="1" noChangeArrowheads="1"/>
          </p:cNvSpPr>
          <p:nvPr>
            <p:ph type="dt" sz="half" idx="14"/>
          </p:nvPr>
        </p:nvSpPr>
        <p:spPr/>
        <p:txBody>
          <a:bodyPr/>
          <a:lstStyle>
            <a:lvl1pPr>
              <a:defRPr smtClean="0"/>
            </a:lvl1pPr>
          </a:lstStyle>
          <a:p>
            <a:pPr>
              <a:defRPr/>
            </a:pPr>
            <a:fld id="{E54A4385-35EA-7B48-A27C-E3DF5064FDDE}" type="datetimeFigureOut">
              <a:rPr lang="en-US"/>
              <a:pPr>
                <a:defRPr/>
              </a:pPr>
              <a:t>1/15/25</a:t>
            </a:fld>
            <a:endParaRPr lang="en-US"/>
          </a:p>
        </p:txBody>
      </p:sp>
      <p:sp>
        <p:nvSpPr>
          <p:cNvPr id="7" name="Footer Placeholder 4">
            <a:extLst>
              <a:ext uri="{FF2B5EF4-FFF2-40B4-BE49-F238E27FC236}">
                <a16:creationId xmlns:a16="http://schemas.microsoft.com/office/drawing/2014/main" id="{80967508-66EC-9E28-82FA-53132081B706}"/>
              </a:ext>
            </a:extLst>
          </p:cNvPr>
          <p:cNvSpPr>
            <a:spLocks noGrp="1" noChangeArrowheads="1"/>
          </p:cNvSpPr>
          <p:nvPr>
            <p:ph type="ftr" sz="quarter" idx="15"/>
          </p:nvPr>
        </p:nvSpPr>
        <p:spPr/>
        <p:txBody>
          <a:bodyPr/>
          <a:lstStyle>
            <a:lvl1pPr>
              <a:defRPr smtClean="0"/>
            </a:lvl1pPr>
          </a:lstStyle>
          <a:p>
            <a:pPr>
              <a:defRPr/>
            </a:pPr>
            <a:endParaRPr lang="en-US"/>
          </a:p>
        </p:txBody>
      </p:sp>
      <p:sp>
        <p:nvSpPr>
          <p:cNvPr id="8" name="Slide Number Placeholder 5">
            <a:extLst>
              <a:ext uri="{FF2B5EF4-FFF2-40B4-BE49-F238E27FC236}">
                <a16:creationId xmlns:a16="http://schemas.microsoft.com/office/drawing/2014/main" id="{23054534-6AEA-66BB-768D-A5DFDB97F150}"/>
              </a:ext>
            </a:extLst>
          </p:cNvPr>
          <p:cNvSpPr>
            <a:spLocks noGrp="1" noChangeArrowheads="1"/>
          </p:cNvSpPr>
          <p:nvPr>
            <p:ph type="sldNum" sz="quarter" idx="16"/>
          </p:nvPr>
        </p:nvSpPr>
        <p:spPr/>
        <p:txBody>
          <a:bodyPr/>
          <a:lstStyle>
            <a:lvl1pPr>
              <a:defRPr/>
            </a:lvl1pPr>
          </a:lstStyle>
          <a:p>
            <a:fld id="{FE3B4885-D9A4-0148-A2FF-198BA00EC02A}" type="slidenum">
              <a:rPr lang="en-IN" altLang="en-US"/>
              <a:pPr/>
              <a:t>‹#›</a:t>
            </a:fld>
            <a:endParaRPr lang="en-IN" altLang="en-US"/>
          </a:p>
        </p:txBody>
      </p:sp>
    </p:spTree>
    <p:extLst>
      <p:ext uri="{BB962C8B-B14F-4D97-AF65-F5344CB8AC3E}">
        <p14:creationId xmlns:p14="http://schemas.microsoft.com/office/powerpoint/2010/main" val="400104932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5F0B48C-FA22-7A89-DF3E-9E62897CBA19}"/>
              </a:ext>
            </a:extLst>
          </p:cNvPr>
          <p:cNvSpPr>
            <a:spLocks noGrp="1" noChangeArrowheads="1"/>
          </p:cNvSpPr>
          <p:nvPr>
            <p:ph type="dt" sz="half" idx="10"/>
          </p:nvPr>
        </p:nvSpPr>
        <p:spPr>
          <a:ln/>
        </p:spPr>
        <p:txBody>
          <a:bodyPr/>
          <a:lstStyle>
            <a:lvl1pPr>
              <a:defRPr/>
            </a:lvl1pPr>
          </a:lstStyle>
          <a:p>
            <a:pPr>
              <a:defRPr/>
            </a:pPr>
            <a:fld id="{0C693745-72CE-6A4D-8A98-D5F6F2104108}" type="datetimeFigureOut">
              <a:rPr lang="en-US"/>
              <a:pPr>
                <a:defRPr/>
              </a:pPr>
              <a:t>1/15/25</a:t>
            </a:fld>
            <a:endParaRPr lang="en-US"/>
          </a:p>
        </p:txBody>
      </p:sp>
      <p:sp>
        <p:nvSpPr>
          <p:cNvPr id="5" name="Footer Placeholder 4">
            <a:extLst>
              <a:ext uri="{FF2B5EF4-FFF2-40B4-BE49-F238E27FC236}">
                <a16:creationId xmlns:a16="http://schemas.microsoft.com/office/drawing/2014/main" id="{D6E67341-8D4A-82ED-ACB5-D9005F7CEB2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D313EE1-F315-7F36-C25A-3488399BC240}"/>
              </a:ext>
            </a:extLst>
          </p:cNvPr>
          <p:cNvSpPr>
            <a:spLocks noGrp="1" noChangeArrowheads="1"/>
          </p:cNvSpPr>
          <p:nvPr>
            <p:ph type="sldNum" sz="quarter" idx="12"/>
          </p:nvPr>
        </p:nvSpPr>
        <p:spPr>
          <a:ln/>
        </p:spPr>
        <p:txBody>
          <a:bodyPr/>
          <a:lstStyle>
            <a:lvl1pPr>
              <a:defRPr/>
            </a:lvl1pPr>
          </a:lstStyle>
          <a:p>
            <a:fld id="{698655FE-FD8F-E84D-AE79-51FDA314A254}" type="slidenum">
              <a:rPr lang="en-IN" altLang="en-US"/>
              <a:pPr/>
              <a:t>‹#›</a:t>
            </a:fld>
            <a:endParaRPr lang="en-IN" altLang="en-US"/>
          </a:p>
        </p:txBody>
      </p:sp>
    </p:spTree>
    <p:extLst>
      <p:ext uri="{BB962C8B-B14F-4D97-AF65-F5344CB8AC3E}">
        <p14:creationId xmlns:p14="http://schemas.microsoft.com/office/powerpoint/2010/main" val="380484783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7">
            <a:extLst>
              <a:ext uri="{FF2B5EF4-FFF2-40B4-BE49-F238E27FC236}">
                <a16:creationId xmlns:a16="http://schemas.microsoft.com/office/drawing/2014/main" id="{DAA793E7-CC10-7E0C-CBC5-E997A4A5DB36}"/>
              </a:ext>
            </a:extLst>
          </p:cNvPr>
          <p:cNvSpPr txBox="1">
            <a:spLocks noChangeArrowheads="1"/>
          </p:cNvSpPr>
          <p:nvPr/>
        </p:nvSpPr>
        <p:spPr bwMode="auto">
          <a:xfrm>
            <a:off x="541338" y="790575"/>
            <a:ext cx="609600" cy="584200"/>
          </a:xfrm>
          <a:prstGeom prst="rect">
            <a:avLst/>
          </a:prstGeom>
          <a:noFill/>
          <a:ln w="9525">
            <a:noFill/>
            <a:miter lim="800000"/>
            <a:headEnd/>
            <a:tailEnd/>
          </a:ln>
        </p:spPr>
        <p:txBody>
          <a:bodyPr anchor="ctr"/>
          <a:lstStyle/>
          <a:p>
            <a:pPr eaLnBrk="1" hangingPunct="1">
              <a:buClr>
                <a:srgbClr val="000000"/>
              </a:buClr>
              <a:buFont typeface="Arial" pitchFamily="34" charset="0"/>
              <a:buNone/>
              <a:defRPr/>
            </a:pPr>
            <a:r>
              <a:rPr lang="en-US" sz="8000">
                <a:solidFill>
                  <a:srgbClr val="C0E474"/>
                </a:solidFill>
              </a:rPr>
              <a:t>“</a:t>
            </a:r>
          </a:p>
        </p:txBody>
      </p:sp>
      <p:sp>
        <p:nvSpPr>
          <p:cNvPr id="5" name="TextBox 8">
            <a:extLst>
              <a:ext uri="{FF2B5EF4-FFF2-40B4-BE49-F238E27FC236}">
                <a16:creationId xmlns:a16="http://schemas.microsoft.com/office/drawing/2014/main" id="{A60150A5-2137-0A6F-4D77-2E18D85452EB}"/>
              </a:ext>
            </a:extLst>
          </p:cNvPr>
          <p:cNvSpPr txBox="1">
            <a:spLocks noChangeArrowheads="1"/>
          </p:cNvSpPr>
          <p:nvPr/>
        </p:nvSpPr>
        <p:spPr bwMode="auto">
          <a:xfrm>
            <a:off x="8893175" y="2886075"/>
            <a:ext cx="609600" cy="585788"/>
          </a:xfrm>
          <a:prstGeom prst="rect">
            <a:avLst/>
          </a:prstGeom>
          <a:noFill/>
          <a:ln w="9525">
            <a:noFill/>
            <a:miter lim="800000"/>
            <a:headEnd/>
            <a:tailEnd/>
          </a:ln>
        </p:spPr>
        <p:txBody>
          <a:bodyPr anchor="ctr"/>
          <a:lstStyle/>
          <a:p>
            <a:pPr eaLnBrk="1" hangingPunct="1">
              <a:buClr>
                <a:srgbClr val="000000"/>
              </a:buClr>
              <a:buFont typeface="Arial" pitchFamily="34" charset="0"/>
              <a:buNone/>
              <a:defRPr/>
            </a:pPr>
            <a:r>
              <a:rPr lang="en-US" sz="8000">
                <a:solidFill>
                  <a:srgbClr val="C0E474"/>
                </a:solidFill>
              </a:rPr>
              <a:t>”</a:t>
            </a:r>
          </a:p>
        </p:txBody>
      </p:sp>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6" name="Date Placeholder 3">
            <a:extLst>
              <a:ext uri="{FF2B5EF4-FFF2-40B4-BE49-F238E27FC236}">
                <a16:creationId xmlns:a16="http://schemas.microsoft.com/office/drawing/2014/main" id="{C69071F3-4B7F-F2B8-30F9-92458AA8A777}"/>
              </a:ext>
            </a:extLst>
          </p:cNvPr>
          <p:cNvSpPr>
            <a:spLocks noGrp="1" noChangeArrowheads="1"/>
          </p:cNvSpPr>
          <p:nvPr>
            <p:ph type="dt" sz="half" idx="14"/>
          </p:nvPr>
        </p:nvSpPr>
        <p:spPr/>
        <p:txBody>
          <a:bodyPr/>
          <a:lstStyle>
            <a:lvl1pPr>
              <a:defRPr smtClean="0"/>
            </a:lvl1pPr>
          </a:lstStyle>
          <a:p>
            <a:pPr>
              <a:defRPr/>
            </a:pPr>
            <a:fld id="{3E4A58E4-5158-8845-B50D-153E9B651F85}" type="datetimeFigureOut">
              <a:rPr lang="en-US"/>
              <a:pPr>
                <a:defRPr/>
              </a:pPr>
              <a:t>1/15/25</a:t>
            </a:fld>
            <a:endParaRPr lang="en-US"/>
          </a:p>
        </p:txBody>
      </p:sp>
      <p:sp>
        <p:nvSpPr>
          <p:cNvPr id="7" name="Footer Placeholder 4">
            <a:extLst>
              <a:ext uri="{FF2B5EF4-FFF2-40B4-BE49-F238E27FC236}">
                <a16:creationId xmlns:a16="http://schemas.microsoft.com/office/drawing/2014/main" id="{7285194D-AB5D-1412-9106-863D73E6551F}"/>
              </a:ext>
            </a:extLst>
          </p:cNvPr>
          <p:cNvSpPr>
            <a:spLocks noGrp="1" noChangeArrowheads="1"/>
          </p:cNvSpPr>
          <p:nvPr>
            <p:ph type="ftr" sz="quarter" idx="15"/>
          </p:nvPr>
        </p:nvSpPr>
        <p:spPr/>
        <p:txBody>
          <a:bodyPr/>
          <a:lstStyle>
            <a:lvl1pPr>
              <a:defRPr smtClean="0"/>
            </a:lvl1pPr>
          </a:lstStyle>
          <a:p>
            <a:pPr>
              <a:defRPr/>
            </a:pPr>
            <a:endParaRPr lang="en-US"/>
          </a:p>
        </p:txBody>
      </p:sp>
      <p:sp>
        <p:nvSpPr>
          <p:cNvPr id="8" name="Slide Number Placeholder 5">
            <a:extLst>
              <a:ext uri="{FF2B5EF4-FFF2-40B4-BE49-F238E27FC236}">
                <a16:creationId xmlns:a16="http://schemas.microsoft.com/office/drawing/2014/main" id="{D49870A4-6BAD-0305-3C7C-3582BFA32383}"/>
              </a:ext>
            </a:extLst>
          </p:cNvPr>
          <p:cNvSpPr>
            <a:spLocks noGrp="1" noChangeArrowheads="1"/>
          </p:cNvSpPr>
          <p:nvPr>
            <p:ph type="sldNum" sz="quarter" idx="16"/>
          </p:nvPr>
        </p:nvSpPr>
        <p:spPr/>
        <p:txBody>
          <a:bodyPr/>
          <a:lstStyle>
            <a:lvl1pPr>
              <a:defRPr/>
            </a:lvl1pPr>
          </a:lstStyle>
          <a:p>
            <a:fld id="{E70F84A0-9F7D-9046-B3E0-F1D4D59515EA}" type="slidenum">
              <a:rPr lang="en-IN" altLang="en-US"/>
              <a:pPr/>
              <a:t>‹#›</a:t>
            </a:fld>
            <a:endParaRPr lang="en-IN" altLang="en-US"/>
          </a:p>
        </p:txBody>
      </p:sp>
    </p:spTree>
    <p:extLst>
      <p:ext uri="{BB962C8B-B14F-4D97-AF65-F5344CB8AC3E}">
        <p14:creationId xmlns:p14="http://schemas.microsoft.com/office/powerpoint/2010/main" val="69924240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D97F570-E329-5B46-C384-4B1A1163B028}"/>
              </a:ext>
            </a:extLst>
          </p:cNvPr>
          <p:cNvSpPr>
            <a:spLocks noGrp="1" noChangeArrowheads="1"/>
          </p:cNvSpPr>
          <p:nvPr>
            <p:ph type="dt" sz="half" idx="14"/>
          </p:nvPr>
        </p:nvSpPr>
        <p:spPr>
          <a:ln/>
        </p:spPr>
        <p:txBody>
          <a:bodyPr/>
          <a:lstStyle>
            <a:lvl1pPr>
              <a:defRPr/>
            </a:lvl1pPr>
          </a:lstStyle>
          <a:p>
            <a:pPr>
              <a:defRPr/>
            </a:pPr>
            <a:fld id="{D6BD26C5-A83C-1E46-8D7D-D27A2253FF53}" type="datetimeFigureOut">
              <a:rPr lang="en-US"/>
              <a:pPr>
                <a:defRPr/>
              </a:pPr>
              <a:t>1/15/25</a:t>
            </a:fld>
            <a:endParaRPr lang="en-US"/>
          </a:p>
        </p:txBody>
      </p:sp>
      <p:sp>
        <p:nvSpPr>
          <p:cNvPr id="5" name="Footer Placeholder 4">
            <a:extLst>
              <a:ext uri="{FF2B5EF4-FFF2-40B4-BE49-F238E27FC236}">
                <a16:creationId xmlns:a16="http://schemas.microsoft.com/office/drawing/2014/main" id="{D1508271-6F4F-96F0-175B-ADD3AF9CC817}"/>
              </a:ext>
            </a:extLst>
          </p:cNvPr>
          <p:cNvSpPr>
            <a:spLocks noGrp="1" noChangeArrowheads="1"/>
          </p:cNvSpPr>
          <p:nvPr>
            <p:ph type="ftr" sz="quarter" idx="15"/>
          </p:nvPr>
        </p:nvSpPr>
        <p:spPr>
          <a:ln/>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EFF693C-D40D-3327-77A5-BF6705DABAF8}"/>
              </a:ext>
            </a:extLst>
          </p:cNvPr>
          <p:cNvSpPr>
            <a:spLocks noGrp="1" noChangeArrowheads="1"/>
          </p:cNvSpPr>
          <p:nvPr>
            <p:ph type="sldNum" sz="quarter" idx="16"/>
          </p:nvPr>
        </p:nvSpPr>
        <p:spPr>
          <a:ln/>
        </p:spPr>
        <p:txBody>
          <a:bodyPr/>
          <a:lstStyle>
            <a:lvl1pPr>
              <a:defRPr/>
            </a:lvl1pPr>
          </a:lstStyle>
          <a:p>
            <a:fld id="{C1EB48BD-DB15-654D-8A5E-B78DA23870FF}" type="slidenum">
              <a:rPr lang="en-IN" altLang="en-US"/>
              <a:pPr/>
              <a:t>‹#›</a:t>
            </a:fld>
            <a:endParaRPr lang="en-IN" altLang="en-US"/>
          </a:p>
        </p:txBody>
      </p:sp>
    </p:spTree>
    <p:extLst>
      <p:ext uri="{BB962C8B-B14F-4D97-AF65-F5344CB8AC3E}">
        <p14:creationId xmlns:p14="http://schemas.microsoft.com/office/powerpoint/2010/main" val="275484757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EDB58EA3-1723-7CB6-92A7-4F980827698B}"/>
              </a:ext>
            </a:extLst>
          </p:cNvPr>
          <p:cNvSpPr>
            <a:spLocks noGrp="1" noChangeArrowheads="1"/>
          </p:cNvSpPr>
          <p:nvPr>
            <p:ph type="dt" sz="half" idx="10"/>
          </p:nvPr>
        </p:nvSpPr>
        <p:spPr>
          <a:ln/>
        </p:spPr>
        <p:txBody>
          <a:bodyPr/>
          <a:lstStyle>
            <a:lvl1pPr>
              <a:defRPr/>
            </a:lvl1pPr>
          </a:lstStyle>
          <a:p>
            <a:pPr>
              <a:defRPr/>
            </a:pPr>
            <a:fld id="{6A966456-15B3-EB44-839A-DC23DA93FCDD}" type="datetimeFigureOut">
              <a:rPr lang="en-US"/>
              <a:pPr>
                <a:defRPr/>
              </a:pPr>
              <a:t>1/15/25</a:t>
            </a:fld>
            <a:endParaRPr lang="en-US"/>
          </a:p>
        </p:txBody>
      </p:sp>
      <p:sp>
        <p:nvSpPr>
          <p:cNvPr id="5" name="Footer Placeholder 4">
            <a:extLst>
              <a:ext uri="{FF2B5EF4-FFF2-40B4-BE49-F238E27FC236}">
                <a16:creationId xmlns:a16="http://schemas.microsoft.com/office/drawing/2014/main" id="{6E2A1B7E-92CE-06C7-BA6C-F825D6A1325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30EA739-631C-DBDD-1C8F-7195BF3C956E}"/>
              </a:ext>
            </a:extLst>
          </p:cNvPr>
          <p:cNvSpPr>
            <a:spLocks noGrp="1" noChangeArrowheads="1"/>
          </p:cNvSpPr>
          <p:nvPr>
            <p:ph type="sldNum" sz="quarter" idx="12"/>
          </p:nvPr>
        </p:nvSpPr>
        <p:spPr>
          <a:ln/>
        </p:spPr>
        <p:txBody>
          <a:bodyPr/>
          <a:lstStyle>
            <a:lvl1pPr>
              <a:defRPr/>
            </a:lvl1pPr>
          </a:lstStyle>
          <a:p>
            <a:fld id="{E17265E6-0B2B-234B-A87E-237DBA4D1609}" type="slidenum">
              <a:rPr lang="en-IN" altLang="en-US"/>
              <a:pPr/>
              <a:t>‹#›</a:t>
            </a:fld>
            <a:endParaRPr lang="en-IN" altLang="en-US"/>
          </a:p>
        </p:txBody>
      </p:sp>
    </p:spTree>
    <p:extLst>
      <p:ext uri="{BB962C8B-B14F-4D97-AF65-F5344CB8AC3E}">
        <p14:creationId xmlns:p14="http://schemas.microsoft.com/office/powerpoint/2010/main" val="48687618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CF8D1F26-7C4C-6CA9-6228-96B8A1241E61}"/>
              </a:ext>
            </a:extLst>
          </p:cNvPr>
          <p:cNvSpPr>
            <a:spLocks noGrp="1" noChangeArrowheads="1"/>
          </p:cNvSpPr>
          <p:nvPr>
            <p:ph type="dt" sz="half" idx="10"/>
          </p:nvPr>
        </p:nvSpPr>
        <p:spPr>
          <a:ln/>
        </p:spPr>
        <p:txBody>
          <a:bodyPr/>
          <a:lstStyle>
            <a:lvl1pPr>
              <a:defRPr/>
            </a:lvl1pPr>
          </a:lstStyle>
          <a:p>
            <a:pPr>
              <a:defRPr/>
            </a:pPr>
            <a:fld id="{463AC102-3BEB-0840-9C59-F2AD5E8D4E14}" type="datetimeFigureOut">
              <a:rPr lang="en-US"/>
              <a:pPr>
                <a:defRPr/>
              </a:pPr>
              <a:t>1/15/25</a:t>
            </a:fld>
            <a:endParaRPr lang="en-US"/>
          </a:p>
        </p:txBody>
      </p:sp>
      <p:sp>
        <p:nvSpPr>
          <p:cNvPr id="5" name="Footer Placeholder 4">
            <a:extLst>
              <a:ext uri="{FF2B5EF4-FFF2-40B4-BE49-F238E27FC236}">
                <a16:creationId xmlns:a16="http://schemas.microsoft.com/office/drawing/2014/main" id="{C1275FBC-C5A3-CF07-9200-107C44AD78E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D6EE3F5-B7FB-1270-4AE0-127D4C704858}"/>
              </a:ext>
            </a:extLst>
          </p:cNvPr>
          <p:cNvSpPr>
            <a:spLocks noGrp="1" noChangeArrowheads="1"/>
          </p:cNvSpPr>
          <p:nvPr>
            <p:ph type="sldNum" sz="quarter" idx="12"/>
          </p:nvPr>
        </p:nvSpPr>
        <p:spPr>
          <a:ln/>
        </p:spPr>
        <p:txBody>
          <a:bodyPr/>
          <a:lstStyle>
            <a:lvl1pPr>
              <a:defRPr/>
            </a:lvl1pPr>
          </a:lstStyle>
          <a:p>
            <a:fld id="{FFC4EDB6-B80A-9D42-A97D-F7F6C6365E6C}" type="slidenum">
              <a:rPr lang="en-IN" altLang="en-US"/>
              <a:pPr/>
              <a:t>‹#›</a:t>
            </a:fld>
            <a:endParaRPr lang="en-IN" altLang="en-US"/>
          </a:p>
        </p:txBody>
      </p:sp>
    </p:spTree>
    <p:extLst>
      <p:ext uri="{BB962C8B-B14F-4D97-AF65-F5344CB8AC3E}">
        <p14:creationId xmlns:p14="http://schemas.microsoft.com/office/powerpoint/2010/main" val="212537695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matchingName="Title+Content">
  <p:cSld name="Title+Content">
    <p:spTree>
      <p:nvGrpSpPr>
        <p:cNvPr id="1" name="Shape 679"/>
        <p:cNvGrpSpPr/>
        <p:nvPr/>
      </p:nvGrpSpPr>
      <p:grpSpPr>
        <a:xfrm>
          <a:off x="0" y="0"/>
          <a:ext cx="0" cy="0"/>
          <a:chOff x="0" y="0"/>
          <a:chExt cx="0" cy="0"/>
        </a:xfrm>
      </p:grpSpPr>
      <p:sp>
        <p:nvSpPr>
          <p:cNvPr id="680" name="Google Shape;680;p20"/>
          <p:cNvSpPr txBox="1">
            <a:spLocks noGrp="1"/>
          </p:cNvSpPr>
          <p:nvPr>
            <p:ph type="title"/>
          </p:nvPr>
        </p:nvSpPr>
        <p:spPr>
          <a:xfrm>
            <a:off x="208634" y="633245"/>
            <a:ext cx="11307531" cy="492172"/>
          </a:xfrm>
          <a:prstGeom prst="rect">
            <a:avLst/>
          </a:prstGeom>
          <a:noFill/>
          <a:ln>
            <a:noFill/>
          </a:ln>
        </p:spPr>
        <p:txBody>
          <a:bodyPr spcFirstLastPara="1" lIns="91425" tIns="45700" rIns="91425" bIns="4570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682" name="Google Shape;682;p20"/>
          <p:cNvSpPr txBox="1">
            <a:spLocks noGrp="1"/>
          </p:cNvSpPr>
          <p:nvPr>
            <p:ph type="body" idx="2"/>
          </p:nvPr>
        </p:nvSpPr>
        <p:spPr>
          <a:xfrm>
            <a:off x="514350" y="1304995"/>
            <a:ext cx="11047534" cy="4840828"/>
          </a:xfrm>
          <a:prstGeom prst="rect">
            <a:avLst/>
          </a:prstGeom>
          <a:noFill/>
          <a:ln>
            <a:noFill/>
          </a:ln>
        </p:spPr>
        <p:txBody>
          <a:bodyPr spcFirstLastPara="1" lIns="0" tIns="0" rIns="0" bIns="0"/>
          <a:lstStyle>
            <a:lvl1pPr marL="0" marR="0" lvl="0" indent="0" algn="l" rtl="0">
              <a:lnSpc>
                <a:spcPct val="100000"/>
              </a:lnSpc>
              <a:spcBef>
                <a:spcPts val="0"/>
              </a:spcBef>
              <a:spcAft>
                <a:spcPts val="60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344488" marR="0" lvl="1" indent="-342900" algn="l" rtl="0">
              <a:lnSpc>
                <a:spcPct val="100000"/>
              </a:lnSpc>
              <a:spcBef>
                <a:spcPts val="0"/>
              </a:spcBef>
              <a:spcAft>
                <a:spcPts val="60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666750" marR="0" lvl="2" indent="-330200" algn="l" rtl="0">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dk1"/>
                </a:solidFill>
                <a:latin typeface="Arial"/>
                <a:ea typeface="Arial"/>
                <a:cs typeface="Arial"/>
                <a:sym typeface="Arial"/>
              </a:defRPr>
            </a:lvl3pPr>
            <a:lvl4pPr marL="968375" marR="0" lvl="3" indent="-323850" algn="l" rtl="0">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dk1"/>
                </a:solidFill>
                <a:latin typeface="Arial"/>
                <a:ea typeface="Arial"/>
                <a:cs typeface="Arial"/>
                <a:sym typeface="Arial"/>
              </a:defRPr>
            </a:lvl4pPr>
            <a:lvl5pPr marL="2286000" marR="0" lvl="4" indent="-298450" algn="l" rtl="0">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Google Shape;683;p20">
            <a:extLst>
              <a:ext uri="{FF2B5EF4-FFF2-40B4-BE49-F238E27FC236}">
                <a16:creationId xmlns:a16="http://schemas.microsoft.com/office/drawing/2014/main" id="{017AB791-F711-7C5B-E9DC-3D6A8B2F2EA4}"/>
              </a:ext>
            </a:extLst>
          </p:cNvPr>
          <p:cNvSpPr txBox="1">
            <a:spLocks noGrp="1" noChangeArrowheads="1"/>
          </p:cNvSpPr>
          <p:nvPr>
            <p:ph type="sldNum" idx="10"/>
          </p:nvPr>
        </p:nvSpPr>
        <p:spPr>
          <a:xfrm>
            <a:off x="11561763" y="6356350"/>
            <a:ext cx="387350" cy="365125"/>
          </a:xfrm>
        </p:spPr>
        <p:txBody>
          <a:bodyPr lIns="91425" tIns="45700" rIns="91425" bIns="45700"/>
          <a:lstStyle>
            <a:lvl1pPr>
              <a:buClr>
                <a:srgbClr val="888888"/>
              </a:buClr>
              <a:buSzPts val="800"/>
              <a:defRPr sz="800">
                <a:solidFill>
                  <a:srgbClr val="888888"/>
                </a:solidFill>
              </a:defRPr>
            </a:lvl1pPr>
          </a:lstStyle>
          <a:p>
            <a:fld id="{D1FC09A0-01A9-9841-882D-E12D15AC4EC8}" type="slidenum">
              <a:rPr lang="en-US" altLang="en-US"/>
              <a:pPr/>
              <a:t>‹#›</a:t>
            </a:fld>
            <a:endParaRPr lang="en-US" altLang="en-US"/>
          </a:p>
        </p:txBody>
      </p:sp>
    </p:spTree>
    <p:extLst>
      <p:ext uri="{BB962C8B-B14F-4D97-AF65-F5344CB8AC3E}">
        <p14:creationId xmlns:p14="http://schemas.microsoft.com/office/powerpoint/2010/main" val="383287265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matchingName="Title+Content" userDrawn="1">
  <p:cSld name="1_Title+Content">
    <p:spTree>
      <p:nvGrpSpPr>
        <p:cNvPr id="1" name="Shape 679"/>
        <p:cNvGrpSpPr/>
        <p:nvPr/>
      </p:nvGrpSpPr>
      <p:grpSpPr>
        <a:xfrm>
          <a:off x="0" y="0"/>
          <a:ext cx="0" cy="0"/>
          <a:chOff x="0" y="0"/>
          <a:chExt cx="0" cy="0"/>
        </a:xfrm>
      </p:grpSpPr>
      <p:pic>
        <p:nvPicPr>
          <p:cNvPr id="2" name="Google Shape;722;p27">
            <a:extLst>
              <a:ext uri="{FF2B5EF4-FFF2-40B4-BE49-F238E27FC236}">
                <a16:creationId xmlns:a16="http://schemas.microsoft.com/office/drawing/2014/main" id="{6CC14B49-1278-8369-CFB7-886B78910688}"/>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1708150"/>
            <a:ext cx="3713163" cy="357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13">
            <a:extLst>
              <a:ext uri="{FF2B5EF4-FFF2-40B4-BE49-F238E27FC236}">
                <a16:creationId xmlns:a16="http://schemas.microsoft.com/office/drawing/2014/main" id="{6E66646D-AEAF-B2F7-BF20-F0AFD5AE1DD0}"/>
              </a:ext>
            </a:extLst>
          </p:cNvPr>
          <p:cNvGrpSpPr>
            <a:grpSpLocks/>
          </p:cNvGrpSpPr>
          <p:nvPr userDrawn="1"/>
        </p:nvGrpSpPr>
        <p:grpSpPr bwMode="auto">
          <a:xfrm>
            <a:off x="487363" y="1319213"/>
            <a:ext cx="700087" cy="700087"/>
            <a:chOff x="487887" y="1402089"/>
            <a:chExt cx="699075" cy="699074"/>
          </a:xfrm>
        </p:grpSpPr>
        <p:sp>
          <p:nvSpPr>
            <p:cNvPr id="4" name="Google Shape;637;p17">
              <a:extLst>
                <a:ext uri="{FF2B5EF4-FFF2-40B4-BE49-F238E27FC236}">
                  <a16:creationId xmlns:a16="http://schemas.microsoft.com/office/drawing/2014/main" id="{9BDB43DB-8F5B-2526-933D-CB1B8CFF0024}"/>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5" name="Google Shape;638;p17">
              <a:extLst>
                <a:ext uri="{FF2B5EF4-FFF2-40B4-BE49-F238E27FC236}">
                  <a16:creationId xmlns:a16="http://schemas.microsoft.com/office/drawing/2014/main" id="{5C57D87B-6725-FED1-ABAB-4524EBBE2248}"/>
                </a:ext>
              </a:extLst>
            </p:cNvPr>
            <p:cNvSpPr>
              <a:spLocks/>
            </p:cNvSpPr>
            <p:nvPr/>
          </p:nvSpPr>
          <p:spPr bwMode="auto">
            <a:xfrm>
              <a:off x="697134" y="1611336"/>
              <a:ext cx="280581" cy="28058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6" name="Google Shape;640;p17">
            <a:extLst>
              <a:ext uri="{FF2B5EF4-FFF2-40B4-BE49-F238E27FC236}">
                <a16:creationId xmlns:a16="http://schemas.microsoft.com/office/drawing/2014/main" id="{3D033C17-DA8A-FD86-3856-9F23DEF774F3}"/>
              </a:ext>
            </a:extLst>
          </p:cNvPr>
          <p:cNvCxnSpPr>
            <a:cxnSpLocks noChangeShapeType="1"/>
          </p:cNvCxnSpPr>
          <p:nvPr userDrawn="1"/>
        </p:nvCxnSpPr>
        <p:spPr bwMode="auto">
          <a:xfrm>
            <a:off x="1192213" y="2147888"/>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7" name="Group 17">
            <a:extLst>
              <a:ext uri="{FF2B5EF4-FFF2-40B4-BE49-F238E27FC236}">
                <a16:creationId xmlns:a16="http://schemas.microsoft.com/office/drawing/2014/main" id="{DEEFC7D7-1ED3-DBBA-C552-21531A5D2A85}"/>
              </a:ext>
            </a:extLst>
          </p:cNvPr>
          <p:cNvGrpSpPr>
            <a:grpSpLocks/>
          </p:cNvGrpSpPr>
          <p:nvPr userDrawn="1"/>
        </p:nvGrpSpPr>
        <p:grpSpPr bwMode="auto">
          <a:xfrm>
            <a:off x="487363" y="2225675"/>
            <a:ext cx="700087" cy="698500"/>
            <a:chOff x="487887" y="1402089"/>
            <a:chExt cx="699075" cy="699074"/>
          </a:xfrm>
        </p:grpSpPr>
        <p:sp>
          <p:nvSpPr>
            <p:cNvPr id="8" name="Google Shape;637;p17">
              <a:extLst>
                <a:ext uri="{FF2B5EF4-FFF2-40B4-BE49-F238E27FC236}">
                  <a16:creationId xmlns:a16="http://schemas.microsoft.com/office/drawing/2014/main" id="{2A421671-92FB-9C3A-B7CA-84CFC7C77E22}"/>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10" name="Google Shape;638;p17">
              <a:extLst>
                <a:ext uri="{FF2B5EF4-FFF2-40B4-BE49-F238E27FC236}">
                  <a16:creationId xmlns:a16="http://schemas.microsoft.com/office/drawing/2014/main" id="{7461E441-808E-67BD-17C3-DD2405E00FAB}"/>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11" name="Google Shape;640;p17">
            <a:extLst>
              <a:ext uri="{FF2B5EF4-FFF2-40B4-BE49-F238E27FC236}">
                <a16:creationId xmlns:a16="http://schemas.microsoft.com/office/drawing/2014/main" id="{118AEC40-0175-99E4-CD3E-0FDFD45178C4}"/>
              </a:ext>
            </a:extLst>
          </p:cNvPr>
          <p:cNvCxnSpPr>
            <a:cxnSpLocks noChangeShapeType="1"/>
          </p:cNvCxnSpPr>
          <p:nvPr userDrawn="1"/>
        </p:nvCxnSpPr>
        <p:spPr bwMode="auto">
          <a:xfrm>
            <a:off x="1192213" y="3052763"/>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12" name="Group 22">
            <a:extLst>
              <a:ext uri="{FF2B5EF4-FFF2-40B4-BE49-F238E27FC236}">
                <a16:creationId xmlns:a16="http://schemas.microsoft.com/office/drawing/2014/main" id="{8ADA7A44-24D1-212D-9787-ED841A0B6E38}"/>
              </a:ext>
            </a:extLst>
          </p:cNvPr>
          <p:cNvGrpSpPr>
            <a:grpSpLocks/>
          </p:cNvGrpSpPr>
          <p:nvPr userDrawn="1"/>
        </p:nvGrpSpPr>
        <p:grpSpPr bwMode="auto">
          <a:xfrm>
            <a:off x="487363" y="3130550"/>
            <a:ext cx="700087" cy="698500"/>
            <a:chOff x="487887" y="1402089"/>
            <a:chExt cx="699075" cy="699074"/>
          </a:xfrm>
        </p:grpSpPr>
        <p:sp>
          <p:nvSpPr>
            <p:cNvPr id="13" name="Google Shape;637;p17">
              <a:extLst>
                <a:ext uri="{FF2B5EF4-FFF2-40B4-BE49-F238E27FC236}">
                  <a16:creationId xmlns:a16="http://schemas.microsoft.com/office/drawing/2014/main" id="{AF1D0370-628A-F8AE-6DF3-77D44B999BFF}"/>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14" name="Google Shape;638;p17">
              <a:extLst>
                <a:ext uri="{FF2B5EF4-FFF2-40B4-BE49-F238E27FC236}">
                  <a16:creationId xmlns:a16="http://schemas.microsoft.com/office/drawing/2014/main" id="{FE5E91FD-97EF-9AD7-20C0-C3DB75DD8934}"/>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15" name="Google Shape;640;p17">
            <a:extLst>
              <a:ext uri="{FF2B5EF4-FFF2-40B4-BE49-F238E27FC236}">
                <a16:creationId xmlns:a16="http://schemas.microsoft.com/office/drawing/2014/main" id="{42C34E67-72F6-DF57-6996-9368F0354DC6}"/>
              </a:ext>
            </a:extLst>
          </p:cNvPr>
          <p:cNvCxnSpPr>
            <a:cxnSpLocks noChangeShapeType="1"/>
          </p:cNvCxnSpPr>
          <p:nvPr userDrawn="1"/>
        </p:nvCxnSpPr>
        <p:spPr bwMode="auto">
          <a:xfrm>
            <a:off x="1192213" y="3957638"/>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16" name="Group 26">
            <a:extLst>
              <a:ext uri="{FF2B5EF4-FFF2-40B4-BE49-F238E27FC236}">
                <a16:creationId xmlns:a16="http://schemas.microsoft.com/office/drawing/2014/main" id="{890AE9D0-78CF-AACB-2B4C-811216A9FE61}"/>
              </a:ext>
            </a:extLst>
          </p:cNvPr>
          <p:cNvGrpSpPr>
            <a:grpSpLocks/>
          </p:cNvGrpSpPr>
          <p:nvPr userDrawn="1"/>
        </p:nvGrpSpPr>
        <p:grpSpPr bwMode="auto">
          <a:xfrm>
            <a:off x="487363" y="4035425"/>
            <a:ext cx="700087" cy="698500"/>
            <a:chOff x="487887" y="1402089"/>
            <a:chExt cx="699075" cy="699074"/>
          </a:xfrm>
        </p:grpSpPr>
        <p:sp>
          <p:nvSpPr>
            <p:cNvPr id="17" name="Google Shape;637;p17">
              <a:extLst>
                <a:ext uri="{FF2B5EF4-FFF2-40B4-BE49-F238E27FC236}">
                  <a16:creationId xmlns:a16="http://schemas.microsoft.com/office/drawing/2014/main" id="{9F7AC079-1AD9-FD7D-3E22-F3C13C737833}"/>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18" name="Google Shape;638;p17">
              <a:extLst>
                <a:ext uri="{FF2B5EF4-FFF2-40B4-BE49-F238E27FC236}">
                  <a16:creationId xmlns:a16="http://schemas.microsoft.com/office/drawing/2014/main" id="{61D1EBC4-CCEF-06D9-7302-F069AEAD28AB}"/>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20" name="Google Shape;640;p17">
            <a:extLst>
              <a:ext uri="{FF2B5EF4-FFF2-40B4-BE49-F238E27FC236}">
                <a16:creationId xmlns:a16="http://schemas.microsoft.com/office/drawing/2014/main" id="{981AAA33-93C3-3ED5-4CA6-B203CBFA6056}"/>
              </a:ext>
            </a:extLst>
          </p:cNvPr>
          <p:cNvCxnSpPr>
            <a:cxnSpLocks noChangeShapeType="1"/>
          </p:cNvCxnSpPr>
          <p:nvPr userDrawn="1"/>
        </p:nvCxnSpPr>
        <p:spPr bwMode="auto">
          <a:xfrm>
            <a:off x="1192213" y="4864100"/>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grpSp>
        <p:nvGrpSpPr>
          <p:cNvPr id="21" name="Group 30">
            <a:extLst>
              <a:ext uri="{FF2B5EF4-FFF2-40B4-BE49-F238E27FC236}">
                <a16:creationId xmlns:a16="http://schemas.microsoft.com/office/drawing/2014/main" id="{E2A82E95-5BCD-834D-2E3E-BC7AAB62C83B}"/>
              </a:ext>
            </a:extLst>
          </p:cNvPr>
          <p:cNvGrpSpPr>
            <a:grpSpLocks/>
          </p:cNvGrpSpPr>
          <p:nvPr userDrawn="1"/>
        </p:nvGrpSpPr>
        <p:grpSpPr bwMode="auto">
          <a:xfrm>
            <a:off x="487363" y="4929188"/>
            <a:ext cx="700087" cy="698500"/>
            <a:chOff x="487887" y="1402089"/>
            <a:chExt cx="699075" cy="699074"/>
          </a:xfrm>
        </p:grpSpPr>
        <p:sp>
          <p:nvSpPr>
            <p:cNvPr id="22" name="Google Shape;637;p17">
              <a:extLst>
                <a:ext uri="{FF2B5EF4-FFF2-40B4-BE49-F238E27FC236}">
                  <a16:creationId xmlns:a16="http://schemas.microsoft.com/office/drawing/2014/main" id="{293C3EE9-A39E-DDEE-A1D9-2FFF1650FAC5}"/>
                </a:ext>
              </a:extLst>
            </p:cNvPr>
            <p:cNvSpPr>
              <a:spLocks noChangeArrowheads="1"/>
            </p:cNvSpPr>
            <p:nvPr/>
          </p:nvSpPr>
          <p:spPr bwMode="auto">
            <a:xfrm>
              <a:off x="487887" y="1402089"/>
              <a:ext cx="699075" cy="699074"/>
            </a:xfrm>
            <a:prstGeom prst="ellipse">
              <a:avLst/>
            </a:prstGeom>
            <a:solidFill>
              <a:schemeClr val="accent1"/>
            </a:solidFill>
            <a:ln w="9525">
              <a:noFill/>
              <a:round/>
              <a:headEnd/>
              <a:tailEnd/>
            </a:ln>
          </p:spPr>
          <p:txBody>
            <a:bodyPr lIns="91425" tIns="45700" rIns="91425" bIns="45700" anchor="ctr"/>
            <a:lstStyle/>
            <a:p>
              <a:pPr algn="ctr" eaLnBrk="1" hangingPunct="1">
                <a:buClr>
                  <a:srgbClr val="000000"/>
                </a:buClr>
                <a:buSzPts val="2400"/>
                <a:buFont typeface="Arial" pitchFamily="34" charset="0"/>
                <a:buNone/>
                <a:defRPr/>
              </a:pPr>
              <a:endParaRPr lang="en-US" sz="2400">
                <a:solidFill>
                  <a:srgbClr val="FFFFFF"/>
                </a:solidFill>
              </a:endParaRPr>
            </a:p>
          </p:txBody>
        </p:sp>
        <p:sp>
          <p:nvSpPr>
            <p:cNvPr id="23" name="Google Shape;638;p17">
              <a:extLst>
                <a:ext uri="{FF2B5EF4-FFF2-40B4-BE49-F238E27FC236}">
                  <a16:creationId xmlns:a16="http://schemas.microsoft.com/office/drawing/2014/main" id="{A4B4322C-A1BC-12CF-8D29-BF67E4027C60}"/>
                </a:ext>
              </a:extLst>
            </p:cNvPr>
            <p:cNvSpPr>
              <a:spLocks/>
            </p:cNvSpPr>
            <p:nvPr/>
          </p:nvSpPr>
          <p:spPr bwMode="auto">
            <a:xfrm>
              <a:off x="697134" y="1611811"/>
              <a:ext cx="280581" cy="279630"/>
            </a:xfrm>
            <a:custGeom>
              <a:avLst/>
              <a:gdLst>
                <a:gd name="T0" fmla="*/ 0 w 120000"/>
                <a:gd name="T1" fmla="*/ 0 h 120000"/>
                <a:gd name="T2" fmla="*/ 120000 w 120000"/>
                <a:gd name="T3" fmla="*/ 120000 h 120000"/>
              </a:gdLst>
              <a:ahLst/>
              <a:cxnLst>
                <a:cxn ang="0">
                  <a:pos x="115177" y="37005"/>
                </a:cxn>
                <a:cxn ang="0">
                  <a:pos x="111322" y="37038"/>
                </a:cxn>
                <a:cxn ang="0">
                  <a:pos x="110716" y="39838"/>
                </a:cxn>
                <a:cxn ang="0">
                  <a:pos x="110655" y="39861"/>
                </a:cxn>
                <a:cxn ang="0">
                  <a:pos x="114544" y="60000"/>
                </a:cxn>
                <a:cxn ang="0">
                  <a:pos x="60000" y="114544"/>
                </a:cxn>
                <a:cxn ang="0">
                  <a:pos x="5455" y="60000"/>
                </a:cxn>
                <a:cxn ang="0">
                  <a:pos x="60000" y="5455"/>
                </a:cxn>
                <a:cxn ang="0">
                  <a:pos x="99233" y="22161"/>
                </a:cxn>
                <a:cxn ang="0">
                  <a:pos x="99266" y="22122"/>
                </a:cxn>
                <a:cxn ang="0">
                  <a:pos x="103022" y="22027"/>
                </a:cxn>
                <a:cxn ang="0">
                  <a:pos x="102994" y="18166"/>
                </a:cxn>
                <a:cxn ang="0">
                  <a:pos x="102644" y="17944"/>
                </a:cxn>
                <a:cxn ang="0">
                  <a:pos x="60000" y="0"/>
                </a:cxn>
                <a:cxn ang="0">
                  <a:pos x="0" y="60000"/>
                </a:cxn>
                <a:cxn ang="0">
                  <a:pos x="60000" y="120000"/>
                </a:cxn>
                <a:cxn ang="0">
                  <a:pos x="120000" y="60000"/>
                </a:cxn>
                <a:cxn ang="0">
                  <a:pos x="115838" y="38161"/>
                </a:cxn>
                <a:cxn ang="0">
                  <a:pos x="115177" y="37005"/>
                </a:cxn>
                <a:cxn ang="0">
                  <a:pos x="59955" y="75188"/>
                </a:cxn>
                <a:cxn ang="0">
                  <a:pos x="34655" y="49888"/>
                </a:cxn>
                <a:cxn ang="0">
                  <a:pos x="32727" y="49088"/>
                </a:cxn>
                <a:cxn ang="0">
                  <a:pos x="30000" y="51816"/>
                </a:cxn>
                <a:cxn ang="0">
                  <a:pos x="30800" y="53750"/>
                </a:cxn>
                <a:cxn ang="0">
                  <a:pos x="58072" y="81016"/>
                </a:cxn>
                <a:cxn ang="0">
                  <a:pos x="60000" y="81816"/>
                </a:cxn>
                <a:cxn ang="0">
                  <a:pos x="61966" y="80966"/>
                </a:cxn>
                <a:cxn ang="0">
                  <a:pos x="61972" y="80977"/>
                </a:cxn>
                <a:cxn ang="0">
                  <a:pos x="107516" y="33266"/>
                </a:cxn>
                <a:cxn ang="0">
                  <a:pos x="107522" y="33283"/>
                </a:cxn>
                <a:cxn ang="0">
                  <a:pos x="111416" y="29194"/>
                </a:cxn>
                <a:cxn ang="0">
                  <a:pos x="111411" y="29183"/>
                </a:cxn>
                <a:cxn ang="0">
                  <a:pos x="119244" y="20972"/>
                </a:cxn>
                <a:cxn ang="0">
                  <a:pos x="119238" y="20966"/>
                </a:cxn>
                <a:cxn ang="0">
                  <a:pos x="120000" y="19088"/>
                </a:cxn>
                <a:cxn ang="0">
                  <a:pos x="117272" y="16361"/>
                </a:cxn>
                <a:cxn ang="0">
                  <a:pos x="115305" y="17216"/>
                </a:cxn>
                <a:cxn ang="0">
                  <a:pos x="115300" y="17205"/>
                </a:cxn>
                <a:cxn ang="0">
                  <a:pos x="108294" y="24550"/>
                </a:cxn>
                <a:cxn ang="0">
                  <a:pos x="108277" y="24527"/>
                </a:cxn>
                <a:cxn ang="0">
                  <a:pos x="104472" y="28516"/>
                </a:cxn>
                <a:cxn ang="0">
                  <a:pos x="104483" y="28538"/>
                </a:cxn>
                <a:cxn ang="0">
                  <a:pos x="59955" y="75188"/>
                </a:cxn>
              </a:cxnLst>
              <a:rect l="T0" t="T1" r="T2" b="T3"/>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bg1"/>
            </a:solidFill>
            <a:ln w="9525">
              <a:noFill/>
              <a:round/>
              <a:headEnd/>
              <a:tailEnd/>
            </a:ln>
          </p:spPr>
          <p:txBody>
            <a:bodyPr lIns="19025" tIns="19025" rIns="19025" bIns="19025" anchor="ctr"/>
            <a:lstStyle/>
            <a:p>
              <a:pPr>
                <a:defRPr/>
              </a:pPr>
              <a:endParaRPr lang="en-US"/>
            </a:p>
          </p:txBody>
        </p:sp>
      </p:grpSp>
      <p:cxnSp>
        <p:nvCxnSpPr>
          <p:cNvPr id="24" name="Google Shape;640;p17">
            <a:extLst>
              <a:ext uri="{FF2B5EF4-FFF2-40B4-BE49-F238E27FC236}">
                <a16:creationId xmlns:a16="http://schemas.microsoft.com/office/drawing/2014/main" id="{539DF912-5EE8-EAC3-A4D8-1E735799C31E}"/>
              </a:ext>
            </a:extLst>
          </p:cNvPr>
          <p:cNvCxnSpPr>
            <a:cxnSpLocks noChangeShapeType="1"/>
          </p:cNvCxnSpPr>
          <p:nvPr userDrawn="1"/>
        </p:nvCxnSpPr>
        <p:spPr bwMode="auto">
          <a:xfrm>
            <a:off x="1192213" y="5756275"/>
            <a:ext cx="4908550" cy="0"/>
          </a:xfrm>
          <a:prstGeom prst="straightConnector1">
            <a:avLst/>
          </a:prstGeom>
          <a:noFill/>
          <a:ln w="9525">
            <a:solidFill>
              <a:srgbClr val="16BF7F"/>
            </a:solidFill>
            <a:round/>
            <a:headEnd type="none" w="sm" len="sm"/>
            <a:tailEnd type="none" w="sm" len="sm"/>
          </a:ln>
          <a:extLst>
            <a:ext uri="{909E8E84-426E-40DD-AFC4-6F175D3DCCD1}">
              <a14:hiddenFill xmlns:a14="http://schemas.microsoft.com/office/drawing/2010/main">
                <a:noFill/>
              </a14:hiddenFill>
            </a:ext>
          </a:extLst>
        </p:spPr>
      </p:cxnSp>
      <p:sp>
        <p:nvSpPr>
          <p:cNvPr id="680" name="Google Shape;680;p20"/>
          <p:cNvSpPr txBox="1">
            <a:spLocks noGrp="1"/>
          </p:cNvSpPr>
          <p:nvPr>
            <p:ph type="title"/>
          </p:nvPr>
        </p:nvSpPr>
        <p:spPr>
          <a:xfrm>
            <a:off x="208635" y="633245"/>
            <a:ext cx="10515600" cy="492172"/>
          </a:xfrm>
          <a:prstGeom prst="rect">
            <a:avLst/>
          </a:prstGeom>
          <a:noFill/>
          <a:ln>
            <a:noFill/>
          </a:ln>
        </p:spPr>
        <p:txBody>
          <a:bodyPr spcFirstLastPara="1" lIns="91425" tIns="45700" rIns="91425" bIns="45700"/>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9" name="Text Placeholder 8"/>
          <p:cNvSpPr>
            <a:spLocks noGrp="1"/>
          </p:cNvSpPr>
          <p:nvPr>
            <p:ph type="body" sz="quarter" idx="13"/>
          </p:nvPr>
        </p:nvSpPr>
        <p:spPr>
          <a:xfrm>
            <a:off x="1320800" y="1670189"/>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19" name="Content Placeholder 18"/>
          <p:cNvSpPr>
            <a:spLocks noGrp="1"/>
          </p:cNvSpPr>
          <p:nvPr>
            <p:ph sz="quarter" idx="14"/>
          </p:nvPr>
        </p:nvSpPr>
        <p:spPr>
          <a:xfrm>
            <a:off x="1320800" y="1319897"/>
            <a:ext cx="4775200" cy="327025"/>
          </a:xfrm>
          <a:prstGeom prst="rect">
            <a:avLst/>
          </a:prstGeom>
        </p:spPr>
        <p:txBody>
          <a:bodyPr/>
          <a:lstStyle>
            <a:lvl1pPr>
              <a:defRPr b="1"/>
            </a:lvl1pPr>
          </a:lstStyle>
          <a:p>
            <a:pPr lvl="0"/>
            <a:r>
              <a:rPr lang="en-US"/>
              <a:t>Click to edit Master text styles</a:t>
            </a:r>
          </a:p>
        </p:txBody>
      </p:sp>
      <p:sp>
        <p:nvSpPr>
          <p:cNvPr id="661" name="Text Placeholder 8"/>
          <p:cNvSpPr>
            <a:spLocks noGrp="1"/>
          </p:cNvSpPr>
          <p:nvPr>
            <p:ph type="body" sz="quarter" idx="15"/>
          </p:nvPr>
        </p:nvSpPr>
        <p:spPr>
          <a:xfrm>
            <a:off x="1320800" y="2575364"/>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62" name="Content Placeholder 18"/>
          <p:cNvSpPr>
            <a:spLocks noGrp="1"/>
          </p:cNvSpPr>
          <p:nvPr>
            <p:ph sz="quarter" idx="16"/>
          </p:nvPr>
        </p:nvSpPr>
        <p:spPr>
          <a:xfrm>
            <a:off x="1320800" y="2225072"/>
            <a:ext cx="4775200" cy="327025"/>
          </a:xfrm>
          <a:prstGeom prst="rect">
            <a:avLst/>
          </a:prstGeom>
        </p:spPr>
        <p:txBody>
          <a:bodyPr/>
          <a:lstStyle>
            <a:lvl1pPr>
              <a:defRPr b="1"/>
            </a:lvl1pPr>
          </a:lstStyle>
          <a:p>
            <a:pPr lvl="0"/>
            <a:r>
              <a:rPr lang="en-US"/>
              <a:t>Click to edit Master text styles</a:t>
            </a:r>
          </a:p>
        </p:txBody>
      </p:sp>
      <p:sp>
        <p:nvSpPr>
          <p:cNvPr id="667" name="Text Placeholder 8"/>
          <p:cNvSpPr>
            <a:spLocks noGrp="1"/>
          </p:cNvSpPr>
          <p:nvPr>
            <p:ph type="body" sz="quarter" idx="17"/>
          </p:nvPr>
        </p:nvSpPr>
        <p:spPr>
          <a:xfrm>
            <a:off x="1320800" y="3480539"/>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68" name="Content Placeholder 18"/>
          <p:cNvSpPr>
            <a:spLocks noGrp="1"/>
          </p:cNvSpPr>
          <p:nvPr>
            <p:ph sz="quarter" idx="18"/>
          </p:nvPr>
        </p:nvSpPr>
        <p:spPr>
          <a:xfrm>
            <a:off x="1320800" y="3130247"/>
            <a:ext cx="4775200" cy="327025"/>
          </a:xfrm>
          <a:prstGeom prst="rect">
            <a:avLst/>
          </a:prstGeom>
        </p:spPr>
        <p:txBody>
          <a:bodyPr/>
          <a:lstStyle>
            <a:lvl1pPr>
              <a:defRPr b="1"/>
            </a:lvl1pPr>
          </a:lstStyle>
          <a:p>
            <a:pPr lvl="0"/>
            <a:r>
              <a:rPr lang="en-US"/>
              <a:t>Click to edit Master text styles</a:t>
            </a:r>
          </a:p>
        </p:txBody>
      </p:sp>
      <p:sp>
        <p:nvSpPr>
          <p:cNvPr id="673" name="Text Placeholder 8"/>
          <p:cNvSpPr>
            <a:spLocks noGrp="1"/>
          </p:cNvSpPr>
          <p:nvPr>
            <p:ph type="body" sz="quarter" idx="19"/>
          </p:nvPr>
        </p:nvSpPr>
        <p:spPr>
          <a:xfrm>
            <a:off x="1320800" y="4385714"/>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74" name="Content Placeholder 18"/>
          <p:cNvSpPr>
            <a:spLocks noGrp="1"/>
          </p:cNvSpPr>
          <p:nvPr>
            <p:ph sz="quarter" idx="20"/>
          </p:nvPr>
        </p:nvSpPr>
        <p:spPr>
          <a:xfrm>
            <a:off x="1320800" y="4035422"/>
            <a:ext cx="4775200" cy="327025"/>
          </a:xfrm>
          <a:prstGeom prst="rect">
            <a:avLst/>
          </a:prstGeom>
        </p:spPr>
        <p:txBody>
          <a:bodyPr/>
          <a:lstStyle>
            <a:lvl1pPr>
              <a:defRPr b="1"/>
            </a:lvl1pPr>
          </a:lstStyle>
          <a:p>
            <a:pPr lvl="0"/>
            <a:r>
              <a:rPr lang="en-US"/>
              <a:t>Click to edit Master text styles</a:t>
            </a:r>
          </a:p>
        </p:txBody>
      </p:sp>
      <p:sp>
        <p:nvSpPr>
          <p:cNvPr id="679" name="Text Placeholder 8"/>
          <p:cNvSpPr>
            <a:spLocks noGrp="1"/>
          </p:cNvSpPr>
          <p:nvPr>
            <p:ph type="body" sz="quarter" idx="21"/>
          </p:nvPr>
        </p:nvSpPr>
        <p:spPr>
          <a:xfrm>
            <a:off x="1320800" y="5279268"/>
            <a:ext cx="4775200" cy="426044"/>
          </a:xfrm>
          <a:prstGeom prst="rect">
            <a:avLst/>
          </a:prstGeom>
        </p:spPr>
        <p:txBody>
          <a:bodyPr/>
          <a:lstStyle>
            <a:lvl1pPr marL="171450" indent="-171450">
              <a:buFont typeface="Arial" panose="020B0604020202020204" pitchFamily="34" charset="0"/>
              <a:buChar char="•"/>
              <a:defRPr lang="en-US" sz="1100" dirty="0" smtClean="0"/>
            </a:lvl1pPr>
            <a:lvl2pPr marL="0" indent="0">
              <a:buFont typeface="Arial" panose="020B0604020202020204" pitchFamily="34" charset="0"/>
              <a:buNone/>
              <a:defRPr sz="1200"/>
            </a:lvl2pPr>
            <a:lvl3pPr marL="285750" indent="-285750">
              <a:buFont typeface="Arial" panose="020B0604020202020204" pitchFamily="34" charset="0"/>
              <a:buChar char="•"/>
              <a:defRPr/>
            </a:lvl3pPr>
            <a:lvl4pPr marL="285750" indent="-285750">
              <a:buFont typeface="Arial" panose="020B0604020202020204" pitchFamily="34" charset="0"/>
              <a:buChar char="•"/>
              <a:defRPr/>
            </a:lvl4pPr>
            <a:lvl5pPr marL="285750" indent="-285750">
              <a:buFont typeface="Arial" panose="020B0604020202020204" pitchFamily="34" charset="0"/>
              <a:buChar char="•"/>
              <a:defRPr/>
            </a:lvl5pPr>
          </a:lstStyle>
          <a:p>
            <a:pPr lvl="0"/>
            <a:r>
              <a:rPr lang="en-US"/>
              <a:t>Click to edit Master text styles</a:t>
            </a:r>
          </a:p>
          <a:p>
            <a:pPr lvl="1"/>
            <a:r>
              <a:rPr lang="en-US"/>
              <a:t>Second level</a:t>
            </a:r>
          </a:p>
        </p:txBody>
      </p:sp>
      <p:sp>
        <p:nvSpPr>
          <p:cNvPr id="681" name="Content Placeholder 18"/>
          <p:cNvSpPr>
            <a:spLocks noGrp="1"/>
          </p:cNvSpPr>
          <p:nvPr>
            <p:ph sz="quarter" idx="22"/>
          </p:nvPr>
        </p:nvSpPr>
        <p:spPr>
          <a:xfrm>
            <a:off x="1320800" y="4928976"/>
            <a:ext cx="4775200" cy="327025"/>
          </a:xfrm>
          <a:prstGeom prst="rect">
            <a:avLst/>
          </a:prstGeom>
        </p:spPr>
        <p:txBody>
          <a:bodyPr/>
          <a:lstStyle>
            <a:lvl1pPr>
              <a:defRPr b="1"/>
            </a:lvl1pPr>
          </a:lstStyle>
          <a:p>
            <a:pPr lvl="0"/>
            <a:r>
              <a:rPr lang="en-US"/>
              <a:t>Click to edit Master text styles</a:t>
            </a:r>
          </a:p>
        </p:txBody>
      </p:sp>
      <p:sp>
        <p:nvSpPr>
          <p:cNvPr id="25" name="Google Shape;683;p20">
            <a:extLst>
              <a:ext uri="{FF2B5EF4-FFF2-40B4-BE49-F238E27FC236}">
                <a16:creationId xmlns:a16="http://schemas.microsoft.com/office/drawing/2014/main" id="{0A76D15A-0CB7-93BF-ACDA-41F69453FC0C}"/>
              </a:ext>
            </a:extLst>
          </p:cNvPr>
          <p:cNvSpPr txBox="1">
            <a:spLocks noGrp="1" noChangeArrowheads="1"/>
          </p:cNvSpPr>
          <p:nvPr>
            <p:ph type="sldNum" idx="23"/>
          </p:nvPr>
        </p:nvSpPr>
        <p:spPr>
          <a:xfrm>
            <a:off x="11561763" y="6356350"/>
            <a:ext cx="387350" cy="365125"/>
          </a:xfrm>
        </p:spPr>
        <p:txBody>
          <a:bodyPr lIns="91425" tIns="45700" rIns="91425" bIns="45700"/>
          <a:lstStyle>
            <a:lvl1pPr>
              <a:buClr>
                <a:srgbClr val="888888"/>
              </a:buClr>
              <a:buSzPts val="800"/>
              <a:defRPr sz="800">
                <a:solidFill>
                  <a:srgbClr val="888888"/>
                </a:solidFill>
              </a:defRPr>
            </a:lvl1pPr>
          </a:lstStyle>
          <a:p>
            <a:fld id="{04D22FA6-4CA3-BF45-98CD-BABF78B66B85}" type="slidenum">
              <a:rPr lang="en-IN" altLang="en-US"/>
              <a:pPr/>
              <a:t>‹#›</a:t>
            </a:fld>
            <a:endParaRPr lang="en-IN" altLang="en-US"/>
          </a:p>
        </p:txBody>
      </p:sp>
    </p:spTree>
    <p:extLst>
      <p:ext uri="{BB962C8B-B14F-4D97-AF65-F5344CB8AC3E}">
        <p14:creationId xmlns:p14="http://schemas.microsoft.com/office/powerpoint/2010/main" val="288518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matchingName="RunningMan-Infographic">
  <p:cSld name="RunningMan-Infographic">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208635" y="633245"/>
            <a:ext cx="11291702" cy="492172"/>
          </a:xfrm>
          <a:prstGeom prst="rect">
            <a:avLst/>
          </a:prstGeom>
          <a:noFill/>
          <a:ln>
            <a:noFill/>
          </a:ln>
        </p:spPr>
        <p:txBody>
          <a:bodyPr spcFirstLastPara="1" lIns="91425" tIns="45700" rIns="91425" bIns="45700"/>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Click to edit Master title style</a:t>
            </a:r>
            <a:endParaRPr/>
          </a:p>
        </p:txBody>
      </p:sp>
      <p:sp>
        <p:nvSpPr>
          <p:cNvPr id="53" name="Google Shape;53;p4"/>
          <p:cNvSpPr txBox="1">
            <a:spLocks noGrp="1"/>
          </p:cNvSpPr>
          <p:nvPr>
            <p:ph type="body" idx="2"/>
          </p:nvPr>
        </p:nvSpPr>
        <p:spPr>
          <a:xfrm>
            <a:off x="6213746" y="1967241"/>
            <a:ext cx="5285919" cy="3749409"/>
          </a:xfrm>
          <a:prstGeom prst="rect">
            <a:avLst/>
          </a:prstGeom>
          <a:noFill/>
          <a:ln>
            <a:noFill/>
          </a:ln>
        </p:spPr>
        <p:txBody>
          <a:bodyPr spcFirstLastPara="1" lIns="0" tIns="45700" rIns="91425" bIns="45700"/>
          <a:lstStyle>
            <a:lvl1pPr marL="347472" marR="0" lvl="0" indent="-342900" algn="l" rtl="0">
              <a:lnSpc>
                <a:spcPct val="100000"/>
              </a:lnSpc>
              <a:spcBef>
                <a:spcPts val="0"/>
              </a:spcBef>
              <a:spcAft>
                <a:spcPts val="600"/>
              </a:spcAft>
              <a:buClr>
                <a:schemeClr val="dk1"/>
              </a:buClr>
              <a:buSzPts val="1800"/>
              <a:buFont typeface="+mj-lt"/>
              <a:buAutoNum type="arabicPeriod"/>
              <a:defRPr sz="1800" b="0" i="0" u="none" strike="noStrike" cap="none">
                <a:solidFill>
                  <a:schemeClr val="dk1"/>
                </a:solidFill>
                <a:latin typeface="Arial"/>
                <a:ea typeface="Arial"/>
                <a:cs typeface="Arial"/>
                <a:sym typeface="Arial"/>
              </a:defRPr>
            </a:lvl1pPr>
            <a:lvl2pPr marL="688975" marR="0" lvl="1" indent="-347663" algn="l" rtl="0">
              <a:lnSpc>
                <a:spcPct val="100000"/>
              </a:lnSpc>
              <a:spcBef>
                <a:spcPts val="0"/>
              </a:spcBef>
              <a:spcAft>
                <a:spcPts val="0"/>
              </a:spcAft>
              <a:buClr>
                <a:schemeClr val="dk1"/>
              </a:buClr>
              <a:buSzPts val="1800"/>
              <a:buFont typeface="Wingdings 3" panose="05040102010807070707" pitchFamily="18" charset="2"/>
              <a:buChar char="*"/>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lvl="0"/>
            <a:r>
              <a:rPr lang="en-US"/>
              <a:t>Click to edit Master text styles</a:t>
            </a:r>
          </a:p>
          <a:p>
            <a:pPr lvl="1"/>
            <a:r>
              <a:rPr lang="en-US"/>
              <a:t>Second level</a:t>
            </a:r>
          </a:p>
        </p:txBody>
      </p:sp>
      <p:sp>
        <p:nvSpPr>
          <p:cNvPr id="2" name="Google Shape;54;p4">
            <a:extLst>
              <a:ext uri="{FF2B5EF4-FFF2-40B4-BE49-F238E27FC236}">
                <a16:creationId xmlns:a16="http://schemas.microsoft.com/office/drawing/2014/main" id="{68FDE765-BE61-9685-2879-22A98F82E8F9}"/>
              </a:ext>
            </a:extLst>
          </p:cNvPr>
          <p:cNvSpPr txBox="1">
            <a:spLocks noGrp="1" noChangeArrowheads="1"/>
          </p:cNvSpPr>
          <p:nvPr>
            <p:ph type="sldNum" idx="10"/>
          </p:nvPr>
        </p:nvSpPr>
        <p:spPr>
          <a:xfrm>
            <a:off x="11561763" y="6356350"/>
            <a:ext cx="387350" cy="365125"/>
          </a:xfrm>
        </p:spPr>
        <p:txBody>
          <a:bodyPr lIns="91425" tIns="45700" rIns="91425" bIns="45700"/>
          <a:lstStyle>
            <a:lvl1pPr>
              <a:buClr>
                <a:srgbClr val="888888"/>
              </a:buClr>
              <a:buSzPts val="800"/>
              <a:defRPr sz="800">
                <a:solidFill>
                  <a:srgbClr val="888888"/>
                </a:solidFill>
              </a:defRPr>
            </a:lvl1pPr>
          </a:lstStyle>
          <a:p>
            <a:fld id="{E899CF30-95EE-8D4C-B20C-BA1BACD65002}" type="slidenum">
              <a:rPr lang="en-IN" altLang="en-US"/>
              <a:pPr/>
              <a:t>‹#›</a:t>
            </a:fld>
            <a:endParaRPr lang="en-IN" altLang="en-US"/>
          </a:p>
        </p:txBody>
      </p:sp>
    </p:spTree>
    <p:extLst>
      <p:ext uri="{BB962C8B-B14F-4D97-AF65-F5344CB8AC3E}">
        <p14:creationId xmlns:p14="http://schemas.microsoft.com/office/powerpoint/2010/main" val="189822805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x">
  <p:cSld name="1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26B2B0-5AD4-2743-E795-9152A002CB43}"/>
              </a:ext>
            </a:extLst>
          </p:cNvPr>
          <p:cNvSpPr/>
          <p:nvPr/>
        </p:nvSpPr>
        <p:spPr>
          <a:xfrm>
            <a:off x="0" y="6778625"/>
            <a:ext cx="12192000" cy="79375"/>
          </a:xfrm>
          <a:prstGeom prst="rect">
            <a:avLst/>
          </a:prstGeom>
          <a:solidFill>
            <a:srgbClr val="ED771F"/>
          </a:solidFill>
          <a:ln w="12700">
            <a:miter lim="400000"/>
          </a:ln>
        </p:spPr>
        <p:txBody>
          <a:bodyPr lIns="45719" rIns="45719" anchor="ctr"/>
          <a:lstStyle/>
          <a:p>
            <a:pPr algn="ctr" defTabSz="685800">
              <a:defRPr sz="1300">
                <a:solidFill>
                  <a:srgbClr val="FFFFFF"/>
                </a:solidFill>
              </a:defRPr>
            </a:pPr>
            <a:endParaRPr sz="1300">
              <a:solidFill>
                <a:srgbClr val="FFFFFF"/>
              </a:solidFill>
            </a:endParaRPr>
          </a:p>
        </p:txBody>
      </p:sp>
      <p:sp>
        <p:nvSpPr>
          <p:cNvPr id="3" name="Rectangle 2">
            <a:extLst>
              <a:ext uri="{FF2B5EF4-FFF2-40B4-BE49-F238E27FC236}">
                <a16:creationId xmlns:a16="http://schemas.microsoft.com/office/drawing/2014/main" id="{7655D9DD-D46B-B17E-38B3-D417B02F9B23}"/>
              </a:ext>
            </a:extLst>
          </p:cNvPr>
          <p:cNvSpPr/>
          <p:nvPr/>
        </p:nvSpPr>
        <p:spPr>
          <a:xfrm>
            <a:off x="2078038" y="431800"/>
            <a:ext cx="8107362" cy="46038"/>
          </a:xfrm>
          <a:prstGeom prst="rect">
            <a:avLst/>
          </a:prstGeom>
          <a:solidFill>
            <a:srgbClr val="F47D35"/>
          </a:solidFill>
          <a:ln w="12700">
            <a:miter lim="400000"/>
          </a:ln>
        </p:spPr>
        <p:txBody>
          <a:bodyPr lIns="45719" rIns="45719" anchor="ctr"/>
          <a:lstStyle/>
          <a:p>
            <a:pPr algn="ctr">
              <a:defRPr>
                <a:solidFill>
                  <a:srgbClr val="FFFFFF"/>
                </a:solidFill>
              </a:defRPr>
            </a:pPr>
            <a:endParaRPr>
              <a:solidFill>
                <a:srgbClr val="FFFFFF"/>
              </a:solidFill>
            </a:endParaRPr>
          </a:p>
        </p:txBody>
      </p:sp>
      <p:pic>
        <p:nvPicPr>
          <p:cNvPr id="4" name="Picture 4" descr="Picture 4">
            <a:extLst>
              <a:ext uri="{FF2B5EF4-FFF2-40B4-BE49-F238E27FC236}">
                <a16:creationId xmlns:a16="http://schemas.microsoft.com/office/drawing/2014/main" id="{CFA4922B-3889-4E55-BBE2-DA72EAE93F7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355263" y="177800"/>
            <a:ext cx="15462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5" name="Picture 5" descr="Picture 5">
            <a:extLst>
              <a:ext uri="{FF2B5EF4-FFF2-40B4-BE49-F238E27FC236}">
                <a16:creationId xmlns:a16="http://schemas.microsoft.com/office/drawing/2014/main" id="{CDDF86CE-1B0E-1349-57A9-0ED56CC95B5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8613" y="177800"/>
            <a:ext cx="158115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6" name="Slide Number">
            <a:extLst>
              <a:ext uri="{FF2B5EF4-FFF2-40B4-BE49-F238E27FC236}">
                <a16:creationId xmlns:a16="http://schemas.microsoft.com/office/drawing/2014/main" id="{CA640409-991C-9C18-A29B-3466840E388C}"/>
              </a:ext>
            </a:extLst>
          </p:cNvPr>
          <p:cNvSpPr txBox="1">
            <a:spLocks noGrp="1"/>
          </p:cNvSpPr>
          <p:nvPr>
            <p:ph type="sldNum" sz="quarter" idx="10"/>
          </p:nvPr>
        </p:nvSpPr>
        <p:spPr>
          <a:xfrm>
            <a:off x="5892800" y="6172200"/>
            <a:ext cx="2844800" cy="368300"/>
          </a:xfrm>
        </p:spPr>
        <p:txBody>
          <a:bodyPr/>
          <a:lstStyle>
            <a:lvl1pPr>
              <a:defRPr/>
            </a:lvl1pPr>
          </a:lstStyle>
          <a:p>
            <a:fld id="{800BF0B9-C067-F242-95A4-C5595FDF4CD7}" type="slidenum">
              <a:rPr lang="en-US" altLang="en-US"/>
              <a:pPr/>
              <a:t>‹#›</a:t>
            </a:fld>
            <a:endParaRPr lang="en-US" altLang="en-US"/>
          </a:p>
        </p:txBody>
      </p:sp>
    </p:spTree>
    <p:extLst>
      <p:ext uri="{BB962C8B-B14F-4D97-AF65-F5344CB8AC3E}">
        <p14:creationId xmlns:p14="http://schemas.microsoft.com/office/powerpoint/2010/main" val="80508975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9.xml"/><Relationship Id="rId7"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slideLayout" Target="../slideLayouts/slideLayout48.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slideLayout" Target="../slideLayouts/slideLayout47.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28" Type="http://schemas.openxmlformats.org/officeDocument/2006/relationships/image" Target="../media/image1.png"/><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 Type="http://schemas.openxmlformats.org/officeDocument/2006/relationships/slideLayout" Target="../slideLayouts/slideLayout51.xml"/><Relationship Id="rId21" Type="http://schemas.openxmlformats.org/officeDocument/2006/relationships/slideLayout" Target="../slideLayouts/slideLayout69.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0" Type="http://schemas.openxmlformats.org/officeDocument/2006/relationships/slideLayout" Target="../slideLayouts/slideLayout68.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image" Target="../media/image1.png"/><Relationship Id="rId10" Type="http://schemas.openxmlformats.org/officeDocument/2006/relationships/slideLayout" Target="../slideLayouts/slideLayout58.xml"/><Relationship Id="rId19" Type="http://schemas.openxmlformats.org/officeDocument/2006/relationships/slideLayout" Target="../slideLayouts/slideLayout67.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slideLayout" Target="../slideLayouts/slideLayout87.xml"/><Relationship Id="rId18" Type="http://schemas.openxmlformats.org/officeDocument/2006/relationships/slideLayout" Target="../slideLayouts/slideLayout92.xml"/><Relationship Id="rId3" Type="http://schemas.openxmlformats.org/officeDocument/2006/relationships/slideLayout" Target="../slideLayouts/slideLayout77.xml"/><Relationship Id="rId21" Type="http://schemas.openxmlformats.org/officeDocument/2006/relationships/theme" Target="../theme/theme5.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0" Type="http://schemas.openxmlformats.org/officeDocument/2006/relationships/slideLayout" Target="../slideLayouts/slideLayout94.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slideLayout" Target="../slideLayouts/slideLayout89.xml"/><Relationship Id="rId10" Type="http://schemas.openxmlformats.org/officeDocument/2006/relationships/slideLayout" Target="../slideLayouts/slideLayout84.xml"/><Relationship Id="rId19" Type="http://schemas.openxmlformats.org/officeDocument/2006/relationships/slideLayout" Target="../slideLayouts/slideLayout93.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Google Shape;10;p1">
            <a:extLst>
              <a:ext uri="{FF2B5EF4-FFF2-40B4-BE49-F238E27FC236}">
                <a16:creationId xmlns:a16="http://schemas.microsoft.com/office/drawing/2014/main" id="{09DE1FC4-8413-900F-1757-5FBCE76DD8D7}"/>
              </a:ext>
            </a:extLst>
          </p:cNvPr>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Google Shape;11;p1">
            <a:extLst>
              <a:ext uri="{FF2B5EF4-FFF2-40B4-BE49-F238E27FC236}">
                <a16:creationId xmlns:a16="http://schemas.microsoft.com/office/drawing/2014/main" id="{B845162F-7E96-BD2D-1472-9247963A388B}"/>
              </a:ext>
            </a:extLst>
          </p:cNvPr>
          <p:cNvSpPr>
            <a:spLocks noChangeArrowheads="1"/>
          </p:cNvSpPr>
          <p:nvPr/>
        </p:nvSpPr>
        <p:spPr bwMode="auto">
          <a:xfrm>
            <a:off x="76200" y="6443663"/>
            <a:ext cx="7710488" cy="215900"/>
          </a:xfrm>
          <a:prstGeom prst="rect">
            <a:avLst/>
          </a:prstGeom>
          <a:noFill/>
          <a:ln w="9525">
            <a:noFill/>
            <a:miter lim="800000"/>
            <a:headEnd/>
            <a:tailEnd/>
          </a:ln>
        </p:spPr>
        <p:txBody>
          <a:bodyPr lIns="91425" tIns="45700" rIns="91425" bIns="45700"/>
          <a:lstStyle/>
          <a:p>
            <a:pPr eaLnBrk="1" hangingPunct="1">
              <a:buClr>
                <a:srgbClr val="7F7F7F"/>
              </a:buClr>
              <a:buSzPts val="800"/>
              <a:buFont typeface="Arial" pitchFamily="34" charset="0"/>
              <a:buNone/>
              <a:defRPr/>
            </a:pPr>
            <a:r>
              <a:rPr lang="en-US" sz="800">
                <a:solidFill>
                  <a:srgbClr val="7F7F7F"/>
                </a:solidFill>
              </a:rPr>
              <a:t>Copyright © 2023, Xebia Group. All rights reserved. </a:t>
            </a:r>
          </a:p>
        </p:txBody>
      </p:sp>
      <p:sp>
        <p:nvSpPr>
          <p:cNvPr id="1028" name="Google Shape;12;p1">
            <a:extLst>
              <a:ext uri="{FF2B5EF4-FFF2-40B4-BE49-F238E27FC236}">
                <a16:creationId xmlns:a16="http://schemas.microsoft.com/office/drawing/2014/main" id="{383B3494-2A95-0251-52CC-C115C870D069}"/>
              </a:ext>
            </a:extLst>
          </p:cNvPr>
          <p:cNvSpPr txBox="1">
            <a:spLocks noGrp="1" noChangeArrowheads="1"/>
          </p:cNvSpPr>
          <p:nvPr>
            <p:ph type="sldNum" idx="12"/>
          </p:nvPr>
        </p:nvSpPr>
        <p:spPr bwMode="auto">
          <a:xfrm>
            <a:off x="11561763" y="6356350"/>
            <a:ext cx="387350" cy="365125"/>
          </a:xfrm>
          <a:prstGeom prst="rect">
            <a:avLst/>
          </a:prstGeom>
          <a:noFill/>
          <a:ln w="9525">
            <a:noFill/>
            <a:miter lim="800000"/>
            <a:headEnd/>
            <a:tailEnd/>
          </a:ln>
        </p:spPr>
        <p:txBody>
          <a:bodyPr vert="horz" wrap="square" lIns="91425" tIns="45700" rIns="91425" bIns="45700" numCol="1" anchor="ctr" anchorCtr="0" compatLnSpc="1">
            <a:prstTxWarp prst="textNoShape">
              <a:avLst/>
            </a:prstTxWarp>
          </a:bodyPr>
          <a:lstStyle>
            <a:lvl1pPr algn="r" eaLnBrk="1" hangingPunct="1">
              <a:buClr>
                <a:srgbClr val="888888"/>
              </a:buClr>
              <a:buSzPts val="800"/>
              <a:buFont typeface="Arial" panose="020B0604020202020204" pitchFamily="34" charset="0"/>
              <a:buNone/>
              <a:defRPr sz="800">
                <a:solidFill>
                  <a:srgbClr val="888888"/>
                </a:solidFill>
              </a:defRPr>
            </a:lvl1pPr>
          </a:lstStyle>
          <a:p>
            <a:fld id="{959D736F-1842-9445-A919-383E216D9763}" type="slidenum">
              <a:rPr lang="en-IN" altLang="en-US"/>
              <a:pPr/>
              <a:t>‹#›</a:t>
            </a:fld>
            <a:endParaRPr lang="en-IN" altLang="en-US"/>
          </a:p>
        </p:txBody>
      </p:sp>
      <p:sp>
        <p:nvSpPr>
          <p:cNvPr id="1029" name="Google Shape;13;p1">
            <a:extLst>
              <a:ext uri="{FF2B5EF4-FFF2-40B4-BE49-F238E27FC236}">
                <a16:creationId xmlns:a16="http://schemas.microsoft.com/office/drawing/2014/main" id="{D099692D-9E2D-D37B-0332-05E71329E12A}"/>
              </a:ext>
            </a:extLst>
          </p:cNvPr>
          <p:cNvSpPr>
            <a:spLocks noChangeArrowheads="1"/>
          </p:cNvSpPr>
          <p:nvPr/>
        </p:nvSpPr>
        <p:spPr bwMode="auto">
          <a:xfrm>
            <a:off x="0" y="268288"/>
            <a:ext cx="76200" cy="860425"/>
          </a:xfrm>
          <a:prstGeom prst="rect">
            <a:avLst/>
          </a:prstGeom>
          <a:solidFill>
            <a:srgbClr val="0EC07D"/>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A4C74"/>
              </a:solidFill>
            </a:endParaRPr>
          </a:p>
        </p:txBody>
      </p:sp>
      <p:sp>
        <p:nvSpPr>
          <p:cNvPr id="1030" name="Google Shape;738;p29">
            <a:extLst>
              <a:ext uri="{FF2B5EF4-FFF2-40B4-BE49-F238E27FC236}">
                <a16:creationId xmlns:a16="http://schemas.microsoft.com/office/drawing/2014/main" id="{3AF39F0E-1EB4-5FBD-BB34-AC0344D8E422}"/>
              </a:ext>
            </a:extLst>
          </p:cNvPr>
          <p:cNvSpPr txBox="1">
            <a:spLocks noChangeArrowheads="1"/>
          </p:cNvSpPr>
          <p:nvPr/>
        </p:nvSpPr>
        <p:spPr bwMode="auto">
          <a:xfrm>
            <a:off x="207963" y="273050"/>
            <a:ext cx="10515600" cy="298450"/>
          </a:xfrm>
          <a:prstGeom prst="rect">
            <a:avLst/>
          </a:prstGeom>
          <a:noFill/>
          <a:ln w="9525">
            <a:noFill/>
            <a:miter lim="800000"/>
            <a:headEnd/>
            <a:tailEnd/>
          </a:ln>
        </p:spPr>
        <p:txBody>
          <a:bodyPr lIns="91425" tIns="45700" rIns="91425" bIns="45700"/>
          <a:lstStyle/>
          <a:p>
            <a:pPr eaLnBrk="1" hangingPunct="1">
              <a:lnSpc>
                <a:spcPct val="90000"/>
              </a:lnSpc>
              <a:buClr>
                <a:srgbClr val="0EC07D"/>
              </a:buClr>
              <a:buSzPts val="1600"/>
              <a:buFont typeface="Arial" pitchFamily="34" charset="0"/>
              <a:buNone/>
              <a:defRPr/>
            </a:pPr>
            <a:r>
              <a:rPr lang="it-IT" sz="1600" b="1">
                <a:solidFill>
                  <a:srgbClr val="0EC07D"/>
                </a:solidFill>
              </a:rPr>
              <a:t>Application Containerization</a:t>
            </a:r>
          </a:p>
        </p:txBody>
      </p:sp>
    </p:spTree>
  </p:cSld>
  <p:clrMap bg1="lt1" tx1="dk1" bg2="dk2" tx2="lt2" accent1="accent1" accent2="accent2" accent3="accent3" accent4="accent4" accent5="accent5" accent6="accent6" hlink="hlink" folHlink="folHlink"/>
  <p:sldLayoutIdLst>
    <p:sldLayoutId id="2147484063" r:id="rId1"/>
    <p:sldLayoutId id="2147484064" r:id="rId2"/>
    <p:sldLayoutId id="2147484065" r:id="rId3"/>
    <p:sldLayoutId id="2147484066" r:id="rId4"/>
    <p:sldLayoutId id="2147484067" r:id="rId5"/>
    <p:sldLayoutId id="2147484068" r:id="rId6"/>
    <p:sldLayoutId id="2147484069" r:id="rId7"/>
    <p:sldLayoutId id="2147484070" r:id="rId8"/>
    <p:sldLayoutId id="2147484071" r:id="rId9"/>
    <p:sldLayoutId id="2147484072" r:id="rId10"/>
    <p:sldLayoutId id="2147484073" r:id="rId11"/>
    <p:sldLayoutId id="2147484074" r:id="rId12"/>
    <p:sldLayoutId id="2147484075" r:id="rId13"/>
    <p:sldLayoutId id="2147484076" r:id="rId14"/>
    <p:sldLayoutId id="2147484077" r:id="rId15"/>
    <p:sldLayoutId id="2147484078" r:id="rId16"/>
  </p:sldLayoutIdLst>
  <p:txStyles>
    <p:title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Google Shape;675;p19">
            <a:extLst>
              <a:ext uri="{FF2B5EF4-FFF2-40B4-BE49-F238E27FC236}">
                <a16:creationId xmlns:a16="http://schemas.microsoft.com/office/drawing/2014/main" id="{5E52D28B-C827-B471-41D7-0824CE494E1F}"/>
              </a:ext>
            </a:extLst>
          </p:cNvPr>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Google Shape;676;p19">
            <a:extLst>
              <a:ext uri="{FF2B5EF4-FFF2-40B4-BE49-F238E27FC236}">
                <a16:creationId xmlns:a16="http://schemas.microsoft.com/office/drawing/2014/main" id="{5D3028B3-AFA5-9EAF-05C3-37C759DC39BF}"/>
              </a:ext>
            </a:extLst>
          </p:cNvPr>
          <p:cNvSpPr>
            <a:spLocks noChangeArrowheads="1"/>
          </p:cNvSpPr>
          <p:nvPr/>
        </p:nvSpPr>
        <p:spPr bwMode="auto">
          <a:xfrm>
            <a:off x="0" y="268288"/>
            <a:ext cx="76200" cy="860425"/>
          </a:xfrm>
          <a:prstGeom prst="rect">
            <a:avLst/>
          </a:prstGeom>
          <a:solidFill>
            <a:srgbClr val="0EC07D"/>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A4C74"/>
              </a:solidFill>
            </a:endParaRPr>
          </a:p>
        </p:txBody>
      </p:sp>
      <p:sp>
        <p:nvSpPr>
          <p:cNvPr id="2052" name="Google Shape;677;p19">
            <a:extLst>
              <a:ext uri="{FF2B5EF4-FFF2-40B4-BE49-F238E27FC236}">
                <a16:creationId xmlns:a16="http://schemas.microsoft.com/office/drawing/2014/main" id="{20ABCE53-804E-E7D9-C996-38854BFC4043}"/>
              </a:ext>
            </a:extLst>
          </p:cNvPr>
          <p:cNvSpPr>
            <a:spLocks noChangeArrowheads="1"/>
          </p:cNvSpPr>
          <p:nvPr/>
        </p:nvSpPr>
        <p:spPr bwMode="auto">
          <a:xfrm>
            <a:off x="76200" y="6480175"/>
            <a:ext cx="7445375" cy="214313"/>
          </a:xfrm>
          <a:prstGeom prst="rect">
            <a:avLst/>
          </a:prstGeom>
          <a:noFill/>
          <a:ln w="9525">
            <a:noFill/>
            <a:miter lim="800000"/>
            <a:headEnd/>
            <a:tailEnd/>
          </a:ln>
        </p:spPr>
        <p:txBody>
          <a:bodyPr lIns="91425" tIns="45700" rIns="91425" bIns="45700"/>
          <a:lstStyle/>
          <a:p>
            <a:pPr eaLnBrk="1" hangingPunct="1">
              <a:buClr>
                <a:srgbClr val="7F7F7F"/>
              </a:buClr>
              <a:buSzPts val="800"/>
              <a:buFont typeface="Arial" pitchFamily="34" charset="0"/>
              <a:buNone/>
              <a:defRPr/>
            </a:pPr>
            <a:r>
              <a:rPr lang="en-US" sz="800">
                <a:solidFill>
                  <a:srgbClr val="7F7F7F"/>
                </a:solidFill>
              </a:rPr>
              <a:t>Copyright © 2018, Xebia Group. All rights reserved. </a:t>
            </a:r>
          </a:p>
        </p:txBody>
      </p:sp>
      <p:sp>
        <p:nvSpPr>
          <p:cNvPr id="2053" name="Google Shape;678;p19">
            <a:extLst>
              <a:ext uri="{FF2B5EF4-FFF2-40B4-BE49-F238E27FC236}">
                <a16:creationId xmlns:a16="http://schemas.microsoft.com/office/drawing/2014/main" id="{AADA9DE8-C4B9-67FD-F75D-DD4BE2CAE2A8}"/>
              </a:ext>
            </a:extLst>
          </p:cNvPr>
          <p:cNvSpPr txBox="1">
            <a:spLocks noGrp="1" noChangeArrowheads="1"/>
          </p:cNvSpPr>
          <p:nvPr>
            <p:ph type="sldNum" idx="12"/>
          </p:nvPr>
        </p:nvSpPr>
        <p:spPr bwMode="auto">
          <a:xfrm>
            <a:off x="11561763" y="6356350"/>
            <a:ext cx="387350" cy="365125"/>
          </a:xfrm>
          <a:prstGeom prst="rect">
            <a:avLst/>
          </a:prstGeom>
          <a:noFill/>
          <a:ln w="9525">
            <a:noFill/>
            <a:miter lim="800000"/>
            <a:headEnd/>
            <a:tailEnd/>
          </a:ln>
        </p:spPr>
        <p:txBody>
          <a:bodyPr vert="horz" wrap="square" lIns="91425" tIns="45700" rIns="91425" bIns="45700" numCol="1" anchor="ctr" anchorCtr="0" compatLnSpc="1">
            <a:prstTxWarp prst="textNoShape">
              <a:avLst/>
            </a:prstTxWarp>
          </a:bodyPr>
          <a:lstStyle>
            <a:lvl1pPr algn="r" eaLnBrk="1" hangingPunct="1">
              <a:buClr>
                <a:srgbClr val="888888"/>
              </a:buClr>
              <a:buSzPts val="800"/>
              <a:buFont typeface="Arial" panose="020B0604020202020204" pitchFamily="34" charset="0"/>
              <a:buNone/>
              <a:defRPr sz="800">
                <a:solidFill>
                  <a:srgbClr val="888888"/>
                </a:solidFill>
              </a:defRPr>
            </a:lvl1pPr>
          </a:lstStyle>
          <a:p>
            <a:fld id="{81ECB2E1-7266-6640-9E02-DFD75457EB63}" type="slidenum">
              <a:rPr lang="en-US" altLang="en-US"/>
              <a:pPr/>
              <a:t>‹#›</a:t>
            </a:fld>
            <a:endParaRPr lang="en-US" altLang="en-US"/>
          </a:p>
        </p:txBody>
      </p:sp>
      <p:sp>
        <p:nvSpPr>
          <p:cNvPr id="2054" name="Google Shape;738;p29">
            <a:extLst>
              <a:ext uri="{FF2B5EF4-FFF2-40B4-BE49-F238E27FC236}">
                <a16:creationId xmlns:a16="http://schemas.microsoft.com/office/drawing/2014/main" id="{36C07CE6-88B7-EBC7-0A3B-A5CA8B610EDA}"/>
              </a:ext>
            </a:extLst>
          </p:cNvPr>
          <p:cNvSpPr txBox="1">
            <a:spLocks noChangeArrowheads="1"/>
          </p:cNvSpPr>
          <p:nvPr/>
        </p:nvSpPr>
        <p:spPr bwMode="auto">
          <a:xfrm>
            <a:off x="207963" y="273050"/>
            <a:ext cx="10515600" cy="298450"/>
          </a:xfrm>
          <a:prstGeom prst="rect">
            <a:avLst/>
          </a:prstGeom>
          <a:noFill/>
          <a:ln w="9525">
            <a:noFill/>
            <a:miter lim="800000"/>
            <a:headEnd/>
            <a:tailEnd/>
          </a:ln>
        </p:spPr>
        <p:txBody>
          <a:bodyPr lIns="91425" tIns="45700" rIns="91425" bIns="45700"/>
          <a:lstStyle/>
          <a:p>
            <a:pPr eaLnBrk="1" hangingPunct="1">
              <a:lnSpc>
                <a:spcPct val="90000"/>
              </a:lnSpc>
              <a:buClr>
                <a:srgbClr val="0EC07D"/>
              </a:buClr>
              <a:buSzPts val="1600"/>
              <a:buFont typeface="Arial" pitchFamily="34" charset="0"/>
              <a:buNone/>
              <a:defRPr/>
            </a:pPr>
            <a:r>
              <a:rPr lang="it-IT" sz="1600" b="1">
                <a:solidFill>
                  <a:srgbClr val="0EC07D"/>
                </a:solidFill>
              </a:rPr>
              <a:t>DevSecOps</a:t>
            </a:r>
          </a:p>
        </p:txBody>
      </p:sp>
    </p:spTree>
  </p:cSld>
  <p:clrMap bg1="lt1" tx1="dk1" bg2="dk2" tx2="lt2" accent1="accent1" accent2="accent2" accent3="accent3" accent4="accent4" accent5="accent5" accent6="accent6" hlink="hlink" folHlink="folHlink"/>
  <p:sldLayoutIdLst>
    <p:sldLayoutId id="2147484079" r:id="rId1"/>
    <p:sldLayoutId id="2147484080" r:id="rId2"/>
    <p:sldLayoutId id="2147484081" r:id="rId3"/>
    <p:sldLayoutId id="2147484082" r:id="rId4"/>
    <p:sldLayoutId id="2147484083" r:id="rId5"/>
    <p:sldLayoutId id="2147484084" r:id="rId6"/>
  </p:sldLayoutIdLst>
  <p:hf sldNum="0" hdr="0" dt="0"/>
  <p:txStyles>
    <p:title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Google Shape;10;p1">
            <a:extLst>
              <a:ext uri="{FF2B5EF4-FFF2-40B4-BE49-F238E27FC236}">
                <a16:creationId xmlns:a16="http://schemas.microsoft.com/office/drawing/2014/main" id="{1A470D00-FFFB-1487-0330-67D4E303959C}"/>
              </a:ext>
            </a:extLst>
          </p:cNvPr>
          <p:cNvPicPr preferRelativeResize="0">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Google Shape;11;p1">
            <a:extLst>
              <a:ext uri="{FF2B5EF4-FFF2-40B4-BE49-F238E27FC236}">
                <a16:creationId xmlns:a16="http://schemas.microsoft.com/office/drawing/2014/main" id="{787DCF42-A72A-B8CD-4A84-924E7A915E3E}"/>
              </a:ext>
            </a:extLst>
          </p:cNvPr>
          <p:cNvSpPr>
            <a:spLocks noChangeArrowheads="1"/>
          </p:cNvSpPr>
          <p:nvPr/>
        </p:nvSpPr>
        <p:spPr bwMode="auto">
          <a:xfrm>
            <a:off x="76200" y="6443663"/>
            <a:ext cx="7710488" cy="215900"/>
          </a:xfrm>
          <a:prstGeom prst="rect">
            <a:avLst/>
          </a:prstGeom>
          <a:noFill/>
          <a:ln w="9525">
            <a:noFill/>
            <a:miter lim="800000"/>
            <a:headEnd/>
            <a:tailEnd/>
          </a:ln>
        </p:spPr>
        <p:txBody>
          <a:bodyPr lIns="91425" tIns="45700" rIns="91425" bIns="45700"/>
          <a:lstStyle/>
          <a:p>
            <a:pPr eaLnBrk="1" hangingPunct="1">
              <a:buClr>
                <a:srgbClr val="7F7F7F"/>
              </a:buClr>
              <a:buSzPts val="800"/>
              <a:buFont typeface="Arial" pitchFamily="34" charset="0"/>
              <a:buNone/>
              <a:defRPr/>
            </a:pPr>
            <a:r>
              <a:rPr lang="en-US" sz="800">
                <a:solidFill>
                  <a:srgbClr val="7F7F7F"/>
                </a:solidFill>
              </a:rPr>
              <a:t>Copyright © 2023, Xebia Group. All rights reserved. </a:t>
            </a:r>
          </a:p>
        </p:txBody>
      </p:sp>
      <p:sp>
        <p:nvSpPr>
          <p:cNvPr id="3076" name="Google Shape;12;p1">
            <a:extLst>
              <a:ext uri="{FF2B5EF4-FFF2-40B4-BE49-F238E27FC236}">
                <a16:creationId xmlns:a16="http://schemas.microsoft.com/office/drawing/2014/main" id="{6E2E1DA4-539F-67EF-E40C-5E572ABBB29E}"/>
              </a:ext>
            </a:extLst>
          </p:cNvPr>
          <p:cNvSpPr txBox="1">
            <a:spLocks noGrp="1" noChangeArrowheads="1"/>
          </p:cNvSpPr>
          <p:nvPr>
            <p:ph type="sldNum" idx="12"/>
          </p:nvPr>
        </p:nvSpPr>
        <p:spPr bwMode="auto">
          <a:xfrm>
            <a:off x="11561763" y="6356350"/>
            <a:ext cx="387350" cy="365125"/>
          </a:xfrm>
          <a:prstGeom prst="rect">
            <a:avLst/>
          </a:prstGeom>
          <a:noFill/>
          <a:ln w="9525">
            <a:noFill/>
            <a:miter lim="800000"/>
            <a:headEnd/>
            <a:tailEnd/>
          </a:ln>
        </p:spPr>
        <p:txBody>
          <a:bodyPr vert="horz" wrap="square" lIns="91425" tIns="45700" rIns="91425" bIns="45700" numCol="1" anchor="ctr" anchorCtr="0" compatLnSpc="1">
            <a:prstTxWarp prst="textNoShape">
              <a:avLst/>
            </a:prstTxWarp>
          </a:bodyPr>
          <a:lstStyle>
            <a:lvl1pPr algn="r" eaLnBrk="1" hangingPunct="1">
              <a:buClr>
                <a:srgbClr val="888888"/>
              </a:buClr>
              <a:buSzPts val="800"/>
              <a:buFont typeface="Arial" panose="020B0604020202020204" pitchFamily="34" charset="0"/>
              <a:buNone/>
              <a:defRPr sz="800">
                <a:solidFill>
                  <a:srgbClr val="888888"/>
                </a:solidFill>
              </a:defRPr>
            </a:lvl1pPr>
          </a:lstStyle>
          <a:p>
            <a:fld id="{46DD8D60-6901-2746-9303-75AFCC1DE151}" type="slidenum">
              <a:rPr lang="en-IN" altLang="en-US"/>
              <a:pPr/>
              <a:t>‹#›</a:t>
            </a:fld>
            <a:endParaRPr lang="en-IN" altLang="en-US"/>
          </a:p>
        </p:txBody>
      </p:sp>
      <p:sp>
        <p:nvSpPr>
          <p:cNvPr id="3077" name="Google Shape;13;p1">
            <a:extLst>
              <a:ext uri="{FF2B5EF4-FFF2-40B4-BE49-F238E27FC236}">
                <a16:creationId xmlns:a16="http://schemas.microsoft.com/office/drawing/2014/main" id="{D012B6FC-AAEB-F07C-B666-FAC8D1F6B296}"/>
              </a:ext>
            </a:extLst>
          </p:cNvPr>
          <p:cNvSpPr>
            <a:spLocks noChangeArrowheads="1"/>
          </p:cNvSpPr>
          <p:nvPr/>
        </p:nvSpPr>
        <p:spPr bwMode="auto">
          <a:xfrm>
            <a:off x="0" y="268288"/>
            <a:ext cx="76200" cy="860425"/>
          </a:xfrm>
          <a:prstGeom prst="rect">
            <a:avLst/>
          </a:prstGeom>
          <a:solidFill>
            <a:srgbClr val="0EC07D"/>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A4C74"/>
              </a:solidFill>
            </a:endParaRPr>
          </a:p>
        </p:txBody>
      </p:sp>
      <p:sp>
        <p:nvSpPr>
          <p:cNvPr id="3078" name="Google Shape;738;p29">
            <a:extLst>
              <a:ext uri="{FF2B5EF4-FFF2-40B4-BE49-F238E27FC236}">
                <a16:creationId xmlns:a16="http://schemas.microsoft.com/office/drawing/2014/main" id="{A30492CB-F944-CD33-AEF1-D2E72315999A}"/>
              </a:ext>
            </a:extLst>
          </p:cNvPr>
          <p:cNvSpPr txBox="1">
            <a:spLocks noChangeArrowheads="1"/>
          </p:cNvSpPr>
          <p:nvPr/>
        </p:nvSpPr>
        <p:spPr bwMode="auto">
          <a:xfrm>
            <a:off x="207963" y="273050"/>
            <a:ext cx="10515600" cy="298450"/>
          </a:xfrm>
          <a:prstGeom prst="rect">
            <a:avLst/>
          </a:prstGeom>
          <a:noFill/>
          <a:ln w="9525">
            <a:noFill/>
            <a:miter lim="800000"/>
            <a:headEnd/>
            <a:tailEnd/>
          </a:ln>
        </p:spPr>
        <p:txBody>
          <a:bodyPr lIns="91425" tIns="45700" rIns="91425" bIns="45700"/>
          <a:lstStyle/>
          <a:p>
            <a:pPr eaLnBrk="1" hangingPunct="1">
              <a:lnSpc>
                <a:spcPct val="90000"/>
              </a:lnSpc>
              <a:buClr>
                <a:srgbClr val="0EC07D"/>
              </a:buClr>
              <a:buSzPts val="1600"/>
              <a:buFont typeface="Arial" pitchFamily="34" charset="0"/>
              <a:buNone/>
              <a:defRPr/>
            </a:pPr>
            <a:r>
              <a:rPr lang="it-IT" sz="1600" b="1">
                <a:solidFill>
                  <a:srgbClr val="0EC07D"/>
                </a:solidFill>
              </a:rPr>
              <a:t>Cloud Infrastructure</a:t>
            </a:r>
          </a:p>
        </p:txBody>
      </p:sp>
    </p:spTree>
  </p:cSld>
  <p:clrMap bg1="lt1" tx1="dk1" bg2="dk2" tx2="lt2" accent1="accent1" accent2="accent2" accent3="accent3" accent4="accent4" accent5="accent5" accent6="accent6" hlink="hlink" folHlink="folHlink"/>
  <p:sldLayoutIdLst>
    <p:sldLayoutId id="2147484085" r:id="rId1"/>
    <p:sldLayoutId id="2147484086" r:id="rId2"/>
    <p:sldLayoutId id="2147484087" r:id="rId3"/>
    <p:sldLayoutId id="2147484088" r:id="rId4"/>
    <p:sldLayoutId id="2147484089" r:id="rId5"/>
    <p:sldLayoutId id="2147484090" r:id="rId6"/>
    <p:sldLayoutId id="2147484091" r:id="rId7"/>
    <p:sldLayoutId id="2147484092" r:id="rId8"/>
    <p:sldLayoutId id="2147484093" r:id="rId9"/>
    <p:sldLayoutId id="2147484094" r:id="rId10"/>
    <p:sldLayoutId id="2147484095" r:id="rId11"/>
    <p:sldLayoutId id="2147484096" r:id="rId12"/>
    <p:sldLayoutId id="2147484097" r:id="rId13"/>
    <p:sldLayoutId id="2147484098" r:id="rId14"/>
    <p:sldLayoutId id="2147484099" r:id="rId15"/>
    <p:sldLayoutId id="2147484100" r:id="rId16"/>
    <p:sldLayoutId id="2147484101" r:id="rId17"/>
    <p:sldLayoutId id="2147484102" r:id="rId18"/>
    <p:sldLayoutId id="2147484103" r:id="rId19"/>
    <p:sldLayoutId id="2147484104" r:id="rId20"/>
    <p:sldLayoutId id="2147484105" r:id="rId21"/>
    <p:sldLayoutId id="2147484106" r:id="rId22"/>
    <p:sldLayoutId id="2147484107" r:id="rId23"/>
    <p:sldLayoutId id="2147484108" r:id="rId24"/>
    <p:sldLayoutId id="2147484109" r:id="rId25"/>
    <p:sldLayoutId id="2147484110" r:id="rId26"/>
  </p:sldLayoutIdLst>
  <p:txStyles>
    <p:title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098" name="Google Shape;10;p1">
            <a:extLst>
              <a:ext uri="{FF2B5EF4-FFF2-40B4-BE49-F238E27FC236}">
                <a16:creationId xmlns:a16="http://schemas.microsoft.com/office/drawing/2014/main" id="{AEB453D1-AA6B-34A4-9AE9-E55963A62BC8}"/>
              </a:ext>
            </a:extLst>
          </p:cNvPr>
          <p:cNvPicPr preferRelativeResize="0">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Google Shape;11;p1">
            <a:extLst>
              <a:ext uri="{FF2B5EF4-FFF2-40B4-BE49-F238E27FC236}">
                <a16:creationId xmlns:a16="http://schemas.microsoft.com/office/drawing/2014/main" id="{9F38D483-E0E2-F047-6919-5A66BE2F336E}"/>
              </a:ext>
            </a:extLst>
          </p:cNvPr>
          <p:cNvSpPr>
            <a:spLocks noChangeArrowheads="1"/>
          </p:cNvSpPr>
          <p:nvPr/>
        </p:nvSpPr>
        <p:spPr bwMode="auto">
          <a:xfrm>
            <a:off x="76200" y="6443663"/>
            <a:ext cx="7710488" cy="215900"/>
          </a:xfrm>
          <a:prstGeom prst="rect">
            <a:avLst/>
          </a:prstGeom>
          <a:noFill/>
          <a:ln w="9525">
            <a:noFill/>
            <a:miter lim="800000"/>
            <a:headEnd/>
            <a:tailEnd/>
          </a:ln>
        </p:spPr>
        <p:txBody>
          <a:bodyPr lIns="91425" tIns="45700" rIns="91425" bIns="45700"/>
          <a:lstStyle/>
          <a:p>
            <a:pPr eaLnBrk="1" hangingPunct="1">
              <a:buClr>
                <a:srgbClr val="7F7F7F"/>
              </a:buClr>
              <a:buSzPts val="800"/>
              <a:buFont typeface="Arial" pitchFamily="34" charset="0"/>
              <a:buNone/>
              <a:defRPr/>
            </a:pPr>
            <a:r>
              <a:rPr lang="en-US" sz="800">
                <a:solidFill>
                  <a:srgbClr val="7F7F7F"/>
                </a:solidFill>
              </a:rPr>
              <a:t>Copyright © 2023, Xebia Group. All rights reserved. </a:t>
            </a:r>
          </a:p>
        </p:txBody>
      </p:sp>
      <p:sp>
        <p:nvSpPr>
          <p:cNvPr id="4100" name="Google Shape;12;p1">
            <a:extLst>
              <a:ext uri="{FF2B5EF4-FFF2-40B4-BE49-F238E27FC236}">
                <a16:creationId xmlns:a16="http://schemas.microsoft.com/office/drawing/2014/main" id="{F72C7577-7015-B94C-313D-50BC9317788D}"/>
              </a:ext>
            </a:extLst>
          </p:cNvPr>
          <p:cNvSpPr txBox="1">
            <a:spLocks noGrp="1" noChangeArrowheads="1"/>
          </p:cNvSpPr>
          <p:nvPr>
            <p:ph type="sldNum" idx="12"/>
          </p:nvPr>
        </p:nvSpPr>
        <p:spPr bwMode="auto">
          <a:xfrm>
            <a:off x="11561763" y="6356350"/>
            <a:ext cx="387350" cy="365125"/>
          </a:xfrm>
          <a:prstGeom prst="rect">
            <a:avLst/>
          </a:prstGeom>
          <a:noFill/>
          <a:ln w="9525">
            <a:noFill/>
            <a:miter lim="800000"/>
            <a:headEnd/>
            <a:tailEnd/>
          </a:ln>
        </p:spPr>
        <p:txBody>
          <a:bodyPr vert="horz" wrap="square" lIns="91425" tIns="45700" rIns="91425" bIns="45700" numCol="1" anchor="ctr" anchorCtr="0" compatLnSpc="1">
            <a:prstTxWarp prst="textNoShape">
              <a:avLst/>
            </a:prstTxWarp>
          </a:bodyPr>
          <a:lstStyle>
            <a:lvl1pPr algn="r" eaLnBrk="1" hangingPunct="1">
              <a:buClr>
                <a:srgbClr val="888888"/>
              </a:buClr>
              <a:buSzPts val="800"/>
              <a:buFont typeface="Arial" panose="020B0604020202020204" pitchFamily="34" charset="0"/>
              <a:buNone/>
              <a:defRPr sz="800">
                <a:solidFill>
                  <a:srgbClr val="888888"/>
                </a:solidFill>
              </a:defRPr>
            </a:lvl1pPr>
          </a:lstStyle>
          <a:p>
            <a:fld id="{D549177E-1F24-394B-8A33-D277F7ABCB54}" type="slidenum">
              <a:rPr lang="en-IN" altLang="en-US"/>
              <a:pPr/>
              <a:t>‹#›</a:t>
            </a:fld>
            <a:endParaRPr lang="en-IN" altLang="en-US"/>
          </a:p>
        </p:txBody>
      </p:sp>
      <p:sp>
        <p:nvSpPr>
          <p:cNvPr id="4101" name="Google Shape;13;p1">
            <a:extLst>
              <a:ext uri="{FF2B5EF4-FFF2-40B4-BE49-F238E27FC236}">
                <a16:creationId xmlns:a16="http://schemas.microsoft.com/office/drawing/2014/main" id="{A46F61C3-6C51-D4AF-8536-0B16EC291980}"/>
              </a:ext>
            </a:extLst>
          </p:cNvPr>
          <p:cNvSpPr>
            <a:spLocks noChangeArrowheads="1"/>
          </p:cNvSpPr>
          <p:nvPr/>
        </p:nvSpPr>
        <p:spPr bwMode="auto">
          <a:xfrm>
            <a:off x="0" y="268288"/>
            <a:ext cx="76200" cy="860425"/>
          </a:xfrm>
          <a:prstGeom prst="rect">
            <a:avLst/>
          </a:prstGeom>
          <a:solidFill>
            <a:srgbClr val="0EC07D"/>
          </a:solidFill>
          <a:ln w="9525">
            <a:noFill/>
            <a:miter lim="800000"/>
            <a:headEnd/>
            <a:tailEnd/>
          </a:ln>
        </p:spPr>
        <p:txBody>
          <a:bodyPr lIns="91425" tIns="45700" rIns="91425" bIns="45700" anchor="ctr"/>
          <a:lstStyle/>
          <a:p>
            <a:pPr algn="ctr" eaLnBrk="1" hangingPunct="1">
              <a:buClr>
                <a:srgbClr val="000000"/>
              </a:buClr>
              <a:buSzPts val="1800"/>
              <a:buFont typeface="Arial" pitchFamily="34" charset="0"/>
              <a:buNone/>
              <a:defRPr/>
            </a:pPr>
            <a:endParaRPr lang="en-US">
              <a:solidFill>
                <a:srgbClr val="FA4C74"/>
              </a:solidFill>
            </a:endParaRPr>
          </a:p>
        </p:txBody>
      </p:sp>
      <p:sp>
        <p:nvSpPr>
          <p:cNvPr id="4102" name="Google Shape;738;p29">
            <a:extLst>
              <a:ext uri="{FF2B5EF4-FFF2-40B4-BE49-F238E27FC236}">
                <a16:creationId xmlns:a16="http://schemas.microsoft.com/office/drawing/2014/main" id="{7A903414-6CBD-20A3-05A6-D28B70F09324}"/>
              </a:ext>
            </a:extLst>
          </p:cNvPr>
          <p:cNvSpPr txBox="1">
            <a:spLocks noChangeArrowheads="1"/>
          </p:cNvSpPr>
          <p:nvPr/>
        </p:nvSpPr>
        <p:spPr bwMode="auto">
          <a:xfrm>
            <a:off x="207963" y="273050"/>
            <a:ext cx="10515600" cy="298450"/>
          </a:xfrm>
          <a:prstGeom prst="rect">
            <a:avLst/>
          </a:prstGeom>
          <a:noFill/>
          <a:ln w="9525">
            <a:noFill/>
            <a:miter lim="800000"/>
            <a:headEnd/>
            <a:tailEnd/>
          </a:ln>
        </p:spPr>
        <p:txBody>
          <a:bodyPr lIns="91425" tIns="45700" rIns="91425" bIns="45700"/>
          <a:lstStyle/>
          <a:p>
            <a:pPr eaLnBrk="1" hangingPunct="1">
              <a:lnSpc>
                <a:spcPct val="90000"/>
              </a:lnSpc>
              <a:buClr>
                <a:srgbClr val="0EC07D"/>
              </a:buClr>
              <a:buSzPts val="1600"/>
              <a:buFont typeface="Arial" pitchFamily="34" charset="0"/>
              <a:buNone/>
              <a:defRPr/>
            </a:pPr>
            <a:r>
              <a:rPr lang="it-IT" sz="1600" b="1">
                <a:solidFill>
                  <a:srgbClr val="0EC07D"/>
                </a:solidFill>
              </a:rPr>
              <a:t>DevSecOps</a:t>
            </a:r>
          </a:p>
        </p:txBody>
      </p:sp>
    </p:spTree>
  </p:cSld>
  <p:clrMap bg1="lt1" tx1="dk1" bg2="dk2" tx2="lt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 id="2147484122" r:id="rId12"/>
    <p:sldLayoutId id="2147484123" r:id="rId13"/>
    <p:sldLayoutId id="2147484124" r:id="rId14"/>
    <p:sldLayoutId id="2147484125" r:id="rId15"/>
    <p:sldLayoutId id="2147484126" r:id="rId16"/>
    <p:sldLayoutId id="2147484127" r:id="rId17"/>
    <p:sldLayoutId id="2147484128" r:id="rId18"/>
    <p:sldLayoutId id="2147484129" r:id="rId19"/>
    <p:sldLayoutId id="2147484130" r:id="rId20"/>
    <p:sldLayoutId id="2147484131" r:id="rId21"/>
    <p:sldLayoutId id="2147484132" r:id="rId22"/>
    <p:sldLayoutId id="2147484133" r:id="rId23"/>
    <p:sldLayoutId id="2147484134" r:id="rId24"/>
    <p:sldLayoutId id="2147484135" r:id="rId25"/>
    <p:sldLayoutId id="2147484136" r:id="rId26"/>
  </p:sldLayoutIdLst>
  <p:txStyles>
    <p:titleStyle>
      <a:defPPr marR="0" lvl="0" algn="l" rtl="0">
        <a:lnSpc>
          <a:spcPct val="100000"/>
        </a:lnSpc>
        <a:spcBef>
          <a:spcPts val="0"/>
        </a:spcBef>
        <a:spcAft>
          <a:spcPts val="0"/>
        </a:spcAft>
      </a:defPPr>
      <a:lvl1pPr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342900" indent="-3429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122" name="Group 6">
            <a:extLst>
              <a:ext uri="{FF2B5EF4-FFF2-40B4-BE49-F238E27FC236}">
                <a16:creationId xmlns:a16="http://schemas.microsoft.com/office/drawing/2014/main" id="{9B38D1BF-14DB-F2D9-01F7-C5B7B0E56519}"/>
              </a:ext>
            </a:extLst>
          </p:cNvPr>
          <p:cNvGrpSpPr>
            <a:grpSpLocks/>
          </p:cNvGrpSpPr>
          <p:nvPr/>
        </p:nvGrpSpPr>
        <p:grpSpPr bwMode="auto">
          <a:xfrm>
            <a:off x="0" y="-7938"/>
            <a:ext cx="12192000" cy="6865938"/>
            <a:chOff x="0" y="-8467"/>
            <a:chExt cx="12192000" cy="6866467"/>
          </a:xfrm>
        </p:grpSpPr>
        <p:cxnSp>
          <p:nvCxnSpPr>
            <p:cNvPr id="20" name="Straight Connector 19">
              <a:extLst>
                <a:ext uri="{FF2B5EF4-FFF2-40B4-BE49-F238E27FC236}">
                  <a16:creationId xmlns:a16="http://schemas.microsoft.com/office/drawing/2014/main" id="{97CCB002-DC77-BD62-F182-FF7E91E82E3E}"/>
                </a:ext>
              </a:extLst>
            </p:cNvPr>
            <p:cNvCxnSpPr/>
            <p:nvPr/>
          </p:nvCxnSpPr>
          <p:spPr>
            <a:xfrm>
              <a:off x="9371013" y="-528"/>
              <a:ext cx="1219200" cy="6858528"/>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DA0072A5-6516-9F20-5FAC-1B11651EE55E}"/>
                </a:ext>
              </a:extLst>
            </p:cNvPr>
            <p:cNvCxnSpPr/>
            <p:nvPr/>
          </p:nvCxnSpPr>
          <p:spPr>
            <a:xfrm flipH="1">
              <a:off x="7424738" y="3681168"/>
              <a:ext cx="4764087" cy="3176832"/>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a:extLst>
                <a:ext uri="{FF2B5EF4-FFF2-40B4-BE49-F238E27FC236}">
                  <a16:creationId xmlns:a16="http://schemas.microsoft.com/office/drawing/2014/main" id="{FB15A347-969B-D0E5-15B7-4C3DDBA8C91C}"/>
                </a:ext>
              </a:extLst>
            </p:cNvPr>
            <p:cNvSpPr/>
            <p:nvPr/>
          </p:nvSpPr>
          <p:spPr>
            <a:xfrm>
              <a:off x="9182100" y="-8467"/>
              <a:ext cx="3006725"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a:extLst>
                <a:ext uri="{FF2B5EF4-FFF2-40B4-BE49-F238E27FC236}">
                  <a16:creationId xmlns:a16="http://schemas.microsoft.com/office/drawing/2014/main" id="{5B0721C4-ABA3-5505-9136-347DCDF52ECE}"/>
                </a:ext>
              </a:extLst>
            </p:cNvPr>
            <p:cNvSpPr/>
            <p:nvPr/>
          </p:nvSpPr>
          <p:spPr>
            <a:xfrm>
              <a:off x="9602788" y="-8467"/>
              <a:ext cx="2589212"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B0370CBE-8123-3C82-AB78-C585E27E6D86}"/>
                </a:ext>
              </a:extLst>
            </p:cNvPr>
            <p:cNvSpPr/>
            <p:nvPr/>
          </p:nvSpPr>
          <p:spPr>
            <a:xfrm>
              <a:off x="8932863" y="3047706"/>
              <a:ext cx="3259137" cy="381029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a:extLst>
                <a:ext uri="{FF2B5EF4-FFF2-40B4-BE49-F238E27FC236}">
                  <a16:creationId xmlns:a16="http://schemas.microsoft.com/office/drawing/2014/main" id="{50455147-F52C-94AA-C28C-6AEF8ABEA63B}"/>
                </a:ext>
              </a:extLst>
            </p:cNvPr>
            <p:cNvSpPr/>
            <p:nvPr/>
          </p:nvSpPr>
          <p:spPr>
            <a:xfrm>
              <a:off x="9334500" y="-8467"/>
              <a:ext cx="2854325"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a:extLst>
                <a:ext uri="{FF2B5EF4-FFF2-40B4-BE49-F238E27FC236}">
                  <a16:creationId xmlns:a16="http://schemas.microsoft.com/office/drawing/2014/main" id="{B61F670A-701B-1B7E-EC05-43EF519E61A2}"/>
                </a:ext>
              </a:extLst>
            </p:cNvPr>
            <p:cNvSpPr/>
            <p:nvPr/>
          </p:nvSpPr>
          <p:spPr>
            <a:xfrm>
              <a:off x="10898188" y="-8467"/>
              <a:ext cx="1290637"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a:extLst>
                <a:ext uri="{FF2B5EF4-FFF2-40B4-BE49-F238E27FC236}">
                  <a16:creationId xmlns:a16="http://schemas.microsoft.com/office/drawing/2014/main" id="{BC1AF3F6-072D-FA76-D875-0DB76A961289}"/>
                </a:ext>
              </a:extLst>
            </p:cNvPr>
            <p:cNvSpPr/>
            <p:nvPr/>
          </p:nvSpPr>
          <p:spPr>
            <a:xfrm>
              <a:off x="10939463" y="-8467"/>
              <a:ext cx="1249362"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a:extLst>
                <a:ext uri="{FF2B5EF4-FFF2-40B4-BE49-F238E27FC236}">
                  <a16:creationId xmlns:a16="http://schemas.microsoft.com/office/drawing/2014/main" id="{2C28674C-76C2-E718-E1E3-64D5AA3FDD5C}"/>
                </a:ext>
              </a:extLst>
            </p:cNvPr>
            <p:cNvSpPr/>
            <p:nvPr/>
          </p:nvSpPr>
          <p:spPr>
            <a:xfrm>
              <a:off x="10371138" y="3589086"/>
              <a:ext cx="1817687" cy="3268914"/>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a:extLst>
                <a:ext uri="{FF2B5EF4-FFF2-40B4-BE49-F238E27FC236}">
                  <a16:creationId xmlns:a16="http://schemas.microsoft.com/office/drawing/2014/main" id="{1DCD46E2-C4DE-4696-3A1C-FB95DAD1D6BD}"/>
                </a:ext>
              </a:extLst>
            </p:cNvPr>
            <p:cNvSpPr/>
            <p:nvPr/>
          </p:nvSpPr>
          <p:spPr>
            <a:xfrm>
              <a:off x="0" y="4012981"/>
              <a:ext cx="449263" cy="2845019"/>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5123" name="Title Placeholder 1">
            <a:extLst>
              <a:ext uri="{FF2B5EF4-FFF2-40B4-BE49-F238E27FC236}">
                <a16:creationId xmlns:a16="http://schemas.microsoft.com/office/drawing/2014/main" id="{65A629B1-4E0E-7358-C7ED-0A2C1ACF8B15}"/>
              </a:ext>
            </a:extLst>
          </p:cNvPr>
          <p:cNvSpPr>
            <a:spLocks noGrp="1" noChangeArrowheads="1"/>
          </p:cNvSpPr>
          <p:nvPr>
            <p:ph type="title"/>
          </p:nvPr>
        </p:nvSpPr>
        <p:spPr bwMode="auto">
          <a:xfrm>
            <a:off x="677863" y="609600"/>
            <a:ext cx="8596312"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title style</a:t>
            </a:r>
            <a:endParaRPr lang="en-US" altLang="en-US"/>
          </a:p>
        </p:txBody>
      </p:sp>
      <p:sp>
        <p:nvSpPr>
          <p:cNvPr id="5124" name="Text Placeholder 2">
            <a:extLst>
              <a:ext uri="{FF2B5EF4-FFF2-40B4-BE49-F238E27FC236}">
                <a16:creationId xmlns:a16="http://schemas.microsoft.com/office/drawing/2014/main" id="{F9CC3F4A-7C5C-4FC7-A3F9-E82427F6B3E0}"/>
              </a:ext>
            </a:extLst>
          </p:cNvPr>
          <p:cNvSpPr>
            <a:spLocks noGrp="1" noChangeArrowheads="1"/>
          </p:cNvSpPr>
          <p:nvPr>
            <p:ph type="body" idx="1"/>
          </p:nvPr>
        </p:nvSpPr>
        <p:spPr bwMode="auto">
          <a:xfrm>
            <a:off x="677863" y="2160588"/>
            <a:ext cx="8596312" cy="388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5125" name="Date Placeholder 3">
            <a:extLst>
              <a:ext uri="{FF2B5EF4-FFF2-40B4-BE49-F238E27FC236}">
                <a16:creationId xmlns:a16="http://schemas.microsoft.com/office/drawing/2014/main" id="{256810A4-0489-21D4-0FA2-07DC77556AD6}"/>
              </a:ext>
            </a:extLst>
          </p:cNvPr>
          <p:cNvSpPr>
            <a:spLocks noGrp="1" noChangeArrowheads="1"/>
          </p:cNvSpPr>
          <p:nvPr>
            <p:ph type="dt" sz="half" idx="2"/>
          </p:nvPr>
        </p:nvSpPr>
        <p:spPr bwMode="auto">
          <a:xfrm>
            <a:off x="7205663" y="6042025"/>
            <a:ext cx="911225" cy="3651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eaLnBrk="1" hangingPunct="1">
              <a:buClr>
                <a:srgbClr val="000000"/>
              </a:buClr>
              <a:buFont typeface="Arial" pitchFamily="34" charset="0"/>
              <a:buNone/>
              <a:defRPr sz="900" smtClean="0">
                <a:solidFill>
                  <a:srgbClr val="898989"/>
                </a:solidFill>
              </a:defRPr>
            </a:lvl1pPr>
          </a:lstStyle>
          <a:p>
            <a:pPr>
              <a:defRPr/>
            </a:pPr>
            <a:fld id="{AB4D01EF-B52A-F448-9D8F-CE3566A295B4}" type="datetimeFigureOut">
              <a:rPr lang="en-US"/>
              <a:pPr>
                <a:defRPr/>
              </a:pPr>
              <a:t>1/15/25</a:t>
            </a:fld>
            <a:endParaRPr lang="en-US"/>
          </a:p>
        </p:txBody>
      </p:sp>
      <p:sp>
        <p:nvSpPr>
          <p:cNvPr id="5126" name="Footer Placeholder 4">
            <a:extLst>
              <a:ext uri="{FF2B5EF4-FFF2-40B4-BE49-F238E27FC236}">
                <a16:creationId xmlns:a16="http://schemas.microsoft.com/office/drawing/2014/main" id="{D58F50D1-8AD3-19C5-2B3D-D3CA5120867C}"/>
              </a:ext>
            </a:extLst>
          </p:cNvPr>
          <p:cNvSpPr>
            <a:spLocks noGrp="1" noChangeArrowheads="1"/>
          </p:cNvSpPr>
          <p:nvPr>
            <p:ph type="ftr" sz="quarter" idx="3"/>
          </p:nvPr>
        </p:nvSpPr>
        <p:spPr bwMode="auto">
          <a:xfrm>
            <a:off x="677863" y="6042025"/>
            <a:ext cx="6297612" cy="3651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eaLnBrk="1" hangingPunct="1">
              <a:buClr>
                <a:srgbClr val="000000"/>
              </a:buClr>
              <a:buFont typeface="Arial" pitchFamily="34" charset="0"/>
              <a:buNone/>
              <a:defRPr sz="900" smtClean="0">
                <a:solidFill>
                  <a:srgbClr val="898989"/>
                </a:solidFill>
              </a:defRPr>
            </a:lvl1pPr>
          </a:lstStyle>
          <a:p>
            <a:pPr>
              <a:defRPr/>
            </a:pPr>
            <a:endParaRPr lang="en-US"/>
          </a:p>
        </p:txBody>
      </p:sp>
      <p:sp>
        <p:nvSpPr>
          <p:cNvPr id="5127" name="Slide Number Placeholder 5">
            <a:extLst>
              <a:ext uri="{FF2B5EF4-FFF2-40B4-BE49-F238E27FC236}">
                <a16:creationId xmlns:a16="http://schemas.microsoft.com/office/drawing/2014/main" id="{A1A323F1-EEA7-8290-A4B6-15B170A5F669}"/>
              </a:ext>
            </a:extLst>
          </p:cNvPr>
          <p:cNvSpPr>
            <a:spLocks noGrp="1" noChangeArrowheads="1"/>
          </p:cNvSpPr>
          <p:nvPr>
            <p:ph type="sldNum" sz="quarter" idx="4"/>
          </p:nvPr>
        </p:nvSpPr>
        <p:spPr bwMode="auto">
          <a:xfrm>
            <a:off x="8589963" y="6042025"/>
            <a:ext cx="684212" cy="3651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eaLnBrk="1" hangingPunct="1">
              <a:buClr>
                <a:srgbClr val="000000"/>
              </a:buClr>
              <a:buFont typeface="Arial" panose="020B0604020202020204" pitchFamily="34" charset="0"/>
              <a:buNone/>
              <a:defRPr sz="900">
                <a:solidFill>
                  <a:schemeClr val="accent1"/>
                </a:solidFill>
              </a:defRPr>
            </a:lvl1pPr>
          </a:lstStyle>
          <a:p>
            <a:fld id="{BF922EEC-6DA6-E44B-B8D5-8BE3CC892101}" type="slidenum">
              <a:rPr lang="en-IN" altLang="en-US"/>
              <a:pPr/>
              <a:t>‹#›</a:t>
            </a:fld>
            <a:endParaRPr lang="en-IN" altLang="en-US"/>
          </a:p>
        </p:txBody>
      </p:sp>
    </p:spTree>
  </p:cSld>
  <p:clrMap bg1="lt1" tx1="dk1" bg2="lt2" tx2="dk2" accent1="accent1" accent2="accent2" accent3="accent3" accent4="accent4" accent5="accent5" accent6="accent6" hlink="hlink" folHlink="folHlink"/>
  <p:sldLayoutIdLst>
    <p:sldLayoutId id="2147484137" r:id="rId1"/>
    <p:sldLayoutId id="2147484052" r:id="rId2"/>
    <p:sldLayoutId id="2147484053" r:id="rId3"/>
    <p:sldLayoutId id="2147484054" r:id="rId4"/>
    <p:sldLayoutId id="2147484055" r:id="rId5"/>
    <p:sldLayoutId id="2147484138" r:id="rId6"/>
    <p:sldLayoutId id="2147484139" r:id="rId7"/>
    <p:sldLayoutId id="2147484056" r:id="rId8"/>
    <p:sldLayoutId id="2147484057" r:id="rId9"/>
    <p:sldLayoutId id="2147484058" r:id="rId10"/>
    <p:sldLayoutId id="2147484140" r:id="rId11"/>
    <p:sldLayoutId id="2147484059" r:id="rId12"/>
    <p:sldLayoutId id="2147484141" r:id="rId13"/>
    <p:sldLayoutId id="2147484060" r:id="rId14"/>
    <p:sldLayoutId id="2147484061" r:id="rId15"/>
    <p:sldLayoutId id="2147484062" r:id="rId16"/>
    <p:sldLayoutId id="2147484142" r:id="rId17"/>
    <p:sldLayoutId id="2147484143" r:id="rId18"/>
    <p:sldLayoutId id="2147484144" r:id="rId19"/>
    <p:sldLayoutId id="2147484145" r:id="rId20"/>
  </p:sldLayoutIdLst>
  <p:txStyles>
    <p:titleStyle>
      <a:lvl1pPr algn="l" defTabSz="457200" rtl="0" eaLnBrk="0" fontAlgn="base" hangingPunct="0">
        <a:spcBef>
          <a:spcPct val="0"/>
        </a:spcBef>
        <a:spcAft>
          <a:spcPct val="0"/>
        </a:spcAft>
        <a:defRPr sz="3600" kern="1200">
          <a:solidFill>
            <a:schemeClr val="accent1"/>
          </a:solidFill>
          <a:latin typeface="+mj-lt"/>
          <a:ea typeface="+mj-ea"/>
          <a:cs typeface="+mj-cs"/>
        </a:defRPr>
      </a:lvl1pPr>
      <a:lvl2pPr algn="l" defTabSz="457200" rtl="0" eaLnBrk="0" fontAlgn="base" hangingPunct="0">
        <a:spcBef>
          <a:spcPct val="0"/>
        </a:spcBef>
        <a:spcAft>
          <a:spcPct val="0"/>
        </a:spcAft>
        <a:defRPr sz="3600">
          <a:solidFill>
            <a:schemeClr val="accent1"/>
          </a:solidFill>
          <a:latin typeface="Trebuchet MS" pitchFamily="34" charset="0"/>
        </a:defRPr>
      </a:lvl2pPr>
      <a:lvl3pPr algn="l" defTabSz="457200" rtl="0" eaLnBrk="0" fontAlgn="base" hangingPunct="0">
        <a:spcBef>
          <a:spcPct val="0"/>
        </a:spcBef>
        <a:spcAft>
          <a:spcPct val="0"/>
        </a:spcAft>
        <a:defRPr sz="3600">
          <a:solidFill>
            <a:schemeClr val="accent1"/>
          </a:solidFill>
          <a:latin typeface="Trebuchet MS" pitchFamily="34" charset="0"/>
        </a:defRPr>
      </a:lvl3pPr>
      <a:lvl4pPr algn="l" defTabSz="457200" rtl="0" eaLnBrk="0" fontAlgn="base" hangingPunct="0">
        <a:spcBef>
          <a:spcPct val="0"/>
        </a:spcBef>
        <a:spcAft>
          <a:spcPct val="0"/>
        </a:spcAft>
        <a:defRPr sz="3600">
          <a:solidFill>
            <a:schemeClr val="accent1"/>
          </a:solidFill>
          <a:latin typeface="Trebuchet MS" pitchFamily="34" charset="0"/>
        </a:defRPr>
      </a:lvl4pPr>
      <a:lvl5pPr algn="l" defTabSz="457200" rtl="0" eaLnBrk="0" fontAlgn="base" hangingPunct="0">
        <a:spcBef>
          <a:spcPct val="0"/>
        </a:spcBef>
        <a:spcAft>
          <a:spcPct val="0"/>
        </a:spcAft>
        <a:defRPr sz="3600">
          <a:solidFill>
            <a:schemeClr val="accent1"/>
          </a:solidFill>
          <a:latin typeface="Trebuchet MS"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0" fontAlgn="base" hangingPunct="0">
        <a:spcBef>
          <a:spcPts val="1000"/>
        </a:spcBef>
        <a:spcAft>
          <a:spcPct val="0"/>
        </a:spcAft>
        <a:buClr>
          <a:schemeClr val="accent1"/>
        </a:buClr>
        <a:buSzPct val="80000"/>
        <a:buFont typeface="Wingdings 3" pitchFamily="2" charset="2"/>
        <a:buChar char=""/>
        <a:defRPr sz="3200" kern="1200">
          <a:solidFill>
            <a:srgbClr val="404040"/>
          </a:solidFill>
          <a:latin typeface="+mn-lt"/>
          <a:ea typeface="+mn-ea"/>
          <a:cs typeface="+mn-cs"/>
        </a:defRPr>
      </a:lvl1pPr>
      <a:lvl2pPr marL="742950" indent="-285750" algn="l" defTabSz="457200" rtl="0" eaLnBrk="0" fontAlgn="base" hangingPunct="0">
        <a:spcBef>
          <a:spcPts val="1000"/>
        </a:spcBef>
        <a:spcAft>
          <a:spcPct val="0"/>
        </a:spcAft>
        <a:buClr>
          <a:schemeClr val="accent1"/>
        </a:buClr>
        <a:buSzPct val="80000"/>
        <a:buFont typeface="Wingdings 3" pitchFamily="2" charset="2"/>
        <a:buChar char=""/>
        <a:defRPr sz="1600" kern="1200">
          <a:solidFill>
            <a:srgbClr val="404040"/>
          </a:solidFill>
          <a:latin typeface="+mn-lt"/>
          <a:ea typeface="+mn-ea"/>
          <a:cs typeface="+mn-cs"/>
        </a:defRPr>
      </a:lvl2pPr>
      <a:lvl3pPr marL="1143000" indent="-228600" algn="l" defTabSz="457200" rtl="0" eaLnBrk="0" fontAlgn="base" hangingPunct="0">
        <a:spcBef>
          <a:spcPts val="1000"/>
        </a:spcBef>
        <a:spcAft>
          <a:spcPct val="0"/>
        </a:spcAft>
        <a:buClr>
          <a:schemeClr val="accent1"/>
        </a:buClr>
        <a:buSzPct val="80000"/>
        <a:buFont typeface="Wingdings 3" pitchFamily="2" charset="2"/>
        <a:buChar char=""/>
        <a:defRPr sz="1400" kern="1200">
          <a:solidFill>
            <a:srgbClr val="404040"/>
          </a:solidFill>
          <a:latin typeface="+mn-lt"/>
          <a:ea typeface="+mn-ea"/>
          <a:cs typeface="+mn-cs"/>
        </a:defRPr>
      </a:lvl3pPr>
      <a:lvl4pPr marL="1600200" indent="-228600" algn="l" defTabSz="457200" rtl="0" eaLnBrk="0" fontAlgn="base" hangingPunct="0">
        <a:spcBef>
          <a:spcPts val="1000"/>
        </a:spcBef>
        <a:spcAft>
          <a:spcPct val="0"/>
        </a:spcAft>
        <a:buClr>
          <a:schemeClr val="accent1"/>
        </a:buClr>
        <a:buSzPct val="80000"/>
        <a:buFont typeface="Wingdings 3" pitchFamily="2" charset="2"/>
        <a:buChar char=""/>
        <a:defRPr sz="1200" kern="1200">
          <a:solidFill>
            <a:srgbClr val="404040"/>
          </a:solidFill>
          <a:latin typeface="+mn-lt"/>
          <a:ea typeface="+mn-ea"/>
          <a:cs typeface="+mn-cs"/>
        </a:defRPr>
      </a:lvl4pPr>
      <a:lvl5pPr marL="2057400" indent="-228600" algn="l" defTabSz="457200" rtl="0" eaLnBrk="0" fontAlgn="base" hangingPunct="0">
        <a:spcBef>
          <a:spcPts val="1000"/>
        </a:spcBef>
        <a:spcAft>
          <a:spcPct val="0"/>
        </a:spcAft>
        <a:buClr>
          <a:schemeClr val="accent1"/>
        </a:buClr>
        <a:buSzPct val="80000"/>
        <a:buFont typeface="Wingdings 3" pitchFamily="2" charset="2"/>
        <a:buChar char=""/>
        <a:defRPr sz="1200" kern="1200">
          <a:solidFill>
            <a:srgbClr val="404040"/>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aws.amazon.com/certification/certified-devops-engineer-professional/" TargetMode="External"/><Relationship Id="rId1" Type="http://schemas.openxmlformats.org/officeDocument/2006/relationships/slideLayout" Target="../slideLayouts/slideLayout9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91.xml"/><Relationship Id="rId4" Type="http://schemas.openxmlformats.org/officeDocument/2006/relationships/image" Target="../media/image15.gif"/></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9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9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6.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6.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6.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6.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6.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9.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6.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6.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6.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8.jpeg"/><Relationship Id="rId1" Type="http://schemas.openxmlformats.org/officeDocument/2006/relationships/slideLayout" Target="../slideLayouts/slideLayout7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6.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3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0114" name="Group 9">
            <a:extLst>
              <a:ext uri="{FF2B5EF4-FFF2-40B4-BE49-F238E27FC236}">
                <a16:creationId xmlns:a16="http://schemas.microsoft.com/office/drawing/2014/main" id="{E64E8C5E-494B-E9F7-FCD9-2C83F4AFB773}"/>
              </a:ext>
              <a:ext uri="{C183D7F6-B498-43B3-948B-1728B52AA6E4}">
                <adec:decorative xmlns:adec="http://schemas.microsoft.com/office/drawing/2017/decorative" val="1"/>
              </a:ext>
            </a:extLst>
          </p:cNvPr>
          <p:cNvGrpSpPr>
            <a:grpSpLocks noGrp="1" noUngrp="1" noRot="1" noChangeAspect="1" noMove="1" noResize="1"/>
          </p:cNvGrpSpPr>
          <p:nvPr/>
        </p:nvGrpSpPr>
        <p:grpSpPr bwMode="auto">
          <a:xfrm>
            <a:off x="0" y="-7938"/>
            <a:ext cx="12192000" cy="6865938"/>
            <a:chOff x="0" y="-8467"/>
            <a:chExt cx="12192000" cy="6866467"/>
          </a:xfrm>
        </p:grpSpPr>
        <p:cxnSp>
          <p:nvCxnSpPr>
            <p:cNvPr id="11" name="Straight Connector 10" descr="&quot;&quot;">
              <a:extLst>
                <a:ext uri="{FF2B5EF4-FFF2-40B4-BE49-F238E27FC236}">
                  <a16:creationId xmlns:a16="http://schemas.microsoft.com/office/drawing/2014/main" id="{4450858C-491D-09AA-7C78-0983BB450D69}"/>
                </a:ext>
              </a:extLst>
            </p:cNvPr>
            <p:cNvCxnSpPr/>
            <p:nvPr/>
          </p:nvCxnSpPr>
          <p:spPr>
            <a:xfrm>
              <a:off x="9371013" y="-528"/>
              <a:ext cx="1219200" cy="6858528"/>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descr="&quot;&quot;">
              <a:extLst>
                <a:ext uri="{FF2B5EF4-FFF2-40B4-BE49-F238E27FC236}">
                  <a16:creationId xmlns:a16="http://schemas.microsoft.com/office/drawing/2014/main" id="{ED73D366-AE87-89C5-54DA-8CA8C167FCA0}"/>
                </a:ext>
              </a:extLst>
            </p:cNvPr>
            <p:cNvCxnSpPr/>
            <p:nvPr/>
          </p:nvCxnSpPr>
          <p:spPr>
            <a:xfrm flipH="1">
              <a:off x="7424738" y="3681168"/>
              <a:ext cx="4764087" cy="3176832"/>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descr="&quot;&quot;">
              <a:extLst>
                <a:ext uri="{FF2B5EF4-FFF2-40B4-BE49-F238E27FC236}">
                  <a16:creationId xmlns:a16="http://schemas.microsoft.com/office/drawing/2014/main" id="{ADF9A282-E974-CB8A-C8FC-7D72260BA5BE}"/>
                </a:ext>
              </a:extLst>
            </p:cNvPr>
            <p:cNvSpPr/>
            <p:nvPr/>
          </p:nvSpPr>
          <p:spPr>
            <a:xfrm>
              <a:off x="9182100" y="-8467"/>
              <a:ext cx="3006725"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14" name="Rectangle 25" descr="&quot;&quot;">
              <a:extLst>
                <a:ext uri="{FF2B5EF4-FFF2-40B4-BE49-F238E27FC236}">
                  <a16:creationId xmlns:a16="http://schemas.microsoft.com/office/drawing/2014/main" id="{332CC0FA-A330-C271-6D2A-70CF69A77913}"/>
                </a:ext>
              </a:extLst>
            </p:cNvPr>
            <p:cNvSpPr/>
            <p:nvPr/>
          </p:nvSpPr>
          <p:spPr>
            <a:xfrm>
              <a:off x="9602788" y="-8467"/>
              <a:ext cx="2589212"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15" name="Isosceles Triangle 14" descr="&quot;&quot;">
              <a:extLst>
                <a:ext uri="{FF2B5EF4-FFF2-40B4-BE49-F238E27FC236}">
                  <a16:creationId xmlns:a16="http://schemas.microsoft.com/office/drawing/2014/main" id="{41E49FF3-EB90-838B-8893-8770BEF4049C}"/>
                </a:ext>
              </a:extLst>
            </p:cNvPr>
            <p:cNvSpPr/>
            <p:nvPr/>
          </p:nvSpPr>
          <p:spPr>
            <a:xfrm>
              <a:off x="8932863" y="3047706"/>
              <a:ext cx="3259137" cy="381029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16" name="Rectangle 27" descr="&quot;&quot;">
              <a:extLst>
                <a:ext uri="{FF2B5EF4-FFF2-40B4-BE49-F238E27FC236}">
                  <a16:creationId xmlns:a16="http://schemas.microsoft.com/office/drawing/2014/main" id="{FEE637A3-FF6F-57B1-08CA-7CDF49831F35}"/>
                </a:ext>
              </a:extLst>
            </p:cNvPr>
            <p:cNvSpPr/>
            <p:nvPr/>
          </p:nvSpPr>
          <p:spPr>
            <a:xfrm>
              <a:off x="9334500" y="-8467"/>
              <a:ext cx="2854325"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17" name="Rectangle 28" descr="&quot;&quot;">
              <a:extLst>
                <a:ext uri="{FF2B5EF4-FFF2-40B4-BE49-F238E27FC236}">
                  <a16:creationId xmlns:a16="http://schemas.microsoft.com/office/drawing/2014/main" id="{35CFD4A9-4ECF-2081-0BCE-F6EEB96507ED}"/>
                </a:ext>
              </a:extLst>
            </p:cNvPr>
            <p:cNvSpPr/>
            <p:nvPr/>
          </p:nvSpPr>
          <p:spPr>
            <a:xfrm>
              <a:off x="10898188" y="-8467"/>
              <a:ext cx="1290637"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18" name="Rectangle 29" descr="&quot;&quot;">
              <a:extLst>
                <a:ext uri="{FF2B5EF4-FFF2-40B4-BE49-F238E27FC236}">
                  <a16:creationId xmlns:a16="http://schemas.microsoft.com/office/drawing/2014/main" id="{3D2483EB-603D-E494-88F2-BFF834ADF32E}"/>
                </a:ext>
              </a:extLst>
            </p:cNvPr>
            <p:cNvSpPr/>
            <p:nvPr/>
          </p:nvSpPr>
          <p:spPr>
            <a:xfrm>
              <a:off x="10939463" y="-8467"/>
              <a:ext cx="1249362"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19" name="Isosceles Triangle 18" descr="&quot;&quot;">
              <a:extLst>
                <a:ext uri="{FF2B5EF4-FFF2-40B4-BE49-F238E27FC236}">
                  <a16:creationId xmlns:a16="http://schemas.microsoft.com/office/drawing/2014/main" id="{96EADC93-C969-DEE2-B9CB-6F7F0D3DC3DD}"/>
                </a:ext>
              </a:extLst>
            </p:cNvPr>
            <p:cNvSpPr/>
            <p:nvPr/>
          </p:nvSpPr>
          <p:spPr>
            <a:xfrm>
              <a:off x="10371138" y="3589086"/>
              <a:ext cx="1817687" cy="3268914"/>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20" name="Isosceles Triangle 19" descr="&quot;&quot;">
              <a:extLst>
                <a:ext uri="{FF2B5EF4-FFF2-40B4-BE49-F238E27FC236}">
                  <a16:creationId xmlns:a16="http://schemas.microsoft.com/office/drawing/2014/main" id="{E6B80F26-0C2C-3380-13C8-04E83FCABB1F}"/>
                </a:ext>
              </a:extLst>
            </p:cNvPr>
            <p:cNvSpPr/>
            <p:nvPr/>
          </p:nvSpPr>
          <p:spPr>
            <a:xfrm>
              <a:off x="0" y="4012981"/>
              <a:ext cx="449263" cy="2845019"/>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grpSp>
      <p:sp useBgFill="1">
        <p:nvSpPr>
          <p:cNvPr id="22" name="Rectangle 21" descr="&quot;&quot;">
            <a:extLst>
              <a:ext uri="{FF2B5EF4-FFF2-40B4-BE49-F238E27FC236}">
                <a16:creationId xmlns:a16="http://schemas.microsoft.com/office/drawing/2014/main" id="{32028485-D0A9-C2EA-B6F2-2FCA6D7D528B}"/>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sz="1867" kern="0" dirty="0">
              <a:sym typeface="Arial"/>
            </a:endParaRPr>
          </a:p>
        </p:txBody>
      </p:sp>
      <p:sp useBgFill="1">
        <p:nvSpPr>
          <p:cNvPr id="24" name="Rectangle 23" descr="&quot;&quot;">
            <a:extLst>
              <a:ext uri="{FF2B5EF4-FFF2-40B4-BE49-F238E27FC236}">
                <a16:creationId xmlns:a16="http://schemas.microsoft.com/office/drawing/2014/main" id="{7ED2324B-2A8C-3BEC-2F19-E9040837F7AF}"/>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sz="1867" kern="0">
              <a:sym typeface="Arial"/>
            </a:endParaRPr>
          </a:p>
        </p:txBody>
      </p:sp>
      <p:cxnSp>
        <p:nvCxnSpPr>
          <p:cNvPr id="26" name="Straight Connector 25" descr="&quot;&quot;">
            <a:extLst>
              <a:ext uri="{FF2B5EF4-FFF2-40B4-BE49-F238E27FC236}">
                <a16:creationId xmlns:a16="http://schemas.microsoft.com/office/drawing/2014/main" id="{066019FE-944F-6ABF-E094-317F8842AAB7}"/>
              </a:ext>
            </a:extLst>
          </p:cNvPr>
          <p:cNvCxnSpPr>
            <a:cxnSpLocks noGrp="1" noRot="1" noChangeAspect="1" noMove="1" noResize="1" noEditPoints="1" noAdjustHandles="1" noChangeArrowheads="1" noChangeShapeType="1"/>
          </p:cNvCxnSpPr>
          <p:nvPr/>
        </p:nvCxnSpPr>
        <p:spPr>
          <a:xfrm>
            <a:off x="5111750"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descr="&quot;&quot;">
            <a:extLst>
              <a:ext uri="{FF2B5EF4-FFF2-40B4-BE49-F238E27FC236}">
                <a16:creationId xmlns:a16="http://schemas.microsoft.com/office/drawing/2014/main" id="{9153690C-781D-E798-0777-1EC47F0BCB60}"/>
              </a:ext>
            </a:extLst>
          </p:cNvPr>
          <p:cNvCxnSpPr>
            <a:cxnSpLocks noGrp="1" noRot="1" noChangeAspect="1" noMove="1" noResize="1" noEditPoints="1" noAdjustHandles="1" noChangeArrowheads="1" noChangeShapeType="1"/>
          </p:cNvCxnSpPr>
          <p:nvPr/>
        </p:nvCxnSpPr>
        <p:spPr>
          <a:xfrm flipH="1">
            <a:off x="3290888" y="3681413"/>
            <a:ext cx="4764087"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30" name="Rectangle 23" descr="&quot;&quot;">
            <a:extLst>
              <a:ext uri="{FF2B5EF4-FFF2-40B4-BE49-F238E27FC236}">
                <a16:creationId xmlns:a16="http://schemas.microsoft.com/office/drawing/2014/main" id="{7CCBB149-A724-CBFF-3645-12558F39C03D}"/>
              </a:ext>
            </a:extLst>
          </p:cNvPr>
          <p:cNvSpPr>
            <a:spLocks noGrp="1" noRot="1" noChangeAspect="1" noMove="1" noResize="1" noEditPoints="1" noAdjustHandles="1" noChangeArrowheads="1" noChangeShapeType="1" noTextEdit="1"/>
          </p:cNvSpPr>
          <p:nvPr/>
        </p:nvSpPr>
        <p:spPr>
          <a:xfrm>
            <a:off x="4483100" y="-7938"/>
            <a:ext cx="3006725" cy="6865938"/>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32" name="Rectangle 25" descr="&quot;&quot;">
            <a:extLst>
              <a:ext uri="{FF2B5EF4-FFF2-40B4-BE49-F238E27FC236}">
                <a16:creationId xmlns:a16="http://schemas.microsoft.com/office/drawing/2014/main" id="{A620AF8C-E841-26E9-8ADE-DE398D992363}"/>
              </a:ext>
            </a:extLst>
          </p:cNvPr>
          <p:cNvSpPr>
            <a:spLocks noGrp="1" noRot="1" noChangeAspect="1" noMove="1" noResize="1" noEditPoints="1" noAdjustHandles="1" noChangeArrowheads="1" noChangeShapeType="1" noTextEdit="1"/>
          </p:cNvSpPr>
          <p:nvPr/>
        </p:nvSpPr>
        <p:spPr>
          <a:xfrm>
            <a:off x="4903788" y="-7938"/>
            <a:ext cx="2589212" cy="6865938"/>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34" name="Isosceles Triangle 33" descr="&quot;&quot;">
            <a:extLst>
              <a:ext uri="{FF2B5EF4-FFF2-40B4-BE49-F238E27FC236}">
                <a16:creationId xmlns:a16="http://schemas.microsoft.com/office/drawing/2014/main" id="{8A27BE3F-91A5-F578-69B9-8D43E797323A}"/>
              </a:ext>
            </a:extLst>
          </p:cNvPr>
          <p:cNvSpPr>
            <a:spLocks noGrp="1" noRot="1" noChangeAspect="1" noMove="1" noResize="1" noEditPoints="1" noAdjustHandles="1" noChangeArrowheads="1" noChangeShapeType="1" noTextEdit="1"/>
          </p:cNvSpPr>
          <p:nvPr/>
        </p:nvSpPr>
        <p:spPr>
          <a:xfrm>
            <a:off x="4233863" y="3048000"/>
            <a:ext cx="325913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36" name="Rectangle 27" descr="&quot;&quot;">
            <a:extLst>
              <a:ext uri="{FF2B5EF4-FFF2-40B4-BE49-F238E27FC236}">
                <a16:creationId xmlns:a16="http://schemas.microsoft.com/office/drawing/2014/main" id="{8E780558-42EB-269D-31EC-E892D883B40D}"/>
              </a:ext>
            </a:extLst>
          </p:cNvPr>
          <p:cNvSpPr>
            <a:spLocks noGrp="1" noRot="1" noChangeAspect="1" noMove="1" noResize="1" noEditPoints="1" noAdjustHandles="1" noChangeArrowheads="1" noChangeShapeType="1" noTextEdit="1"/>
          </p:cNvSpPr>
          <p:nvPr/>
        </p:nvSpPr>
        <p:spPr>
          <a:xfrm>
            <a:off x="4635500" y="-7938"/>
            <a:ext cx="2854325" cy="6865938"/>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38" name="Isosceles Triangle 37" descr="&quot;&quot;">
            <a:extLst>
              <a:ext uri="{FF2B5EF4-FFF2-40B4-BE49-F238E27FC236}">
                <a16:creationId xmlns:a16="http://schemas.microsoft.com/office/drawing/2014/main" id="{E4876193-D440-CDEF-2E13-06B7914C3C4B}"/>
              </a:ext>
            </a:extLst>
          </p:cNvPr>
          <p:cNvSpPr>
            <a:spLocks noGrp="1" noRot="1" noChangeAspect="1" noMove="1" noResize="1" noEditPoints="1" noAdjustHandles="1" noChangeArrowheads="1" noChangeShapeType="1" noTextEdit="1"/>
          </p:cNvSpPr>
          <p:nvPr/>
        </p:nvSpPr>
        <p:spPr>
          <a:xfrm>
            <a:off x="5672138" y="3589338"/>
            <a:ext cx="1817687" cy="3268662"/>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40" name="Freeform: Shape 39" descr="&quot;&quot;">
            <a:extLst>
              <a:ext uri="{FF2B5EF4-FFF2-40B4-BE49-F238E27FC236}">
                <a16:creationId xmlns:a16="http://schemas.microsoft.com/office/drawing/2014/main" id="{ADD566EE-D309-27C0-8419-9E560942BCD1}"/>
              </a:ext>
            </a:extLst>
          </p:cNvPr>
          <p:cNvSpPr>
            <a:spLocks noGrp="1" noRot="1" noChangeAspect="1" noMove="1" noResize="1" noEditPoints="1" noAdjustHandles="1" noChangeArrowheads="1" noChangeShapeType="1" noTextEdit="1"/>
          </p:cNvSpPr>
          <p:nvPr/>
        </p:nvSpPr>
        <p:spPr>
          <a:xfrm>
            <a:off x="6197600" y="-7938"/>
            <a:ext cx="5994400" cy="6865938"/>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buClr>
                <a:srgbClr val="000000"/>
              </a:buClr>
              <a:buFont typeface="Arial"/>
              <a:buNone/>
              <a:defRPr/>
            </a:pPr>
            <a:endParaRPr lang="en-US" sz="1867" kern="0">
              <a:sym typeface="Arial"/>
            </a:endParaRPr>
          </a:p>
        </p:txBody>
      </p:sp>
      <p:sp>
        <p:nvSpPr>
          <p:cNvPr id="90125" name="Title 1">
            <a:extLst>
              <a:ext uri="{FF2B5EF4-FFF2-40B4-BE49-F238E27FC236}">
                <a16:creationId xmlns:a16="http://schemas.microsoft.com/office/drawing/2014/main" id="{E090D5D6-B07D-C3F4-C1ED-0E437B716FB3}"/>
              </a:ext>
            </a:extLst>
          </p:cNvPr>
          <p:cNvSpPr>
            <a:spLocks noGrp="1" noChangeArrowheads="1"/>
          </p:cNvSpPr>
          <p:nvPr>
            <p:ph type="title"/>
          </p:nvPr>
        </p:nvSpPr>
        <p:spPr>
          <a:xfrm>
            <a:off x="7758113" y="609600"/>
            <a:ext cx="3937000" cy="5638800"/>
          </a:xfrm>
        </p:spPr>
        <p:txBody>
          <a:bodyPr lIns="91440" tIns="45720" rIns="91440" bIns="45720" anchor="ctr"/>
          <a:lstStyle/>
          <a:p>
            <a:pPr eaLnBrk="1" hangingPunct="1">
              <a:spcBef>
                <a:spcPct val="0"/>
              </a:spcBef>
              <a:spcAft>
                <a:spcPct val="0"/>
              </a:spcAft>
              <a:buClr>
                <a:srgbClr val="2C3C43"/>
              </a:buClr>
              <a:buFontTx/>
              <a:buNone/>
            </a:pPr>
            <a:r>
              <a:rPr lang="en-US" altLang="en-US" sz="3300">
                <a:solidFill>
                  <a:srgbClr val="FFFFFF"/>
                </a:solidFill>
                <a:latin typeface="Trebuchet MS" panose="020B0703020202090204" pitchFamily="34" charset="0"/>
                <a:cs typeface="Arial" panose="020B0604020202020204" pitchFamily="34" charset="0"/>
                <a:sym typeface="Arial" panose="020B0604020202020204" pitchFamily="34" charset="0"/>
              </a:rPr>
              <a:t>INT332</a:t>
            </a:r>
            <a:br>
              <a:rPr lang="en-US" altLang="en-US" sz="3300">
                <a:solidFill>
                  <a:srgbClr val="FFFFFF"/>
                </a:solidFill>
                <a:latin typeface="Trebuchet MS" panose="020B0703020202090204" pitchFamily="34" charset="0"/>
                <a:cs typeface="Arial" panose="020B0604020202020204" pitchFamily="34" charset="0"/>
                <a:sym typeface="Arial" panose="020B0604020202020204" pitchFamily="34" charset="0"/>
              </a:rPr>
            </a:br>
            <a:br>
              <a:rPr lang="en-US" altLang="en-US" sz="3300">
                <a:solidFill>
                  <a:srgbClr val="FFFFFF"/>
                </a:solidFill>
                <a:latin typeface="Trebuchet MS" panose="020B0703020202090204" pitchFamily="34" charset="0"/>
                <a:cs typeface="Arial" panose="020B0604020202020204" pitchFamily="34" charset="0"/>
                <a:sym typeface="Arial" panose="020B0604020202020204" pitchFamily="34" charset="0"/>
              </a:rPr>
            </a:br>
            <a:r>
              <a:rPr lang="en-US" altLang="en-US" sz="3300">
                <a:solidFill>
                  <a:srgbClr val="FFFFFF"/>
                </a:solidFill>
                <a:latin typeface="Trebuchet MS" panose="020B0703020202090204" pitchFamily="34" charset="0"/>
                <a:cs typeface="Arial" panose="020B0604020202020204" pitchFamily="34" charset="0"/>
                <a:sym typeface="Arial" panose="020B0604020202020204" pitchFamily="34" charset="0"/>
              </a:rPr>
              <a:t>DEVOPS VIRTUALIZATION</a:t>
            </a:r>
            <a:br>
              <a:rPr lang="en-US" altLang="en-US" sz="3300">
                <a:solidFill>
                  <a:srgbClr val="FFFFFF"/>
                </a:solidFill>
                <a:latin typeface="Trebuchet MS" panose="020B0703020202090204" pitchFamily="34" charset="0"/>
                <a:cs typeface="Arial" panose="020B0604020202020204" pitchFamily="34" charset="0"/>
                <a:sym typeface="Arial" panose="020B0604020202020204" pitchFamily="34" charset="0"/>
              </a:rPr>
            </a:br>
            <a:r>
              <a:rPr lang="en-US" altLang="en-US" sz="3300">
                <a:solidFill>
                  <a:srgbClr val="FFFFFF"/>
                </a:solidFill>
                <a:latin typeface="Trebuchet MS" panose="020B0703020202090204" pitchFamily="34" charset="0"/>
                <a:cs typeface="Arial" panose="020B0604020202020204" pitchFamily="34" charset="0"/>
                <a:sym typeface="Arial" panose="020B0604020202020204" pitchFamily="34" charset="0"/>
              </a:rPr>
              <a:t>AND CONFIGURATION MANAGEMENT</a:t>
            </a:r>
          </a:p>
        </p:txBody>
      </p:sp>
      <p:pic>
        <p:nvPicPr>
          <p:cNvPr id="90126" name="Graphic 6" descr="Books">
            <a:extLst>
              <a:ext uri="{FF2B5EF4-FFF2-40B4-BE49-F238E27FC236}">
                <a16:creationId xmlns:a16="http://schemas.microsoft.com/office/drawing/2014/main" id="{A95C7600-F91B-8F63-D860-1A7D2E6AA1D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7238" y="1544638"/>
            <a:ext cx="3856037"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1138" name="Group 85">
            <a:extLst>
              <a:ext uri="{FF2B5EF4-FFF2-40B4-BE49-F238E27FC236}">
                <a16:creationId xmlns:a16="http://schemas.microsoft.com/office/drawing/2014/main" id="{6955321B-C066-3351-9ACB-993D96FB2298}"/>
              </a:ext>
              <a:ext uri="{C183D7F6-B498-43B3-948B-1728B52AA6E4}">
                <adec:decorative xmlns:adec="http://schemas.microsoft.com/office/drawing/2017/decorative" val="1"/>
              </a:ext>
            </a:extLst>
          </p:cNvPr>
          <p:cNvGrpSpPr>
            <a:grpSpLocks noGrp="1" noUngrp="1" noRot="1" noChangeAspect="1" noMove="1" noResize="1"/>
          </p:cNvGrpSpPr>
          <p:nvPr/>
        </p:nvGrpSpPr>
        <p:grpSpPr bwMode="auto">
          <a:xfrm>
            <a:off x="0" y="-7938"/>
            <a:ext cx="12192000" cy="6865938"/>
            <a:chOff x="0" y="-8467"/>
            <a:chExt cx="12192000" cy="6866467"/>
          </a:xfrm>
        </p:grpSpPr>
        <p:cxnSp>
          <p:nvCxnSpPr>
            <p:cNvPr id="67" name="Straight Connector 66" descr="&quot;&quot;">
              <a:extLst>
                <a:ext uri="{FF2B5EF4-FFF2-40B4-BE49-F238E27FC236}">
                  <a16:creationId xmlns:a16="http://schemas.microsoft.com/office/drawing/2014/main" id="{CA3AEEC5-5E0D-0499-E9E9-F9E3F85156B7}"/>
                </a:ext>
              </a:extLst>
            </p:cNvPr>
            <p:cNvCxnSpPr/>
            <p:nvPr/>
          </p:nvCxnSpPr>
          <p:spPr>
            <a:xfrm>
              <a:off x="9371013" y="-528"/>
              <a:ext cx="1219200" cy="6858528"/>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8" name="Straight Connector 67" descr="&quot;&quot;">
              <a:extLst>
                <a:ext uri="{FF2B5EF4-FFF2-40B4-BE49-F238E27FC236}">
                  <a16:creationId xmlns:a16="http://schemas.microsoft.com/office/drawing/2014/main" id="{112208E5-8812-E506-719C-84DF6930E208}"/>
                </a:ext>
              </a:extLst>
            </p:cNvPr>
            <p:cNvCxnSpPr/>
            <p:nvPr/>
          </p:nvCxnSpPr>
          <p:spPr>
            <a:xfrm flipH="1">
              <a:off x="7424738" y="3681168"/>
              <a:ext cx="4764087" cy="3176832"/>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7" name="Rectangle 23" descr="&quot;&quot;">
              <a:extLst>
                <a:ext uri="{FF2B5EF4-FFF2-40B4-BE49-F238E27FC236}">
                  <a16:creationId xmlns:a16="http://schemas.microsoft.com/office/drawing/2014/main" id="{81BEACA2-C20B-0894-DD63-CDB47C32EFB8}"/>
                </a:ext>
              </a:extLst>
            </p:cNvPr>
            <p:cNvSpPr/>
            <p:nvPr/>
          </p:nvSpPr>
          <p:spPr>
            <a:xfrm>
              <a:off x="9182100" y="-8467"/>
              <a:ext cx="3006725"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88" name="Rectangle 25" descr="&quot;&quot;">
              <a:extLst>
                <a:ext uri="{FF2B5EF4-FFF2-40B4-BE49-F238E27FC236}">
                  <a16:creationId xmlns:a16="http://schemas.microsoft.com/office/drawing/2014/main" id="{0F836660-E0FC-19D6-C1D5-9C4FD6462ABF}"/>
                </a:ext>
              </a:extLst>
            </p:cNvPr>
            <p:cNvSpPr/>
            <p:nvPr/>
          </p:nvSpPr>
          <p:spPr>
            <a:xfrm>
              <a:off x="9602788" y="-8467"/>
              <a:ext cx="2589212"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89" name="Isosceles Triangle 70" descr="&quot;&quot;">
              <a:extLst>
                <a:ext uri="{FF2B5EF4-FFF2-40B4-BE49-F238E27FC236}">
                  <a16:creationId xmlns:a16="http://schemas.microsoft.com/office/drawing/2014/main" id="{8C46FFA4-4446-33F6-A8D7-C1F80C5B0B6D}"/>
                </a:ext>
              </a:extLst>
            </p:cNvPr>
            <p:cNvSpPr/>
            <p:nvPr/>
          </p:nvSpPr>
          <p:spPr>
            <a:xfrm>
              <a:off x="8932863" y="3047706"/>
              <a:ext cx="3259137" cy="381029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0" name="Rectangle 27" descr="&quot;&quot;">
              <a:extLst>
                <a:ext uri="{FF2B5EF4-FFF2-40B4-BE49-F238E27FC236}">
                  <a16:creationId xmlns:a16="http://schemas.microsoft.com/office/drawing/2014/main" id="{264A8322-A18A-0933-5F01-11E16859BFF1}"/>
                </a:ext>
              </a:extLst>
            </p:cNvPr>
            <p:cNvSpPr/>
            <p:nvPr/>
          </p:nvSpPr>
          <p:spPr>
            <a:xfrm>
              <a:off x="9334500" y="-8467"/>
              <a:ext cx="2854325"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1" name="Rectangle 28" descr="&quot;&quot;">
              <a:extLst>
                <a:ext uri="{FF2B5EF4-FFF2-40B4-BE49-F238E27FC236}">
                  <a16:creationId xmlns:a16="http://schemas.microsoft.com/office/drawing/2014/main" id="{74F18EB3-FC95-DBA8-7954-B0A4FD8E3C28}"/>
                </a:ext>
              </a:extLst>
            </p:cNvPr>
            <p:cNvSpPr/>
            <p:nvPr/>
          </p:nvSpPr>
          <p:spPr>
            <a:xfrm>
              <a:off x="10898188" y="-8467"/>
              <a:ext cx="1290637"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2" name="Rectangle 29" descr="&quot;&quot;">
              <a:extLst>
                <a:ext uri="{FF2B5EF4-FFF2-40B4-BE49-F238E27FC236}">
                  <a16:creationId xmlns:a16="http://schemas.microsoft.com/office/drawing/2014/main" id="{53F510CE-2163-1713-3CF2-D72100C4E06C}"/>
                </a:ext>
              </a:extLst>
            </p:cNvPr>
            <p:cNvSpPr/>
            <p:nvPr/>
          </p:nvSpPr>
          <p:spPr>
            <a:xfrm>
              <a:off x="10939463" y="-8467"/>
              <a:ext cx="1249362"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3" name="Isosceles Triangle 74" descr="&quot;&quot;">
              <a:extLst>
                <a:ext uri="{FF2B5EF4-FFF2-40B4-BE49-F238E27FC236}">
                  <a16:creationId xmlns:a16="http://schemas.microsoft.com/office/drawing/2014/main" id="{4CB08402-12F6-B02F-D78E-85DECFE3710B}"/>
                </a:ext>
              </a:extLst>
            </p:cNvPr>
            <p:cNvSpPr/>
            <p:nvPr/>
          </p:nvSpPr>
          <p:spPr>
            <a:xfrm>
              <a:off x="10371138" y="3589086"/>
              <a:ext cx="1817687" cy="3268914"/>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4" name="Isosceles Triangle 75" descr="&quot;&quot;">
              <a:extLst>
                <a:ext uri="{FF2B5EF4-FFF2-40B4-BE49-F238E27FC236}">
                  <a16:creationId xmlns:a16="http://schemas.microsoft.com/office/drawing/2014/main" id="{0D7E016A-445F-76B9-AD56-1C58CF3F81AC}"/>
                </a:ext>
              </a:extLst>
            </p:cNvPr>
            <p:cNvSpPr/>
            <p:nvPr/>
          </p:nvSpPr>
          <p:spPr>
            <a:xfrm>
              <a:off x="0" y="4012981"/>
              <a:ext cx="449263" cy="2845019"/>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grpSp>
      <p:sp>
        <p:nvSpPr>
          <p:cNvPr id="2" name="Title 1">
            <a:extLst>
              <a:ext uri="{FF2B5EF4-FFF2-40B4-BE49-F238E27FC236}">
                <a16:creationId xmlns:a16="http://schemas.microsoft.com/office/drawing/2014/main" id="{32EA52B8-D479-EF7F-72C4-BC23F03AAFA3}"/>
              </a:ext>
            </a:extLst>
          </p:cNvPr>
          <p:cNvSpPr>
            <a:spLocks noGrp="1"/>
          </p:cNvSpPr>
          <p:nvPr>
            <p:ph type="title"/>
          </p:nvPr>
        </p:nvSpPr>
        <p:spPr>
          <a:xfrm>
            <a:off x="4329113" y="650875"/>
            <a:ext cx="4276725" cy="1320800"/>
          </a:xfrm>
        </p:spPr>
        <p:txBody>
          <a:bodyPr lIns="91440" tIns="45720" rIns="91440" bIns="45720" rtlCol="0" anchor="ctr">
            <a:normAutofit/>
          </a:bodyPr>
          <a:lstStyle/>
          <a:p>
            <a:pPr eaLnBrk="1" fontAlgn="auto" hangingPunct="1">
              <a:spcBef>
                <a:spcPts val="1000"/>
              </a:spcBef>
              <a:buClr>
                <a:schemeClr val="accent1"/>
              </a:buClr>
              <a:buSzPct val="80000"/>
              <a:defRPr/>
            </a:pPr>
            <a:r>
              <a:rPr lang="en-US" sz="2000" dirty="0">
                <a:solidFill>
                  <a:schemeClr val="tx1">
                    <a:lumMod val="75000"/>
                    <a:lumOff val="25000"/>
                  </a:schemeClr>
                </a:solidFill>
                <a:latin typeface="+mn-lt"/>
                <a:ea typeface="+mn-ea"/>
                <a:cs typeface="+mn-cs"/>
              </a:rPr>
              <a:t>L:2    T:0    P:2     Credits:3</a:t>
            </a:r>
            <a:br>
              <a:rPr lang="en-US" sz="2000" dirty="0">
                <a:solidFill>
                  <a:schemeClr val="tx1">
                    <a:lumMod val="75000"/>
                    <a:lumOff val="25000"/>
                  </a:schemeClr>
                </a:solidFill>
                <a:latin typeface="+mn-lt"/>
                <a:ea typeface="+mn-ea"/>
                <a:cs typeface="+mn-cs"/>
              </a:rPr>
            </a:br>
            <a:endParaRPr lang="en-US" sz="2000" dirty="0">
              <a:solidFill>
                <a:schemeClr val="accent1"/>
              </a:solidFill>
              <a:latin typeface="+mj-lt"/>
              <a:ea typeface="+mj-ea"/>
              <a:cs typeface="+mj-cs"/>
            </a:endParaRPr>
          </a:p>
        </p:txBody>
      </p:sp>
      <p:sp>
        <p:nvSpPr>
          <p:cNvPr id="91140" name="Text Placeholder 2">
            <a:extLst>
              <a:ext uri="{FF2B5EF4-FFF2-40B4-BE49-F238E27FC236}">
                <a16:creationId xmlns:a16="http://schemas.microsoft.com/office/drawing/2014/main" id="{64233232-3F06-6573-D5F6-BD154AAC5B77}"/>
              </a:ext>
            </a:extLst>
          </p:cNvPr>
          <p:cNvSpPr>
            <a:spLocks noGrp="1" noChangeArrowheads="1"/>
          </p:cNvSpPr>
          <p:nvPr>
            <p:ph type="body" idx="2"/>
          </p:nvPr>
        </p:nvSpPr>
        <p:spPr>
          <a:xfrm>
            <a:off x="4235450" y="2101850"/>
            <a:ext cx="5910263" cy="2825750"/>
          </a:xfrm>
        </p:spPr>
        <p:txBody>
          <a:bodyPr lIns="91440" tIns="45720" rIns="91440" bIns="45720"/>
          <a:lstStyle/>
          <a:p>
            <a:pPr eaLnBrk="1" hangingPunct="1">
              <a:lnSpc>
                <a:spcPct val="90000"/>
              </a:lnSpc>
              <a:spcBef>
                <a:spcPts val="1000"/>
              </a:spcBef>
              <a:spcAft>
                <a:spcPct val="0"/>
              </a:spcAft>
              <a:buClr>
                <a:schemeClr val="accent1"/>
              </a:buClr>
              <a:buSzPct val="80000"/>
              <a:buFont typeface="Wingdings 3" pitchFamily="2" charset="2"/>
              <a:buChar char=""/>
            </a:pPr>
            <a:r>
              <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rPr>
              <a:t>Text Books: </a:t>
            </a:r>
          </a:p>
          <a:p>
            <a:pPr eaLnBrk="1" hangingPunct="1">
              <a:lnSpc>
                <a:spcPct val="90000"/>
              </a:lnSpc>
              <a:spcBef>
                <a:spcPts val="1000"/>
              </a:spcBef>
              <a:spcAft>
                <a:spcPct val="0"/>
              </a:spcAft>
              <a:buClr>
                <a:schemeClr val="accent1"/>
              </a:buClr>
              <a:buSzPct val="80000"/>
              <a:buFont typeface="Arial" panose="020B0604020202020204" pitchFamily="34" charset="0"/>
              <a:buNone/>
            </a:pPr>
            <a:r>
              <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rPr>
              <a:t>DOCKER DEEP DIVE by NIGEL POULTON, SHROFF/O'REILLY</a:t>
            </a:r>
          </a:p>
          <a:p>
            <a:pPr eaLnBrk="1" hangingPunct="1">
              <a:lnSpc>
                <a:spcPct val="90000"/>
              </a:lnSpc>
              <a:spcBef>
                <a:spcPts val="1000"/>
              </a:spcBef>
              <a:spcAft>
                <a:spcPct val="0"/>
              </a:spcAft>
              <a:buClr>
                <a:schemeClr val="accent1"/>
              </a:buClr>
              <a:buSzPct val="80000"/>
              <a:buFont typeface="Wingdings 3" pitchFamily="2" charset="2"/>
              <a:buChar char=""/>
            </a:pPr>
            <a:endPar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endParaRPr>
          </a:p>
          <a:p>
            <a:pPr eaLnBrk="1" hangingPunct="1">
              <a:lnSpc>
                <a:spcPct val="90000"/>
              </a:lnSpc>
              <a:spcBef>
                <a:spcPts val="1000"/>
              </a:spcBef>
              <a:spcAft>
                <a:spcPct val="0"/>
              </a:spcAft>
              <a:buClr>
                <a:schemeClr val="accent1"/>
              </a:buClr>
              <a:buSzPct val="80000"/>
              <a:buFont typeface="Wingdings 3" pitchFamily="2" charset="2"/>
              <a:buChar char=""/>
            </a:pPr>
            <a:r>
              <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rPr>
              <a:t>References: </a:t>
            </a:r>
          </a:p>
          <a:p>
            <a:pPr eaLnBrk="1" hangingPunct="1">
              <a:lnSpc>
                <a:spcPct val="90000"/>
              </a:lnSpc>
              <a:spcBef>
                <a:spcPts val="1000"/>
              </a:spcBef>
              <a:spcAft>
                <a:spcPct val="0"/>
              </a:spcAft>
              <a:buClr>
                <a:schemeClr val="accent1"/>
              </a:buClr>
              <a:buSzPct val="80000"/>
              <a:buFont typeface="Arial" panose="020B0604020202020204" pitchFamily="34" charset="0"/>
              <a:buNone/>
            </a:pPr>
            <a:br>
              <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rPr>
            </a:br>
            <a:r>
              <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rPr>
              <a:t>1. DOCKER: UP AND RUNNING by KARL MATTHIAS, SEAN P. KANE, O'REILLY</a:t>
            </a:r>
          </a:p>
          <a:p>
            <a:pPr eaLnBrk="1" hangingPunct="1">
              <a:lnSpc>
                <a:spcPct val="90000"/>
              </a:lnSpc>
              <a:spcBef>
                <a:spcPts val="1000"/>
              </a:spcBef>
              <a:spcAft>
                <a:spcPct val="0"/>
              </a:spcAft>
              <a:buClr>
                <a:schemeClr val="accent1"/>
              </a:buClr>
              <a:buSzPct val="80000"/>
              <a:buFont typeface="Arial" panose="020B0604020202020204" pitchFamily="34" charset="0"/>
              <a:buNone/>
            </a:pPr>
            <a:br>
              <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rPr>
            </a:br>
            <a:r>
              <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rPr>
              <a:t>2. JENKINS CONTINUOUS INTEGRATION COOKBOOK by ALAN MARK BERG, O'REILLY 3. JENKINS 2 UP AND RUNNING by BRENT LASTER, O'REILLY </a:t>
            </a:r>
          </a:p>
          <a:p>
            <a:pPr eaLnBrk="1" hangingPunct="1">
              <a:lnSpc>
                <a:spcPct val="90000"/>
              </a:lnSpc>
              <a:spcBef>
                <a:spcPts val="1000"/>
              </a:spcBef>
              <a:spcAft>
                <a:spcPct val="0"/>
              </a:spcAft>
              <a:buClr>
                <a:schemeClr val="accent1"/>
              </a:buClr>
              <a:buSzPct val="80000"/>
              <a:buFont typeface="Arial" panose="020B0604020202020204" pitchFamily="34" charset="0"/>
              <a:buNone/>
            </a:pPr>
            <a:br>
              <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rPr>
            </a:br>
            <a:endPar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endParaRPr>
          </a:p>
          <a:p>
            <a:pPr eaLnBrk="1" hangingPunct="1">
              <a:lnSpc>
                <a:spcPct val="90000"/>
              </a:lnSpc>
              <a:spcBef>
                <a:spcPts val="1000"/>
              </a:spcBef>
              <a:spcAft>
                <a:spcPct val="0"/>
              </a:spcAft>
              <a:buClr>
                <a:schemeClr val="accent1"/>
              </a:buClr>
              <a:buSzPct val="80000"/>
              <a:buFont typeface="Wingdings 3" pitchFamily="2" charset="2"/>
              <a:buChar char=""/>
            </a:pPr>
            <a:endPar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endParaRPr>
          </a:p>
          <a:p>
            <a:pPr eaLnBrk="1" hangingPunct="1">
              <a:lnSpc>
                <a:spcPct val="90000"/>
              </a:lnSpc>
              <a:spcBef>
                <a:spcPts val="1000"/>
              </a:spcBef>
              <a:spcAft>
                <a:spcPct val="0"/>
              </a:spcAft>
              <a:buClr>
                <a:schemeClr val="accent1"/>
              </a:buClr>
              <a:buSzPct val="80000"/>
              <a:buFont typeface="Wingdings 3" pitchFamily="2" charset="2"/>
              <a:buChar char=""/>
            </a:pPr>
            <a:endPar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endParaRPr>
          </a:p>
          <a:p>
            <a:pPr eaLnBrk="1" hangingPunct="1">
              <a:lnSpc>
                <a:spcPct val="90000"/>
              </a:lnSpc>
              <a:spcBef>
                <a:spcPts val="1000"/>
              </a:spcBef>
              <a:spcAft>
                <a:spcPct val="0"/>
              </a:spcAft>
              <a:buClr>
                <a:schemeClr val="accent1"/>
              </a:buClr>
              <a:buSzPct val="80000"/>
              <a:buFont typeface="Wingdings 3" pitchFamily="2" charset="2"/>
              <a:buChar char=""/>
            </a:pPr>
            <a:endPar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endParaRPr>
          </a:p>
          <a:p>
            <a:pPr eaLnBrk="1" hangingPunct="1">
              <a:lnSpc>
                <a:spcPct val="90000"/>
              </a:lnSpc>
              <a:spcBef>
                <a:spcPts val="1000"/>
              </a:spcBef>
              <a:spcAft>
                <a:spcPct val="0"/>
              </a:spcAft>
              <a:buClr>
                <a:schemeClr val="accent1"/>
              </a:buClr>
              <a:buSzPct val="80000"/>
              <a:buFont typeface="Wingdings 3" pitchFamily="2" charset="2"/>
              <a:buChar char=""/>
            </a:pPr>
            <a:endPar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endParaRPr>
          </a:p>
          <a:p>
            <a:pPr eaLnBrk="1" hangingPunct="1">
              <a:lnSpc>
                <a:spcPct val="90000"/>
              </a:lnSpc>
              <a:spcBef>
                <a:spcPts val="1000"/>
              </a:spcBef>
              <a:spcAft>
                <a:spcPct val="0"/>
              </a:spcAft>
              <a:buClr>
                <a:schemeClr val="accent1"/>
              </a:buClr>
              <a:buSzPct val="80000"/>
              <a:buFont typeface="Wingdings 3" pitchFamily="2" charset="2"/>
              <a:buChar char=""/>
            </a:pPr>
            <a:endPar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endParaRPr>
          </a:p>
          <a:p>
            <a:pPr eaLnBrk="1" hangingPunct="1">
              <a:lnSpc>
                <a:spcPct val="90000"/>
              </a:lnSpc>
              <a:spcBef>
                <a:spcPts val="1000"/>
              </a:spcBef>
              <a:spcAft>
                <a:spcPct val="0"/>
              </a:spcAft>
              <a:buClr>
                <a:schemeClr val="accent1"/>
              </a:buClr>
              <a:buSzPct val="80000"/>
              <a:buFont typeface="Wingdings 3" pitchFamily="2" charset="2"/>
              <a:buChar char=""/>
            </a:pPr>
            <a:endPar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endParaRPr>
          </a:p>
          <a:p>
            <a:pPr eaLnBrk="1" hangingPunct="1">
              <a:lnSpc>
                <a:spcPct val="90000"/>
              </a:lnSpc>
              <a:spcBef>
                <a:spcPts val="1000"/>
              </a:spcBef>
              <a:spcAft>
                <a:spcPct val="0"/>
              </a:spcAft>
              <a:buClr>
                <a:schemeClr val="accent1"/>
              </a:buClr>
              <a:buSzPct val="80000"/>
              <a:buFont typeface="Wingdings 3" pitchFamily="2" charset="2"/>
              <a:buChar char=""/>
            </a:pPr>
            <a:r>
              <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rPr>
              <a:t> </a:t>
            </a:r>
          </a:p>
          <a:p>
            <a:pPr eaLnBrk="1" hangingPunct="1">
              <a:lnSpc>
                <a:spcPct val="90000"/>
              </a:lnSpc>
              <a:spcBef>
                <a:spcPts val="1000"/>
              </a:spcBef>
              <a:spcAft>
                <a:spcPct val="0"/>
              </a:spcAft>
              <a:buClr>
                <a:schemeClr val="accent1"/>
              </a:buClr>
              <a:buSzPct val="80000"/>
              <a:buFont typeface="Wingdings 3" pitchFamily="2" charset="2"/>
              <a:buChar char=""/>
            </a:pPr>
            <a:endPar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endParaRPr>
          </a:p>
          <a:p>
            <a:pPr eaLnBrk="1" hangingPunct="1">
              <a:lnSpc>
                <a:spcPct val="90000"/>
              </a:lnSpc>
              <a:spcBef>
                <a:spcPts val="1000"/>
              </a:spcBef>
              <a:spcAft>
                <a:spcPct val="0"/>
              </a:spcAft>
              <a:buClr>
                <a:schemeClr val="accent1"/>
              </a:buClr>
              <a:buSzPct val="80000"/>
              <a:buFont typeface="Wingdings 3" pitchFamily="2" charset="2"/>
              <a:buChar char=""/>
            </a:pPr>
            <a:endParaRPr lang="en-US" altLang="en-US">
              <a:solidFill>
                <a:schemeClr val="tx1"/>
              </a:solidFill>
              <a:latin typeface="Trebuchet MS" panose="020B0703020202090204" pitchFamily="34" charset="0"/>
              <a:cs typeface="Arial" panose="020B0604020202020204" pitchFamily="34" charset="0"/>
              <a:sym typeface="Arial" panose="020B0604020202020204" pitchFamily="34" charset="0"/>
            </a:endParaRPr>
          </a:p>
        </p:txBody>
      </p:sp>
      <p:pic>
        <p:nvPicPr>
          <p:cNvPr id="91141" name="Picture 3">
            <a:extLst>
              <a:ext uri="{FF2B5EF4-FFF2-40B4-BE49-F238E27FC236}">
                <a16:creationId xmlns:a16="http://schemas.microsoft.com/office/drawing/2014/main" id="{5537AF4B-51E8-E57D-E0E3-2312E9CA13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75" y="1657350"/>
            <a:ext cx="2536825" cy="372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a:extLst>
              <a:ext uri="{FF2B5EF4-FFF2-40B4-BE49-F238E27FC236}">
                <a16:creationId xmlns:a16="http://schemas.microsoft.com/office/drawing/2014/main" id="{09C526B8-D220-8F9E-39AD-203EFDCC863C}"/>
              </a:ext>
            </a:extLst>
          </p:cNvPr>
          <p:cNvSpPr>
            <a:spLocks noGrp="1"/>
          </p:cNvSpPr>
          <p:nvPr>
            <p:ph type="title" idx="4294967295"/>
          </p:nvPr>
        </p:nvSpPr>
        <p:spPr>
          <a:xfrm>
            <a:off x="101600" y="371475"/>
            <a:ext cx="8229600" cy="1143000"/>
          </a:xfrm>
        </p:spPr>
        <p:txBody>
          <a:bodyPr/>
          <a:lstStyle/>
          <a:p>
            <a:pPr eaLnBrk="1" hangingPunct="1"/>
            <a:r>
              <a:rPr lang="en-US" altLang="en-US" sz="4800" dirty="0">
                <a:solidFill>
                  <a:srgbClr val="C00000"/>
                </a:solidFill>
                <a:latin typeface="Times New Roman" panose="02020603050405020304" pitchFamily="18" charset="0"/>
                <a:cs typeface="Times New Roman" panose="02020603050405020304" pitchFamily="18" charset="0"/>
                <a:sym typeface="Times New Roman" panose="02020603050405020304" pitchFamily="18" charset="0"/>
              </a:rPr>
              <a:t>                Vision</a:t>
            </a:r>
          </a:p>
        </p:txBody>
      </p:sp>
      <p:sp>
        <p:nvSpPr>
          <p:cNvPr id="92163" name="Content Placeholder 2">
            <a:extLst>
              <a:ext uri="{FF2B5EF4-FFF2-40B4-BE49-F238E27FC236}">
                <a16:creationId xmlns:a16="http://schemas.microsoft.com/office/drawing/2014/main" id="{C84DE000-5599-C99C-5669-B46F8A7CF632}"/>
              </a:ext>
            </a:extLst>
          </p:cNvPr>
          <p:cNvSpPr>
            <a:spLocks noGrp="1"/>
          </p:cNvSpPr>
          <p:nvPr>
            <p:ph type="body" idx="4294967295"/>
          </p:nvPr>
        </p:nvSpPr>
        <p:spPr>
          <a:xfrm>
            <a:off x="331788" y="2127083"/>
            <a:ext cx="9599612" cy="5068888"/>
          </a:xfrm>
        </p:spPr>
        <p:txBody>
          <a:bodyPr/>
          <a:lstStyle/>
          <a:p>
            <a:pPr marL="0" indent="0" algn="just" eaLnBrk="1" hangingPunct="1">
              <a:buSzTx/>
              <a:buFont typeface="Wingdings 3" pitchFamily="2" charset="2"/>
              <a:buNone/>
            </a:pPr>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To be a globally </a:t>
            </a:r>
            <a:r>
              <a:rPr lang="en-US" altLang="en-US" dirty="0" err="1">
                <a:latin typeface="Times New Roman" panose="02020603050405020304" pitchFamily="18" charset="0"/>
                <a:cs typeface="Times New Roman" panose="02020603050405020304" pitchFamily="18" charset="0"/>
                <a:sym typeface="Times New Roman" panose="02020603050405020304" pitchFamily="18" charset="0"/>
              </a:rPr>
              <a:t>recognised</a:t>
            </a:r>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 school through excellence in teaching, learning and research for creating Computer Science professionals, leaders and entrepreneurs of future contributing to society and industry for sustainable growth.</a:t>
            </a:r>
          </a:p>
        </p:txBody>
      </p:sp>
      <p:sp>
        <p:nvSpPr>
          <p:cNvPr id="116" name="Straight Connector 3">
            <a:extLst>
              <a:ext uri="{FF2B5EF4-FFF2-40B4-BE49-F238E27FC236}">
                <a16:creationId xmlns:a16="http://schemas.microsoft.com/office/drawing/2014/main" id="{F2B4156D-6D9F-413B-AE8C-8F669FD0D13E}"/>
              </a:ext>
            </a:extLst>
          </p:cNvPr>
          <p:cNvSpPr/>
          <p:nvPr/>
        </p:nvSpPr>
        <p:spPr>
          <a:xfrm>
            <a:off x="1925053" y="1227221"/>
            <a:ext cx="7295148" cy="68179"/>
          </a:xfrm>
          <a:prstGeom prst="line">
            <a:avLst/>
          </a:prstGeom>
          <a:ln w="19050">
            <a:solidFill>
              <a:schemeClr val="accent6"/>
            </a:solidFill>
            <a:miter/>
          </a:ln>
        </p:spPr>
        <p:txBody>
          <a:bodyPr lIns="45719" rIns="45719"/>
          <a:lstStyle/>
          <a:p>
            <a:pPr>
              <a:defRPr/>
            </a:pPr>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a:extLst>
              <a:ext uri="{FF2B5EF4-FFF2-40B4-BE49-F238E27FC236}">
                <a16:creationId xmlns:a16="http://schemas.microsoft.com/office/drawing/2014/main" id="{26905C3A-619A-7DE1-8926-EFE08BC27934}"/>
              </a:ext>
            </a:extLst>
          </p:cNvPr>
          <p:cNvSpPr>
            <a:spLocks noGrp="1"/>
          </p:cNvSpPr>
          <p:nvPr>
            <p:ph type="title" idx="4294967295"/>
          </p:nvPr>
        </p:nvSpPr>
        <p:spPr>
          <a:xfrm>
            <a:off x="0" y="274638"/>
            <a:ext cx="8229600" cy="1517650"/>
          </a:xfrm>
        </p:spPr>
        <p:txBody>
          <a:bodyPr/>
          <a:lstStyle/>
          <a:p>
            <a:pPr eaLnBrk="1" hangingPunct="1"/>
            <a:br>
              <a:rPr lang="en-US" altLang="en-US" sz="4800" dirty="0">
                <a:solidFill>
                  <a:srgbClr val="C00000"/>
                </a:solidFill>
                <a:latin typeface="Times New Roman" panose="02020603050405020304" pitchFamily="18" charset="0"/>
                <a:cs typeface="Times New Roman" panose="02020603050405020304" pitchFamily="18" charset="0"/>
                <a:sym typeface="Times New Roman" panose="02020603050405020304" pitchFamily="18" charset="0"/>
              </a:rPr>
            </a:br>
            <a:r>
              <a:rPr lang="en-US" altLang="en-US" sz="4800" dirty="0">
                <a:solidFill>
                  <a:srgbClr val="C00000"/>
                </a:solidFill>
                <a:latin typeface="Times New Roman" panose="02020603050405020304" pitchFamily="18" charset="0"/>
                <a:cs typeface="Times New Roman" panose="02020603050405020304" pitchFamily="18" charset="0"/>
                <a:sym typeface="Times New Roman" panose="02020603050405020304" pitchFamily="18" charset="0"/>
              </a:rPr>
              <a:t>         Mission</a:t>
            </a:r>
          </a:p>
        </p:txBody>
      </p:sp>
      <p:sp>
        <p:nvSpPr>
          <p:cNvPr id="93187" name="Content Placeholder 2">
            <a:extLst>
              <a:ext uri="{FF2B5EF4-FFF2-40B4-BE49-F238E27FC236}">
                <a16:creationId xmlns:a16="http://schemas.microsoft.com/office/drawing/2014/main" id="{74B11DF4-76DB-075D-4741-AE446327D284}"/>
              </a:ext>
            </a:extLst>
          </p:cNvPr>
          <p:cNvSpPr>
            <a:spLocks noGrp="1"/>
          </p:cNvSpPr>
          <p:nvPr>
            <p:ph type="body" idx="4294967295"/>
          </p:nvPr>
        </p:nvSpPr>
        <p:spPr>
          <a:xfrm>
            <a:off x="0" y="2185988"/>
            <a:ext cx="10198100" cy="5068887"/>
          </a:xfrm>
        </p:spPr>
        <p:txBody>
          <a:bodyPr/>
          <a:lstStyle/>
          <a:p>
            <a:pPr algn="just" eaLnBrk="1" hangingPunct="1"/>
            <a:r>
              <a:rPr lang="en-US" altLang="en-US" sz="1800">
                <a:latin typeface="Times New Roman" panose="02020603050405020304" pitchFamily="18" charset="0"/>
                <a:cs typeface="Times New Roman" panose="02020603050405020304" pitchFamily="18" charset="0"/>
                <a:sym typeface="Times New Roman" panose="02020603050405020304" pitchFamily="18" charset="0"/>
              </a:rPr>
              <a:t>To build computational skills through hands-on and practice-based learning with measurable outcomes.</a:t>
            </a:r>
          </a:p>
          <a:p>
            <a:pPr algn="just" eaLnBrk="1" hangingPunct="1"/>
            <a:r>
              <a:rPr lang="en-US" altLang="en-US" sz="1800">
                <a:latin typeface="Times New Roman" panose="02020603050405020304" pitchFamily="18" charset="0"/>
                <a:cs typeface="Times New Roman" panose="02020603050405020304" pitchFamily="18" charset="0"/>
                <a:sym typeface="Times New Roman" panose="02020603050405020304" pitchFamily="18" charset="0"/>
              </a:rPr>
              <a:t>To establish a strong connect with industry for in-demand technology driven curriculum.</a:t>
            </a:r>
          </a:p>
          <a:p>
            <a:pPr algn="just" eaLnBrk="1" hangingPunct="1"/>
            <a:r>
              <a:rPr lang="en-US" altLang="en-US" sz="1800">
                <a:latin typeface="Times New Roman" panose="02020603050405020304" pitchFamily="18" charset="0"/>
                <a:cs typeface="Times New Roman" panose="02020603050405020304" pitchFamily="18" charset="0"/>
                <a:sym typeface="Times New Roman" panose="02020603050405020304" pitchFamily="18" charset="0"/>
              </a:rPr>
              <a:t>To build the infrastructure for meaningful research around societal problems.</a:t>
            </a:r>
          </a:p>
          <a:p>
            <a:pPr algn="just" eaLnBrk="1" hangingPunct="1"/>
            <a:r>
              <a:rPr lang="en-US" altLang="en-US" sz="1800">
                <a:latin typeface="Times New Roman" panose="02020603050405020304" pitchFamily="18" charset="0"/>
                <a:cs typeface="Times New Roman" panose="02020603050405020304" pitchFamily="18" charset="0"/>
                <a:sym typeface="Times New Roman" panose="02020603050405020304" pitchFamily="18" charset="0"/>
              </a:rPr>
              <a:t>To nurture future leaders through research-infused education and lifelong learning.</a:t>
            </a:r>
          </a:p>
          <a:p>
            <a:pPr algn="just" eaLnBrk="1" hangingPunct="1"/>
            <a:r>
              <a:rPr lang="en-US" altLang="en-US" sz="1800">
                <a:latin typeface="Times New Roman" panose="02020603050405020304" pitchFamily="18" charset="0"/>
                <a:cs typeface="Times New Roman" panose="02020603050405020304" pitchFamily="18" charset="0"/>
                <a:sym typeface="Times New Roman" panose="02020603050405020304" pitchFamily="18" charset="0"/>
              </a:rPr>
              <a:t>To create smart and ethical professionals and entrepreneurs who are recognized globally</a:t>
            </a:r>
          </a:p>
        </p:txBody>
      </p:sp>
      <p:sp>
        <p:nvSpPr>
          <p:cNvPr id="120" name="Straight Connector 3">
            <a:extLst>
              <a:ext uri="{FF2B5EF4-FFF2-40B4-BE49-F238E27FC236}">
                <a16:creationId xmlns:a16="http://schemas.microsoft.com/office/drawing/2014/main" id="{B887A67F-ED77-4D18-EB44-7855C5816E81}"/>
              </a:ext>
            </a:extLst>
          </p:cNvPr>
          <p:cNvSpPr/>
          <p:nvPr/>
        </p:nvSpPr>
        <p:spPr>
          <a:xfrm flipV="1">
            <a:off x="1524001" y="1792704"/>
            <a:ext cx="7343274" cy="0"/>
          </a:xfrm>
          <a:prstGeom prst="line">
            <a:avLst/>
          </a:prstGeom>
          <a:ln w="19050">
            <a:solidFill>
              <a:schemeClr val="accent6"/>
            </a:solidFill>
            <a:miter/>
          </a:ln>
        </p:spPr>
        <p:txBody>
          <a:bodyPr lIns="45719" rIns="45719"/>
          <a:lstStyle/>
          <a:p>
            <a:pPr>
              <a:defRPr/>
            </a:pPr>
            <a:endParaRPr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282" name="Group 85">
            <a:extLst>
              <a:ext uri="{FF2B5EF4-FFF2-40B4-BE49-F238E27FC236}">
                <a16:creationId xmlns:a16="http://schemas.microsoft.com/office/drawing/2014/main" id="{AC9CD121-8FEC-20F5-1036-31802EB48523}"/>
              </a:ext>
            </a:extLst>
          </p:cNvPr>
          <p:cNvGrpSpPr>
            <a:grpSpLocks noGrp="1" noUngrp="1" noRot="1" noChangeAspect="1" noMove="1" noResize="1"/>
          </p:cNvGrpSpPr>
          <p:nvPr/>
        </p:nvGrpSpPr>
        <p:grpSpPr bwMode="auto">
          <a:xfrm>
            <a:off x="0" y="-7938"/>
            <a:ext cx="12192000" cy="6865938"/>
            <a:chOff x="0" y="-8467"/>
            <a:chExt cx="12192000" cy="6866467"/>
          </a:xfrm>
        </p:grpSpPr>
        <p:cxnSp>
          <p:nvCxnSpPr>
            <p:cNvPr id="67" name="Straight Connector 66">
              <a:extLst>
                <a:ext uri="{FF2B5EF4-FFF2-40B4-BE49-F238E27FC236}">
                  <a16:creationId xmlns:a16="http://schemas.microsoft.com/office/drawing/2014/main" id="{1ECA5820-E95D-C678-2A31-BA8A288626D4}"/>
                </a:ext>
              </a:extLst>
            </p:cNvPr>
            <p:cNvCxnSpPr/>
            <p:nvPr/>
          </p:nvCxnSpPr>
          <p:spPr>
            <a:xfrm>
              <a:off x="9371013" y="-528"/>
              <a:ext cx="1219200" cy="6858528"/>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4F5E076F-A975-8BCE-7D7E-B50C8C982B80}"/>
                </a:ext>
              </a:extLst>
            </p:cNvPr>
            <p:cNvCxnSpPr/>
            <p:nvPr/>
          </p:nvCxnSpPr>
          <p:spPr>
            <a:xfrm flipH="1">
              <a:off x="7424738" y="3681168"/>
              <a:ext cx="4764087" cy="3176832"/>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7" name="Rectangle 23">
              <a:extLst>
                <a:ext uri="{FF2B5EF4-FFF2-40B4-BE49-F238E27FC236}">
                  <a16:creationId xmlns:a16="http://schemas.microsoft.com/office/drawing/2014/main" id="{BC03DFB4-1186-62EA-FE25-DF9C174778D5}"/>
                </a:ext>
              </a:extLst>
            </p:cNvPr>
            <p:cNvSpPr/>
            <p:nvPr/>
          </p:nvSpPr>
          <p:spPr>
            <a:xfrm>
              <a:off x="9182100" y="-8467"/>
              <a:ext cx="3006725"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en-US"/>
            </a:p>
          </p:txBody>
        </p:sp>
        <p:sp>
          <p:nvSpPr>
            <p:cNvPr id="88" name="Rectangle 25">
              <a:extLst>
                <a:ext uri="{FF2B5EF4-FFF2-40B4-BE49-F238E27FC236}">
                  <a16:creationId xmlns:a16="http://schemas.microsoft.com/office/drawing/2014/main" id="{DBAE2011-3559-D2E6-7C0C-FC47CA23F67F}"/>
                </a:ext>
              </a:extLst>
            </p:cNvPr>
            <p:cNvSpPr/>
            <p:nvPr/>
          </p:nvSpPr>
          <p:spPr>
            <a:xfrm>
              <a:off x="9602788" y="-8467"/>
              <a:ext cx="2589212"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en-US"/>
            </a:p>
          </p:txBody>
        </p:sp>
        <p:sp>
          <p:nvSpPr>
            <p:cNvPr id="89" name="Isosceles Triangle 70">
              <a:extLst>
                <a:ext uri="{FF2B5EF4-FFF2-40B4-BE49-F238E27FC236}">
                  <a16:creationId xmlns:a16="http://schemas.microsoft.com/office/drawing/2014/main" id="{5D9A6EAA-F94A-D058-455D-F9C61345601B}"/>
                </a:ext>
              </a:extLst>
            </p:cNvPr>
            <p:cNvSpPr/>
            <p:nvPr/>
          </p:nvSpPr>
          <p:spPr>
            <a:xfrm>
              <a:off x="8932863" y="3047706"/>
              <a:ext cx="3259137" cy="381029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en-US"/>
            </a:p>
          </p:txBody>
        </p:sp>
        <p:sp>
          <p:nvSpPr>
            <p:cNvPr id="90" name="Rectangle 27">
              <a:extLst>
                <a:ext uri="{FF2B5EF4-FFF2-40B4-BE49-F238E27FC236}">
                  <a16:creationId xmlns:a16="http://schemas.microsoft.com/office/drawing/2014/main" id="{D7AD7500-7293-5D3B-E1D5-E6339BB4E561}"/>
                </a:ext>
              </a:extLst>
            </p:cNvPr>
            <p:cNvSpPr/>
            <p:nvPr/>
          </p:nvSpPr>
          <p:spPr>
            <a:xfrm>
              <a:off x="9334500" y="-8467"/>
              <a:ext cx="2854325"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en-US"/>
            </a:p>
          </p:txBody>
        </p:sp>
        <p:sp>
          <p:nvSpPr>
            <p:cNvPr id="91" name="Rectangle 28">
              <a:extLst>
                <a:ext uri="{FF2B5EF4-FFF2-40B4-BE49-F238E27FC236}">
                  <a16:creationId xmlns:a16="http://schemas.microsoft.com/office/drawing/2014/main" id="{A343B938-5CEA-F027-0C20-C4F224CA51A4}"/>
                </a:ext>
              </a:extLst>
            </p:cNvPr>
            <p:cNvSpPr/>
            <p:nvPr/>
          </p:nvSpPr>
          <p:spPr>
            <a:xfrm>
              <a:off x="10898188" y="-8467"/>
              <a:ext cx="1290637"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en-US"/>
            </a:p>
          </p:txBody>
        </p:sp>
        <p:sp>
          <p:nvSpPr>
            <p:cNvPr id="92" name="Rectangle 29">
              <a:extLst>
                <a:ext uri="{FF2B5EF4-FFF2-40B4-BE49-F238E27FC236}">
                  <a16:creationId xmlns:a16="http://schemas.microsoft.com/office/drawing/2014/main" id="{7B1371BE-65CA-6917-826D-F485698F912B}"/>
                </a:ext>
              </a:extLst>
            </p:cNvPr>
            <p:cNvSpPr/>
            <p:nvPr/>
          </p:nvSpPr>
          <p:spPr>
            <a:xfrm>
              <a:off x="10939463" y="-8467"/>
              <a:ext cx="1249362"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en-US"/>
            </a:p>
          </p:txBody>
        </p:sp>
        <p:sp>
          <p:nvSpPr>
            <p:cNvPr id="93" name="Isosceles Triangle 74">
              <a:extLst>
                <a:ext uri="{FF2B5EF4-FFF2-40B4-BE49-F238E27FC236}">
                  <a16:creationId xmlns:a16="http://schemas.microsoft.com/office/drawing/2014/main" id="{082F0976-39F3-2DF1-5A64-F7BFCD6D6DA7}"/>
                </a:ext>
              </a:extLst>
            </p:cNvPr>
            <p:cNvSpPr/>
            <p:nvPr/>
          </p:nvSpPr>
          <p:spPr>
            <a:xfrm>
              <a:off x="10371138" y="3589086"/>
              <a:ext cx="1817687" cy="3268914"/>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en-US"/>
            </a:p>
          </p:txBody>
        </p:sp>
        <p:sp>
          <p:nvSpPr>
            <p:cNvPr id="94" name="Isosceles Triangle 75">
              <a:extLst>
                <a:ext uri="{FF2B5EF4-FFF2-40B4-BE49-F238E27FC236}">
                  <a16:creationId xmlns:a16="http://schemas.microsoft.com/office/drawing/2014/main" id="{8EFE016C-0CE7-836E-5FA3-DA6A037AA535}"/>
                </a:ext>
              </a:extLst>
            </p:cNvPr>
            <p:cNvSpPr/>
            <p:nvPr/>
          </p:nvSpPr>
          <p:spPr>
            <a:xfrm>
              <a:off x="0" y="4012981"/>
              <a:ext cx="449263" cy="2845019"/>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en-US"/>
            </a:p>
          </p:txBody>
        </p:sp>
      </p:grpSp>
      <p:sp>
        <p:nvSpPr>
          <p:cNvPr id="97283" name="Title 1">
            <a:extLst>
              <a:ext uri="{FF2B5EF4-FFF2-40B4-BE49-F238E27FC236}">
                <a16:creationId xmlns:a16="http://schemas.microsoft.com/office/drawing/2014/main" id="{FEDDC361-6F92-933D-80CB-4FE412D1F3DB}"/>
              </a:ext>
            </a:extLst>
          </p:cNvPr>
          <p:cNvSpPr>
            <a:spLocks noGrp="1"/>
          </p:cNvSpPr>
          <p:nvPr>
            <p:ph type="title"/>
          </p:nvPr>
        </p:nvSpPr>
        <p:spPr>
          <a:xfrm>
            <a:off x="265113" y="331788"/>
            <a:ext cx="6402387" cy="1320800"/>
          </a:xfrm>
        </p:spPr>
        <p:txBody>
          <a:bodyPr lIns="91440" tIns="45720" rIns="91440" bIns="45720" anchor="ctr"/>
          <a:lstStyle/>
          <a:p>
            <a:pPr eaLnBrk="1" hangingPunct="1">
              <a:spcBef>
                <a:spcPct val="0"/>
              </a:spcBef>
              <a:spcAft>
                <a:spcPct val="0"/>
              </a:spcAft>
              <a:buClr>
                <a:srgbClr val="2C3C43"/>
              </a:buClr>
              <a:buFontTx/>
              <a:buNone/>
            </a:pPr>
            <a:r>
              <a:rPr lang="en-US" altLang="en-US" sz="2400">
                <a:solidFill>
                  <a:srgbClr val="2C3C43"/>
                </a:solidFill>
                <a:latin typeface="Arial" panose="020B0604020202020204" pitchFamily="34" charset="0"/>
                <a:cs typeface="Arial" panose="020B0604020202020204" pitchFamily="34" charset="0"/>
                <a:sym typeface="Arial" panose="020B0604020202020204" pitchFamily="34" charset="0"/>
              </a:rPr>
              <a:t>Course Outcomes</a:t>
            </a:r>
            <a:endParaRPr lang="en-US" altLang="en-US" sz="2400">
              <a:solidFill>
                <a:srgbClr val="92D050"/>
              </a:solidFill>
              <a:latin typeface="Arial" panose="020B0604020202020204" pitchFamily="34" charset="0"/>
              <a:cs typeface="Arial" panose="020B0604020202020204" pitchFamily="34" charset="0"/>
              <a:sym typeface="Arial" panose="020B0604020202020204" pitchFamily="34" charset="0"/>
            </a:endParaRPr>
          </a:p>
        </p:txBody>
      </p:sp>
      <p:sp>
        <p:nvSpPr>
          <p:cNvPr id="3" name="Text Placeholder 2">
            <a:extLst>
              <a:ext uri="{FF2B5EF4-FFF2-40B4-BE49-F238E27FC236}">
                <a16:creationId xmlns:a16="http://schemas.microsoft.com/office/drawing/2014/main" id="{FBDEAFBE-CD8D-D7A5-73B7-A3167EFBC483}"/>
              </a:ext>
            </a:extLst>
          </p:cNvPr>
          <p:cNvSpPr>
            <a:spLocks noGrp="1"/>
          </p:cNvSpPr>
          <p:nvPr>
            <p:ph type="body" idx="2"/>
          </p:nvPr>
        </p:nvSpPr>
        <p:spPr>
          <a:xfrm>
            <a:off x="341313" y="1560513"/>
            <a:ext cx="8864600" cy="4768850"/>
          </a:xfrm>
        </p:spPr>
        <p:txBody>
          <a:bodyPr lIns="91440" tIns="45720" rIns="91440" bIns="45720" rtlCol="0">
            <a:normAutofit/>
          </a:bodyPr>
          <a:lstStyle/>
          <a:p>
            <a:pPr eaLnBrk="1" hangingPunct="1">
              <a:defRPr/>
            </a:pPr>
            <a:r>
              <a:rPr lang="en-US" sz="2000" dirty="0"/>
              <a:t>CO1 :: Understand the concept of virtualization and containerization. </a:t>
            </a:r>
          </a:p>
          <a:p>
            <a:pPr eaLnBrk="1" hangingPunct="1">
              <a:defRPr/>
            </a:pPr>
            <a:endParaRPr lang="en-US" sz="2000" dirty="0"/>
          </a:p>
          <a:p>
            <a:pPr eaLnBrk="1" hangingPunct="1">
              <a:defRPr/>
            </a:pPr>
            <a:r>
              <a:rPr lang="en-US" sz="2000" dirty="0"/>
              <a:t>CO2 :: Understand the implementation and operation of </a:t>
            </a:r>
            <a:r>
              <a:rPr lang="en-US" sz="2000" dirty="0" err="1"/>
              <a:t>Docker</a:t>
            </a:r>
            <a:r>
              <a:rPr lang="en-US" sz="2000" dirty="0"/>
              <a:t> and </a:t>
            </a:r>
            <a:r>
              <a:rPr lang="en-US" sz="2000" dirty="0" err="1"/>
              <a:t>microservices</a:t>
            </a:r>
            <a:r>
              <a:rPr lang="en-US" sz="2000" dirty="0"/>
              <a:t>. </a:t>
            </a:r>
          </a:p>
          <a:p>
            <a:pPr eaLnBrk="1" hangingPunct="1">
              <a:defRPr/>
            </a:pPr>
            <a:endParaRPr lang="en-US" sz="2000" dirty="0"/>
          </a:p>
          <a:p>
            <a:pPr eaLnBrk="1" hangingPunct="1">
              <a:defRPr/>
            </a:pPr>
            <a:r>
              <a:rPr lang="en-US" sz="2000" dirty="0"/>
              <a:t>CO3 :: Understand and implement the concept of </a:t>
            </a:r>
            <a:r>
              <a:rPr lang="en-US" sz="2000" dirty="0" err="1"/>
              <a:t>Docker</a:t>
            </a:r>
            <a:r>
              <a:rPr lang="en-US" sz="2000" dirty="0"/>
              <a:t> swarm.</a:t>
            </a:r>
          </a:p>
          <a:p>
            <a:pPr eaLnBrk="1" hangingPunct="1">
              <a:defRPr/>
            </a:pPr>
            <a:endParaRPr lang="en-US" sz="2000" dirty="0"/>
          </a:p>
          <a:p>
            <a:pPr eaLnBrk="1" hangingPunct="1">
              <a:defRPr/>
            </a:pPr>
            <a:r>
              <a:rPr lang="en-US" sz="2000" dirty="0"/>
              <a:t>CO4 :: Understand the concept of continuous integration. </a:t>
            </a:r>
          </a:p>
          <a:p>
            <a:pPr eaLnBrk="1" hangingPunct="1">
              <a:defRPr/>
            </a:pPr>
            <a:endParaRPr lang="en-US" sz="2000" dirty="0"/>
          </a:p>
          <a:p>
            <a:pPr eaLnBrk="1" hangingPunct="1">
              <a:defRPr/>
            </a:pPr>
            <a:r>
              <a:rPr lang="en-US" sz="2000" dirty="0"/>
              <a:t>CO5 :: Apply the concept of CI/CD using Jenkins. </a:t>
            </a:r>
          </a:p>
          <a:p>
            <a:pPr eaLnBrk="1" hangingPunct="1">
              <a:defRPr/>
            </a:pPr>
            <a:endParaRPr lang="en-US" sz="2000" dirty="0"/>
          </a:p>
          <a:p>
            <a:pPr eaLnBrk="1" hangingPunct="1">
              <a:defRPr/>
            </a:pPr>
            <a:r>
              <a:rPr lang="en-US" sz="2000" dirty="0"/>
              <a:t>CO6 :: Design of software using CI/CD concept</a:t>
            </a:r>
          </a:p>
          <a:p>
            <a:pPr marL="285750" indent="-285750" eaLnBrk="1" hangingPunct="1">
              <a:defRPr/>
            </a:pPr>
            <a:endParaRPr lang="en-US" sz="2000" dirty="0"/>
          </a:p>
        </p:txBody>
      </p:sp>
    </p:spTree>
    <p:extLst>
      <p:ext uri="{BB962C8B-B14F-4D97-AF65-F5344CB8AC3E}">
        <p14:creationId xmlns:p14="http://schemas.microsoft.com/office/powerpoint/2010/main" val="3746178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4210" name="Group 85">
            <a:extLst>
              <a:ext uri="{FF2B5EF4-FFF2-40B4-BE49-F238E27FC236}">
                <a16:creationId xmlns:a16="http://schemas.microsoft.com/office/drawing/2014/main" id="{DAD5855C-ACA9-41D7-3DE4-B178F482E3A6}"/>
              </a:ext>
              <a:ext uri="{C183D7F6-B498-43B3-948B-1728B52AA6E4}">
                <adec:decorative xmlns:adec="http://schemas.microsoft.com/office/drawing/2017/decorative" val="1"/>
              </a:ext>
            </a:extLst>
          </p:cNvPr>
          <p:cNvGrpSpPr>
            <a:grpSpLocks noGrp="1" noUngrp="1" noRot="1" noChangeAspect="1" noMove="1" noResize="1"/>
          </p:cNvGrpSpPr>
          <p:nvPr/>
        </p:nvGrpSpPr>
        <p:grpSpPr bwMode="auto">
          <a:xfrm>
            <a:off x="0" y="-7938"/>
            <a:ext cx="12192000" cy="6865938"/>
            <a:chOff x="0" y="-8467"/>
            <a:chExt cx="12192000" cy="6866467"/>
          </a:xfrm>
        </p:grpSpPr>
        <p:cxnSp>
          <p:nvCxnSpPr>
            <p:cNvPr id="67" name="Straight Connector 66" descr="&quot;&quot;">
              <a:extLst>
                <a:ext uri="{FF2B5EF4-FFF2-40B4-BE49-F238E27FC236}">
                  <a16:creationId xmlns:a16="http://schemas.microsoft.com/office/drawing/2014/main" id="{B8873AD1-C819-EEC7-B911-953ED6577BA7}"/>
                </a:ext>
              </a:extLst>
            </p:cNvPr>
            <p:cNvCxnSpPr/>
            <p:nvPr/>
          </p:nvCxnSpPr>
          <p:spPr>
            <a:xfrm>
              <a:off x="9371013" y="-528"/>
              <a:ext cx="1219200" cy="6858528"/>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8" name="Straight Connector 67" descr="&quot;&quot;">
              <a:extLst>
                <a:ext uri="{FF2B5EF4-FFF2-40B4-BE49-F238E27FC236}">
                  <a16:creationId xmlns:a16="http://schemas.microsoft.com/office/drawing/2014/main" id="{CA5B014C-71B7-180A-A471-36D57244CD1C}"/>
                </a:ext>
              </a:extLst>
            </p:cNvPr>
            <p:cNvCxnSpPr/>
            <p:nvPr/>
          </p:nvCxnSpPr>
          <p:spPr>
            <a:xfrm flipH="1">
              <a:off x="7424738" y="3681168"/>
              <a:ext cx="4764087" cy="3176832"/>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7" name="Rectangle 23" descr="&quot;&quot;">
              <a:extLst>
                <a:ext uri="{FF2B5EF4-FFF2-40B4-BE49-F238E27FC236}">
                  <a16:creationId xmlns:a16="http://schemas.microsoft.com/office/drawing/2014/main" id="{227D2B54-86C9-CE87-3E74-6C859D613C16}"/>
                </a:ext>
              </a:extLst>
            </p:cNvPr>
            <p:cNvSpPr/>
            <p:nvPr/>
          </p:nvSpPr>
          <p:spPr>
            <a:xfrm>
              <a:off x="9182100" y="-8467"/>
              <a:ext cx="3006725"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88" name="Rectangle 25" descr="&quot;&quot;">
              <a:extLst>
                <a:ext uri="{FF2B5EF4-FFF2-40B4-BE49-F238E27FC236}">
                  <a16:creationId xmlns:a16="http://schemas.microsoft.com/office/drawing/2014/main" id="{F76CF7A9-D2B4-62FF-07C6-A48C6049AE2A}"/>
                </a:ext>
              </a:extLst>
            </p:cNvPr>
            <p:cNvSpPr/>
            <p:nvPr/>
          </p:nvSpPr>
          <p:spPr>
            <a:xfrm>
              <a:off x="9602788" y="-8467"/>
              <a:ext cx="2589212"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89" name="Isosceles Triangle 70" descr="&quot;&quot;">
              <a:extLst>
                <a:ext uri="{FF2B5EF4-FFF2-40B4-BE49-F238E27FC236}">
                  <a16:creationId xmlns:a16="http://schemas.microsoft.com/office/drawing/2014/main" id="{03F9CA9C-92D1-EE9B-F05A-7A0F5E690A22}"/>
                </a:ext>
              </a:extLst>
            </p:cNvPr>
            <p:cNvSpPr/>
            <p:nvPr/>
          </p:nvSpPr>
          <p:spPr>
            <a:xfrm>
              <a:off x="8932863" y="3047706"/>
              <a:ext cx="3259137" cy="381029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0" name="Rectangle 27" descr="&quot;&quot;">
              <a:extLst>
                <a:ext uri="{FF2B5EF4-FFF2-40B4-BE49-F238E27FC236}">
                  <a16:creationId xmlns:a16="http://schemas.microsoft.com/office/drawing/2014/main" id="{7082647F-3B0B-9BF9-2E07-E1D161C7D744}"/>
                </a:ext>
              </a:extLst>
            </p:cNvPr>
            <p:cNvSpPr/>
            <p:nvPr/>
          </p:nvSpPr>
          <p:spPr>
            <a:xfrm>
              <a:off x="9334500" y="-8467"/>
              <a:ext cx="2854325"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1" name="Rectangle 28" descr="&quot;&quot;">
              <a:extLst>
                <a:ext uri="{FF2B5EF4-FFF2-40B4-BE49-F238E27FC236}">
                  <a16:creationId xmlns:a16="http://schemas.microsoft.com/office/drawing/2014/main" id="{EC12897E-B736-4A1F-89A0-C7E49C9D3A87}"/>
                </a:ext>
              </a:extLst>
            </p:cNvPr>
            <p:cNvSpPr/>
            <p:nvPr/>
          </p:nvSpPr>
          <p:spPr>
            <a:xfrm>
              <a:off x="10898188" y="-8467"/>
              <a:ext cx="1290637"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2" name="Rectangle 29" descr="&quot;&quot;">
              <a:extLst>
                <a:ext uri="{FF2B5EF4-FFF2-40B4-BE49-F238E27FC236}">
                  <a16:creationId xmlns:a16="http://schemas.microsoft.com/office/drawing/2014/main" id="{6EA0EA4D-3340-04A6-958B-AC15E55A6159}"/>
                </a:ext>
              </a:extLst>
            </p:cNvPr>
            <p:cNvSpPr/>
            <p:nvPr/>
          </p:nvSpPr>
          <p:spPr>
            <a:xfrm>
              <a:off x="10939463" y="-8467"/>
              <a:ext cx="1249362"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3" name="Isosceles Triangle 74" descr="&quot;&quot;">
              <a:extLst>
                <a:ext uri="{FF2B5EF4-FFF2-40B4-BE49-F238E27FC236}">
                  <a16:creationId xmlns:a16="http://schemas.microsoft.com/office/drawing/2014/main" id="{65270724-FC80-8463-EF37-A190D6BC5626}"/>
                </a:ext>
              </a:extLst>
            </p:cNvPr>
            <p:cNvSpPr/>
            <p:nvPr/>
          </p:nvSpPr>
          <p:spPr>
            <a:xfrm>
              <a:off x="10371138" y="3589086"/>
              <a:ext cx="1817687" cy="3268914"/>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4" name="Isosceles Triangle 75" descr="&quot;&quot;">
              <a:extLst>
                <a:ext uri="{FF2B5EF4-FFF2-40B4-BE49-F238E27FC236}">
                  <a16:creationId xmlns:a16="http://schemas.microsoft.com/office/drawing/2014/main" id="{996C65C4-A0B3-F340-5E23-1BF748E82F62}"/>
                </a:ext>
              </a:extLst>
            </p:cNvPr>
            <p:cNvSpPr/>
            <p:nvPr/>
          </p:nvSpPr>
          <p:spPr>
            <a:xfrm>
              <a:off x="0" y="4012981"/>
              <a:ext cx="449263" cy="2845019"/>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grpSp>
      <p:sp>
        <p:nvSpPr>
          <p:cNvPr id="2" name="Title 1">
            <a:extLst>
              <a:ext uri="{FF2B5EF4-FFF2-40B4-BE49-F238E27FC236}">
                <a16:creationId xmlns:a16="http://schemas.microsoft.com/office/drawing/2014/main" id="{2CEE3F6F-EEE1-DA0A-53C0-66FFBD2D881D}"/>
              </a:ext>
            </a:extLst>
          </p:cNvPr>
          <p:cNvSpPr>
            <a:spLocks noGrp="1"/>
          </p:cNvSpPr>
          <p:nvPr>
            <p:ph type="title"/>
          </p:nvPr>
        </p:nvSpPr>
        <p:spPr>
          <a:xfrm>
            <a:off x="1787525" y="703263"/>
            <a:ext cx="5197475" cy="1320800"/>
          </a:xfrm>
        </p:spPr>
        <p:txBody>
          <a:bodyPr lIns="91440" tIns="45720" rIns="91440" bIns="45720" rtlCol="0" anchor="ctr">
            <a:noAutofit/>
          </a:bodyPr>
          <a:lstStyle/>
          <a:p>
            <a:pPr eaLnBrk="1" fontAlgn="auto" hangingPunct="1">
              <a:spcBef>
                <a:spcPts val="1000"/>
              </a:spcBef>
              <a:buClr>
                <a:schemeClr val="accent1"/>
              </a:buClr>
              <a:buSzPct val="80000"/>
              <a:defRPr/>
            </a:pPr>
            <a:r>
              <a:rPr lang="en-US" sz="2400" dirty="0">
                <a:solidFill>
                  <a:schemeClr val="tx1"/>
                </a:solidFill>
                <a:latin typeface="+mn-lt"/>
                <a:ea typeface="+mn-ea"/>
                <a:cs typeface="+mn-cs"/>
              </a:rPr>
              <a:t>Skills that will be learned in this course</a:t>
            </a:r>
            <a:br>
              <a:rPr lang="en-US" sz="2400" dirty="0">
                <a:solidFill>
                  <a:srgbClr val="92D050"/>
                </a:solidFill>
                <a:latin typeface="+mn-lt"/>
                <a:ea typeface="+mn-ea"/>
                <a:cs typeface="+mn-cs"/>
              </a:rPr>
            </a:br>
            <a:br>
              <a:rPr lang="en-US" sz="2400" dirty="0">
                <a:solidFill>
                  <a:srgbClr val="92D050"/>
                </a:solidFill>
                <a:latin typeface="+mn-lt"/>
                <a:ea typeface="+mn-ea"/>
                <a:cs typeface="+mn-cs"/>
              </a:rPr>
            </a:br>
            <a:endParaRPr lang="en-US" sz="2400" dirty="0">
              <a:solidFill>
                <a:srgbClr val="92D050"/>
              </a:solidFill>
              <a:latin typeface="+mj-lt"/>
              <a:ea typeface="+mj-ea"/>
              <a:cs typeface="+mj-cs"/>
            </a:endParaRPr>
          </a:p>
        </p:txBody>
      </p:sp>
      <p:sp>
        <p:nvSpPr>
          <p:cNvPr id="3" name="Text Placeholder 2">
            <a:extLst>
              <a:ext uri="{FF2B5EF4-FFF2-40B4-BE49-F238E27FC236}">
                <a16:creationId xmlns:a16="http://schemas.microsoft.com/office/drawing/2014/main" id="{5DCAC576-91E6-046D-FE32-0EDF0D2E48D6}"/>
              </a:ext>
            </a:extLst>
          </p:cNvPr>
          <p:cNvSpPr>
            <a:spLocks noGrp="1"/>
          </p:cNvSpPr>
          <p:nvPr>
            <p:ph type="body" idx="2"/>
          </p:nvPr>
        </p:nvSpPr>
        <p:spPr>
          <a:xfrm>
            <a:off x="1503947" y="2024063"/>
            <a:ext cx="6049378" cy="3070225"/>
          </a:xfrm>
        </p:spPr>
        <p:txBody>
          <a:bodyPr lIns="91440" tIns="45720" rIns="91440" bIns="45720" rtlCol="0">
            <a:normAutofit fontScale="25000" lnSpcReduction="20000"/>
          </a:bodyPr>
          <a:lstStyle/>
          <a:p>
            <a:pPr marL="285750" indent="-285750" eaLnBrk="1" fontAlgn="auto" hangingPunct="1">
              <a:lnSpc>
                <a:spcPct val="90000"/>
              </a:lnSpc>
              <a:spcBef>
                <a:spcPts val="1000"/>
              </a:spcBef>
              <a:spcAft>
                <a:spcPts val="0"/>
              </a:spcAft>
              <a:buClr>
                <a:schemeClr val="accent1"/>
              </a:buClr>
              <a:buSzPct val="80000"/>
              <a:buFont typeface="Wingdings 3" charset="2"/>
              <a:buChar char=""/>
              <a:defRPr/>
            </a:pPr>
            <a:r>
              <a:rPr lang="en-US" sz="8000" dirty="0">
                <a:solidFill>
                  <a:schemeClr val="tx1">
                    <a:lumMod val="75000"/>
                    <a:lumOff val="25000"/>
                  </a:schemeClr>
                </a:solidFill>
                <a:latin typeface="+mn-lt"/>
                <a:ea typeface="+mn-ea"/>
                <a:cs typeface="+mn-cs"/>
              </a:rPr>
              <a:t>Understand the implementation and operation of Docker and microservices. </a:t>
            </a:r>
          </a:p>
          <a:p>
            <a:pPr marL="285750" indent="-285750" eaLnBrk="1" fontAlgn="auto" hangingPunct="1">
              <a:lnSpc>
                <a:spcPct val="90000"/>
              </a:lnSpc>
              <a:spcBef>
                <a:spcPts val="1000"/>
              </a:spcBef>
              <a:spcAft>
                <a:spcPts val="0"/>
              </a:spcAft>
              <a:buClr>
                <a:schemeClr val="accent1"/>
              </a:buClr>
              <a:buSzPct val="80000"/>
              <a:buFont typeface="Wingdings 3" charset="2"/>
              <a:buChar char=""/>
              <a:defRPr/>
            </a:pPr>
            <a:endParaRPr lang="en-US" sz="8000" dirty="0">
              <a:solidFill>
                <a:schemeClr val="tx1">
                  <a:lumMod val="75000"/>
                  <a:lumOff val="25000"/>
                </a:schemeClr>
              </a:solidFill>
              <a:latin typeface="+mn-lt"/>
              <a:ea typeface="+mn-ea"/>
              <a:cs typeface="+mn-cs"/>
            </a:endParaRPr>
          </a:p>
          <a:p>
            <a:pPr marL="285750" indent="-285750" eaLnBrk="1" fontAlgn="auto" hangingPunct="1">
              <a:lnSpc>
                <a:spcPct val="90000"/>
              </a:lnSpc>
              <a:spcBef>
                <a:spcPts val="1000"/>
              </a:spcBef>
              <a:spcAft>
                <a:spcPts val="0"/>
              </a:spcAft>
              <a:buClr>
                <a:schemeClr val="accent1"/>
              </a:buClr>
              <a:buSzPct val="80000"/>
              <a:buFont typeface="Wingdings 3" charset="2"/>
              <a:buChar char=""/>
              <a:defRPr/>
            </a:pPr>
            <a:r>
              <a:rPr lang="en-US" sz="8000" dirty="0">
                <a:solidFill>
                  <a:schemeClr val="tx1">
                    <a:lumMod val="75000"/>
                    <a:lumOff val="25000"/>
                  </a:schemeClr>
                </a:solidFill>
                <a:latin typeface="+mn-lt"/>
                <a:ea typeface="+mn-ea"/>
                <a:cs typeface="+mn-cs"/>
              </a:rPr>
              <a:t>Understand the concept of continuous integration.</a:t>
            </a:r>
          </a:p>
          <a:p>
            <a:pPr marL="285750" indent="-285750" eaLnBrk="1" fontAlgn="auto" hangingPunct="1">
              <a:lnSpc>
                <a:spcPct val="90000"/>
              </a:lnSpc>
              <a:spcBef>
                <a:spcPts val="1000"/>
              </a:spcBef>
              <a:spcAft>
                <a:spcPts val="0"/>
              </a:spcAft>
              <a:buClr>
                <a:schemeClr val="accent1"/>
              </a:buClr>
              <a:buSzPct val="80000"/>
              <a:buFont typeface="Wingdings 3" charset="2"/>
              <a:buChar char=""/>
              <a:defRPr/>
            </a:pPr>
            <a:endParaRPr lang="en-US" sz="8000" dirty="0">
              <a:solidFill>
                <a:schemeClr val="tx1">
                  <a:lumMod val="75000"/>
                  <a:lumOff val="25000"/>
                </a:schemeClr>
              </a:solidFill>
              <a:latin typeface="+mn-lt"/>
              <a:ea typeface="+mn-ea"/>
              <a:cs typeface="+mn-cs"/>
            </a:endParaRPr>
          </a:p>
          <a:p>
            <a:pPr marL="285750" indent="-285750" eaLnBrk="1" fontAlgn="auto" hangingPunct="1">
              <a:lnSpc>
                <a:spcPct val="90000"/>
              </a:lnSpc>
              <a:spcBef>
                <a:spcPts val="1000"/>
              </a:spcBef>
              <a:spcAft>
                <a:spcPts val="0"/>
              </a:spcAft>
              <a:buClr>
                <a:schemeClr val="accent1"/>
              </a:buClr>
              <a:buSzPct val="80000"/>
              <a:buFont typeface="Wingdings 3" charset="2"/>
              <a:buChar char=""/>
              <a:defRPr/>
            </a:pPr>
            <a:r>
              <a:rPr lang="en-US" sz="8000" dirty="0">
                <a:solidFill>
                  <a:schemeClr val="tx1">
                    <a:lumMod val="75000"/>
                    <a:lumOff val="25000"/>
                  </a:schemeClr>
                </a:solidFill>
                <a:latin typeface="+mn-lt"/>
                <a:ea typeface="+mn-ea"/>
                <a:cs typeface="+mn-cs"/>
              </a:rPr>
              <a:t>Design of software using CI/CD concept. </a:t>
            </a:r>
          </a:p>
          <a:p>
            <a:pPr eaLnBrk="1" fontAlgn="auto" hangingPunct="1">
              <a:lnSpc>
                <a:spcPct val="90000"/>
              </a:lnSpc>
              <a:spcBef>
                <a:spcPts val="1000"/>
              </a:spcBef>
              <a:spcAft>
                <a:spcPts val="0"/>
              </a:spcAft>
              <a:buClr>
                <a:schemeClr val="accent1"/>
              </a:buClr>
              <a:buSzPct val="80000"/>
              <a:buFont typeface="Wingdings 3" charset="2"/>
              <a:buChar char=""/>
              <a:defRPr/>
            </a:pPr>
            <a:br>
              <a:rPr lang="en-US" sz="700" dirty="0">
                <a:solidFill>
                  <a:schemeClr val="tx1">
                    <a:lumMod val="75000"/>
                    <a:lumOff val="25000"/>
                  </a:schemeClr>
                </a:solidFill>
                <a:latin typeface="+mn-lt"/>
                <a:ea typeface="+mn-ea"/>
                <a:cs typeface="+mn-cs"/>
              </a:rPr>
            </a:br>
            <a:endParaRPr lang="en-US" sz="700" dirty="0">
              <a:solidFill>
                <a:schemeClr val="tx1">
                  <a:lumMod val="75000"/>
                  <a:lumOff val="25000"/>
                </a:schemeClr>
              </a:solidFill>
              <a:latin typeface="+mn-lt"/>
              <a:ea typeface="+mn-ea"/>
              <a:cs typeface="+mn-cs"/>
            </a:endParaRPr>
          </a:p>
          <a:p>
            <a:pPr eaLnBrk="1" fontAlgn="auto" hangingPunct="1">
              <a:lnSpc>
                <a:spcPct val="90000"/>
              </a:lnSpc>
              <a:spcBef>
                <a:spcPts val="1000"/>
              </a:spcBef>
              <a:spcAft>
                <a:spcPts val="0"/>
              </a:spcAft>
              <a:buClr>
                <a:schemeClr val="accent1"/>
              </a:buClr>
              <a:buSzPct val="80000"/>
              <a:buFont typeface="Wingdings 3" charset="2"/>
              <a:buChar char=""/>
              <a:defRPr/>
            </a:pPr>
            <a:endParaRPr lang="en-US" sz="700" dirty="0">
              <a:solidFill>
                <a:schemeClr val="tx1">
                  <a:lumMod val="75000"/>
                  <a:lumOff val="25000"/>
                </a:schemeClr>
              </a:solidFill>
              <a:latin typeface="+mn-lt"/>
              <a:ea typeface="+mn-ea"/>
              <a:cs typeface="+mn-cs"/>
            </a:endParaRPr>
          </a:p>
          <a:p>
            <a:pPr eaLnBrk="1" fontAlgn="auto" hangingPunct="1">
              <a:lnSpc>
                <a:spcPct val="90000"/>
              </a:lnSpc>
              <a:spcBef>
                <a:spcPts val="1000"/>
              </a:spcBef>
              <a:spcAft>
                <a:spcPts val="0"/>
              </a:spcAft>
              <a:buClr>
                <a:schemeClr val="accent1"/>
              </a:buClr>
              <a:buSzPct val="80000"/>
              <a:buFont typeface="Wingdings 3" charset="2"/>
              <a:buChar char=""/>
              <a:defRPr/>
            </a:pPr>
            <a:endParaRPr lang="en-US" sz="700" dirty="0">
              <a:solidFill>
                <a:schemeClr val="tx1">
                  <a:lumMod val="75000"/>
                  <a:lumOff val="25000"/>
                </a:schemeClr>
              </a:solidFill>
              <a:latin typeface="+mn-lt"/>
              <a:ea typeface="+mn-ea"/>
              <a:cs typeface="+mn-cs"/>
            </a:endParaRPr>
          </a:p>
          <a:p>
            <a:pPr eaLnBrk="1" fontAlgn="auto" hangingPunct="1">
              <a:lnSpc>
                <a:spcPct val="90000"/>
              </a:lnSpc>
              <a:spcBef>
                <a:spcPts val="1000"/>
              </a:spcBef>
              <a:spcAft>
                <a:spcPts val="0"/>
              </a:spcAft>
              <a:buClr>
                <a:schemeClr val="accent1"/>
              </a:buClr>
              <a:buSzPct val="80000"/>
              <a:buFont typeface="Wingdings 3" charset="2"/>
              <a:buChar char=""/>
              <a:defRPr/>
            </a:pPr>
            <a:endParaRPr lang="en-US" sz="700" dirty="0">
              <a:solidFill>
                <a:schemeClr val="tx1">
                  <a:lumMod val="75000"/>
                  <a:lumOff val="25000"/>
                </a:schemeClr>
              </a:solidFill>
              <a:latin typeface="+mn-lt"/>
              <a:ea typeface="+mn-ea"/>
              <a:cs typeface="+mn-cs"/>
            </a:endParaRPr>
          </a:p>
          <a:p>
            <a:pPr eaLnBrk="1" fontAlgn="auto" hangingPunct="1">
              <a:lnSpc>
                <a:spcPct val="90000"/>
              </a:lnSpc>
              <a:spcBef>
                <a:spcPts val="1000"/>
              </a:spcBef>
              <a:spcAft>
                <a:spcPts val="0"/>
              </a:spcAft>
              <a:buClr>
                <a:schemeClr val="accent1"/>
              </a:buClr>
              <a:buSzPct val="80000"/>
              <a:buFont typeface="Wingdings 3" charset="2"/>
              <a:buChar char=""/>
              <a:defRPr/>
            </a:pPr>
            <a:endParaRPr lang="en-US" sz="700" dirty="0">
              <a:solidFill>
                <a:schemeClr val="tx1">
                  <a:lumMod val="75000"/>
                  <a:lumOff val="25000"/>
                </a:schemeClr>
              </a:solidFill>
              <a:latin typeface="+mn-lt"/>
              <a:ea typeface="+mn-ea"/>
              <a:cs typeface="+mn-cs"/>
            </a:endParaRPr>
          </a:p>
          <a:p>
            <a:pPr eaLnBrk="1" fontAlgn="auto" hangingPunct="1">
              <a:lnSpc>
                <a:spcPct val="90000"/>
              </a:lnSpc>
              <a:spcBef>
                <a:spcPts val="1000"/>
              </a:spcBef>
              <a:spcAft>
                <a:spcPts val="0"/>
              </a:spcAft>
              <a:buClr>
                <a:schemeClr val="accent1"/>
              </a:buClr>
              <a:buSzPct val="80000"/>
              <a:buFont typeface="Wingdings 3" charset="2"/>
              <a:buChar char=""/>
              <a:defRPr/>
            </a:pPr>
            <a:endParaRPr lang="en-US" sz="700" dirty="0">
              <a:solidFill>
                <a:schemeClr val="tx1">
                  <a:lumMod val="75000"/>
                  <a:lumOff val="25000"/>
                </a:schemeClr>
              </a:solidFill>
              <a:latin typeface="+mn-lt"/>
              <a:ea typeface="+mn-ea"/>
              <a:cs typeface="+mn-cs"/>
            </a:endParaRPr>
          </a:p>
          <a:p>
            <a:pPr eaLnBrk="1" fontAlgn="auto" hangingPunct="1">
              <a:lnSpc>
                <a:spcPct val="90000"/>
              </a:lnSpc>
              <a:spcBef>
                <a:spcPts val="1000"/>
              </a:spcBef>
              <a:spcAft>
                <a:spcPts val="0"/>
              </a:spcAft>
              <a:buClr>
                <a:schemeClr val="accent1"/>
              </a:buClr>
              <a:buSzPct val="80000"/>
              <a:buFont typeface="Wingdings 3" charset="2"/>
              <a:buChar char=""/>
              <a:defRPr/>
            </a:pPr>
            <a:endParaRPr lang="en-US" sz="700" dirty="0">
              <a:solidFill>
                <a:schemeClr val="tx1">
                  <a:lumMod val="75000"/>
                  <a:lumOff val="25000"/>
                </a:schemeClr>
              </a:solidFill>
              <a:latin typeface="+mn-lt"/>
              <a:ea typeface="+mn-ea"/>
              <a:cs typeface="+mn-cs"/>
            </a:endParaRPr>
          </a:p>
          <a:p>
            <a:pPr eaLnBrk="1" fontAlgn="auto" hangingPunct="1">
              <a:lnSpc>
                <a:spcPct val="90000"/>
              </a:lnSpc>
              <a:spcBef>
                <a:spcPts val="1000"/>
              </a:spcBef>
              <a:spcAft>
                <a:spcPts val="0"/>
              </a:spcAft>
              <a:buClr>
                <a:schemeClr val="accent1"/>
              </a:buClr>
              <a:buSzPct val="80000"/>
              <a:buFont typeface="Wingdings 3" charset="2"/>
              <a:buChar char=""/>
              <a:defRPr/>
            </a:pPr>
            <a:r>
              <a:rPr lang="en-US" sz="700" dirty="0">
                <a:solidFill>
                  <a:schemeClr val="tx1">
                    <a:lumMod val="75000"/>
                    <a:lumOff val="25000"/>
                  </a:schemeClr>
                </a:solidFill>
                <a:latin typeface="+mn-lt"/>
                <a:ea typeface="+mn-ea"/>
                <a:cs typeface="+mn-cs"/>
              </a:rPr>
              <a:t> </a:t>
            </a:r>
          </a:p>
          <a:p>
            <a:pPr eaLnBrk="1" fontAlgn="auto" hangingPunct="1">
              <a:lnSpc>
                <a:spcPct val="90000"/>
              </a:lnSpc>
              <a:spcBef>
                <a:spcPts val="1000"/>
              </a:spcBef>
              <a:spcAft>
                <a:spcPts val="0"/>
              </a:spcAft>
              <a:buClr>
                <a:schemeClr val="accent1"/>
              </a:buClr>
              <a:buSzPct val="80000"/>
              <a:buFont typeface="Wingdings 3" charset="2"/>
              <a:buChar char=""/>
              <a:defRPr/>
            </a:pPr>
            <a:endParaRPr lang="en-US" sz="700" dirty="0">
              <a:solidFill>
                <a:schemeClr val="tx1">
                  <a:lumMod val="75000"/>
                  <a:lumOff val="25000"/>
                </a:schemeClr>
              </a:solidFill>
              <a:latin typeface="+mn-lt"/>
              <a:ea typeface="+mn-ea"/>
              <a:cs typeface="+mn-cs"/>
            </a:endParaRPr>
          </a:p>
          <a:p>
            <a:pPr eaLnBrk="1" fontAlgn="auto" hangingPunct="1">
              <a:lnSpc>
                <a:spcPct val="90000"/>
              </a:lnSpc>
              <a:spcBef>
                <a:spcPts val="1000"/>
              </a:spcBef>
              <a:spcAft>
                <a:spcPts val="0"/>
              </a:spcAft>
              <a:buClr>
                <a:schemeClr val="accent1"/>
              </a:buClr>
              <a:buSzPct val="80000"/>
              <a:buFont typeface="Wingdings 3" charset="2"/>
              <a:buChar char=""/>
              <a:defRPr/>
            </a:pPr>
            <a:endParaRPr lang="en-US" sz="700" dirty="0">
              <a:solidFill>
                <a:schemeClr val="tx1">
                  <a:lumMod val="75000"/>
                  <a:lumOff val="25000"/>
                </a:schemeClr>
              </a:solidFill>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5234" name="Group 85">
            <a:extLst>
              <a:ext uri="{FF2B5EF4-FFF2-40B4-BE49-F238E27FC236}">
                <a16:creationId xmlns:a16="http://schemas.microsoft.com/office/drawing/2014/main" id="{DF2BEC1D-8987-9BC0-5DB1-C68A972C91B9}"/>
              </a:ext>
              <a:ext uri="{C183D7F6-B498-43B3-948B-1728B52AA6E4}">
                <adec:decorative xmlns:adec="http://schemas.microsoft.com/office/drawing/2017/decorative" val="1"/>
              </a:ext>
            </a:extLst>
          </p:cNvPr>
          <p:cNvGrpSpPr>
            <a:grpSpLocks noGrp="1" noUngrp="1" noRot="1" noChangeAspect="1" noMove="1" noResize="1"/>
          </p:cNvGrpSpPr>
          <p:nvPr/>
        </p:nvGrpSpPr>
        <p:grpSpPr bwMode="auto">
          <a:xfrm>
            <a:off x="0" y="-7938"/>
            <a:ext cx="12192000" cy="6865938"/>
            <a:chOff x="0" y="-8467"/>
            <a:chExt cx="12192000" cy="6866467"/>
          </a:xfrm>
        </p:grpSpPr>
        <p:cxnSp>
          <p:nvCxnSpPr>
            <p:cNvPr id="67" name="Straight Connector 66" descr="&quot;&quot;">
              <a:extLst>
                <a:ext uri="{FF2B5EF4-FFF2-40B4-BE49-F238E27FC236}">
                  <a16:creationId xmlns:a16="http://schemas.microsoft.com/office/drawing/2014/main" id="{40571CC6-CF2E-0C3E-FE6B-699B2A00CF95}"/>
                </a:ext>
              </a:extLst>
            </p:cNvPr>
            <p:cNvCxnSpPr/>
            <p:nvPr/>
          </p:nvCxnSpPr>
          <p:spPr>
            <a:xfrm>
              <a:off x="9371013" y="-528"/>
              <a:ext cx="1219200" cy="6858528"/>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8" name="Straight Connector 67" descr="&quot;&quot;">
              <a:extLst>
                <a:ext uri="{FF2B5EF4-FFF2-40B4-BE49-F238E27FC236}">
                  <a16:creationId xmlns:a16="http://schemas.microsoft.com/office/drawing/2014/main" id="{4BAB8B04-8278-9446-AE1C-686CB7E87B61}"/>
                </a:ext>
              </a:extLst>
            </p:cNvPr>
            <p:cNvCxnSpPr/>
            <p:nvPr/>
          </p:nvCxnSpPr>
          <p:spPr>
            <a:xfrm flipH="1">
              <a:off x="7424738" y="3681168"/>
              <a:ext cx="4764087" cy="3176832"/>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7" name="Rectangle 23" descr="&quot;&quot;">
              <a:extLst>
                <a:ext uri="{FF2B5EF4-FFF2-40B4-BE49-F238E27FC236}">
                  <a16:creationId xmlns:a16="http://schemas.microsoft.com/office/drawing/2014/main" id="{C45C5C22-A4F2-256B-C144-1541E9F48C7E}"/>
                </a:ext>
              </a:extLst>
            </p:cNvPr>
            <p:cNvSpPr/>
            <p:nvPr/>
          </p:nvSpPr>
          <p:spPr>
            <a:xfrm>
              <a:off x="9182100" y="-8467"/>
              <a:ext cx="3006725"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88" name="Rectangle 25" descr="&quot;&quot;">
              <a:extLst>
                <a:ext uri="{FF2B5EF4-FFF2-40B4-BE49-F238E27FC236}">
                  <a16:creationId xmlns:a16="http://schemas.microsoft.com/office/drawing/2014/main" id="{907D177F-ED6C-A1EB-BBED-75D0326552F8}"/>
                </a:ext>
              </a:extLst>
            </p:cNvPr>
            <p:cNvSpPr/>
            <p:nvPr/>
          </p:nvSpPr>
          <p:spPr>
            <a:xfrm>
              <a:off x="9602788" y="-8467"/>
              <a:ext cx="2589212"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89" name="Isosceles Triangle 70" descr="&quot;&quot;">
              <a:extLst>
                <a:ext uri="{FF2B5EF4-FFF2-40B4-BE49-F238E27FC236}">
                  <a16:creationId xmlns:a16="http://schemas.microsoft.com/office/drawing/2014/main" id="{501AE922-15C2-9D9E-1D8B-4325B7FE06CE}"/>
                </a:ext>
              </a:extLst>
            </p:cNvPr>
            <p:cNvSpPr/>
            <p:nvPr/>
          </p:nvSpPr>
          <p:spPr>
            <a:xfrm>
              <a:off x="8932863" y="3047706"/>
              <a:ext cx="3259137" cy="381029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0" name="Rectangle 27" descr="&quot;&quot;">
              <a:extLst>
                <a:ext uri="{FF2B5EF4-FFF2-40B4-BE49-F238E27FC236}">
                  <a16:creationId xmlns:a16="http://schemas.microsoft.com/office/drawing/2014/main" id="{A252C63E-38C6-9B53-77A9-63C5ABB02281}"/>
                </a:ext>
              </a:extLst>
            </p:cNvPr>
            <p:cNvSpPr/>
            <p:nvPr/>
          </p:nvSpPr>
          <p:spPr>
            <a:xfrm>
              <a:off x="9334500" y="-8467"/>
              <a:ext cx="2854325"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1" name="Rectangle 28" descr="&quot;&quot;">
              <a:extLst>
                <a:ext uri="{FF2B5EF4-FFF2-40B4-BE49-F238E27FC236}">
                  <a16:creationId xmlns:a16="http://schemas.microsoft.com/office/drawing/2014/main" id="{0197A646-0BA2-62CC-CB3F-37105CE16EE3}"/>
                </a:ext>
              </a:extLst>
            </p:cNvPr>
            <p:cNvSpPr/>
            <p:nvPr/>
          </p:nvSpPr>
          <p:spPr>
            <a:xfrm>
              <a:off x="10898188" y="-8467"/>
              <a:ext cx="1290637"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2" name="Rectangle 29" descr="&quot;&quot;">
              <a:extLst>
                <a:ext uri="{FF2B5EF4-FFF2-40B4-BE49-F238E27FC236}">
                  <a16:creationId xmlns:a16="http://schemas.microsoft.com/office/drawing/2014/main" id="{D53E4FD8-E9C5-882B-6ECE-604CB0C0A8D4}"/>
                </a:ext>
              </a:extLst>
            </p:cNvPr>
            <p:cNvSpPr/>
            <p:nvPr/>
          </p:nvSpPr>
          <p:spPr>
            <a:xfrm>
              <a:off x="10939463" y="-8467"/>
              <a:ext cx="1249362"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3" name="Isosceles Triangle 74" descr="&quot;&quot;">
              <a:extLst>
                <a:ext uri="{FF2B5EF4-FFF2-40B4-BE49-F238E27FC236}">
                  <a16:creationId xmlns:a16="http://schemas.microsoft.com/office/drawing/2014/main" id="{A607476C-7D04-0265-24CA-38CEBA41A083}"/>
                </a:ext>
              </a:extLst>
            </p:cNvPr>
            <p:cNvSpPr/>
            <p:nvPr/>
          </p:nvSpPr>
          <p:spPr>
            <a:xfrm>
              <a:off x="10371138" y="3589086"/>
              <a:ext cx="1817687" cy="3268914"/>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4" name="Isosceles Triangle 75" descr="&quot;&quot;">
              <a:extLst>
                <a:ext uri="{FF2B5EF4-FFF2-40B4-BE49-F238E27FC236}">
                  <a16:creationId xmlns:a16="http://schemas.microsoft.com/office/drawing/2014/main" id="{3000B073-F83B-6651-4426-96AA65AFD761}"/>
                </a:ext>
              </a:extLst>
            </p:cNvPr>
            <p:cNvSpPr/>
            <p:nvPr/>
          </p:nvSpPr>
          <p:spPr>
            <a:xfrm>
              <a:off x="0" y="4012981"/>
              <a:ext cx="449263" cy="2845019"/>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grpSp>
      <p:sp>
        <p:nvSpPr>
          <p:cNvPr id="95235" name="Title 1">
            <a:extLst>
              <a:ext uri="{FF2B5EF4-FFF2-40B4-BE49-F238E27FC236}">
                <a16:creationId xmlns:a16="http://schemas.microsoft.com/office/drawing/2014/main" id="{241D57B6-4EFF-40CF-1D16-EEFC7AD7B0D6}"/>
              </a:ext>
            </a:extLst>
          </p:cNvPr>
          <p:cNvSpPr>
            <a:spLocks noGrp="1" noChangeArrowheads="1"/>
          </p:cNvSpPr>
          <p:nvPr>
            <p:ph type="title"/>
          </p:nvPr>
        </p:nvSpPr>
        <p:spPr>
          <a:xfrm>
            <a:off x="2662238" y="161925"/>
            <a:ext cx="5197475" cy="1320800"/>
          </a:xfrm>
        </p:spPr>
        <p:txBody>
          <a:bodyPr lIns="91440" tIns="45720" rIns="91440" bIns="45720" anchor="ctr"/>
          <a:lstStyle/>
          <a:p>
            <a:pPr eaLnBrk="1" hangingPunct="1">
              <a:spcBef>
                <a:spcPct val="0"/>
              </a:spcBef>
              <a:spcAft>
                <a:spcPct val="0"/>
              </a:spcAft>
              <a:buClr>
                <a:srgbClr val="2C3C43"/>
              </a:buClr>
              <a:buFontTx/>
              <a:buNone/>
            </a:pPr>
            <a:r>
              <a:rPr lang="en-US" altLang="en-US">
                <a:solidFill>
                  <a:srgbClr val="92D050"/>
                </a:solidFill>
                <a:latin typeface="Arial" panose="020B0604020202020204" pitchFamily="34" charset="0"/>
                <a:cs typeface="Arial" panose="020B0604020202020204" pitchFamily="34" charset="0"/>
                <a:sym typeface="Arial" panose="020B0604020202020204" pitchFamily="34" charset="0"/>
              </a:rPr>
              <a:t>Software Requirement</a:t>
            </a:r>
          </a:p>
        </p:txBody>
      </p:sp>
      <p:sp>
        <p:nvSpPr>
          <p:cNvPr id="3" name="Text Placeholder 2">
            <a:extLst>
              <a:ext uri="{FF2B5EF4-FFF2-40B4-BE49-F238E27FC236}">
                <a16:creationId xmlns:a16="http://schemas.microsoft.com/office/drawing/2014/main" id="{D561CF5E-9CA4-F8FC-98AB-104C2D2A8208}"/>
              </a:ext>
            </a:extLst>
          </p:cNvPr>
          <p:cNvSpPr>
            <a:spLocks noGrp="1"/>
          </p:cNvSpPr>
          <p:nvPr>
            <p:ph type="body" idx="2"/>
          </p:nvPr>
        </p:nvSpPr>
        <p:spPr>
          <a:xfrm>
            <a:off x="4203700" y="2176463"/>
            <a:ext cx="5765800" cy="2825750"/>
          </a:xfrm>
        </p:spPr>
        <p:txBody>
          <a:bodyPr lIns="91440" tIns="45720" rIns="91440" bIns="45720" rtlCol="0">
            <a:normAutofit/>
          </a:bodyPr>
          <a:lstStyle/>
          <a:p>
            <a:pPr marL="285750" indent="-285750" eaLnBrk="1" fontAlgn="auto" hangingPunct="1">
              <a:buFont typeface="Arial" panose="020B0604020202020204" pitchFamily="34" charset="0"/>
              <a:buChar char="•"/>
              <a:defRPr/>
            </a:pPr>
            <a:r>
              <a:rPr lang="en-US" sz="2000" dirty="0"/>
              <a:t>Docker Desktop/AWS platform</a:t>
            </a:r>
          </a:p>
          <a:p>
            <a:pPr eaLnBrk="1" fontAlgn="auto" hangingPunct="1">
              <a:defRPr/>
            </a:pPr>
            <a:endParaRPr lang="en-US" sz="2000" dirty="0"/>
          </a:p>
          <a:p>
            <a:pPr marL="285750" indent="-285750" eaLnBrk="1" fontAlgn="auto" hangingPunct="1">
              <a:buFont typeface="Arial" panose="020B0604020202020204" pitchFamily="34" charset="0"/>
              <a:buChar char="•"/>
              <a:defRPr/>
            </a:pPr>
            <a:r>
              <a:rPr lang="en-US" sz="2000" dirty="0"/>
              <a:t>Jenkins for CI/CD</a:t>
            </a:r>
          </a:p>
        </p:txBody>
      </p:sp>
      <p:pic>
        <p:nvPicPr>
          <p:cNvPr id="95237" name="Picture 3">
            <a:extLst>
              <a:ext uri="{FF2B5EF4-FFF2-40B4-BE49-F238E27FC236}">
                <a16:creationId xmlns:a16="http://schemas.microsoft.com/office/drawing/2014/main" id="{3CB63602-6587-FD84-7AB2-A2237F82DD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875" y="1573213"/>
            <a:ext cx="3109913" cy="311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8" name="Picture 2" descr="Jenkins DevOps Continuous integration Software development Installation, selenium, text, hand, logo png thumbnail">
            <a:extLst>
              <a:ext uri="{FF2B5EF4-FFF2-40B4-BE49-F238E27FC236}">
                <a16:creationId xmlns:a16="http://schemas.microsoft.com/office/drawing/2014/main" id="{04C11D6F-BC47-D7C4-4D13-BDB324E086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6763" y="3681413"/>
            <a:ext cx="2967037" cy="296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6258" name="Group 85">
            <a:extLst>
              <a:ext uri="{FF2B5EF4-FFF2-40B4-BE49-F238E27FC236}">
                <a16:creationId xmlns:a16="http://schemas.microsoft.com/office/drawing/2014/main" id="{2E7EEAB0-A99B-4760-AD5C-2EAF09A41EC1}"/>
              </a:ext>
              <a:ext uri="{C183D7F6-B498-43B3-948B-1728B52AA6E4}">
                <adec:decorative xmlns:adec="http://schemas.microsoft.com/office/drawing/2017/decorative" val="1"/>
              </a:ext>
            </a:extLst>
          </p:cNvPr>
          <p:cNvGrpSpPr>
            <a:grpSpLocks noGrp="1" noUngrp="1" noRot="1" noChangeAspect="1" noMove="1" noResize="1"/>
          </p:cNvGrpSpPr>
          <p:nvPr/>
        </p:nvGrpSpPr>
        <p:grpSpPr bwMode="auto">
          <a:xfrm>
            <a:off x="0" y="-7938"/>
            <a:ext cx="12192000" cy="6865938"/>
            <a:chOff x="0" y="-8467"/>
            <a:chExt cx="12192000" cy="6866467"/>
          </a:xfrm>
        </p:grpSpPr>
        <p:cxnSp>
          <p:nvCxnSpPr>
            <p:cNvPr id="67" name="Straight Connector 66" descr="&quot;&quot;">
              <a:extLst>
                <a:ext uri="{FF2B5EF4-FFF2-40B4-BE49-F238E27FC236}">
                  <a16:creationId xmlns:a16="http://schemas.microsoft.com/office/drawing/2014/main" id="{E899E1DA-E4DD-A354-B9E1-C1B5CB0B095F}"/>
                </a:ext>
              </a:extLst>
            </p:cNvPr>
            <p:cNvCxnSpPr/>
            <p:nvPr/>
          </p:nvCxnSpPr>
          <p:spPr>
            <a:xfrm>
              <a:off x="9371013" y="-528"/>
              <a:ext cx="1219200" cy="6858528"/>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8" name="Straight Connector 67" descr="&quot;&quot;">
              <a:extLst>
                <a:ext uri="{FF2B5EF4-FFF2-40B4-BE49-F238E27FC236}">
                  <a16:creationId xmlns:a16="http://schemas.microsoft.com/office/drawing/2014/main" id="{D866B984-C4C8-7A40-D3EB-522AC99DC272}"/>
                </a:ext>
              </a:extLst>
            </p:cNvPr>
            <p:cNvCxnSpPr/>
            <p:nvPr/>
          </p:nvCxnSpPr>
          <p:spPr>
            <a:xfrm flipH="1">
              <a:off x="7424738" y="3681168"/>
              <a:ext cx="4764087" cy="3176832"/>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7" name="Rectangle 23" descr="&quot;&quot;">
              <a:extLst>
                <a:ext uri="{FF2B5EF4-FFF2-40B4-BE49-F238E27FC236}">
                  <a16:creationId xmlns:a16="http://schemas.microsoft.com/office/drawing/2014/main" id="{F7CCB851-408A-A00D-986C-5052E21C9586}"/>
                </a:ext>
              </a:extLst>
            </p:cNvPr>
            <p:cNvSpPr/>
            <p:nvPr/>
          </p:nvSpPr>
          <p:spPr>
            <a:xfrm>
              <a:off x="9182100" y="-8467"/>
              <a:ext cx="3006725"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88" name="Rectangle 25" descr="&quot;&quot;">
              <a:extLst>
                <a:ext uri="{FF2B5EF4-FFF2-40B4-BE49-F238E27FC236}">
                  <a16:creationId xmlns:a16="http://schemas.microsoft.com/office/drawing/2014/main" id="{56120FB7-2E07-D823-2483-BC51F612D028}"/>
                </a:ext>
              </a:extLst>
            </p:cNvPr>
            <p:cNvSpPr/>
            <p:nvPr/>
          </p:nvSpPr>
          <p:spPr>
            <a:xfrm>
              <a:off x="9602788" y="-8467"/>
              <a:ext cx="2589212"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89" name="Isosceles Triangle 70" descr="&quot;&quot;">
              <a:extLst>
                <a:ext uri="{FF2B5EF4-FFF2-40B4-BE49-F238E27FC236}">
                  <a16:creationId xmlns:a16="http://schemas.microsoft.com/office/drawing/2014/main" id="{85BF8244-1A33-F2D9-BF97-350F6B9BFF75}"/>
                </a:ext>
              </a:extLst>
            </p:cNvPr>
            <p:cNvSpPr/>
            <p:nvPr/>
          </p:nvSpPr>
          <p:spPr>
            <a:xfrm>
              <a:off x="8932863" y="3047706"/>
              <a:ext cx="3259137" cy="381029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0" name="Rectangle 27" descr="&quot;&quot;">
              <a:extLst>
                <a:ext uri="{FF2B5EF4-FFF2-40B4-BE49-F238E27FC236}">
                  <a16:creationId xmlns:a16="http://schemas.microsoft.com/office/drawing/2014/main" id="{FC628CCE-6A37-4674-8347-9B2A1C891073}"/>
                </a:ext>
              </a:extLst>
            </p:cNvPr>
            <p:cNvSpPr/>
            <p:nvPr/>
          </p:nvSpPr>
          <p:spPr>
            <a:xfrm>
              <a:off x="9334500" y="-8467"/>
              <a:ext cx="2854325"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1" name="Rectangle 28" descr="&quot;&quot;">
              <a:extLst>
                <a:ext uri="{FF2B5EF4-FFF2-40B4-BE49-F238E27FC236}">
                  <a16:creationId xmlns:a16="http://schemas.microsoft.com/office/drawing/2014/main" id="{D3B17A6D-26F4-37E4-5C82-8B5343EF44C0}"/>
                </a:ext>
              </a:extLst>
            </p:cNvPr>
            <p:cNvSpPr/>
            <p:nvPr/>
          </p:nvSpPr>
          <p:spPr>
            <a:xfrm>
              <a:off x="10898188" y="-8467"/>
              <a:ext cx="1290637"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2" name="Rectangle 29" descr="&quot;&quot;">
              <a:extLst>
                <a:ext uri="{FF2B5EF4-FFF2-40B4-BE49-F238E27FC236}">
                  <a16:creationId xmlns:a16="http://schemas.microsoft.com/office/drawing/2014/main" id="{CC326FC4-9CBB-1D41-6A94-40B4CF24CE36}"/>
                </a:ext>
              </a:extLst>
            </p:cNvPr>
            <p:cNvSpPr/>
            <p:nvPr/>
          </p:nvSpPr>
          <p:spPr>
            <a:xfrm>
              <a:off x="10939463" y="-8467"/>
              <a:ext cx="1249362"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3" name="Isosceles Triangle 74" descr="&quot;&quot;">
              <a:extLst>
                <a:ext uri="{FF2B5EF4-FFF2-40B4-BE49-F238E27FC236}">
                  <a16:creationId xmlns:a16="http://schemas.microsoft.com/office/drawing/2014/main" id="{A7D6F236-1F33-BA74-DCAD-43FD01DECE76}"/>
                </a:ext>
              </a:extLst>
            </p:cNvPr>
            <p:cNvSpPr/>
            <p:nvPr/>
          </p:nvSpPr>
          <p:spPr>
            <a:xfrm>
              <a:off x="10371138" y="3589086"/>
              <a:ext cx="1817687" cy="3268914"/>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sp>
          <p:nvSpPr>
            <p:cNvPr id="94" name="Isosceles Triangle 75" descr="&quot;&quot;">
              <a:extLst>
                <a:ext uri="{FF2B5EF4-FFF2-40B4-BE49-F238E27FC236}">
                  <a16:creationId xmlns:a16="http://schemas.microsoft.com/office/drawing/2014/main" id="{93A865FE-F1D8-10E1-889B-1C3ED198B18F}"/>
                </a:ext>
              </a:extLst>
            </p:cNvPr>
            <p:cNvSpPr/>
            <p:nvPr/>
          </p:nvSpPr>
          <p:spPr>
            <a:xfrm>
              <a:off x="0" y="4012981"/>
              <a:ext cx="449263" cy="2845019"/>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eaLnBrk="1" fontAlgn="auto" hangingPunct="1">
                <a:spcBef>
                  <a:spcPts val="0"/>
                </a:spcBef>
                <a:spcAft>
                  <a:spcPts val="0"/>
                </a:spcAft>
                <a:buClr>
                  <a:srgbClr val="000000"/>
                </a:buClr>
                <a:buFont typeface="Arial"/>
                <a:buNone/>
                <a:defRPr/>
              </a:pPr>
              <a:endParaRPr lang="en-US" sz="1867" kern="0">
                <a:sym typeface="Arial"/>
              </a:endParaRPr>
            </a:p>
          </p:txBody>
        </p:sp>
      </p:grpSp>
      <p:sp>
        <p:nvSpPr>
          <p:cNvPr id="96259" name="Title 1">
            <a:extLst>
              <a:ext uri="{FF2B5EF4-FFF2-40B4-BE49-F238E27FC236}">
                <a16:creationId xmlns:a16="http://schemas.microsoft.com/office/drawing/2014/main" id="{96127A3A-FDF3-3674-4009-14A7DC8127BD}"/>
              </a:ext>
            </a:extLst>
          </p:cNvPr>
          <p:cNvSpPr>
            <a:spLocks noGrp="1" noChangeArrowheads="1"/>
          </p:cNvSpPr>
          <p:nvPr>
            <p:ph type="title"/>
          </p:nvPr>
        </p:nvSpPr>
        <p:spPr>
          <a:xfrm>
            <a:off x="4076700" y="609600"/>
            <a:ext cx="5197475" cy="1320800"/>
          </a:xfrm>
        </p:spPr>
        <p:txBody>
          <a:bodyPr lIns="91440" tIns="45720" rIns="91440" bIns="45720" anchor="ctr"/>
          <a:lstStyle/>
          <a:p>
            <a:pPr eaLnBrk="1" hangingPunct="1">
              <a:spcBef>
                <a:spcPct val="0"/>
              </a:spcBef>
              <a:spcAft>
                <a:spcPct val="0"/>
              </a:spcAft>
              <a:buClr>
                <a:srgbClr val="2C3C43"/>
              </a:buClr>
              <a:buFontTx/>
              <a:buNone/>
            </a:pPr>
            <a:r>
              <a:rPr lang="en-US" altLang="en-US" sz="2400">
                <a:solidFill>
                  <a:srgbClr val="92D050"/>
                </a:solidFill>
                <a:latin typeface="Arial" panose="020B0604020202020204" pitchFamily="34" charset="0"/>
                <a:cs typeface="Arial" panose="020B0604020202020204" pitchFamily="34" charset="0"/>
                <a:sym typeface="Arial" panose="020B0604020202020204" pitchFamily="34" charset="0"/>
              </a:rPr>
              <a:t>Certification/MOOC</a:t>
            </a:r>
          </a:p>
        </p:txBody>
      </p:sp>
      <p:sp>
        <p:nvSpPr>
          <p:cNvPr id="3" name="Text Placeholder 2">
            <a:extLst>
              <a:ext uri="{FF2B5EF4-FFF2-40B4-BE49-F238E27FC236}">
                <a16:creationId xmlns:a16="http://schemas.microsoft.com/office/drawing/2014/main" id="{556ED336-6A96-DDD8-F7D2-38A4C6A5B157}"/>
              </a:ext>
            </a:extLst>
          </p:cNvPr>
          <p:cNvSpPr>
            <a:spLocks noGrp="1"/>
          </p:cNvSpPr>
          <p:nvPr>
            <p:ph type="body" idx="2"/>
          </p:nvPr>
        </p:nvSpPr>
        <p:spPr>
          <a:xfrm>
            <a:off x="4076700" y="2176463"/>
            <a:ext cx="6413500" cy="2825750"/>
          </a:xfrm>
        </p:spPr>
        <p:txBody>
          <a:bodyPr lIns="91440" tIns="45720" rIns="91440" bIns="45720" rtlCol="0">
            <a:normAutofit fontScale="92500" lnSpcReduction="20000"/>
          </a:bodyPr>
          <a:lstStyle/>
          <a:p>
            <a:pPr eaLnBrk="1" fontAlgn="auto" hangingPunct="1">
              <a:defRPr/>
            </a:pPr>
            <a:r>
              <a:rPr lang="en-US" sz="2000" dirty="0"/>
              <a:t>Certification: AWS CERTIFIED DEVOPS ENGINEER – PROFESSIONAL</a:t>
            </a:r>
          </a:p>
          <a:p>
            <a:pPr eaLnBrk="1" fontAlgn="auto" hangingPunct="1">
              <a:defRPr/>
            </a:pPr>
            <a:endParaRPr lang="en-US" sz="2000" dirty="0"/>
          </a:p>
          <a:p>
            <a:pPr eaLnBrk="1" fontAlgn="auto" hangingPunct="1">
              <a:defRPr/>
            </a:pPr>
            <a:r>
              <a:rPr lang="en-US" sz="2000" dirty="0"/>
              <a:t>Platform: AMAZON WEB SERVICES</a:t>
            </a:r>
          </a:p>
          <a:p>
            <a:pPr eaLnBrk="1" fontAlgn="auto" hangingPunct="1">
              <a:defRPr/>
            </a:pPr>
            <a:endParaRPr lang="en-US" sz="2000" dirty="0"/>
          </a:p>
          <a:p>
            <a:pPr eaLnBrk="1" fontAlgn="auto" hangingPunct="1">
              <a:defRPr/>
            </a:pPr>
            <a:r>
              <a:rPr lang="en-US" sz="2000" dirty="0">
                <a:hlinkClick r:id="rId2"/>
              </a:rPr>
              <a:t>URL:https://aws.amazon.com/certification/certified-devops-engineer-professional/</a:t>
            </a:r>
            <a:endParaRPr lang="en-US" sz="2000" dirty="0"/>
          </a:p>
          <a:p>
            <a:pPr eaLnBrk="1" fontAlgn="auto" hangingPunct="1">
              <a:defRPr/>
            </a:pPr>
            <a:endParaRPr lang="en-US" sz="2000" dirty="0"/>
          </a:p>
          <a:p>
            <a:pPr eaLnBrk="1" fontAlgn="auto" hangingPunct="1">
              <a:defRPr/>
            </a:pPr>
            <a:r>
              <a:rPr lang="en-US" sz="2000" dirty="0"/>
              <a:t>Benefits: 1 AT (BYOD Practical)</a:t>
            </a:r>
          </a:p>
        </p:txBody>
      </p:sp>
      <p:pic>
        <p:nvPicPr>
          <p:cNvPr id="96261" name="Picture 2" descr="My Path to Learn the AWS Way of DevOps and to Pass the AWS Certified DevOps Engineer – Professional Certification Exam">
            <a:extLst>
              <a:ext uri="{FF2B5EF4-FFF2-40B4-BE49-F238E27FC236}">
                <a16:creationId xmlns:a16="http://schemas.microsoft.com/office/drawing/2014/main" id="{F0A6C7D1-FE5C-060D-F026-B9CD42DD3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13" y="1425575"/>
            <a:ext cx="3798887" cy="379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CA216-B2D6-0690-4FBE-5231F085C3DD}"/>
              </a:ext>
            </a:extLst>
          </p:cNvPr>
          <p:cNvSpPr>
            <a:spLocks noGrp="1"/>
          </p:cNvSpPr>
          <p:nvPr>
            <p:ph type="title"/>
          </p:nvPr>
        </p:nvSpPr>
        <p:spPr>
          <a:xfrm>
            <a:off x="468630" y="469232"/>
            <a:ext cx="11538885" cy="890336"/>
          </a:xfrm>
        </p:spPr>
        <p:txBody>
          <a:bodyPr/>
          <a:lstStyle/>
          <a:p>
            <a:r>
              <a:rPr lang="en-IN" sz="2200" b="0" dirty="0">
                <a:solidFill>
                  <a:schemeClr val="accent1">
                    <a:lumMod val="75000"/>
                  </a:schemeClr>
                </a:solidFill>
                <a:effectLst/>
                <a:latin typeface="Verdana,Bold"/>
              </a:rPr>
              <a:t>INT332:DEVOPS VIRTUALIZATION AND CONFIGURATION MANAGEMENT(CA Details)</a:t>
            </a:r>
            <a:endParaRPr lang="en-IN" sz="2200" b="0" dirty="0">
              <a:solidFill>
                <a:schemeClr val="accent1">
                  <a:lumMod val="75000"/>
                </a:schemeClr>
              </a:solidFill>
            </a:endParaRPr>
          </a:p>
        </p:txBody>
      </p:sp>
      <p:sp>
        <p:nvSpPr>
          <p:cNvPr id="3" name="Text Placeholder 2">
            <a:extLst>
              <a:ext uri="{FF2B5EF4-FFF2-40B4-BE49-F238E27FC236}">
                <a16:creationId xmlns:a16="http://schemas.microsoft.com/office/drawing/2014/main" id="{43B79F94-43F2-704D-2042-CDE9758EEFE1}"/>
              </a:ext>
            </a:extLst>
          </p:cNvPr>
          <p:cNvSpPr>
            <a:spLocks noGrp="1"/>
          </p:cNvSpPr>
          <p:nvPr>
            <p:ph type="body" idx="2"/>
          </p:nvPr>
        </p:nvSpPr>
        <p:spPr>
          <a:xfrm>
            <a:off x="468631" y="1254195"/>
            <a:ext cx="11047534" cy="4840828"/>
          </a:xfrm>
        </p:spPr>
        <p:txBody>
          <a:bodyPr/>
          <a:lstStyle/>
          <a:p>
            <a:endParaRPr lang="en-US" sz="2000" dirty="0"/>
          </a:p>
          <a:p>
            <a:r>
              <a:rPr lang="en-US" sz="2000" b="1" dirty="0"/>
              <a:t>CA category          A0202</a:t>
            </a:r>
          </a:p>
          <a:p>
            <a:endParaRPr lang="en-US" sz="2000" b="1" dirty="0"/>
          </a:p>
          <a:p>
            <a:r>
              <a:rPr lang="en-US" sz="2000" dirty="0"/>
              <a:t>Exam Category X6 (</a:t>
            </a:r>
            <a:r>
              <a:rPr lang="en-US" sz="2000" dirty="0" err="1"/>
              <a:t>Att</a:t>
            </a:r>
            <a:r>
              <a:rPr lang="en-US" sz="2000" dirty="0"/>
              <a:t> 5, CA 45, ETP 50 )</a:t>
            </a:r>
          </a:p>
          <a:p>
            <a:r>
              <a:rPr lang="en-US" sz="2000" dirty="0"/>
              <a:t>ETP viva, Written and execution (100)</a:t>
            </a:r>
            <a:endParaRPr lang="en-IN" sz="2000" dirty="0"/>
          </a:p>
        </p:txBody>
      </p:sp>
      <p:graphicFrame>
        <p:nvGraphicFramePr>
          <p:cNvPr id="4" name="Table 3">
            <a:extLst>
              <a:ext uri="{FF2B5EF4-FFF2-40B4-BE49-F238E27FC236}">
                <a16:creationId xmlns:a16="http://schemas.microsoft.com/office/drawing/2014/main" id="{E934ECB8-9E50-03A7-9054-0B05CF8ADBFF}"/>
              </a:ext>
            </a:extLst>
          </p:cNvPr>
          <p:cNvGraphicFramePr>
            <a:graphicFrameLocks noGrp="1"/>
          </p:cNvGraphicFramePr>
          <p:nvPr>
            <p:extLst>
              <p:ext uri="{D42A27DB-BD31-4B8C-83A1-F6EECF244321}">
                <p14:modId xmlns:p14="http://schemas.microsoft.com/office/powerpoint/2010/main" val="484346732"/>
              </p:ext>
            </p:extLst>
          </p:nvPr>
        </p:nvGraphicFramePr>
        <p:xfrm>
          <a:off x="505321" y="3284621"/>
          <a:ext cx="6292522" cy="2662910"/>
        </p:xfrm>
        <a:graphic>
          <a:graphicData uri="http://schemas.openxmlformats.org/drawingml/2006/table">
            <a:tbl>
              <a:tblPr firstRow="1" bandRow="1">
                <a:tableStyleId>{5C22544A-7EE6-4342-B048-85BDC9FD1C3A}</a:tableStyleId>
              </a:tblPr>
              <a:tblGrid>
                <a:gridCol w="1931621">
                  <a:extLst>
                    <a:ext uri="{9D8B030D-6E8A-4147-A177-3AD203B41FA5}">
                      <a16:colId xmlns:a16="http://schemas.microsoft.com/office/drawing/2014/main" val="946930431"/>
                    </a:ext>
                  </a:extLst>
                </a:gridCol>
                <a:gridCol w="2921298">
                  <a:extLst>
                    <a:ext uri="{9D8B030D-6E8A-4147-A177-3AD203B41FA5}">
                      <a16:colId xmlns:a16="http://schemas.microsoft.com/office/drawing/2014/main" val="2686945395"/>
                    </a:ext>
                  </a:extLst>
                </a:gridCol>
                <a:gridCol w="1439603">
                  <a:extLst>
                    <a:ext uri="{9D8B030D-6E8A-4147-A177-3AD203B41FA5}">
                      <a16:colId xmlns:a16="http://schemas.microsoft.com/office/drawing/2014/main" val="1464161896"/>
                    </a:ext>
                  </a:extLst>
                </a:gridCol>
              </a:tblGrid>
              <a:tr h="367298">
                <a:tc>
                  <a:txBody>
                    <a:bodyPr/>
                    <a:lstStyle/>
                    <a:p>
                      <a:r>
                        <a:rPr lang="en-US" dirty="0"/>
                        <a:t>Category</a:t>
                      </a:r>
                    </a:p>
                  </a:txBody>
                  <a:tcPr/>
                </a:tc>
                <a:tc>
                  <a:txBody>
                    <a:bodyPr/>
                    <a:lstStyle/>
                    <a:p>
                      <a:r>
                        <a:rPr lang="en-US" dirty="0"/>
                        <a:t>Marks</a:t>
                      </a:r>
                    </a:p>
                  </a:txBody>
                  <a:tcPr/>
                </a:tc>
                <a:tc>
                  <a:txBody>
                    <a:bodyPr/>
                    <a:lstStyle/>
                    <a:p>
                      <a:endParaRPr lang="en-US" dirty="0"/>
                    </a:p>
                  </a:txBody>
                  <a:tcPr/>
                </a:tc>
                <a:extLst>
                  <a:ext uri="{0D108BD9-81ED-4DB2-BD59-A6C34878D82A}">
                    <a16:rowId xmlns:a16="http://schemas.microsoft.com/office/drawing/2014/main" val="3009936922"/>
                  </a:ext>
                </a:extLst>
              </a:tr>
              <a:tr h="367298">
                <a:tc>
                  <a:txBody>
                    <a:bodyPr/>
                    <a:lstStyle/>
                    <a:p>
                      <a:r>
                        <a:rPr lang="en-US" dirty="0" err="1"/>
                        <a:t>Attendence</a:t>
                      </a:r>
                      <a:endParaRPr lang="en-US" dirty="0"/>
                    </a:p>
                  </a:txBody>
                  <a:tcPr/>
                </a:tc>
                <a:tc>
                  <a:txBody>
                    <a:bodyPr/>
                    <a:lstStyle/>
                    <a:p>
                      <a:r>
                        <a:rPr lang="en-US" dirty="0"/>
                        <a:t>5</a:t>
                      </a:r>
                    </a:p>
                  </a:txBody>
                  <a:tcPr/>
                </a:tc>
                <a:tc>
                  <a:txBody>
                    <a:bodyPr/>
                    <a:lstStyle/>
                    <a:p>
                      <a:endParaRPr lang="en-US"/>
                    </a:p>
                  </a:txBody>
                  <a:tcPr/>
                </a:tc>
                <a:extLst>
                  <a:ext uri="{0D108BD9-81ED-4DB2-BD59-A6C34878D82A}">
                    <a16:rowId xmlns:a16="http://schemas.microsoft.com/office/drawing/2014/main" val="622376151"/>
                  </a:ext>
                </a:extLst>
              </a:tr>
              <a:tr h="367298">
                <a:tc>
                  <a:txBody>
                    <a:bodyPr/>
                    <a:lstStyle/>
                    <a:p>
                      <a:r>
                        <a:rPr lang="en-US" dirty="0"/>
                        <a:t>CA</a:t>
                      </a:r>
                    </a:p>
                  </a:txBody>
                  <a:tcPr/>
                </a:tc>
                <a:tc>
                  <a:txBody>
                    <a:bodyPr/>
                    <a:lstStyle/>
                    <a:p>
                      <a:r>
                        <a:rPr lang="en-US" dirty="0"/>
                        <a:t>45</a:t>
                      </a:r>
                    </a:p>
                  </a:txBody>
                  <a:tcPr/>
                </a:tc>
                <a:tc>
                  <a:txBody>
                    <a:bodyPr/>
                    <a:lstStyle/>
                    <a:p>
                      <a:endParaRPr lang="en-US" dirty="0"/>
                    </a:p>
                  </a:txBody>
                  <a:tcPr/>
                </a:tc>
                <a:extLst>
                  <a:ext uri="{0D108BD9-81ED-4DB2-BD59-A6C34878D82A}">
                    <a16:rowId xmlns:a16="http://schemas.microsoft.com/office/drawing/2014/main" val="699828343"/>
                  </a:ext>
                </a:extLst>
              </a:tr>
              <a:tr h="367298">
                <a:tc>
                  <a:txBody>
                    <a:bodyPr/>
                    <a:lstStyle/>
                    <a:p>
                      <a:r>
                        <a:rPr lang="en-US" dirty="0"/>
                        <a:t>ETP</a:t>
                      </a:r>
                    </a:p>
                  </a:txBody>
                  <a:tcPr/>
                </a:tc>
                <a:tc>
                  <a:txBody>
                    <a:bodyPr/>
                    <a:lstStyle/>
                    <a:p>
                      <a:r>
                        <a:rPr lang="en-US" dirty="0"/>
                        <a:t>50</a:t>
                      </a:r>
                    </a:p>
                  </a:txBody>
                  <a:tcPr/>
                </a:tc>
                <a:tc>
                  <a:txBody>
                    <a:bodyPr/>
                    <a:lstStyle/>
                    <a:p>
                      <a:endParaRPr lang="en-US"/>
                    </a:p>
                  </a:txBody>
                  <a:tcPr/>
                </a:tc>
                <a:extLst>
                  <a:ext uri="{0D108BD9-81ED-4DB2-BD59-A6C34878D82A}">
                    <a16:rowId xmlns:a16="http://schemas.microsoft.com/office/drawing/2014/main" val="1246885391"/>
                  </a:ext>
                </a:extLst>
              </a:tr>
              <a:tr h="1193718">
                <a:tc>
                  <a:txBody>
                    <a:bodyPr/>
                    <a:lstStyle/>
                    <a:p>
                      <a:r>
                        <a:rPr lang="en-US" dirty="0"/>
                        <a:t>ETP(Details)</a:t>
                      </a:r>
                    </a:p>
                  </a:txBody>
                  <a:tcPr/>
                </a:tc>
                <a:tc>
                  <a:txBody>
                    <a:bodyPr/>
                    <a:lstStyle/>
                    <a:p>
                      <a:r>
                        <a:rPr lang="en-US" dirty="0"/>
                        <a:t>100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(viva=30,Written=20,Execution=50)</a:t>
                      </a:r>
                    </a:p>
                    <a:p>
                      <a:endParaRPr lang="en-US" dirty="0"/>
                    </a:p>
                  </a:txBody>
                  <a:tcPr/>
                </a:tc>
                <a:tc>
                  <a:txBody>
                    <a:bodyPr/>
                    <a:lstStyle/>
                    <a:p>
                      <a:endParaRPr lang="en-US" dirty="0"/>
                    </a:p>
                  </a:txBody>
                  <a:tcPr/>
                </a:tc>
                <a:extLst>
                  <a:ext uri="{0D108BD9-81ED-4DB2-BD59-A6C34878D82A}">
                    <a16:rowId xmlns:a16="http://schemas.microsoft.com/office/drawing/2014/main" val="2388433207"/>
                  </a:ext>
                </a:extLst>
              </a:tr>
            </a:tbl>
          </a:graphicData>
        </a:graphic>
      </p:graphicFrame>
    </p:spTree>
    <p:extLst>
      <p:ext uri="{BB962C8B-B14F-4D97-AF65-F5344CB8AC3E}">
        <p14:creationId xmlns:p14="http://schemas.microsoft.com/office/powerpoint/2010/main" val="1974713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CBD84-BB63-398A-F2D4-E80CC61C9A99}"/>
              </a:ext>
            </a:extLst>
          </p:cNvPr>
          <p:cNvSpPr>
            <a:spLocks noGrp="1"/>
          </p:cNvSpPr>
          <p:nvPr>
            <p:ph type="title"/>
          </p:nvPr>
        </p:nvSpPr>
        <p:spPr>
          <a:xfrm>
            <a:off x="677863" y="609600"/>
            <a:ext cx="8596312" cy="1026696"/>
          </a:xfrm>
        </p:spPr>
        <p:txBody>
          <a:bodyPr>
            <a:normAutofit/>
          </a:bodyPr>
          <a:lstStyle/>
          <a:p>
            <a:r>
              <a:rPr lang="en-IN" sz="2400" dirty="0">
                <a:effectLst/>
                <a:latin typeface="Verdana,Bold"/>
              </a:rPr>
              <a:t>INT332:DEVOPS VIRTUALIZATION AND CONFIGURATION MANAGEMENT(CA Details)</a:t>
            </a:r>
            <a:endParaRPr lang="en-US" sz="2400" dirty="0"/>
          </a:p>
        </p:txBody>
      </p:sp>
      <p:sp>
        <p:nvSpPr>
          <p:cNvPr id="3" name="Content Placeholder 2">
            <a:extLst>
              <a:ext uri="{FF2B5EF4-FFF2-40B4-BE49-F238E27FC236}">
                <a16:creationId xmlns:a16="http://schemas.microsoft.com/office/drawing/2014/main" id="{EF98457B-049B-4BBE-0C5C-4D6E8BE587DE}"/>
              </a:ext>
            </a:extLst>
          </p:cNvPr>
          <p:cNvSpPr>
            <a:spLocks noGrp="1"/>
          </p:cNvSpPr>
          <p:nvPr>
            <p:ph idx="1"/>
          </p:nvPr>
        </p:nvSpPr>
        <p:spPr>
          <a:xfrm>
            <a:off x="677862" y="1636296"/>
            <a:ext cx="10126495" cy="4405730"/>
          </a:xfrm>
        </p:spPr>
        <p:txBody>
          <a:bodyPr/>
          <a:lstStyle/>
          <a:p>
            <a:r>
              <a:rPr lang="en-US" dirty="0"/>
              <a:t>AT1-BYOD practical (Allocation </a:t>
            </a:r>
            <a:r>
              <a:rPr lang="en-US" i="1" dirty="0"/>
              <a:t>5</a:t>
            </a:r>
            <a:r>
              <a:rPr lang="en-US" i="1" baseline="30000" dirty="0"/>
              <a:t>th</a:t>
            </a:r>
            <a:r>
              <a:rPr lang="en-US" i="1" dirty="0"/>
              <a:t> week)</a:t>
            </a:r>
            <a:r>
              <a:rPr lang="en-US" dirty="0"/>
              <a:t>Compulsory </a:t>
            </a:r>
          </a:p>
          <a:p>
            <a:r>
              <a:rPr lang="en-US" dirty="0"/>
              <a:t>AT2- Project (Allocation </a:t>
            </a:r>
            <a:r>
              <a:rPr lang="en-US" i="1" dirty="0"/>
              <a:t>4</a:t>
            </a:r>
            <a:r>
              <a:rPr lang="en-US" i="1" baseline="30000" dirty="0"/>
              <a:t>th</a:t>
            </a:r>
            <a:r>
              <a:rPr lang="en-US" i="1" dirty="0"/>
              <a:t> week</a:t>
            </a:r>
            <a:r>
              <a:rPr lang="en-US" dirty="0"/>
              <a:t>) Compulsory</a:t>
            </a:r>
          </a:p>
          <a:p>
            <a:pPr marL="0" indent="0">
              <a:buNone/>
            </a:pPr>
            <a:r>
              <a:rPr lang="en-US" dirty="0">
                <a:solidFill>
                  <a:schemeClr val="accent5">
                    <a:lumMod val="75000"/>
                  </a:schemeClr>
                </a:solidFill>
              </a:rPr>
              <a:t>Phase-1-Synopsis submission(Details of outcome to be achieved in the project)</a:t>
            </a:r>
          </a:p>
          <a:p>
            <a:pPr marL="0" indent="0">
              <a:buNone/>
            </a:pPr>
            <a:r>
              <a:rPr lang="en-US" dirty="0">
                <a:solidFill>
                  <a:schemeClr val="accent5">
                    <a:lumMod val="75000"/>
                  </a:schemeClr>
                </a:solidFill>
              </a:rPr>
              <a:t>Phase-2-Final submission and evaluation of the project based on outcomes.</a:t>
            </a:r>
          </a:p>
          <a:p>
            <a:pPr marL="0" indent="0">
              <a:buNone/>
            </a:pPr>
            <a:endParaRPr lang="en-US" dirty="0"/>
          </a:p>
        </p:txBody>
      </p:sp>
    </p:spTree>
    <p:extLst>
      <p:ext uri="{BB962C8B-B14F-4D97-AF65-F5344CB8AC3E}">
        <p14:creationId xmlns:p14="http://schemas.microsoft.com/office/powerpoint/2010/main" val="2171267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D56F9-2C61-4566-A9A7-0151ED05B957}"/>
              </a:ext>
            </a:extLst>
          </p:cNvPr>
          <p:cNvSpPr>
            <a:spLocks noGrp="1"/>
          </p:cNvSpPr>
          <p:nvPr>
            <p:ph type="title"/>
          </p:nvPr>
        </p:nvSpPr>
        <p:spPr>
          <a:xfrm>
            <a:off x="1981200" y="320675"/>
            <a:ext cx="7239000" cy="593725"/>
          </a:xfrm>
        </p:spPr>
        <p:txBody>
          <a:bodyPr rtlCol="0">
            <a:normAutofit fontScale="90000"/>
          </a:bodyPr>
          <a:lstStyle/>
          <a:p>
            <a:pPr eaLnBrk="1" fontAlgn="auto" hangingPunct="1">
              <a:spcAft>
                <a:spcPts val="0"/>
              </a:spcAft>
              <a:defRPr/>
            </a:pPr>
            <a:r>
              <a:rPr lang="en-US" dirty="0"/>
              <a:t>Syllabus</a:t>
            </a:r>
          </a:p>
        </p:txBody>
      </p:sp>
      <p:sp>
        <p:nvSpPr>
          <p:cNvPr id="98307" name="Content Placeholder 4">
            <a:extLst>
              <a:ext uri="{FF2B5EF4-FFF2-40B4-BE49-F238E27FC236}">
                <a16:creationId xmlns:a16="http://schemas.microsoft.com/office/drawing/2014/main" id="{DFEF62CD-05D8-1662-2B29-19286A54A1B6}"/>
              </a:ext>
            </a:extLst>
          </p:cNvPr>
          <p:cNvSpPr>
            <a:spLocks noGrp="1"/>
          </p:cNvSpPr>
          <p:nvPr>
            <p:ph idx="1"/>
          </p:nvPr>
        </p:nvSpPr>
        <p:spPr/>
        <p:txBody>
          <a:bodyPr/>
          <a:lstStyle/>
          <a:p>
            <a:pPr eaLnBrk="1" hangingPunct="1"/>
            <a:endParaRPr lang="en-US" altLang="en-US" sz="1800"/>
          </a:p>
        </p:txBody>
      </p:sp>
      <p:pic>
        <p:nvPicPr>
          <p:cNvPr id="98308" name="Picture 4" descr="logo.png">
            <a:extLst>
              <a:ext uri="{FF2B5EF4-FFF2-40B4-BE49-F238E27FC236}">
                <a16:creationId xmlns:a16="http://schemas.microsoft.com/office/drawing/2014/main" id="{0A0863F2-2762-B178-D1DF-ED041A490A3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0"/>
            <a:ext cx="266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09" name="Picture 5">
            <a:extLst>
              <a:ext uri="{FF2B5EF4-FFF2-40B4-BE49-F238E27FC236}">
                <a16:creationId xmlns:a16="http://schemas.microsoft.com/office/drawing/2014/main" id="{4AB82CB4-527B-0AD3-43D4-ED5D73E4E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875" y="1027113"/>
            <a:ext cx="9086850" cy="565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2035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a:extLst>
              <a:ext uri="{FF2B5EF4-FFF2-40B4-BE49-F238E27FC236}">
                <a16:creationId xmlns:a16="http://schemas.microsoft.com/office/drawing/2014/main" id="{39C389C0-780A-D58D-DB6F-86AA9747D138}"/>
              </a:ext>
            </a:extLst>
          </p:cNvPr>
          <p:cNvSpPr>
            <a:spLocks noGrp="1"/>
          </p:cNvSpPr>
          <p:nvPr>
            <p:ph type="title"/>
          </p:nvPr>
        </p:nvSpPr>
        <p:spPr>
          <a:xfrm>
            <a:off x="974725" y="1708150"/>
            <a:ext cx="8597900" cy="2647282"/>
          </a:xfrm>
        </p:spPr>
        <p:txBody>
          <a:bodyPr/>
          <a:lstStyle/>
          <a:p>
            <a:pPr eaLnBrk="1" hangingPunct="1"/>
            <a:r>
              <a:rPr lang="en-US" altLang="en-US" dirty="0"/>
              <a:t>  </a:t>
            </a:r>
            <a:r>
              <a:rPr lang="en-US" altLang="en-US" dirty="0">
                <a:solidFill>
                  <a:schemeClr val="tx1"/>
                </a:solidFill>
              </a:rPr>
              <a:t>Why there is a </a:t>
            </a:r>
            <a:r>
              <a:rPr lang="en-US" altLang="en-US" b="1" dirty="0">
                <a:solidFill>
                  <a:schemeClr val="tx1"/>
                </a:solidFill>
              </a:rPr>
              <a:t>need to Learn Docker</a:t>
            </a:r>
            <a:br>
              <a:rPr lang="en-US" altLang="en-US" b="1" dirty="0">
                <a:solidFill>
                  <a:schemeClr val="tx1"/>
                </a:solidFill>
              </a:rPr>
            </a:br>
            <a:r>
              <a:rPr lang="en-US" altLang="en-US" b="1" dirty="0">
                <a:solidFill>
                  <a:schemeClr val="tx1"/>
                </a:solidFill>
              </a:rPr>
              <a:t>               (business need) </a:t>
            </a:r>
            <a:br>
              <a:rPr lang="en-US" altLang="en-US" b="1" dirty="0">
                <a:solidFill>
                  <a:schemeClr val="tx1"/>
                </a:solidFill>
              </a:rPr>
            </a:br>
            <a:r>
              <a:rPr lang="en-US" altLang="en-US" b="1" dirty="0">
                <a:solidFill>
                  <a:schemeClr val="tx1"/>
                </a:solidFill>
              </a:rPr>
              <a:t>             for the companies.</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1A25F-4A3D-8169-D922-ACC84AA96F7C}"/>
              </a:ext>
            </a:extLst>
          </p:cNvPr>
          <p:cNvSpPr>
            <a:spLocks noGrp="1"/>
          </p:cNvSpPr>
          <p:nvPr>
            <p:ph type="title"/>
          </p:nvPr>
        </p:nvSpPr>
        <p:spPr/>
        <p:txBody>
          <a:bodyPr/>
          <a:lstStyle/>
          <a:p>
            <a:r>
              <a:rPr lang="en-IN" dirty="0"/>
              <a:t>Docker Energizes </a:t>
            </a:r>
            <a:r>
              <a:rPr lang="en-IN" dirty="0" err="1"/>
              <a:t>SmartCart</a:t>
            </a:r>
            <a:endParaRPr lang="en-IN" dirty="0"/>
          </a:p>
        </p:txBody>
      </p:sp>
      <p:sp>
        <p:nvSpPr>
          <p:cNvPr id="3" name="Text Placeholder 2">
            <a:extLst>
              <a:ext uri="{FF2B5EF4-FFF2-40B4-BE49-F238E27FC236}">
                <a16:creationId xmlns:a16="http://schemas.microsoft.com/office/drawing/2014/main" id="{E9A755ED-69B7-9A3B-C420-C3D7FA831FF0}"/>
              </a:ext>
            </a:extLst>
          </p:cNvPr>
          <p:cNvSpPr>
            <a:spLocks noGrp="1"/>
          </p:cNvSpPr>
          <p:nvPr>
            <p:ph type="body" idx="2"/>
          </p:nvPr>
        </p:nvSpPr>
        <p:spPr>
          <a:xfrm>
            <a:off x="4038236" y="2315702"/>
            <a:ext cx="6437608" cy="1232568"/>
          </a:xfrm>
        </p:spPr>
        <p:txBody>
          <a:bodyPr>
            <a:normAutofit fontScale="92500" lnSpcReduction="10000"/>
          </a:bodyPr>
          <a:lstStyle/>
          <a:p>
            <a:pPr marL="285750" indent="-285750" algn="just">
              <a:buClr>
                <a:srgbClr val="56687C"/>
              </a:buClr>
              <a:buFont typeface="Arial" panose="020B0604020202020204" pitchFamily="34" charset="0"/>
              <a:buChar char="•"/>
            </a:pPr>
            <a:r>
              <a:rPr lang="en-US" sz="1400" dirty="0" err="1">
                <a:solidFill>
                  <a:srgbClr val="56687C"/>
                </a:solidFill>
                <a:latin typeface="+mn-lt"/>
              </a:rPr>
              <a:t>SmartCart</a:t>
            </a:r>
            <a:r>
              <a:rPr lang="en-US" sz="1400" dirty="0">
                <a:solidFill>
                  <a:srgbClr val="56687C"/>
                </a:solidFill>
                <a:latin typeface="+mn-lt"/>
              </a:rPr>
              <a:t> is a digital grocery startup founded 2 years ago that has quickly grown to over 5 million users of its app.</a:t>
            </a:r>
          </a:p>
          <a:p>
            <a:pPr marL="285750" indent="-285750" algn="just">
              <a:buClr>
                <a:srgbClr val="56687C"/>
              </a:buClr>
              <a:buFont typeface="Arial" panose="020B0604020202020204" pitchFamily="34" charset="0"/>
              <a:buChar char="•"/>
            </a:pPr>
            <a:endParaRPr lang="en-US" sz="1400" dirty="0">
              <a:solidFill>
                <a:srgbClr val="56687C"/>
              </a:solidFill>
              <a:latin typeface="+mn-lt"/>
            </a:endParaRPr>
          </a:p>
          <a:p>
            <a:pPr marL="285750" indent="-285750" algn="just">
              <a:buClr>
                <a:srgbClr val="56687C"/>
              </a:buClr>
              <a:buFont typeface="Arial" panose="020B0604020202020204" pitchFamily="34" charset="0"/>
              <a:buChar char="•"/>
            </a:pPr>
            <a:endParaRPr lang="en-US" sz="1400" dirty="0">
              <a:solidFill>
                <a:srgbClr val="56687C"/>
              </a:solidFill>
              <a:latin typeface="+mn-lt"/>
            </a:endParaRPr>
          </a:p>
          <a:p>
            <a:pPr marL="285750" indent="-285750" algn="just">
              <a:buClr>
                <a:srgbClr val="56687C"/>
              </a:buClr>
              <a:buFont typeface="Arial" panose="020B0604020202020204" pitchFamily="34" charset="0"/>
              <a:buChar char="•"/>
            </a:pPr>
            <a:r>
              <a:rPr lang="en-US" sz="1400" dirty="0">
                <a:solidFill>
                  <a:srgbClr val="56687C"/>
                </a:solidFill>
                <a:latin typeface="+mn-lt"/>
              </a:rPr>
              <a:t>Sara is the young CTO of that growing startup.</a:t>
            </a:r>
          </a:p>
        </p:txBody>
      </p:sp>
      <p:sp>
        <p:nvSpPr>
          <p:cNvPr id="5" name="TextBox 4">
            <a:extLst>
              <a:ext uri="{FF2B5EF4-FFF2-40B4-BE49-F238E27FC236}">
                <a16:creationId xmlns:a16="http://schemas.microsoft.com/office/drawing/2014/main" id="{43418D65-FB32-F4A2-AAD6-B0979D94653B}"/>
              </a:ext>
            </a:extLst>
          </p:cNvPr>
          <p:cNvSpPr txBox="1"/>
          <p:nvPr/>
        </p:nvSpPr>
        <p:spPr>
          <a:xfrm>
            <a:off x="311340" y="1102100"/>
            <a:ext cx="2526751" cy="523220"/>
          </a:xfrm>
          <a:prstGeom prst="rect">
            <a:avLst/>
          </a:prstGeom>
          <a:noFill/>
        </p:spPr>
        <p:txBody>
          <a:bodyPr wrap="square">
            <a:spAutoFit/>
          </a:bodyPr>
          <a:lstStyle/>
          <a:p>
            <a:pPr algn="ctr"/>
            <a:r>
              <a:rPr lang="en-IN" sz="1400" kern="1200" dirty="0">
                <a:solidFill>
                  <a:srgbClr val="44546A"/>
                </a:solidFill>
                <a:ea typeface="+mn-ea"/>
                <a:cs typeface="+mn-cs"/>
              </a:rPr>
              <a:t>Sara Walter</a:t>
            </a:r>
          </a:p>
          <a:p>
            <a:pPr algn="ctr"/>
            <a:r>
              <a:rPr lang="en-IN" sz="1400" kern="1200" dirty="0">
                <a:solidFill>
                  <a:srgbClr val="44546A"/>
                </a:solidFill>
                <a:ea typeface="+mn-ea"/>
                <a:cs typeface="+mn-cs"/>
              </a:rPr>
              <a:t>(CTO </a:t>
            </a:r>
            <a:r>
              <a:rPr lang="en-IN" sz="1400" kern="1200" dirty="0" err="1">
                <a:solidFill>
                  <a:srgbClr val="44546A"/>
                </a:solidFill>
                <a:ea typeface="+mn-ea"/>
                <a:cs typeface="+mn-cs"/>
              </a:rPr>
              <a:t>SmartCart</a:t>
            </a:r>
            <a:r>
              <a:rPr lang="en-IN" sz="1400" kern="1200" dirty="0">
                <a:solidFill>
                  <a:srgbClr val="44546A"/>
                </a:solidFill>
                <a:ea typeface="+mn-ea"/>
                <a:cs typeface="+mn-cs"/>
              </a:rPr>
              <a:t>)</a:t>
            </a:r>
          </a:p>
        </p:txBody>
      </p:sp>
      <p:sp>
        <p:nvSpPr>
          <p:cNvPr id="4" name="Text Placeholder 2">
            <a:extLst>
              <a:ext uri="{FF2B5EF4-FFF2-40B4-BE49-F238E27FC236}">
                <a16:creationId xmlns:a16="http://schemas.microsoft.com/office/drawing/2014/main" id="{EF59A360-92E5-A356-FCB7-462D23AA2937}"/>
              </a:ext>
            </a:extLst>
          </p:cNvPr>
          <p:cNvSpPr txBox="1">
            <a:spLocks/>
          </p:cNvSpPr>
          <p:nvPr/>
        </p:nvSpPr>
        <p:spPr>
          <a:xfrm>
            <a:off x="4038236" y="1608364"/>
            <a:ext cx="6437608" cy="523220"/>
          </a:xfrm>
          <a:prstGeom prst="rect">
            <a:avLst/>
          </a:prstGeom>
          <a:noFill/>
          <a:ln>
            <a:noFill/>
          </a:ln>
        </p:spPr>
        <p:txBody>
          <a:bodyPr spcFirstLastPara="1" wrap="square" lIns="0" tIns="0" rIns="0" bIns="0" anchor="t" anchorCtr="0"/>
          <a:lstStyle>
            <a:defPPr marR="0" lvl="0" algn="l" rtl="0">
              <a:lnSpc>
                <a:spcPct val="100000"/>
              </a:lnSpc>
              <a:spcBef>
                <a:spcPts val="0"/>
              </a:spcBef>
              <a:spcAft>
                <a:spcPts val="0"/>
              </a:spcAft>
            </a:defPPr>
            <a:lvl1pPr marL="0" marR="0" lvl="0" indent="0" algn="l" rtl="0" eaLnBrk="1" hangingPunct="1">
              <a:lnSpc>
                <a:spcPct val="100000"/>
              </a:lnSpc>
              <a:spcBef>
                <a:spcPts val="0"/>
              </a:spcBef>
              <a:spcAft>
                <a:spcPts val="60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344488" marR="0" lvl="1" indent="-342900" algn="l" rtl="0" eaLnBrk="1" hangingPunct="1">
              <a:lnSpc>
                <a:spcPct val="100000"/>
              </a:lnSpc>
              <a:spcBef>
                <a:spcPts val="0"/>
              </a:spcBef>
              <a:spcAft>
                <a:spcPts val="60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666750" marR="0" lvl="2" indent="-330200" algn="l" rtl="0" eaLnBrk="1" hangingPunct="1">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dk1"/>
                </a:solidFill>
                <a:latin typeface="Arial"/>
                <a:ea typeface="Arial"/>
                <a:cs typeface="Arial"/>
                <a:sym typeface="Arial"/>
              </a:defRPr>
            </a:lvl3pPr>
            <a:lvl4pPr marL="968375" marR="0" lvl="3" indent="-323850" algn="l" rtl="0" eaLnBrk="1" hangingPunct="1">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dk1"/>
                </a:solidFill>
                <a:latin typeface="Arial"/>
                <a:ea typeface="Arial"/>
                <a:cs typeface="Arial"/>
                <a:sym typeface="Arial"/>
              </a:defRPr>
            </a:lvl4pPr>
            <a:lvl5pPr marL="2286000" marR="0" lvl="4" indent="-298450" algn="l" rtl="0" eaLnBrk="1" hangingPunct="1">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eaLnBrk="1" hangingPunct="1">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lgn="just">
              <a:buClr>
                <a:srgbClr val="56687C"/>
              </a:buClr>
            </a:pPr>
            <a:r>
              <a:rPr lang="en-US" b="1" dirty="0">
                <a:solidFill>
                  <a:srgbClr val="56687C"/>
                </a:solidFill>
                <a:latin typeface="+mn-lt"/>
              </a:rPr>
              <a:t>Company Background:</a:t>
            </a:r>
          </a:p>
        </p:txBody>
      </p:sp>
      <p:pic>
        <p:nvPicPr>
          <p:cNvPr id="6" name="Picture 5">
            <a:extLst>
              <a:ext uri="{FF2B5EF4-FFF2-40B4-BE49-F238E27FC236}">
                <a16:creationId xmlns:a16="http://schemas.microsoft.com/office/drawing/2014/main" id="{182AAAD1-B1DD-F9A1-8913-4908B8E2E200}"/>
              </a:ext>
            </a:extLst>
          </p:cNvPr>
          <p:cNvPicPr>
            <a:picLocks noChangeAspect="1"/>
          </p:cNvPicPr>
          <p:nvPr/>
        </p:nvPicPr>
        <p:blipFill>
          <a:blip r:embed="rId3"/>
          <a:stretch>
            <a:fillRect/>
          </a:stretch>
        </p:blipFill>
        <p:spPr>
          <a:xfrm>
            <a:off x="311340" y="1745673"/>
            <a:ext cx="2113629" cy="4461487"/>
          </a:xfrm>
          <a:prstGeom prst="rect">
            <a:avLst/>
          </a:prstGeom>
        </p:spPr>
      </p:pic>
      <p:pic>
        <p:nvPicPr>
          <p:cNvPr id="10" name="Picture 9">
            <a:extLst>
              <a:ext uri="{FF2B5EF4-FFF2-40B4-BE49-F238E27FC236}">
                <a16:creationId xmlns:a16="http://schemas.microsoft.com/office/drawing/2014/main" id="{C327A960-4CBF-3474-3351-AF33138F47E6}"/>
              </a:ext>
            </a:extLst>
          </p:cNvPr>
          <p:cNvPicPr>
            <a:picLocks noChangeAspect="1"/>
          </p:cNvPicPr>
          <p:nvPr/>
        </p:nvPicPr>
        <p:blipFill>
          <a:blip r:embed="rId4"/>
          <a:stretch>
            <a:fillRect/>
          </a:stretch>
        </p:blipFill>
        <p:spPr>
          <a:xfrm>
            <a:off x="7791139" y="2710646"/>
            <a:ext cx="4286250" cy="4286250"/>
          </a:xfrm>
          <a:prstGeom prst="rect">
            <a:avLst/>
          </a:prstGeom>
        </p:spPr>
      </p:pic>
    </p:spTree>
    <p:extLst>
      <p:ext uri="{BB962C8B-B14F-4D97-AF65-F5344CB8AC3E}">
        <p14:creationId xmlns:p14="http://schemas.microsoft.com/office/powerpoint/2010/main" val="5889852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1A25F-4A3D-8169-D922-ACC84AA96F7C}"/>
              </a:ext>
            </a:extLst>
          </p:cNvPr>
          <p:cNvSpPr>
            <a:spLocks noGrp="1"/>
          </p:cNvSpPr>
          <p:nvPr>
            <p:ph type="title"/>
          </p:nvPr>
        </p:nvSpPr>
        <p:spPr/>
        <p:txBody>
          <a:bodyPr/>
          <a:lstStyle/>
          <a:p>
            <a:r>
              <a:rPr lang="en-IN" dirty="0"/>
              <a:t>Docker Energizes </a:t>
            </a:r>
            <a:r>
              <a:rPr lang="en-IN" dirty="0" err="1"/>
              <a:t>SmartCart</a:t>
            </a:r>
            <a:endParaRPr lang="en-IN" dirty="0"/>
          </a:p>
        </p:txBody>
      </p:sp>
      <p:sp>
        <p:nvSpPr>
          <p:cNvPr id="3" name="Text Placeholder 2">
            <a:extLst>
              <a:ext uri="{FF2B5EF4-FFF2-40B4-BE49-F238E27FC236}">
                <a16:creationId xmlns:a16="http://schemas.microsoft.com/office/drawing/2014/main" id="{E9A755ED-69B7-9A3B-C420-C3D7FA831FF0}"/>
              </a:ext>
            </a:extLst>
          </p:cNvPr>
          <p:cNvSpPr>
            <a:spLocks noGrp="1"/>
          </p:cNvSpPr>
          <p:nvPr>
            <p:ph type="body" idx="2"/>
          </p:nvPr>
        </p:nvSpPr>
        <p:spPr>
          <a:xfrm>
            <a:off x="4227423" y="2614531"/>
            <a:ext cx="6437608" cy="2635105"/>
          </a:xfrm>
        </p:spPr>
        <p:txBody>
          <a:bodyPr>
            <a:normAutofit fontScale="92500"/>
          </a:bodyPr>
          <a:lstStyle/>
          <a:p>
            <a:pPr marL="285750" indent="-285750" algn="just">
              <a:lnSpc>
                <a:spcPct val="150000"/>
              </a:lnSpc>
              <a:buClr>
                <a:srgbClr val="56687C"/>
              </a:buClr>
              <a:buFont typeface="Arial" panose="020B0604020202020204" pitchFamily="34" charset="0"/>
              <a:buChar char="•"/>
            </a:pPr>
            <a:r>
              <a:rPr lang="en-US" sz="1600" b="1" dirty="0">
                <a:solidFill>
                  <a:schemeClr val="tx1"/>
                </a:solidFill>
                <a:latin typeface="+mn-lt"/>
              </a:rPr>
              <a:t>As more customers use </a:t>
            </a:r>
            <a:r>
              <a:rPr lang="en-US" sz="1600" b="1" dirty="0" err="1">
                <a:solidFill>
                  <a:schemeClr val="tx1"/>
                </a:solidFill>
                <a:latin typeface="+mn-lt"/>
              </a:rPr>
              <a:t>SmartCart</a:t>
            </a:r>
            <a:r>
              <a:rPr lang="en-US" sz="1600" b="1" dirty="0">
                <a:solidFill>
                  <a:schemeClr val="tx1"/>
                </a:solidFill>
                <a:latin typeface="+mn-lt"/>
              </a:rPr>
              <a:t>, the app struggles with scaling</a:t>
            </a:r>
          </a:p>
          <a:p>
            <a:pPr marL="285750" indent="-285750" algn="just">
              <a:lnSpc>
                <a:spcPct val="150000"/>
              </a:lnSpc>
              <a:buClr>
                <a:srgbClr val="56687C"/>
              </a:buClr>
              <a:buFont typeface="Arial" panose="020B0604020202020204" pitchFamily="34" charset="0"/>
              <a:buChar char="•"/>
            </a:pPr>
            <a:r>
              <a:rPr lang="en-US" sz="1600" b="1" dirty="0">
                <a:solidFill>
                  <a:schemeClr val="tx1"/>
                </a:solidFill>
                <a:latin typeface="+mn-lt"/>
              </a:rPr>
              <a:t>The dev team spends significant time setting up environments for new features</a:t>
            </a:r>
          </a:p>
          <a:p>
            <a:pPr marL="285750" indent="-285750" algn="just">
              <a:lnSpc>
                <a:spcPct val="150000"/>
              </a:lnSpc>
              <a:buClr>
                <a:srgbClr val="56687C"/>
              </a:buClr>
              <a:buFont typeface="Arial" panose="020B0604020202020204" pitchFamily="34" charset="0"/>
              <a:buChar char="•"/>
            </a:pPr>
            <a:r>
              <a:rPr lang="en-US" sz="1600" b="1" dirty="0">
                <a:solidFill>
                  <a:schemeClr val="tx1"/>
                </a:solidFill>
                <a:latin typeface="+mn-lt"/>
              </a:rPr>
              <a:t>Pushing new builds to production causes downtime and delays</a:t>
            </a:r>
          </a:p>
          <a:p>
            <a:pPr marL="285750" indent="-285750" algn="just">
              <a:lnSpc>
                <a:spcPct val="150000"/>
              </a:lnSpc>
              <a:buClr>
                <a:srgbClr val="56687C"/>
              </a:buClr>
              <a:buFont typeface="Arial" panose="020B0604020202020204" pitchFamily="34" charset="0"/>
              <a:buChar char="•"/>
            </a:pPr>
            <a:r>
              <a:rPr lang="en-US" sz="1600" b="1" dirty="0">
                <a:solidFill>
                  <a:schemeClr val="tx1"/>
                </a:solidFill>
                <a:latin typeface="+mn-lt"/>
              </a:rPr>
              <a:t>Hard to replicate bugs locally that only occur in production</a:t>
            </a:r>
          </a:p>
          <a:p>
            <a:pPr marL="285750" indent="-285750" algn="just">
              <a:lnSpc>
                <a:spcPct val="150000"/>
              </a:lnSpc>
              <a:buClr>
                <a:srgbClr val="56687C"/>
              </a:buClr>
              <a:buFont typeface="Arial" panose="020B0604020202020204" pitchFamily="34" charset="0"/>
              <a:buChar char="•"/>
            </a:pPr>
            <a:r>
              <a:rPr lang="en-US" sz="1600" b="1" dirty="0">
                <a:solidFill>
                  <a:schemeClr val="tx1"/>
                </a:solidFill>
                <a:latin typeface="+mn-lt"/>
              </a:rPr>
              <a:t>Infrastructure costs are high due to fragmented systems</a:t>
            </a:r>
          </a:p>
        </p:txBody>
      </p:sp>
      <p:sp>
        <p:nvSpPr>
          <p:cNvPr id="5" name="TextBox 4">
            <a:extLst>
              <a:ext uri="{FF2B5EF4-FFF2-40B4-BE49-F238E27FC236}">
                <a16:creationId xmlns:a16="http://schemas.microsoft.com/office/drawing/2014/main" id="{43418D65-FB32-F4A2-AAD6-B0979D94653B}"/>
              </a:ext>
            </a:extLst>
          </p:cNvPr>
          <p:cNvSpPr txBox="1"/>
          <p:nvPr/>
        </p:nvSpPr>
        <p:spPr>
          <a:xfrm>
            <a:off x="212814" y="1125417"/>
            <a:ext cx="2526751" cy="523220"/>
          </a:xfrm>
          <a:prstGeom prst="rect">
            <a:avLst/>
          </a:prstGeom>
          <a:noFill/>
        </p:spPr>
        <p:txBody>
          <a:bodyPr wrap="square">
            <a:spAutoFit/>
          </a:bodyPr>
          <a:lstStyle/>
          <a:p>
            <a:pPr algn="ctr"/>
            <a:r>
              <a:rPr lang="en-IN" sz="1400" kern="1200" dirty="0">
                <a:solidFill>
                  <a:srgbClr val="44546A"/>
                </a:solidFill>
                <a:ea typeface="+mn-ea"/>
                <a:cs typeface="+mn-cs"/>
              </a:rPr>
              <a:t>Sara Walter</a:t>
            </a:r>
          </a:p>
          <a:p>
            <a:pPr algn="ctr"/>
            <a:r>
              <a:rPr lang="en-IN" sz="1400" kern="1200" dirty="0">
                <a:solidFill>
                  <a:srgbClr val="44546A"/>
                </a:solidFill>
                <a:ea typeface="+mn-ea"/>
                <a:cs typeface="+mn-cs"/>
              </a:rPr>
              <a:t>(CTO </a:t>
            </a:r>
            <a:r>
              <a:rPr lang="en-IN" sz="1400" kern="1200" dirty="0" err="1">
                <a:solidFill>
                  <a:srgbClr val="44546A"/>
                </a:solidFill>
                <a:ea typeface="+mn-ea"/>
                <a:cs typeface="+mn-cs"/>
              </a:rPr>
              <a:t>SmartCart</a:t>
            </a:r>
            <a:r>
              <a:rPr lang="en-IN" sz="1400" kern="1200" dirty="0">
                <a:solidFill>
                  <a:srgbClr val="44546A"/>
                </a:solidFill>
                <a:ea typeface="+mn-ea"/>
                <a:cs typeface="+mn-cs"/>
              </a:rPr>
              <a:t>)</a:t>
            </a:r>
          </a:p>
        </p:txBody>
      </p:sp>
      <p:sp>
        <p:nvSpPr>
          <p:cNvPr id="4" name="Text Placeholder 2">
            <a:extLst>
              <a:ext uri="{FF2B5EF4-FFF2-40B4-BE49-F238E27FC236}">
                <a16:creationId xmlns:a16="http://schemas.microsoft.com/office/drawing/2014/main" id="{EF59A360-92E5-A356-FCB7-462D23AA2937}"/>
              </a:ext>
            </a:extLst>
          </p:cNvPr>
          <p:cNvSpPr txBox="1">
            <a:spLocks/>
          </p:cNvSpPr>
          <p:nvPr/>
        </p:nvSpPr>
        <p:spPr>
          <a:xfrm>
            <a:off x="4038236" y="1323474"/>
            <a:ext cx="6437608" cy="523220"/>
          </a:xfrm>
          <a:prstGeom prst="rect">
            <a:avLst/>
          </a:prstGeom>
          <a:noFill/>
          <a:ln>
            <a:noFill/>
          </a:ln>
        </p:spPr>
        <p:txBody>
          <a:bodyPr spcFirstLastPara="1" wrap="square" lIns="0" tIns="0" rIns="0" bIns="0" anchor="t" anchorCtr="0"/>
          <a:lstStyle>
            <a:defPPr marR="0" lvl="0" algn="l" rtl="0">
              <a:lnSpc>
                <a:spcPct val="100000"/>
              </a:lnSpc>
              <a:spcBef>
                <a:spcPts val="0"/>
              </a:spcBef>
              <a:spcAft>
                <a:spcPts val="0"/>
              </a:spcAft>
            </a:defPPr>
            <a:lvl1pPr marL="0" marR="0" lvl="0" indent="0" algn="l" rtl="0" eaLnBrk="1" hangingPunct="1">
              <a:lnSpc>
                <a:spcPct val="100000"/>
              </a:lnSpc>
              <a:spcBef>
                <a:spcPts val="0"/>
              </a:spcBef>
              <a:spcAft>
                <a:spcPts val="60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344488" marR="0" lvl="1" indent="-342900" algn="l" rtl="0" eaLnBrk="1" hangingPunct="1">
              <a:lnSpc>
                <a:spcPct val="100000"/>
              </a:lnSpc>
              <a:spcBef>
                <a:spcPts val="0"/>
              </a:spcBef>
              <a:spcAft>
                <a:spcPts val="60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666750" marR="0" lvl="2" indent="-330200" algn="l" rtl="0" eaLnBrk="1" hangingPunct="1">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dk1"/>
                </a:solidFill>
                <a:latin typeface="Arial"/>
                <a:ea typeface="Arial"/>
                <a:cs typeface="Arial"/>
                <a:sym typeface="Arial"/>
              </a:defRPr>
            </a:lvl3pPr>
            <a:lvl4pPr marL="968375" marR="0" lvl="3" indent="-323850" algn="l" rtl="0" eaLnBrk="1" hangingPunct="1">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dk1"/>
                </a:solidFill>
                <a:latin typeface="Arial"/>
                <a:ea typeface="Arial"/>
                <a:cs typeface="Arial"/>
                <a:sym typeface="Arial"/>
              </a:defRPr>
            </a:lvl4pPr>
            <a:lvl5pPr marL="2286000" marR="0" lvl="4" indent="-298450" algn="l" rtl="0" eaLnBrk="1" hangingPunct="1">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eaLnBrk="1" hangingPunct="1">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lgn="just">
              <a:buClr>
                <a:srgbClr val="56687C"/>
              </a:buClr>
            </a:pPr>
            <a:r>
              <a:rPr lang="en-US" b="1" dirty="0">
                <a:solidFill>
                  <a:srgbClr val="56687C"/>
                </a:solidFill>
                <a:latin typeface="+mn-lt"/>
              </a:rPr>
              <a:t>Current Situation and Challenges</a:t>
            </a:r>
          </a:p>
        </p:txBody>
      </p:sp>
      <p:pic>
        <p:nvPicPr>
          <p:cNvPr id="7" name="Picture 6">
            <a:extLst>
              <a:ext uri="{FF2B5EF4-FFF2-40B4-BE49-F238E27FC236}">
                <a16:creationId xmlns:a16="http://schemas.microsoft.com/office/drawing/2014/main" id="{04AFBECC-E285-B632-29DF-586BFC7B8687}"/>
              </a:ext>
            </a:extLst>
          </p:cNvPr>
          <p:cNvPicPr>
            <a:picLocks noChangeAspect="1"/>
          </p:cNvPicPr>
          <p:nvPr/>
        </p:nvPicPr>
        <p:blipFill>
          <a:blip r:embed="rId3"/>
          <a:stretch>
            <a:fillRect/>
          </a:stretch>
        </p:blipFill>
        <p:spPr>
          <a:xfrm>
            <a:off x="599817" y="1778341"/>
            <a:ext cx="1671999" cy="4580819"/>
          </a:xfrm>
          <a:prstGeom prst="rect">
            <a:avLst/>
          </a:prstGeom>
        </p:spPr>
      </p:pic>
      <p:sp>
        <p:nvSpPr>
          <p:cNvPr id="8" name="Text Placeholder 2">
            <a:extLst>
              <a:ext uri="{FF2B5EF4-FFF2-40B4-BE49-F238E27FC236}">
                <a16:creationId xmlns:a16="http://schemas.microsoft.com/office/drawing/2014/main" id="{18B4CD66-47B1-2717-49B2-9B9238994338}"/>
              </a:ext>
            </a:extLst>
          </p:cNvPr>
          <p:cNvSpPr txBox="1">
            <a:spLocks/>
          </p:cNvSpPr>
          <p:nvPr/>
        </p:nvSpPr>
        <p:spPr>
          <a:xfrm>
            <a:off x="4038236" y="1995814"/>
            <a:ext cx="6437608" cy="618717"/>
          </a:xfrm>
          <a:prstGeom prst="rect">
            <a:avLst/>
          </a:prstGeom>
          <a:noFill/>
          <a:ln>
            <a:noFill/>
          </a:ln>
        </p:spPr>
        <p:txBody>
          <a:bodyPr spcFirstLastPara="1" wrap="square" lIns="0" tIns="0" rIns="0" bIns="0" anchor="t" anchorCtr="0"/>
          <a:lstStyle>
            <a:defPPr marR="0" lvl="0" algn="l" rtl="0">
              <a:lnSpc>
                <a:spcPct val="100000"/>
              </a:lnSpc>
              <a:spcBef>
                <a:spcPts val="0"/>
              </a:spcBef>
              <a:spcAft>
                <a:spcPts val="0"/>
              </a:spcAft>
            </a:defPPr>
            <a:lvl1pPr marL="0" marR="0" lvl="0" indent="0" algn="l" rtl="0" eaLnBrk="1" hangingPunct="1">
              <a:lnSpc>
                <a:spcPct val="100000"/>
              </a:lnSpc>
              <a:spcBef>
                <a:spcPts val="0"/>
              </a:spcBef>
              <a:spcAft>
                <a:spcPts val="60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344488" marR="0" lvl="1" indent="-342900" algn="l" rtl="0" eaLnBrk="1" hangingPunct="1">
              <a:lnSpc>
                <a:spcPct val="100000"/>
              </a:lnSpc>
              <a:spcBef>
                <a:spcPts val="0"/>
              </a:spcBef>
              <a:spcAft>
                <a:spcPts val="60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666750" marR="0" lvl="2" indent="-330200" algn="l" rtl="0" eaLnBrk="1" hangingPunct="1">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dk1"/>
                </a:solidFill>
                <a:latin typeface="Arial"/>
                <a:ea typeface="Arial"/>
                <a:cs typeface="Arial"/>
                <a:sym typeface="Arial"/>
              </a:defRPr>
            </a:lvl3pPr>
            <a:lvl4pPr marL="968375" marR="0" lvl="3" indent="-323850" algn="l" rtl="0" eaLnBrk="1" hangingPunct="1">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dk1"/>
                </a:solidFill>
                <a:latin typeface="Arial"/>
                <a:ea typeface="Arial"/>
                <a:cs typeface="Arial"/>
                <a:sym typeface="Arial"/>
              </a:defRPr>
            </a:lvl4pPr>
            <a:lvl5pPr marL="2286000" marR="0" lvl="4" indent="-298450" algn="l" rtl="0" eaLnBrk="1" hangingPunct="1">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eaLnBrk="1" hangingPunct="1">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lgn="just">
              <a:buClr>
                <a:srgbClr val="56687C"/>
              </a:buClr>
            </a:pPr>
            <a:r>
              <a:rPr lang="en-US" sz="1400" dirty="0">
                <a:solidFill>
                  <a:srgbClr val="56687C"/>
                </a:solidFill>
                <a:latin typeface="+mn-lt"/>
              </a:rPr>
              <a:t>As </a:t>
            </a:r>
            <a:r>
              <a:rPr lang="en-US" sz="1400" dirty="0" err="1">
                <a:solidFill>
                  <a:srgbClr val="56687C"/>
                </a:solidFill>
                <a:latin typeface="+mn-lt"/>
              </a:rPr>
              <a:t>SmartCart</a:t>
            </a:r>
            <a:r>
              <a:rPr lang="en-US" sz="1400" dirty="0">
                <a:solidFill>
                  <a:srgbClr val="56687C"/>
                </a:solidFill>
                <a:latin typeface="+mn-lt"/>
              </a:rPr>
              <a:t> rapidly grew to over 5 million users, the company faced several key challenges including:</a:t>
            </a:r>
          </a:p>
          <a:p>
            <a:pPr algn="just">
              <a:buClr>
                <a:srgbClr val="56687C"/>
              </a:buClr>
            </a:pPr>
            <a:endParaRPr lang="en-US" sz="1400" dirty="0">
              <a:solidFill>
                <a:srgbClr val="56687C"/>
              </a:solidFill>
              <a:latin typeface="+mn-lt"/>
            </a:endParaRPr>
          </a:p>
          <a:p>
            <a:pPr algn="just">
              <a:buClr>
                <a:srgbClr val="56687C"/>
              </a:buClr>
            </a:pPr>
            <a:endParaRPr lang="en-US" sz="1400" dirty="0">
              <a:solidFill>
                <a:srgbClr val="56687C"/>
              </a:solidFill>
              <a:latin typeface="+mn-lt"/>
            </a:endParaRPr>
          </a:p>
        </p:txBody>
      </p:sp>
    </p:spTree>
    <p:extLst>
      <p:ext uri="{BB962C8B-B14F-4D97-AF65-F5344CB8AC3E}">
        <p14:creationId xmlns:p14="http://schemas.microsoft.com/office/powerpoint/2010/main" val="42402063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5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4"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1A25F-4A3D-8169-D922-ACC84AA96F7C}"/>
              </a:ext>
            </a:extLst>
          </p:cNvPr>
          <p:cNvSpPr>
            <a:spLocks noGrp="1"/>
          </p:cNvSpPr>
          <p:nvPr>
            <p:ph type="title"/>
          </p:nvPr>
        </p:nvSpPr>
        <p:spPr/>
        <p:txBody>
          <a:bodyPr/>
          <a:lstStyle/>
          <a:p>
            <a:r>
              <a:rPr lang="en-IN" dirty="0"/>
              <a:t>Docker Energizes </a:t>
            </a:r>
            <a:r>
              <a:rPr lang="en-IN" dirty="0" err="1"/>
              <a:t>SmartCart</a:t>
            </a:r>
            <a:endParaRPr lang="en-IN" dirty="0"/>
          </a:p>
        </p:txBody>
      </p:sp>
      <p:sp>
        <p:nvSpPr>
          <p:cNvPr id="3" name="Text Placeholder 2">
            <a:extLst>
              <a:ext uri="{FF2B5EF4-FFF2-40B4-BE49-F238E27FC236}">
                <a16:creationId xmlns:a16="http://schemas.microsoft.com/office/drawing/2014/main" id="{E9A755ED-69B7-9A3B-C420-C3D7FA831FF0}"/>
              </a:ext>
            </a:extLst>
          </p:cNvPr>
          <p:cNvSpPr>
            <a:spLocks noGrp="1"/>
          </p:cNvSpPr>
          <p:nvPr>
            <p:ph type="body" idx="2"/>
          </p:nvPr>
        </p:nvSpPr>
        <p:spPr>
          <a:xfrm>
            <a:off x="4227423" y="2614531"/>
            <a:ext cx="6437608" cy="1930477"/>
          </a:xfrm>
        </p:spPr>
        <p:txBody>
          <a:bodyPr/>
          <a:lstStyle/>
          <a:p>
            <a:pPr marL="285750" indent="-285750" algn="just">
              <a:buClr>
                <a:srgbClr val="1CC083"/>
              </a:buClr>
              <a:buFont typeface="Arial" panose="020B0604020202020204" pitchFamily="34" charset="0"/>
              <a:buChar char="•"/>
            </a:pPr>
            <a:r>
              <a:rPr lang="en-US" sz="1600" dirty="0">
                <a:solidFill>
                  <a:schemeClr val="tx1"/>
                </a:solidFill>
              </a:rPr>
              <a:t>Adopt Docker containerization to package </a:t>
            </a:r>
            <a:r>
              <a:rPr lang="en-US" sz="1600" dirty="0" err="1">
                <a:solidFill>
                  <a:schemeClr val="tx1"/>
                </a:solidFill>
              </a:rPr>
              <a:t>SmartCart</a:t>
            </a:r>
            <a:r>
              <a:rPr lang="en-US" sz="1600" dirty="0">
                <a:solidFill>
                  <a:schemeClr val="tx1"/>
                </a:solidFill>
              </a:rPr>
              <a:t> as portable images</a:t>
            </a:r>
          </a:p>
          <a:p>
            <a:pPr marL="285750" indent="-285750" algn="just">
              <a:buClr>
                <a:srgbClr val="1CC083"/>
              </a:buClr>
              <a:buFont typeface="Arial" panose="020B0604020202020204" pitchFamily="34" charset="0"/>
              <a:buChar char="•"/>
            </a:pPr>
            <a:r>
              <a:rPr lang="en-US" sz="1600" dirty="0">
                <a:solidFill>
                  <a:schemeClr val="tx1"/>
                </a:solidFill>
              </a:rPr>
              <a:t>Use Docker Compose for standardized dev environments</a:t>
            </a:r>
          </a:p>
          <a:p>
            <a:pPr marL="285750" indent="-285750" algn="just">
              <a:buClr>
                <a:srgbClr val="1CC083"/>
              </a:buClr>
              <a:buFont typeface="Arial" panose="020B0604020202020204" pitchFamily="34" charset="0"/>
              <a:buChar char="•"/>
            </a:pPr>
            <a:r>
              <a:rPr lang="en-US" sz="1600" dirty="0">
                <a:solidFill>
                  <a:schemeClr val="tx1"/>
                </a:solidFill>
              </a:rPr>
              <a:t>Implement CI/CD pipelines to smoothly update productions</a:t>
            </a:r>
          </a:p>
          <a:p>
            <a:pPr marL="285750" indent="-285750" algn="just">
              <a:buClr>
                <a:srgbClr val="1CC083"/>
              </a:buClr>
              <a:buFont typeface="Arial" panose="020B0604020202020204" pitchFamily="34" charset="0"/>
              <a:buChar char="•"/>
            </a:pPr>
            <a:r>
              <a:rPr lang="en-US" sz="1600" dirty="0">
                <a:solidFill>
                  <a:schemeClr val="tx1"/>
                </a:solidFill>
              </a:rPr>
              <a:t>Leverage Docker networking for secure communications</a:t>
            </a:r>
          </a:p>
          <a:p>
            <a:pPr marL="285750" indent="-285750" algn="just">
              <a:buClr>
                <a:srgbClr val="1CC083"/>
              </a:buClr>
              <a:buFont typeface="Arial" panose="020B0604020202020204" pitchFamily="34" charset="0"/>
              <a:buChar char="•"/>
            </a:pPr>
            <a:r>
              <a:rPr lang="en-US" sz="1600" dirty="0">
                <a:solidFill>
                  <a:schemeClr val="tx1"/>
                </a:solidFill>
              </a:rPr>
              <a:t>Consolidate fragmented systems into containers</a:t>
            </a:r>
          </a:p>
          <a:p>
            <a:pPr marL="285750" indent="-285750" algn="just">
              <a:buClr>
                <a:srgbClr val="1CC083"/>
              </a:buClr>
              <a:buFont typeface="Arial" panose="020B0604020202020204" pitchFamily="34" charset="0"/>
              <a:buChar char="•"/>
            </a:pPr>
            <a:endParaRPr lang="en-US" sz="1400" dirty="0">
              <a:solidFill>
                <a:schemeClr val="bg2"/>
              </a:solidFill>
              <a:latin typeface="+mn-lt"/>
            </a:endParaRPr>
          </a:p>
        </p:txBody>
      </p:sp>
      <p:sp>
        <p:nvSpPr>
          <p:cNvPr id="5" name="TextBox 4">
            <a:extLst>
              <a:ext uri="{FF2B5EF4-FFF2-40B4-BE49-F238E27FC236}">
                <a16:creationId xmlns:a16="http://schemas.microsoft.com/office/drawing/2014/main" id="{43418D65-FB32-F4A2-AAD6-B0979D94653B}"/>
              </a:ext>
            </a:extLst>
          </p:cNvPr>
          <p:cNvSpPr txBox="1"/>
          <p:nvPr/>
        </p:nvSpPr>
        <p:spPr>
          <a:xfrm>
            <a:off x="208634" y="1278869"/>
            <a:ext cx="2526751" cy="523220"/>
          </a:xfrm>
          <a:prstGeom prst="rect">
            <a:avLst/>
          </a:prstGeom>
          <a:noFill/>
        </p:spPr>
        <p:txBody>
          <a:bodyPr wrap="square">
            <a:spAutoFit/>
          </a:bodyPr>
          <a:lstStyle/>
          <a:p>
            <a:pPr algn="ctr"/>
            <a:r>
              <a:rPr lang="en-IN" sz="1400" kern="1200" dirty="0">
                <a:solidFill>
                  <a:srgbClr val="44546A"/>
                </a:solidFill>
                <a:ea typeface="+mn-ea"/>
                <a:cs typeface="+mn-cs"/>
              </a:rPr>
              <a:t>Sara Walter</a:t>
            </a:r>
          </a:p>
          <a:p>
            <a:pPr algn="ctr"/>
            <a:r>
              <a:rPr lang="en-IN" sz="1400" kern="1200" dirty="0">
                <a:solidFill>
                  <a:srgbClr val="44546A"/>
                </a:solidFill>
                <a:ea typeface="+mn-ea"/>
                <a:cs typeface="+mn-cs"/>
              </a:rPr>
              <a:t>(CTO </a:t>
            </a:r>
            <a:r>
              <a:rPr lang="en-IN" sz="1400" kern="1200" dirty="0" err="1">
                <a:solidFill>
                  <a:srgbClr val="44546A"/>
                </a:solidFill>
                <a:ea typeface="+mn-ea"/>
                <a:cs typeface="+mn-cs"/>
              </a:rPr>
              <a:t>SmartCart</a:t>
            </a:r>
            <a:r>
              <a:rPr lang="en-IN" sz="1400" kern="1200" dirty="0">
                <a:solidFill>
                  <a:srgbClr val="44546A"/>
                </a:solidFill>
                <a:ea typeface="+mn-ea"/>
                <a:cs typeface="+mn-cs"/>
              </a:rPr>
              <a:t>)</a:t>
            </a:r>
          </a:p>
        </p:txBody>
      </p:sp>
      <p:sp>
        <p:nvSpPr>
          <p:cNvPr id="4" name="Text Placeholder 2">
            <a:extLst>
              <a:ext uri="{FF2B5EF4-FFF2-40B4-BE49-F238E27FC236}">
                <a16:creationId xmlns:a16="http://schemas.microsoft.com/office/drawing/2014/main" id="{EF59A360-92E5-A356-FCB7-462D23AA2937}"/>
              </a:ext>
            </a:extLst>
          </p:cNvPr>
          <p:cNvSpPr txBox="1">
            <a:spLocks/>
          </p:cNvSpPr>
          <p:nvPr/>
        </p:nvSpPr>
        <p:spPr>
          <a:xfrm>
            <a:off x="4038236" y="1608364"/>
            <a:ext cx="6437608" cy="387450"/>
          </a:xfrm>
          <a:prstGeom prst="rect">
            <a:avLst/>
          </a:prstGeom>
          <a:noFill/>
          <a:ln>
            <a:noFill/>
          </a:ln>
        </p:spPr>
        <p:txBody>
          <a:bodyPr spcFirstLastPara="1" wrap="square" lIns="0" tIns="0" rIns="0" bIns="0" anchor="t" anchorCtr="0"/>
          <a:lstStyle>
            <a:defPPr marR="0" lvl="0" algn="l" rtl="0">
              <a:lnSpc>
                <a:spcPct val="100000"/>
              </a:lnSpc>
              <a:spcBef>
                <a:spcPts val="0"/>
              </a:spcBef>
              <a:spcAft>
                <a:spcPts val="0"/>
              </a:spcAft>
            </a:defPPr>
            <a:lvl1pPr marL="0" marR="0" lvl="0" indent="0" algn="l" rtl="0" eaLnBrk="1" hangingPunct="1">
              <a:lnSpc>
                <a:spcPct val="100000"/>
              </a:lnSpc>
              <a:spcBef>
                <a:spcPts val="0"/>
              </a:spcBef>
              <a:spcAft>
                <a:spcPts val="60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344488" marR="0" lvl="1" indent="-342900" algn="l" rtl="0" eaLnBrk="1" hangingPunct="1">
              <a:lnSpc>
                <a:spcPct val="100000"/>
              </a:lnSpc>
              <a:spcBef>
                <a:spcPts val="0"/>
              </a:spcBef>
              <a:spcAft>
                <a:spcPts val="60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666750" marR="0" lvl="2" indent="-330200" algn="l" rtl="0" eaLnBrk="1" hangingPunct="1">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dk1"/>
                </a:solidFill>
                <a:latin typeface="Arial"/>
                <a:ea typeface="Arial"/>
                <a:cs typeface="Arial"/>
                <a:sym typeface="Arial"/>
              </a:defRPr>
            </a:lvl3pPr>
            <a:lvl4pPr marL="968375" marR="0" lvl="3" indent="-323850" algn="l" rtl="0" eaLnBrk="1" hangingPunct="1">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dk1"/>
                </a:solidFill>
                <a:latin typeface="Arial"/>
                <a:ea typeface="Arial"/>
                <a:cs typeface="Arial"/>
                <a:sym typeface="Arial"/>
              </a:defRPr>
            </a:lvl4pPr>
            <a:lvl5pPr marL="2286000" marR="0" lvl="4" indent="-298450" algn="l" rtl="0" eaLnBrk="1" hangingPunct="1">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eaLnBrk="1" hangingPunct="1">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lgn="just">
              <a:buClr>
                <a:srgbClr val="56687C"/>
              </a:buClr>
            </a:pPr>
            <a:r>
              <a:rPr lang="en-US" b="1" dirty="0">
                <a:solidFill>
                  <a:srgbClr val="56687C"/>
                </a:solidFill>
                <a:latin typeface="+mn-lt"/>
              </a:rPr>
              <a:t>Solution</a:t>
            </a:r>
          </a:p>
        </p:txBody>
      </p:sp>
      <p:sp>
        <p:nvSpPr>
          <p:cNvPr id="8" name="Text Placeholder 2">
            <a:extLst>
              <a:ext uri="{FF2B5EF4-FFF2-40B4-BE49-F238E27FC236}">
                <a16:creationId xmlns:a16="http://schemas.microsoft.com/office/drawing/2014/main" id="{18B4CD66-47B1-2717-49B2-9B9238994338}"/>
              </a:ext>
            </a:extLst>
          </p:cNvPr>
          <p:cNvSpPr txBox="1">
            <a:spLocks/>
          </p:cNvSpPr>
          <p:nvPr/>
        </p:nvSpPr>
        <p:spPr>
          <a:xfrm>
            <a:off x="4038236" y="1995814"/>
            <a:ext cx="6437608" cy="618717"/>
          </a:xfrm>
          <a:prstGeom prst="rect">
            <a:avLst/>
          </a:prstGeom>
          <a:noFill/>
          <a:ln>
            <a:noFill/>
          </a:ln>
        </p:spPr>
        <p:txBody>
          <a:bodyPr spcFirstLastPara="1" wrap="square" lIns="0" tIns="0" rIns="0" bIns="0" anchor="t" anchorCtr="0"/>
          <a:lstStyle>
            <a:defPPr marR="0" lvl="0" algn="l" rtl="0">
              <a:lnSpc>
                <a:spcPct val="100000"/>
              </a:lnSpc>
              <a:spcBef>
                <a:spcPts val="0"/>
              </a:spcBef>
              <a:spcAft>
                <a:spcPts val="0"/>
              </a:spcAft>
            </a:defPPr>
            <a:lvl1pPr marL="0" marR="0" lvl="0" indent="0" algn="l" rtl="0" eaLnBrk="1" hangingPunct="1">
              <a:lnSpc>
                <a:spcPct val="100000"/>
              </a:lnSpc>
              <a:spcBef>
                <a:spcPts val="0"/>
              </a:spcBef>
              <a:spcAft>
                <a:spcPts val="60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344488" marR="0" lvl="1" indent="-342900" algn="l" rtl="0" eaLnBrk="1" hangingPunct="1">
              <a:lnSpc>
                <a:spcPct val="100000"/>
              </a:lnSpc>
              <a:spcBef>
                <a:spcPts val="0"/>
              </a:spcBef>
              <a:spcAft>
                <a:spcPts val="60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666750" marR="0" lvl="2" indent="-330200" algn="l" rtl="0" eaLnBrk="1" hangingPunct="1">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dk1"/>
                </a:solidFill>
                <a:latin typeface="Arial"/>
                <a:ea typeface="Arial"/>
                <a:cs typeface="Arial"/>
                <a:sym typeface="Arial"/>
              </a:defRPr>
            </a:lvl3pPr>
            <a:lvl4pPr marL="968375" marR="0" lvl="3" indent="-323850" algn="l" rtl="0" eaLnBrk="1" hangingPunct="1">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dk1"/>
                </a:solidFill>
                <a:latin typeface="Arial"/>
                <a:ea typeface="Arial"/>
                <a:cs typeface="Arial"/>
                <a:sym typeface="Arial"/>
              </a:defRPr>
            </a:lvl4pPr>
            <a:lvl5pPr marL="2286000" marR="0" lvl="4" indent="-298450" algn="l" rtl="0" eaLnBrk="1" hangingPunct="1">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eaLnBrk="1" hangingPunct="1">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285750" indent="-285750" algn="just">
              <a:buClr>
                <a:srgbClr val="56687C"/>
              </a:buClr>
              <a:buFont typeface="Arial" panose="020B0604020202020204" pitchFamily="34" charset="0"/>
              <a:buChar char="•"/>
            </a:pPr>
            <a:r>
              <a:rPr lang="en-US" sz="1400" dirty="0">
                <a:solidFill>
                  <a:schemeClr val="tx1"/>
                </a:solidFill>
                <a:latin typeface="+mn-lt"/>
              </a:rPr>
              <a:t>To address these scaling and efficiency challenges, </a:t>
            </a:r>
            <a:r>
              <a:rPr lang="en-US" sz="1400" dirty="0" err="1">
                <a:solidFill>
                  <a:schemeClr val="tx1"/>
                </a:solidFill>
                <a:latin typeface="+mn-lt"/>
              </a:rPr>
              <a:t>SmartCart's</a:t>
            </a:r>
            <a:r>
              <a:rPr lang="en-US" sz="1400" dirty="0">
                <a:solidFill>
                  <a:schemeClr val="tx1"/>
                </a:solidFill>
                <a:latin typeface="+mn-lt"/>
              </a:rPr>
              <a:t> CTO Sara spearheaded solutions focused on Docker:</a:t>
            </a:r>
          </a:p>
        </p:txBody>
      </p:sp>
      <p:pic>
        <p:nvPicPr>
          <p:cNvPr id="6" name="Picture 5">
            <a:extLst>
              <a:ext uri="{FF2B5EF4-FFF2-40B4-BE49-F238E27FC236}">
                <a16:creationId xmlns:a16="http://schemas.microsoft.com/office/drawing/2014/main" id="{09986CB6-13EC-D69F-5259-D73A0C1F959C}"/>
              </a:ext>
            </a:extLst>
          </p:cNvPr>
          <p:cNvPicPr>
            <a:picLocks noChangeAspect="1"/>
          </p:cNvPicPr>
          <p:nvPr/>
        </p:nvPicPr>
        <p:blipFill>
          <a:blip r:embed="rId3"/>
          <a:stretch>
            <a:fillRect/>
          </a:stretch>
        </p:blipFill>
        <p:spPr>
          <a:xfrm>
            <a:off x="456211" y="2094582"/>
            <a:ext cx="1908285" cy="4324726"/>
          </a:xfrm>
          <a:prstGeom prst="rect">
            <a:avLst/>
          </a:prstGeom>
        </p:spPr>
      </p:pic>
      <p:sp>
        <p:nvSpPr>
          <p:cNvPr id="9" name="Text Placeholder 2">
            <a:extLst>
              <a:ext uri="{FF2B5EF4-FFF2-40B4-BE49-F238E27FC236}">
                <a16:creationId xmlns:a16="http://schemas.microsoft.com/office/drawing/2014/main" id="{52D71FA6-3235-6CB4-46B4-8326EDAD43FB}"/>
              </a:ext>
            </a:extLst>
          </p:cNvPr>
          <p:cNvSpPr txBox="1">
            <a:spLocks/>
          </p:cNvSpPr>
          <p:nvPr/>
        </p:nvSpPr>
        <p:spPr>
          <a:xfrm>
            <a:off x="4038236" y="4545008"/>
            <a:ext cx="6437608" cy="460127"/>
          </a:xfrm>
          <a:prstGeom prst="rect">
            <a:avLst/>
          </a:prstGeom>
          <a:noFill/>
          <a:ln>
            <a:noFill/>
          </a:ln>
        </p:spPr>
        <p:txBody>
          <a:bodyPr spcFirstLastPara="1" wrap="square" lIns="0" tIns="0" rIns="0" bIns="0" anchor="t" anchorCtr="0"/>
          <a:lstStyle>
            <a:defPPr marR="0" lvl="0" algn="l" rtl="0">
              <a:lnSpc>
                <a:spcPct val="100000"/>
              </a:lnSpc>
              <a:spcBef>
                <a:spcPts val="0"/>
              </a:spcBef>
              <a:spcAft>
                <a:spcPts val="0"/>
              </a:spcAft>
            </a:defPPr>
            <a:lvl1pPr marL="0" marR="0" lvl="0" indent="0" algn="l" rtl="0" eaLnBrk="1" hangingPunct="1">
              <a:lnSpc>
                <a:spcPct val="100000"/>
              </a:lnSpc>
              <a:spcBef>
                <a:spcPts val="0"/>
              </a:spcBef>
              <a:spcAft>
                <a:spcPts val="60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344488" marR="0" lvl="1" indent="-342900" algn="l" rtl="0" eaLnBrk="1" hangingPunct="1">
              <a:lnSpc>
                <a:spcPct val="100000"/>
              </a:lnSpc>
              <a:spcBef>
                <a:spcPts val="0"/>
              </a:spcBef>
              <a:spcAft>
                <a:spcPts val="60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666750" marR="0" lvl="2" indent="-330200" algn="l" rtl="0" eaLnBrk="1" hangingPunct="1">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dk1"/>
                </a:solidFill>
                <a:latin typeface="Arial"/>
                <a:ea typeface="Arial"/>
                <a:cs typeface="Arial"/>
                <a:sym typeface="Arial"/>
              </a:defRPr>
            </a:lvl3pPr>
            <a:lvl4pPr marL="968375" marR="0" lvl="3" indent="-323850" algn="l" rtl="0" eaLnBrk="1" hangingPunct="1">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dk1"/>
                </a:solidFill>
                <a:latin typeface="Arial"/>
                <a:ea typeface="Arial"/>
                <a:cs typeface="Arial"/>
                <a:sym typeface="Arial"/>
              </a:defRPr>
            </a:lvl4pPr>
            <a:lvl5pPr marL="2286000" marR="0" lvl="4" indent="-298450" algn="l" rtl="0" eaLnBrk="1" hangingPunct="1">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eaLnBrk="1" hangingPunct="1">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lgn="just">
              <a:buClr>
                <a:srgbClr val="56687C"/>
              </a:buClr>
            </a:pPr>
            <a:r>
              <a:rPr lang="en-US" b="1" dirty="0">
                <a:solidFill>
                  <a:srgbClr val="56687C"/>
                </a:solidFill>
                <a:latin typeface="+mn-lt"/>
              </a:rPr>
              <a:t>Impact</a:t>
            </a:r>
          </a:p>
        </p:txBody>
      </p:sp>
      <p:sp>
        <p:nvSpPr>
          <p:cNvPr id="10" name="Text Placeholder 2">
            <a:extLst>
              <a:ext uri="{FF2B5EF4-FFF2-40B4-BE49-F238E27FC236}">
                <a16:creationId xmlns:a16="http://schemas.microsoft.com/office/drawing/2014/main" id="{C87E55FD-F2FB-DF91-A7A1-001E37BE102F}"/>
              </a:ext>
            </a:extLst>
          </p:cNvPr>
          <p:cNvSpPr txBox="1">
            <a:spLocks/>
          </p:cNvSpPr>
          <p:nvPr/>
        </p:nvSpPr>
        <p:spPr>
          <a:xfrm>
            <a:off x="4038236" y="5005136"/>
            <a:ext cx="6437608" cy="830179"/>
          </a:xfrm>
          <a:prstGeom prst="rect">
            <a:avLst/>
          </a:prstGeom>
          <a:noFill/>
          <a:ln>
            <a:noFill/>
          </a:ln>
        </p:spPr>
        <p:txBody>
          <a:bodyPr spcFirstLastPara="1" wrap="square" lIns="0" tIns="0" rIns="0" bIns="0" anchor="t" anchorCtr="0"/>
          <a:lstStyle>
            <a:defPPr marR="0" lvl="0" algn="l" rtl="0">
              <a:lnSpc>
                <a:spcPct val="100000"/>
              </a:lnSpc>
              <a:spcBef>
                <a:spcPts val="0"/>
              </a:spcBef>
              <a:spcAft>
                <a:spcPts val="0"/>
              </a:spcAft>
            </a:defPPr>
            <a:lvl1pPr marL="0" marR="0" lvl="0" indent="0" algn="l" rtl="0" eaLnBrk="1" hangingPunct="1">
              <a:lnSpc>
                <a:spcPct val="100000"/>
              </a:lnSpc>
              <a:spcBef>
                <a:spcPts val="0"/>
              </a:spcBef>
              <a:spcAft>
                <a:spcPts val="60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344488" marR="0" lvl="1" indent="-342900" algn="l" rtl="0" eaLnBrk="1" hangingPunct="1">
              <a:lnSpc>
                <a:spcPct val="100000"/>
              </a:lnSpc>
              <a:spcBef>
                <a:spcPts val="0"/>
              </a:spcBef>
              <a:spcAft>
                <a:spcPts val="60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666750" marR="0" lvl="2" indent="-330200" algn="l" rtl="0" eaLnBrk="1" hangingPunct="1">
              <a:lnSpc>
                <a:spcPct val="100000"/>
              </a:lnSpc>
              <a:spcBef>
                <a:spcPts val="0"/>
              </a:spcBef>
              <a:spcAft>
                <a:spcPts val="600"/>
              </a:spcAft>
              <a:buClr>
                <a:schemeClr val="dk1"/>
              </a:buClr>
              <a:buSzPts val="1600"/>
              <a:buFont typeface="Wingdings 3" panose="05040102010807070707" pitchFamily="18" charset="2"/>
              <a:buChar char="9"/>
              <a:defRPr sz="1600" b="0" i="0" u="none" strike="noStrike" cap="none">
                <a:solidFill>
                  <a:schemeClr val="dk1"/>
                </a:solidFill>
                <a:latin typeface="Arial"/>
                <a:ea typeface="Arial"/>
                <a:cs typeface="Arial"/>
                <a:sym typeface="Arial"/>
              </a:defRPr>
            </a:lvl3pPr>
            <a:lvl4pPr marL="968375" marR="0" lvl="3" indent="-323850" algn="l" rtl="0" eaLnBrk="1" hangingPunct="1">
              <a:lnSpc>
                <a:spcPct val="100000"/>
              </a:lnSpc>
              <a:spcBef>
                <a:spcPts val="0"/>
              </a:spcBef>
              <a:spcAft>
                <a:spcPts val="600"/>
              </a:spcAft>
              <a:buClr>
                <a:schemeClr val="dk1"/>
              </a:buClr>
              <a:buSzPts val="1500"/>
              <a:buFont typeface="Wingdings" panose="05000000000000000000" pitchFamily="2" charset="2"/>
              <a:buChar char="§"/>
              <a:defRPr sz="1400" b="0" i="0" u="none" strike="noStrike" cap="none">
                <a:solidFill>
                  <a:schemeClr val="dk1"/>
                </a:solidFill>
                <a:latin typeface="Arial"/>
                <a:ea typeface="Arial"/>
                <a:cs typeface="Arial"/>
                <a:sym typeface="Arial"/>
              </a:defRPr>
            </a:lvl4pPr>
            <a:lvl5pPr marL="2286000" marR="0" lvl="4" indent="-298450" algn="l" rtl="0" eaLnBrk="1" hangingPunct="1">
              <a:lnSpc>
                <a:spcPct val="90000"/>
              </a:lnSpc>
              <a:spcBef>
                <a:spcPts val="1200"/>
              </a:spcBef>
              <a:spcAft>
                <a:spcPts val="0"/>
              </a:spcAft>
              <a:buClr>
                <a:schemeClr val="dk1"/>
              </a:buClr>
              <a:buSzPts val="1100"/>
              <a:buFont typeface="Noto Sans Symbols"/>
              <a:buChar char="→"/>
              <a:defRPr sz="1100" b="0" i="0" u="none" strike="noStrike" cap="none">
                <a:solidFill>
                  <a:schemeClr val="dk1"/>
                </a:solidFill>
                <a:latin typeface="Arial"/>
                <a:ea typeface="Arial"/>
                <a:cs typeface="Arial"/>
                <a:sym typeface="Arial"/>
              </a:defRPr>
            </a:lvl5pPr>
            <a:lvl6pPr marL="2743200" marR="0" lvl="5" indent="-342900" algn="l" rtl="0" eaLnBrk="1" hangingPunct="1">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285750" indent="-285750" algn="just">
              <a:buClr>
                <a:srgbClr val="56687C"/>
              </a:buClr>
              <a:buFont typeface="Arial" panose="020B0604020202020204" pitchFamily="34" charset="0"/>
              <a:buChar char="•"/>
            </a:pPr>
            <a:r>
              <a:rPr lang="en-US" sz="1600" dirty="0">
                <a:solidFill>
                  <a:schemeClr val="tx1"/>
                </a:solidFill>
                <a:latin typeface="+mn-lt"/>
              </a:rPr>
              <a:t>By adopting Docker practices, </a:t>
            </a:r>
            <a:r>
              <a:rPr lang="en-US" sz="1600" dirty="0" err="1">
                <a:solidFill>
                  <a:schemeClr val="tx1"/>
                </a:solidFill>
                <a:latin typeface="+mn-lt"/>
              </a:rPr>
              <a:t>SmartCart</a:t>
            </a:r>
            <a:r>
              <a:rPr lang="en-US" sz="1600" dirty="0">
                <a:solidFill>
                  <a:schemeClr val="tx1"/>
                </a:solidFill>
                <a:latin typeface="+mn-lt"/>
              </a:rPr>
              <a:t> improved app performance, accelerated releases, reduced costs, and enhanced reliability.</a:t>
            </a:r>
          </a:p>
        </p:txBody>
      </p:sp>
    </p:spTree>
    <p:extLst>
      <p:ext uri="{BB962C8B-B14F-4D97-AF65-F5344CB8AC3E}">
        <p14:creationId xmlns:p14="http://schemas.microsoft.com/office/powerpoint/2010/main" val="18569642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500"/>
                                        <p:tgtEl>
                                          <p:spTgt spid="3">
                                            <p:txEl>
                                              <p:pRg st="0" end="0"/>
                                            </p:txEl>
                                          </p:spTgt>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fade">
                                      <p:cBhvr>
                                        <p:cTn id="25" dur="500"/>
                                        <p:tgtEl>
                                          <p:spTgt spid="3">
                                            <p:txEl>
                                              <p:pRg st="1" end="1"/>
                                            </p:txEl>
                                          </p:spTgt>
                                        </p:tgtEl>
                                      </p:cBhvr>
                                    </p:animEffect>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500"/>
                                        <p:tgtEl>
                                          <p:spTgt spid="3">
                                            <p:txEl>
                                              <p:pRg st="2" end="2"/>
                                            </p:txEl>
                                          </p:spTgt>
                                        </p:tgtEl>
                                      </p:cBhvr>
                                    </p:animEffect>
                                  </p:childTnLst>
                                </p:cTn>
                              </p:par>
                            </p:childTnLst>
                          </p:cTn>
                        </p:par>
                        <p:par>
                          <p:cTn id="30" fill="hold">
                            <p:stCondLst>
                              <p:cond delay="2000"/>
                            </p:stCondLst>
                            <p:childTnLst>
                              <p:par>
                                <p:cTn id="31" presetID="10" presetClass="entr" presetSubtype="0" fill="hold" grpId="0" nodeType="after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500"/>
                                        <p:tgtEl>
                                          <p:spTgt spid="3">
                                            <p:txEl>
                                              <p:pRg st="3" end="3"/>
                                            </p:txEl>
                                          </p:spTgt>
                                        </p:tgtEl>
                                      </p:cBhvr>
                                    </p:animEffect>
                                  </p:childTnLst>
                                </p:cTn>
                              </p:par>
                            </p:childTnLst>
                          </p:cTn>
                        </p:par>
                        <p:par>
                          <p:cTn id="34" fill="hold">
                            <p:stCondLst>
                              <p:cond delay="2500"/>
                            </p:stCondLst>
                            <p:childTnLst>
                              <p:par>
                                <p:cTn id="35" presetID="10" presetClass="entr" presetSubtype="0" fill="hold" grpId="0" nodeType="after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4" grpId="0"/>
      <p:bldP spid="8" grpId="0"/>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6F9425C4-69DF-228C-AD48-9BABACF3A200}"/>
              </a:ext>
            </a:extLst>
          </p:cNvPr>
          <p:cNvSpPr>
            <a:spLocks noGrp="1" noChangeArrowheads="1"/>
          </p:cNvSpPr>
          <p:nvPr>
            <p:ph type="title"/>
          </p:nvPr>
        </p:nvSpPr>
        <p:spPr>
          <a:xfrm>
            <a:off x="1828800" y="320675"/>
            <a:ext cx="7391400" cy="898525"/>
          </a:xfrm>
        </p:spPr>
        <p:txBody>
          <a:bodyPr/>
          <a:lstStyle/>
          <a:p>
            <a:pPr eaLnBrk="1" hangingPunct="1"/>
            <a:r>
              <a:rPr lang="en-US" altLang="en-US" sz="3000"/>
              <a:t>Virtualization  and containerization</a:t>
            </a:r>
          </a:p>
        </p:txBody>
      </p:sp>
      <p:sp>
        <p:nvSpPr>
          <p:cNvPr id="3" name="Content Placeholder 2">
            <a:extLst>
              <a:ext uri="{FF2B5EF4-FFF2-40B4-BE49-F238E27FC236}">
                <a16:creationId xmlns:a16="http://schemas.microsoft.com/office/drawing/2014/main" id="{6CC007D8-D909-2327-7601-4740B97E00EF}"/>
              </a:ext>
            </a:extLst>
          </p:cNvPr>
          <p:cNvSpPr>
            <a:spLocks noGrp="1"/>
          </p:cNvSpPr>
          <p:nvPr>
            <p:ph idx="1"/>
          </p:nvPr>
        </p:nvSpPr>
        <p:spPr/>
        <p:txBody>
          <a:bodyPr rtlCol="0">
            <a:normAutofit/>
          </a:bodyPr>
          <a:lstStyle/>
          <a:p>
            <a:pPr marL="274320" indent="-274320" algn="just" eaLnBrk="1" fontAlgn="auto" hangingPunct="1">
              <a:spcAft>
                <a:spcPts val="0"/>
              </a:spcAft>
              <a:buFont typeface="Wingdings 2"/>
              <a:buChar char=""/>
              <a:defRPr/>
            </a:pPr>
            <a:r>
              <a:rPr lang="en-US" sz="1800" dirty="0">
                <a:solidFill>
                  <a:schemeClr val="tx1">
                    <a:lumMod val="75000"/>
                    <a:lumOff val="25000"/>
                  </a:schemeClr>
                </a:solidFill>
              </a:rPr>
              <a:t>With the changing times, businesses started looking for solutions to reduce overhead costs, enhance scalability, and standardize application deployment process. </a:t>
            </a:r>
          </a:p>
          <a:p>
            <a:pPr marL="274320" indent="-274320" algn="just" eaLnBrk="1" fontAlgn="auto" hangingPunct="1">
              <a:spcAft>
                <a:spcPts val="0"/>
              </a:spcAft>
              <a:buFont typeface="Wingdings 2"/>
              <a:buChar char=""/>
              <a:defRPr/>
            </a:pPr>
            <a:endParaRPr lang="en-US" sz="1800" dirty="0">
              <a:solidFill>
                <a:schemeClr val="tx1">
                  <a:lumMod val="75000"/>
                  <a:lumOff val="25000"/>
                </a:schemeClr>
              </a:solidFill>
            </a:endParaRPr>
          </a:p>
          <a:p>
            <a:pPr marL="274320" indent="-274320" algn="just" eaLnBrk="1" fontAlgn="auto" hangingPunct="1">
              <a:spcAft>
                <a:spcPts val="0"/>
              </a:spcAft>
              <a:buFont typeface="Wingdings 2"/>
              <a:buChar char=""/>
              <a:defRPr/>
            </a:pPr>
            <a:r>
              <a:rPr lang="en-US" sz="1800" dirty="0">
                <a:solidFill>
                  <a:schemeClr val="tx1">
                    <a:lumMod val="75000"/>
                    <a:lumOff val="25000"/>
                  </a:schemeClr>
                </a:solidFill>
              </a:rPr>
              <a:t>They started considering the following two approaches to reduce costs −</a:t>
            </a:r>
          </a:p>
          <a:p>
            <a:pPr marL="514350" indent="-514350" eaLnBrk="1" fontAlgn="auto" hangingPunct="1">
              <a:spcAft>
                <a:spcPts val="0"/>
              </a:spcAft>
              <a:buFont typeface="Wingdings 2"/>
              <a:buAutoNum type="arabicPeriod"/>
              <a:defRPr/>
            </a:pPr>
            <a:r>
              <a:rPr lang="en-US" sz="1800" dirty="0">
                <a:solidFill>
                  <a:schemeClr val="tx1">
                    <a:lumMod val="75000"/>
                    <a:lumOff val="25000"/>
                  </a:schemeClr>
                </a:solidFill>
              </a:rPr>
              <a:t>Virtualization</a:t>
            </a:r>
          </a:p>
          <a:p>
            <a:pPr marL="514350" indent="-514350" eaLnBrk="1" fontAlgn="auto" hangingPunct="1">
              <a:spcAft>
                <a:spcPts val="0"/>
              </a:spcAft>
              <a:buFont typeface="Wingdings 2"/>
              <a:buAutoNum type="arabicPeriod"/>
              <a:defRPr/>
            </a:pPr>
            <a:r>
              <a:rPr lang="en-US" sz="1800" dirty="0">
                <a:solidFill>
                  <a:schemeClr val="tx1">
                    <a:lumMod val="75000"/>
                    <a:lumOff val="25000"/>
                  </a:schemeClr>
                </a:solidFill>
              </a:rPr>
              <a:t>Containerization</a:t>
            </a:r>
          </a:p>
          <a:p>
            <a:pPr marL="274320" indent="-274320" eaLnBrk="1" fontAlgn="auto" hangingPunct="1">
              <a:spcAft>
                <a:spcPts val="0"/>
              </a:spcAft>
              <a:buFont typeface="Wingdings 2"/>
              <a:buChar char=""/>
              <a:defRPr/>
            </a:pPr>
            <a:endParaRPr lang="en-US" sz="1800" dirty="0">
              <a:solidFill>
                <a:schemeClr val="tx1">
                  <a:lumMod val="75000"/>
                  <a:lumOff val="25000"/>
                </a:schemeClr>
              </a:solidFill>
            </a:endParaRPr>
          </a:p>
        </p:txBody>
      </p:sp>
      <p:pic>
        <p:nvPicPr>
          <p:cNvPr id="104452" name="Picture 3" descr="logo.png">
            <a:extLst>
              <a:ext uri="{FF2B5EF4-FFF2-40B4-BE49-F238E27FC236}">
                <a16:creationId xmlns:a16="http://schemas.microsoft.com/office/drawing/2014/main" id="{741A709B-EA55-DDCA-2D51-D066ADE9825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0"/>
            <a:ext cx="266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AB864-2073-DAC5-C429-4BF6F83ABBA8}"/>
              </a:ext>
            </a:extLst>
          </p:cNvPr>
          <p:cNvSpPr>
            <a:spLocks noGrp="1"/>
          </p:cNvSpPr>
          <p:nvPr>
            <p:ph type="title"/>
          </p:nvPr>
        </p:nvSpPr>
        <p:spPr>
          <a:xfrm>
            <a:off x="1981200" y="320675"/>
            <a:ext cx="7239000" cy="1143000"/>
          </a:xfrm>
        </p:spPr>
        <p:txBody>
          <a:bodyPr rtlCol="0">
            <a:normAutofit fontScale="90000"/>
          </a:bodyPr>
          <a:lstStyle/>
          <a:p>
            <a:pPr eaLnBrk="1" fontAlgn="auto" hangingPunct="1">
              <a:spcAft>
                <a:spcPts val="0"/>
              </a:spcAft>
              <a:defRPr/>
            </a:pPr>
            <a:r>
              <a:rPr lang="en-US" dirty="0"/>
              <a:t>What is Virtualization?</a:t>
            </a:r>
            <a:br>
              <a:rPr lang="en-US" dirty="0"/>
            </a:br>
            <a:endParaRPr lang="en-US" dirty="0"/>
          </a:p>
        </p:txBody>
      </p:sp>
      <p:sp>
        <p:nvSpPr>
          <p:cNvPr id="105475" name="Content Placeholder 2">
            <a:extLst>
              <a:ext uri="{FF2B5EF4-FFF2-40B4-BE49-F238E27FC236}">
                <a16:creationId xmlns:a16="http://schemas.microsoft.com/office/drawing/2014/main" id="{1A34082F-EE6F-46F2-B555-D4AECBA66676}"/>
              </a:ext>
            </a:extLst>
          </p:cNvPr>
          <p:cNvSpPr>
            <a:spLocks noGrp="1" noChangeArrowheads="1"/>
          </p:cNvSpPr>
          <p:nvPr>
            <p:ph idx="1"/>
          </p:nvPr>
        </p:nvSpPr>
        <p:spPr>
          <a:xfrm>
            <a:off x="1981200" y="1371600"/>
            <a:ext cx="7239000" cy="5084763"/>
          </a:xfrm>
        </p:spPr>
        <p:txBody>
          <a:bodyPr/>
          <a:lstStyle/>
          <a:p>
            <a:pPr marL="273050" indent="-273050" algn="just" eaLnBrk="1" hangingPunct="1">
              <a:buFont typeface="Wingdings 2" pitchFamily="2" charset="2"/>
              <a:buChar char=""/>
            </a:pPr>
            <a:r>
              <a:rPr lang="en-US" altLang="en-US" sz="1800"/>
              <a:t>Virtualization is the process of </a:t>
            </a:r>
            <a:r>
              <a:rPr lang="en-US" altLang="en-US" sz="1800">
                <a:solidFill>
                  <a:srgbClr val="FF0000"/>
                </a:solidFill>
              </a:rPr>
              <a:t>partitioning</a:t>
            </a:r>
            <a:r>
              <a:rPr lang="en-US" altLang="en-US" sz="1800"/>
              <a:t> a physical server into multiple virtual servers.</a:t>
            </a:r>
          </a:p>
          <a:p>
            <a:pPr marL="273050" indent="-273050" algn="just" eaLnBrk="1" hangingPunct="1">
              <a:buFont typeface="Wingdings 2" pitchFamily="2" charset="2"/>
              <a:buChar char=""/>
            </a:pPr>
            <a:endParaRPr lang="en-US" altLang="en-US" sz="1800"/>
          </a:p>
          <a:p>
            <a:pPr marL="273050" indent="-273050" algn="just" eaLnBrk="1" hangingPunct="1">
              <a:buFont typeface="Wingdings 2" pitchFamily="2" charset="2"/>
              <a:buChar char=""/>
            </a:pPr>
            <a:r>
              <a:rPr lang="en-US" altLang="en-US" sz="1800"/>
              <a:t> The process of partitioning is carried out using a software called </a:t>
            </a:r>
            <a:r>
              <a:rPr lang="en-US" altLang="en-US" sz="1800">
                <a:solidFill>
                  <a:srgbClr val="FF0000"/>
                </a:solidFill>
              </a:rPr>
              <a:t>'hypervisor'</a:t>
            </a:r>
            <a:r>
              <a:rPr lang="en-US" altLang="en-US" sz="1800"/>
              <a:t>.</a:t>
            </a:r>
          </a:p>
          <a:p>
            <a:pPr marL="273050" indent="-273050" algn="just" eaLnBrk="1" hangingPunct="1">
              <a:buFont typeface="Wingdings 2" pitchFamily="2" charset="2"/>
              <a:buChar char=""/>
            </a:pPr>
            <a:endParaRPr lang="en-US" altLang="en-US" sz="1800"/>
          </a:p>
          <a:p>
            <a:pPr marL="273050" indent="-273050" algn="just" eaLnBrk="1" hangingPunct="1">
              <a:buFont typeface="Wingdings 2" pitchFamily="2" charset="2"/>
              <a:buChar char=""/>
            </a:pPr>
            <a:r>
              <a:rPr lang="en-US" altLang="en-US" sz="1800"/>
              <a:t> After partitioning, the virtual servers act and perform just as a physical server. </a:t>
            </a:r>
          </a:p>
          <a:p>
            <a:pPr marL="273050" indent="-273050" algn="just" eaLnBrk="1" hangingPunct="1">
              <a:buFont typeface="Wingdings 2" pitchFamily="2" charset="2"/>
              <a:buChar char=""/>
            </a:pPr>
            <a:endParaRPr lang="en-US" altLang="en-US" sz="1800"/>
          </a:p>
          <a:p>
            <a:pPr marL="273050" indent="-273050" algn="just" eaLnBrk="1" hangingPunct="1">
              <a:buFont typeface="Wingdings 2" pitchFamily="2" charset="2"/>
              <a:buChar char=""/>
            </a:pPr>
            <a:r>
              <a:rPr lang="en-US" altLang="en-US" sz="1800"/>
              <a:t>Essentially, it means </a:t>
            </a:r>
            <a:r>
              <a:rPr lang="en-US" altLang="en-US" sz="1800">
                <a:solidFill>
                  <a:srgbClr val="FF0000"/>
                </a:solidFill>
              </a:rPr>
              <a:t>using the same hardware </a:t>
            </a:r>
            <a:r>
              <a:rPr lang="en-US" altLang="en-US" sz="1800"/>
              <a:t>set-up more efficiently, thereby freeing the resources for other tasks or retiring the resources altogether.</a:t>
            </a:r>
          </a:p>
        </p:txBody>
      </p:sp>
      <p:pic>
        <p:nvPicPr>
          <p:cNvPr id="105476" name="Picture 3" descr="logo.png">
            <a:extLst>
              <a:ext uri="{FF2B5EF4-FFF2-40B4-BE49-F238E27FC236}">
                <a16:creationId xmlns:a16="http://schemas.microsoft.com/office/drawing/2014/main" id="{85A211CF-F682-45B3-B3D6-50712EC5461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0"/>
            <a:ext cx="266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B135D-7153-767F-B8F1-E34948AFD988}"/>
              </a:ext>
            </a:extLst>
          </p:cNvPr>
          <p:cNvSpPr>
            <a:spLocks noGrp="1"/>
          </p:cNvSpPr>
          <p:nvPr>
            <p:ph type="title"/>
          </p:nvPr>
        </p:nvSpPr>
        <p:spPr>
          <a:xfrm>
            <a:off x="1981200" y="320675"/>
            <a:ext cx="7239000" cy="1143000"/>
          </a:xfrm>
        </p:spPr>
        <p:txBody>
          <a:bodyPr rtlCol="0">
            <a:normAutofit fontScale="90000"/>
          </a:bodyPr>
          <a:lstStyle/>
          <a:p>
            <a:pPr eaLnBrk="1" fontAlgn="auto" hangingPunct="1">
              <a:spcAft>
                <a:spcPts val="0"/>
              </a:spcAft>
              <a:defRPr/>
            </a:pPr>
            <a:r>
              <a:rPr lang="en-US" dirty="0"/>
              <a:t>Advantages of Virtualization</a:t>
            </a:r>
            <a:br>
              <a:rPr lang="en-US" dirty="0"/>
            </a:br>
            <a:endParaRPr lang="en-US" dirty="0"/>
          </a:p>
        </p:txBody>
      </p:sp>
      <p:sp>
        <p:nvSpPr>
          <p:cNvPr id="106499" name="Content Placeholder 2">
            <a:extLst>
              <a:ext uri="{FF2B5EF4-FFF2-40B4-BE49-F238E27FC236}">
                <a16:creationId xmlns:a16="http://schemas.microsoft.com/office/drawing/2014/main" id="{49B8F163-3BD0-FA89-05F7-50C58128E1A8}"/>
              </a:ext>
            </a:extLst>
          </p:cNvPr>
          <p:cNvSpPr>
            <a:spLocks noGrp="1" noChangeArrowheads="1"/>
          </p:cNvSpPr>
          <p:nvPr>
            <p:ph idx="1"/>
          </p:nvPr>
        </p:nvSpPr>
        <p:spPr>
          <a:xfrm>
            <a:off x="1828800" y="1609725"/>
            <a:ext cx="7772400" cy="4846638"/>
          </a:xfrm>
        </p:spPr>
        <p:txBody>
          <a:bodyPr/>
          <a:lstStyle/>
          <a:p>
            <a:pPr marL="273050" indent="-273050" eaLnBrk="1" hangingPunct="1">
              <a:buFont typeface="Wingdings 2" pitchFamily="2" charset="2"/>
              <a:buChar char=""/>
            </a:pPr>
            <a:r>
              <a:rPr lang="en-US" altLang="en-US" sz="1800"/>
              <a:t>Enhanced performance</a:t>
            </a:r>
          </a:p>
          <a:p>
            <a:pPr marL="273050" indent="-273050" eaLnBrk="1" hangingPunct="1">
              <a:buFont typeface="Wingdings 2" pitchFamily="2" charset="2"/>
              <a:buChar char=""/>
            </a:pPr>
            <a:r>
              <a:rPr lang="en-US" altLang="en-US" sz="1800"/>
              <a:t>Promotes agile IT infrastructure</a:t>
            </a:r>
          </a:p>
          <a:p>
            <a:pPr marL="273050" indent="-273050" eaLnBrk="1" hangingPunct="1">
              <a:buFont typeface="Wingdings 2" pitchFamily="2" charset="2"/>
              <a:buChar char=""/>
            </a:pPr>
            <a:r>
              <a:rPr lang="en-US" altLang="en-US" sz="1800"/>
              <a:t>Promotes use of resources in optimum manner</a:t>
            </a:r>
          </a:p>
          <a:p>
            <a:pPr marL="273050" indent="-273050" eaLnBrk="1" hangingPunct="1">
              <a:buFont typeface="Wingdings 2" pitchFamily="2" charset="2"/>
              <a:buChar char=""/>
            </a:pPr>
            <a:r>
              <a:rPr lang="en-US" altLang="en-US" sz="1800"/>
              <a:t>Better disaster management if any physical hazards take place to resources</a:t>
            </a:r>
          </a:p>
          <a:p>
            <a:pPr marL="273050" indent="-273050" eaLnBrk="1" hangingPunct="1">
              <a:buFont typeface="Wingdings 2" pitchFamily="2" charset="2"/>
              <a:buChar char=""/>
            </a:pPr>
            <a:r>
              <a:rPr lang="en-US" altLang="en-US" sz="1800"/>
              <a:t>Better security as the infected VM can be isolated from other VMs and the host server</a:t>
            </a:r>
          </a:p>
          <a:p>
            <a:pPr marL="273050" indent="-273050" eaLnBrk="1" hangingPunct="1">
              <a:buFont typeface="Wingdings 2" pitchFamily="2" charset="2"/>
              <a:buChar char=""/>
            </a:pPr>
            <a:r>
              <a:rPr lang="en-US" altLang="en-US" sz="1800"/>
              <a:t>Space saving</a:t>
            </a:r>
          </a:p>
          <a:p>
            <a:pPr marL="273050" indent="-273050" eaLnBrk="1" hangingPunct="1">
              <a:buFont typeface="Wingdings 2" pitchFamily="2" charset="2"/>
              <a:buChar char=""/>
            </a:pPr>
            <a:r>
              <a:rPr lang="en-US" altLang="en-US" sz="1800"/>
              <a:t>The capital investment cost on hardware is saved, and thereby maintenance cost is saved, hence overall cost savings for a business.</a:t>
            </a:r>
          </a:p>
          <a:p>
            <a:pPr marL="273050" indent="-273050" eaLnBrk="1" hangingPunct="1">
              <a:buFont typeface="Wingdings 2" pitchFamily="2" charset="2"/>
              <a:buChar char=""/>
            </a:pPr>
            <a:endParaRPr lang="en-US" altLang="en-US" sz="1800"/>
          </a:p>
        </p:txBody>
      </p:sp>
      <p:pic>
        <p:nvPicPr>
          <p:cNvPr id="106500" name="Picture 3" descr="logo.png">
            <a:extLst>
              <a:ext uri="{FF2B5EF4-FFF2-40B4-BE49-F238E27FC236}">
                <a16:creationId xmlns:a16="http://schemas.microsoft.com/office/drawing/2014/main" id="{F3B36D48-9708-1699-EAAE-AAFE6EA3375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0"/>
            <a:ext cx="266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Content Placeholder 2">
            <a:extLst>
              <a:ext uri="{FF2B5EF4-FFF2-40B4-BE49-F238E27FC236}">
                <a16:creationId xmlns:a16="http://schemas.microsoft.com/office/drawing/2014/main" id="{2BF38013-65FD-862C-516B-9BD63BA297D0}"/>
              </a:ext>
            </a:extLst>
          </p:cNvPr>
          <p:cNvSpPr>
            <a:spLocks noGrp="1" noChangeArrowheads="1"/>
          </p:cNvSpPr>
          <p:nvPr>
            <p:ph idx="1"/>
          </p:nvPr>
        </p:nvSpPr>
        <p:spPr>
          <a:xfrm>
            <a:off x="962025" y="2286000"/>
            <a:ext cx="8258175" cy="4170363"/>
          </a:xfrm>
        </p:spPr>
        <p:txBody>
          <a:bodyPr/>
          <a:lstStyle/>
          <a:p>
            <a:pPr algn="just" eaLnBrk="1" hangingPunct="1"/>
            <a:r>
              <a:rPr lang="en-US" altLang="en-US" sz="2000"/>
              <a:t>For example, instead of dedicating 1 server and 1 operating system to execute 1 dedicated task, the same server is partitioned such as 1 server and 2 operating systems, which can allow independent tasks running on each of them.</a:t>
            </a:r>
          </a:p>
        </p:txBody>
      </p:sp>
      <p:pic>
        <p:nvPicPr>
          <p:cNvPr id="107523" name="Picture 3" descr="logo.png">
            <a:extLst>
              <a:ext uri="{FF2B5EF4-FFF2-40B4-BE49-F238E27FC236}">
                <a16:creationId xmlns:a16="http://schemas.microsoft.com/office/drawing/2014/main" id="{510A7F80-C7E2-A1B2-F322-3A2E578DFB5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0"/>
            <a:ext cx="266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2C830-5C50-A25B-168E-89E1C0F611DA}"/>
              </a:ext>
            </a:extLst>
          </p:cNvPr>
          <p:cNvSpPr>
            <a:spLocks noGrp="1"/>
          </p:cNvSpPr>
          <p:nvPr>
            <p:ph type="title"/>
          </p:nvPr>
        </p:nvSpPr>
        <p:spPr>
          <a:xfrm>
            <a:off x="1981200" y="320675"/>
            <a:ext cx="7239000" cy="1143000"/>
          </a:xfrm>
        </p:spPr>
        <p:txBody>
          <a:bodyPr rtlCol="0">
            <a:normAutofit fontScale="90000"/>
          </a:bodyPr>
          <a:lstStyle/>
          <a:p>
            <a:pPr eaLnBrk="1" fontAlgn="auto" hangingPunct="1">
              <a:spcAft>
                <a:spcPts val="0"/>
              </a:spcAft>
              <a:defRPr/>
            </a:pPr>
            <a:r>
              <a:rPr lang="en-US" dirty="0"/>
              <a:t>What is Containerization?</a:t>
            </a:r>
            <a:br>
              <a:rPr lang="en-US" dirty="0"/>
            </a:br>
            <a:endParaRPr lang="en-US" dirty="0"/>
          </a:p>
        </p:txBody>
      </p:sp>
      <p:sp>
        <p:nvSpPr>
          <p:cNvPr id="108547" name="Content Placeholder 2">
            <a:extLst>
              <a:ext uri="{FF2B5EF4-FFF2-40B4-BE49-F238E27FC236}">
                <a16:creationId xmlns:a16="http://schemas.microsoft.com/office/drawing/2014/main" id="{25A86ED8-C00A-1929-F42F-86B9806C0277}"/>
              </a:ext>
            </a:extLst>
          </p:cNvPr>
          <p:cNvSpPr>
            <a:spLocks noGrp="1" noChangeArrowheads="1"/>
          </p:cNvSpPr>
          <p:nvPr>
            <p:ph idx="1"/>
          </p:nvPr>
        </p:nvSpPr>
        <p:spPr>
          <a:xfrm>
            <a:off x="1981200" y="1295400"/>
            <a:ext cx="7239000" cy="5160963"/>
          </a:xfrm>
        </p:spPr>
        <p:txBody>
          <a:bodyPr/>
          <a:lstStyle/>
          <a:p>
            <a:pPr marL="273050" indent="-273050" algn="just" eaLnBrk="1" hangingPunct="1">
              <a:buFont typeface="Wingdings 2" pitchFamily="2" charset="2"/>
              <a:buChar char=""/>
            </a:pPr>
            <a:r>
              <a:rPr lang="en-US" altLang="en-US" sz="1800"/>
              <a:t>When code is developed in a specific computing environment and transferred to a different environment, there is a high possibility of the code to result in bugs and errors due to </a:t>
            </a:r>
            <a:r>
              <a:rPr lang="en-US" altLang="en-US" sz="1800">
                <a:solidFill>
                  <a:srgbClr val="FF0000"/>
                </a:solidFill>
              </a:rPr>
              <a:t>missing dependencies, libraries, or any configuration setting files.</a:t>
            </a:r>
          </a:p>
          <a:p>
            <a:pPr marL="273050" indent="-273050" algn="just" eaLnBrk="1" hangingPunct="1">
              <a:buFont typeface="Wingdings 2" pitchFamily="2" charset="2"/>
              <a:buChar char=""/>
            </a:pPr>
            <a:endParaRPr lang="en-US" altLang="en-US" sz="1800"/>
          </a:p>
          <a:p>
            <a:pPr marL="273050" indent="-273050" algn="just" eaLnBrk="1" hangingPunct="1">
              <a:buFont typeface="Wingdings 3" pitchFamily="2" charset="2"/>
              <a:buNone/>
            </a:pPr>
            <a:endParaRPr lang="en-US" altLang="en-US" sz="1800"/>
          </a:p>
          <a:p>
            <a:pPr marL="273050" indent="-273050" algn="just" eaLnBrk="1" hangingPunct="1">
              <a:buFont typeface="Wingdings 2" pitchFamily="2" charset="2"/>
              <a:buChar char=""/>
            </a:pPr>
            <a:r>
              <a:rPr lang="en-US" altLang="en-US" sz="1800"/>
              <a:t>For example, if a Windows-based version was ported to Linux operating system, or when an application was developed in the business environment and ported to the customer’s environment, the application would often throw errors. If the dependencies are provided along with the code, the potential bugs and errors can be eliminated.</a:t>
            </a:r>
          </a:p>
          <a:p>
            <a:pPr marL="273050" indent="-273050" algn="just" eaLnBrk="1" hangingPunct="1">
              <a:buFont typeface="Wingdings 2" pitchFamily="2" charset="2"/>
              <a:buChar char=""/>
            </a:pPr>
            <a:endParaRPr lang="en-US" altLang="en-US" sz="1800"/>
          </a:p>
        </p:txBody>
      </p:sp>
      <p:pic>
        <p:nvPicPr>
          <p:cNvPr id="108548" name="Picture 3" descr="logo.png">
            <a:extLst>
              <a:ext uri="{FF2B5EF4-FFF2-40B4-BE49-F238E27FC236}">
                <a16:creationId xmlns:a16="http://schemas.microsoft.com/office/drawing/2014/main" id="{03F2B6AC-C8BC-6F71-8ED5-2D2CB17AC86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0"/>
            <a:ext cx="266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692CFECA-05AE-FFC1-0BD6-7200A9F16AD6}"/>
              </a:ext>
            </a:extLst>
          </p:cNvPr>
          <p:cNvSpPr/>
          <p:nvPr/>
        </p:nvSpPr>
        <p:spPr>
          <a:xfrm>
            <a:off x="1331913" y="666750"/>
            <a:ext cx="6934200" cy="2438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buClr>
                <a:srgbClr val="000000"/>
              </a:buClr>
              <a:buFont typeface="Arial"/>
              <a:buNone/>
              <a:defRPr/>
            </a:pPr>
            <a:r>
              <a:rPr lang="en-US" sz="1867" kern="0" dirty="0">
                <a:sym typeface="Arial"/>
              </a:rPr>
              <a:t>Containerization is the process of bundling the application code along with the libraries, configuration files, and dependencies required for the application to run cross-platform.</a:t>
            </a:r>
          </a:p>
        </p:txBody>
      </p:sp>
      <p:sp>
        <p:nvSpPr>
          <p:cNvPr id="10" name="Rounded Rectangle 9">
            <a:extLst>
              <a:ext uri="{FF2B5EF4-FFF2-40B4-BE49-F238E27FC236}">
                <a16:creationId xmlns:a16="http://schemas.microsoft.com/office/drawing/2014/main" id="{A09CD179-658E-DC11-DA6B-D1AA1F1B2FDF}"/>
              </a:ext>
            </a:extLst>
          </p:cNvPr>
          <p:cNvSpPr/>
          <p:nvPr/>
        </p:nvSpPr>
        <p:spPr>
          <a:xfrm>
            <a:off x="1370013" y="3482975"/>
            <a:ext cx="6858000" cy="2590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buClr>
                <a:srgbClr val="000000"/>
              </a:buClr>
              <a:buFont typeface="Arial"/>
              <a:buNone/>
              <a:defRPr/>
            </a:pPr>
            <a:r>
              <a:rPr lang="en-US" sz="1867" kern="0" dirty="0">
                <a:sym typeface="Arial"/>
              </a:rPr>
              <a:t>Containerization is an application-packaging approach where the code is written once and capable of executing anywhere, making the application highly portable. Docker is the example of a containerization platform.</a:t>
            </a:r>
          </a:p>
        </p:txBody>
      </p:sp>
      <p:pic>
        <p:nvPicPr>
          <p:cNvPr id="109572" name="Picture 10" descr="logo.png">
            <a:extLst>
              <a:ext uri="{FF2B5EF4-FFF2-40B4-BE49-F238E27FC236}">
                <a16:creationId xmlns:a16="http://schemas.microsoft.com/office/drawing/2014/main" id="{155DDA36-B4C9-CFF1-CD0F-15705CBF72F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0"/>
            <a:ext cx="266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7C0DBE-0F5E-C813-6045-DEBF56D56459}"/>
              </a:ext>
            </a:extLst>
          </p:cNvPr>
          <p:cNvSpPr>
            <a:spLocks noGrp="1"/>
          </p:cNvSpPr>
          <p:nvPr>
            <p:ph type="title"/>
          </p:nvPr>
        </p:nvSpPr>
        <p:spPr>
          <a:xfrm>
            <a:off x="1981200" y="320675"/>
            <a:ext cx="7239000" cy="1143000"/>
          </a:xfrm>
        </p:spPr>
        <p:txBody>
          <a:bodyPr rtlCol="0">
            <a:normAutofit fontScale="90000"/>
          </a:bodyPr>
          <a:lstStyle/>
          <a:p>
            <a:pPr eaLnBrk="1" fontAlgn="auto" hangingPunct="1">
              <a:spcAft>
                <a:spcPts val="0"/>
              </a:spcAft>
              <a:defRPr/>
            </a:pPr>
            <a:r>
              <a:rPr lang="en-US" dirty="0"/>
              <a:t>What is a Container?</a:t>
            </a:r>
            <a:br>
              <a:rPr lang="en-US" dirty="0"/>
            </a:br>
            <a:endParaRPr lang="en-US" dirty="0"/>
          </a:p>
        </p:txBody>
      </p:sp>
      <p:sp>
        <p:nvSpPr>
          <p:cNvPr id="110595" name="Content Placeholder 7">
            <a:extLst>
              <a:ext uri="{FF2B5EF4-FFF2-40B4-BE49-F238E27FC236}">
                <a16:creationId xmlns:a16="http://schemas.microsoft.com/office/drawing/2014/main" id="{2779E659-9FB7-8654-4E3F-AE5BB7B5CC8B}"/>
              </a:ext>
            </a:extLst>
          </p:cNvPr>
          <p:cNvSpPr>
            <a:spLocks noGrp="1" noChangeArrowheads="1"/>
          </p:cNvSpPr>
          <p:nvPr>
            <p:ph idx="1"/>
          </p:nvPr>
        </p:nvSpPr>
        <p:spPr>
          <a:xfrm>
            <a:off x="1981200" y="1371600"/>
            <a:ext cx="7239000" cy="5084763"/>
          </a:xfrm>
        </p:spPr>
        <p:txBody>
          <a:bodyPr/>
          <a:lstStyle/>
          <a:p>
            <a:pPr marL="273050" indent="-273050" algn="just" eaLnBrk="1" hangingPunct="1">
              <a:buFont typeface="Wingdings 2" pitchFamily="2" charset="2"/>
              <a:buChar char=""/>
            </a:pPr>
            <a:r>
              <a:rPr lang="en-US" altLang="en-US" sz="1800"/>
              <a:t>The single package of software built using containerization technology is called a </a:t>
            </a:r>
            <a:r>
              <a:rPr lang="en-US" altLang="en-US" sz="1800">
                <a:solidFill>
                  <a:srgbClr val="FF0000"/>
                </a:solidFill>
              </a:rPr>
              <a:t>‘Container’. </a:t>
            </a:r>
            <a:r>
              <a:rPr lang="en-US" altLang="en-US" sz="1800"/>
              <a:t>The container is a standalone package, independent of the host operating system. Being as such, it can then execute across multiple platforms, without any issues.</a:t>
            </a:r>
          </a:p>
          <a:p>
            <a:pPr marL="273050" indent="-273050" algn="just" eaLnBrk="1" hangingPunct="1">
              <a:buFont typeface="Wingdings 3" pitchFamily="2" charset="2"/>
              <a:buNone/>
            </a:pPr>
            <a:endParaRPr lang="en-US" altLang="en-US" sz="1800"/>
          </a:p>
          <a:p>
            <a:pPr marL="273050" indent="-273050" algn="just" eaLnBrk="1" hangingPunct="1">
              <a:buFont typeface="Wingdings 2" pitchFamily="2" charset="2"/>
              <a:buChar char=""/>
            </a:pPr>
            <a:r>
              <a:rPr lang="en-US" altLang="en-US" sz="1800"/>
              <a:t>Following are the advantages of using Containers </a:t>
            </a:r>
          </a:p>
          <a:p>
            <a:pPr marL="273050" indent="-273050" algn="just" eaLnBrk="1" hangingPunct="1">
              <a:buFont typeface="Wingdings 3" pitchFamily="2" charset="2"/>
              <a:buNone/>
            </a:pPr>
            <a:r>
              <a:rPr lang="en-US" altLang="en-US" sz="1800"/>
              <a:t>1.Containers </a:t>
            </a:r>
            <a:r>
              <a:rPr lang="en-US" altLang="en-US" sz="1800">
                <a:solidFill>
                  <a:srgbClr val="FF0000"/>
                </a:solidFill>
              </a:rPr>
              <a:t>share the machine’s operating system Kernel.</a:t>
            </a:r>
            <a:r>
              <a:rPr lang="en-US" altLang="en-US" sz="1800"/>
              <a:t> They do not require to associate the operating system from within the application hence they are lightweight.</a:t>
            </a:r>
          </a:p>
          <a:p>
            <a:pPr marL="273050" indent="-273050" algn="just" eaLnBrk="1" hangingPunct="1">
              <a:buFont typeface="Wingdings 3" pitchFamily="2" charset="2"/>
              <a:buNone/>
            </a:pPr>
            <a:r>
              <a:rPr lang="en-US" altLang="en-US" sz="1800"/>
              <a:t>2.It takes </a:t>
            </a:r>
            <a:r>
              <a:rPr lang="en-US" altLang="en-US" sz="1800">
                <a:solidFill>
                  <a:srgbClr val="FF0000"/>
                </a:solidFill>
              </a:rPr>
              <a:t>less start-up time </a:t>
            </a:r>
            <a:r>
              <a:rPr lang="en-US" altLang="en-US" sz="1800"/>
              <a:t>in the environment where it is deployed.</a:t>
            </a:r>
          </a:p>
          <a:p>
            <a:pPr marL="273050" indent="-273050" algn="just" eaLnBrk="1" hangingPunct="1">
              <a:buFont typeface="Wingdings 2" pitchFamily="2" charset="2"/>
              <a:buChar char=""/>
            </a:pPr>
            <a:endParaRPr lang="en-US" altLang="en-US" sz="1800"/>
          </a:p>
        </p:txBody>
      </p:sp>
      <p:pic>
        <p:nvPicPr>
          <p:cNvPr id="110596" name="Picture 8" descr="logo.png">
            <a:extLst>
              <a:ext uri="{FF2B5EF4-FFF2-40B4-BE49-F238E27FC236}">
                <a16:creationId xmlns:a16="http://schemas.microsoft.com/office/drawing/2014/main" id="{ADB706F3-0D3D-E46E-B61E-026F18B49CC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0"/>
            <a:ext cx="266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2FEF1-5D5D-1BB0-24A7-E6FF77BD84BB}"/>
              </a:ext>
            </a:extLst>
          </p:cNvPr>
          <p:cNvSpPr>
            <a:spLocks noGrp="1"/>
          </p:cNvSpPr>
          <p:nvPr>
            <p:ph type="title"/>
          </p:nvPr>
        </p:nvSpPr>
        <p:spPr>
          <a:xfrm>
            <a:off x="1981200" y="320675"/>
            <a:ext cx="7239000" cy="1143000"/>
          </a:xfrm>
        </p:spPr>
        <p:txBody>
          <a:bodyPr rtlCol="0">
            <a:normAutofit fontScale="90000"/>
          </a:bodyPr>
          <a:lstStyle/>
          <a:p>
            <a:pPr eaLnBrk="1" fontAlgn="auto" hangingPunct="1">
              <a:spcAft>
                <a:spcPts val="0"/>
              </a:spcAft>
              <a:defRPr/>
            </a:pPr>
            <a:r>
              <a:rPr lang="en-US" dirty="0"/>
              <a:t>What is a Hypervisor?</a:t>
            </a:r>
            <a:br>
              <a:rPr lang="en-US" dirty="0"/>
            </a:br>
            <a:endParaRPr lang="en-US" dirty="0"/>
          </a:p>
        </p:txBody>
      </p:sp>
      <p:sp>
        <p:nvSpPr>
          <p:cNvPr id="111619" name="Content Placeholder 2">
            <a:extLst>
              <a:ext uri="{FF2B5EF4-FFF2-40B4-BE49-F238E27FC236}">
                <a16:creationId xmlns:a16="http://schemas.microsoft.com/office/drawing/2014/main" id="{75BF58F8-24E5-23C1-09E9-119F924BBB44}"/>
              </a:ext>
            </a:extLst>
          </p:cNvPr>
          <p:cNvSpPr>
            <a:spLocks noGrp="1" noChangeArrowheads="1"/>
          </p:cNvSpPr>
          <p:nvPr>
            <p:ph idx="1"/>
          </p:nvPr>
        </p:nvSpPr>
        <p:spPr/>
        <p:txBody>
          <a:bodyPr/>
          <a:lstStyle/>
          <a:p>
            <a:pPr algn="just" eaLnBrk="1" hangingPunct="1"/>
            <a:r>
              <a:rPr lang="en-US" altLang="en-US" sz="1800"/>
              <a:t>A hypervisor, also known as </a:t>
            </a:r>
            <a:r>
              <a:rPr lang="en-US" altLang="en-US" sz="1800">
                <a:solidFill>
                  <a:srgbClr val="FF0000"/>
                </a:solidFill>
              </a:rPr>
              <a:t>Virtual Machine Monitor (VMM)</a:t>
            </a:r>
            <a:r>
              <a:rPr lang="en-US" altLang="en-US" sz="1800"/>
              <a:t>, is a software program that executes on a computer to manage multiple VMs.</a:t>
            </a:r>
          </a:p>
          <a:p>
            <a:pPr algn="just" eaLnBrk="1" hangingPunct="1">
              <a:buFont typeface="Wingdings 2" pitchFamily="2" charset="2"/>
              <a:buNone/>
            </a:pPr>
            <a:endParaRPr lang="en-US" altLang="en-US" sz="1800"/>
          </a:p>
          <a:p>
            <a:pPr algn="just" eaLnBrk="1" hangingPunct="1"/>
            <a:r>
              <a:rPr lang="en-US" altLang="en-US" sz="1800"/>
              <a:t>A Hypervisor creates an abstract layer on the computer hardware, handles resource allocation, and monitors the virtual machines.</a:t>
            </a:r>
          </a:p>
          <a:p>
            <a:pPr eaLnBrk="1" hangingPunct="1"/>
            <a:endParaRPr lang="en-US" altLang="en-US" sz="1800"/>
          </a:p>
        </p:txBody>
      </p:sp>
      <p:pic>
        <p:nvPicPr>
          <p:cNvPr id="111620" name="Picture 3" descr="logo.png">
            <a:extLst>
              <a:ext uri="{FF2B5EF4-FFF2-40B4-BE49-F238E27FC236}">
                <a16:creationId xmlns:a16="http://schemas.microsoft.com/office/drawing/2014/main" id="{E80B1A31-AE61-877D-F52C-6E30AD8C680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0"/>
            <a:ext cx="266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8427DB-4BD4-21F5-43F6-99F157F15594}"/>
              </a:ext>
            </a:extLst>
          </p:cNvPr>
          <p:cNvSpPr>
            <a:spLocks noGrp="1"/>
          </p:cNvSpPr>
          <p:nvPr>
            <p:ph idx="1"/>
          </p:nvPr>
        </p:nvSpPr>
        <p:spPr>
          <a:xfrm>
            <a:off x="762000" y="903288"/>
            <a:ext cx="7239000" cy="5770562"/>
          </a:xfrm>
        </p:spPr>
        <p:txBody>
          <a:bodyPr rtlCol="0">
            <a:normAutofit/>
          </a:bodyPr>
          <a:lstStyle/>
          <a:p>
            <a:pPr marL="274320" indent="-274320" algn="just" eaLnBrk="1" fontAlgn="auto" hangingPunct="1">
              <a:spcAft>
                <a:spcPts val="0"/>
              </a:spcAft>
              <a:buFont typeface="Wingdings 2"/>
              <a:buChar char=""/>
              <a:defRPr/>
            </a:pPr>
            <a:r>
              <a:rPr lang="en-US" sz="2000" b="1" i="1" dirty="0">
                <a:solidFill>
                  <a:schemeClr val="tx2">
                    <a:lumMod val="75000"/>
                  </a:schemeClr>
                </a:solidFill>
              </a:rPr>
              <a:t>Virtualization</a:t>
            </a:r>
            <a:r>
              <a:rPr lang="en-US" sz="2000" b="1" dirty="0">
                <a:solidFill>
                  <a:schemeClr val="tx2">
                    <a:lumMod val="75000"/>
                  </a:schemeClr>
                </a:solidFill>
              </a:rPr>
              <a:t> − </a:t>
            </a:r>
            <a:r>
              <a:rPr lang="en-US" sz="2000" dirty="0">
                <a:solidFill>
                  <a:schemeClr val="tx1">
                    <a:lumMod val="75000"/>
                    <a:lumOff val="25000"/>
                  </a:schemeClr>
                </a:solidFill>
              </a:rPr>
              <a:t>Virtualization is the technology that can simulate your physical hardware (such as CPU cores, memory, disk) and represent it as a separate machine. It has its own Guest OS, Kernel, process, drivers, etc. Therefore, it is </a:t>
            </a:r>
            <a:r>
              <a:rPr lang="en-US" sz="2000" dirty="0">
                <a:solidFill>
                  <a:srgbClr val="FF0000"/>
                </a:solidFill>
              </a:rPr>
              <a:t>hardware-level virtualization. </a:t>
            </a:r>
            <a:r>
              <a:rPr lang="en-US" sz="2000" dirty="0">
                <a:solidFill>
                  <a:schemeClr val="tx1">
                    <a:lumMod val="75000"/>
                    <a:lumOff val="25000"/>
                  </a:schemeClr>
                </a:solidFill>
              </a:rPr>
              <a:t>Most common technology is "VMware" and "Virtual Box".</a:t>
            </a:r>
          </a:p>
          <a:p>
            <a:pPr marL="274320" indent="-274320" eaLnBrk="1" fontAlgn="auto" hangingPunct="1">
              <a:spcAft>
                <a:spcPts val="0"/>
              </a:spcAft>
              <a:buFont typeface="Wingdings 2"/>
              <a:buChar char=""/>
              <a:defRPr/>
            </a:pPr>
            <a:endParaRPr lang="en-US" sz="2000" dirty="0">
              <a:solidFill>
                <a:schemeClr val="tx1">
                  <a:lumMod val="75000"/>
                  <a:lumOff val="25000"/>
                </a:schemeClr>
              </a:solidFill>
            </a:endParaRPr>
          </a:p>
          <a:p>
            <a:pPr marL="274320" indent="-274320" eaLnBrk="1" fontAlgn="auto" hangingPunct="1">
              <a:spcAft>
                <a:spcPts val="0"/>
              </a:spcAft>
              <a:buFont typeface="Wingdings 2"/>
              <a:buChar char=""/>
              <a:defRPr/>
            </a:pPr>
            <a:endParaRPr lang="en-US" sz="2000" dirty="0">
              <a:solidFill>
                <a:schemeClr val="tx1">
                  <a:lumMod val="75000"/>
                  <a:lumOff val="25000"/>
                </a:schemeClr>
              </a:solidFill>
            </a:endParaRPr>
          </a:p>
          <a:p>
            <a:pPr marL="274320" indent="-274320" algn="just" eaLnBrk="1" fontAlgn="auto" hangingPunct="1">
              <a:spcAft>
                <a:spcPts val="0"/>
              </a:spcAft>
              <a:buFont typeface="Wingdings 2"/>
              <a:buChar char=""/>
              <a:defRPr/>
            </a:pPr>
            <a:r>
              <a:rPr lang="en-US" sz="2000" b="1" i="1" dirty="0">
                <a:solidFill>
                  <a:schemeClr val="tx2">
                    <a:lumMod val="75000"/>
                  </a:schemeClr>
                </a:solidFill>
              </a:rPr>
              <a:t>Containerization</a:t>
            </a:r>
            <a:r>
              <a:rPr lang="en-US" sz="2000" b="1" dirty="0">
                <a:solidFill>
                  <a:schemeClr val="tx2">
                    <a:lumMod val="75000"/>
                  </a:schemeClr>
                </a:solidFill>
              </a:rPr>
              <a:t> − </a:t>
            </a:r>
            <a:r>
              <a:rPr lang="en-US" sz="2000" dirty="0">
                <a:solidFill>
                  <a:schemeClr val="tx1">
                    <a:lumMod val="75000"/>
                    <a:lumOff val="25000"/>
                  </a:schemeClr>
                </a:solidFill>
              </a:rPr>
              <a:t>Containerization is "OS-level virtualization". It doesn't simulate the entire physical machine. It just simulates the OS of your machine. Therefore, multiple applications can share the same OS kernel. Containers play similar roles as virtual machine but </a:t>
            </a:r>
            <a:r>
              <a:rPr lang="en-US" sz="2000" dirty="0">
                <a:solidFill>
                  <a:srgbClr val="FF0000"/>
                </a:solidFill>
              </a:rPr>
              <a:t>without hardware virtualization.</a:t>
            </a:r>
            <a:r>
              <a:rPr lang="en-US" sz="2000" dirty="0">
                <a:solidFill>
                  <a:schemeClr val="tx1">
                    <a:lumMod val="75000"/>
                    <a:lumOff val="25000"/>
                  </a:schemeClr>
                </a:solidFill>
              </a:rPr>
              <a:t> Most common container technology is "</a:t>
            </a:r>
            <a:r>
              <a:rPr lang="en-US" sz="2000" dirty="0" err="1">
                <a:solidFill>
                  <a:schemeClr val="tx1">
                    <a:lumMod val="75000"/>
                    <a:lumOff val="25000"/>
                  </a:schemeClr>
                </a:solidFill>
              </a:rPr>
              <a:t>Docker".a</a:t>
            </a:r>
            <a:endParaRPr lang="en-US" sz="2000" dirty="0">
              <a:solidFill>
                <a:schemeClr val="tx1">
                  <a:lumMod val="75000"/>
                  <a:lumOff val="25000"/>
                </a:schemeClr>
              </a:solidFill>
            </a:endParaRPr>
          </a:p>
          <a:p>
            <a:pPr marL="274320" indent="-274320" eaLnBrk="1" fontAlgn="auto" hangingPunct="1">
              <a:spcAft>
                <a:spcPts val="0"/>
              </a:spcAft>
              <a:buFont typeface="Wingdings 2"/>
              <a:buChar char=""/>
              <a:defRPr/>
            </a:pPr>
            <a:endParaRPr lang="en-US" sz="2000" dirty="0">
              <a:solidFill>
                <a:schemeClr val="tx1">
                  <a:lumMod val="75000"/>
                  <a:lumOff val="25000"/>
                </a:schemeClr>
              </a:solidFill>
            </a:endParaRPr>
          </a:p>
        </p:txBody>
      </p:sp>
      <p:pic>
        <p:nvPicPr>
          <p:cNvPr id="112643" name="Picture 3" descr="logo.png">
            <a:extLst>
              <a:ext uri="{FF2B5EF4-FFF2-40B4-BE49-F238E27FC236}">
                <a16:creationId xmlns:a16="http://schemas.microsoft.com/office/drawing/2014/main" id="{A4A7649C-0317-C216-CA92-127C41CA9FB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0"/>
            <a:ext cx="266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Content Placeholder 3" descr="12.jpg">
            <a:extLst>
              <a:ext uri="{FF2B5EF4-FFF2-40B4-BE49-F238E27FC236}">
                <a16:creationId xmlns:a16="http://schemas.microsoft.com/office/drawing/2014/main" id="{B0710FAC-813E-D635-646F-6EB3536C26D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52600" y="457200"/>
            <a:ext cx="7772400" cy="6172200"/>
          </a:xfrm>
        </p:spPr>
      </p:pic>
      <p:pic>
        <p:nvPicPr>
          <p:cNvPr id="113667" name="Picture 4" descr="logo.png">
            <a:extLst>
              <a:ext uri="{FF2B5EF4-FFF2-40B4-BE49-F238E27FC236}">
                <a16:creationId xmlns:a16="http://schemas.microsoft.com/office/drawing/2014/main" id="{26A5385D-D794-C903-79FD-6F32FE94665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001000" y="0"/>
            <a:ext cx="266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3">
            <a:extLst>
              <a:ext uri="{FF2B5EF4-FFF2-40B4-BE49-F238E27FC236}">
                <a16:creationId xmlns:a16="http://schemas.microsoft.com/office/drawing/2014/main" id="{5F7ACD12-204A-A7F9-E52E-28496C0EAC1E}"/>
              </a:ext>
            </a:extLst>
          </p:cNvPr>
          <p:cNvSpPr>
            <a:spLocks noGrp="1" noChangeArrowheads="1"/>
          </p:cNvSpPr>
          <p:nvPr>
            <p:ph type="title"/>
          </p:nvPr>
        </p:nvSpPr>
        <p:spPr>
          <a:xfrm>
            <a:off x="739775" y="88900"/>
            <a:ext cx="8597900" cy="1320800"/>
          </a:xfrm>
        </p:spPr>
        <p:txBody>
          <a:bodyPr/>
          <a:lstStyle/>
          <a:p>
            <a:pPr eaLnBrk="1" hangingPunct="1"/>
            <a:r>
              <a:rPr lang="en-IN" altLang="en-US"/>
              <a:t>Module Coverage</a:t>
            </a:r>
          </a:p>
        </p:txBody>
      </p:sp>
      <p:sp>
        <p:nvSpPr>
          <p:cNvPr id="11" name="Content Placeholder 10">
            <a:extLst>
              <a:ext uri="{FF2B5EF4-FFF2-40B4-BE49-F238E27FC236}">
                <a16:creationId xmlns:a16="http://schemas.microsoft.com/office/drawing/2014/main" id="{A1DBF5FD-0D59-2085-B16F-A57B47924B01}"/>
              </a:ext>
            </a:extLst>
          </p:cNvPr>
          <p:cNvSpPr>
            <a:spLocks noGrp="1"/>
          </p:cNvSpPr>
          <p:nvPr>
            <p:ph idx="1"/>
          </p:nvPr>
        </p:nvSpPr>
        <p:spPr>
          <a:xfrm>
            <a:off x="330200" y="2540000"/>
            <a:ext cx="4360863" cy="481013"/>
          </a:xfrm>
        </p:spPr>
        <p:txBody>
          <a:bodyPr rtlCol="0">
            <a:normAutofit fontScale="92500"/>
          </a:bodyPr>
          <a:lstStyle/>
          <a:p>
            <a:pPr eaLnBrk="1" fontAlgn="auto" hangingPunct="1">
              <a:spcAft>
                <a:spcPts val="0"/>
              </a:spcAft>
              <a:buFont typeface="Wingdings 3" charset="2"/>
              <a:buChar char=""/>
              <a:defRPr/>
            </a:pPr>
            <a:r>
              <a:rPr lang="en-IN" sz="1800" b="1" spc="-1" dirty="0">
                <a:solidFill>
                  <a:srgbClr val="56687C"/>
                </a:solidFill>
              </a:rPr>
              <a:t>Docker Architecture and Components</a:t>
            </a:r>
            <a:endParaRPr lang="en-IN" sz="1800" b="1" spc="-1" dirty="0">
              <a:solidFill>
                <a:schemeClr val="tx1">
                  <a:lumMod val="75000"/>
                  <a:lumOff val="25000"/>
                </a:schemeClr>
              </a:solidFill>
            </a:endParaRPr>
          </a:p>
        </p:txBody>
      </p:sp>
      <p:sp>
        <p:nvSpPr>
          <p:cNvPr id="12" name="Text Placeholder 11">
            <a:extLst>
              <a:ext uri="{FF2B5EF4-FFF2-40B4-BE49-F238E27FC236}">
                <a16:creationId xmlns:a16="http://schemas.microsoft.com/office/drawing/2014/main" id="{0318254B-F471-A52C-9EAD-474F6AE08D37}"/>
              </a:ext>
            </a:extLst>
          </p:cNvPr>
          <p:cNvSpPr>
            <a:spLocks noGrp="1"/>
          </p:cNvSpPr>
          <p:nvPr>
            <p:ph type="body" sz="quarter" idx="4294967295"/>
          </p:nvPr>
        </p:nvSpPr>
        <p:spPr>
          <a:xfrm>
            <a:off x="0" y="2971800"/>
            <a:ext cx="4775200" cy="639763"/>
          </a:xfrm>
        </p:spPr>
        <p:txBody>
          <a:bodyPr rtlCol="0">
            <a:noAutofit/>
          </a:bodyPr>
          <a:lstStyle/>
          <a:p>
            <a:pPr marL="171360" indent="-171000" eaLnBrk="1" fontAlgn="auto" hangingPunct="1">
              <a:spcAft>
                <a:spcPts val="0"/>
              </a:spcAft>
              <a:buClr>
                <a:srgbClr val="44546A"/>
              </a:buClr>
              <a:buFont typeface="Arial"/>
              <a:buChar char="•"/>
              <a:defRPr/>
            </a:pPr>
            <a:r>
              <a:rPr lang="en-US" sz="1600" spc="-1" dirty="0">
                <a:solidFill>
                  <a:srgbClr val="56687C"/>
                </a:solidFill>
              </a:rPr>
              <a:t>Installing Docker on various Oss</a:t>
            </a:r>
          </a:p>
          <a:p>
            <a:pPr marL="171360" indent="-171000" eaLnBrk="1" fontAlgn="auto" hangingPunct="1">
              <a:spcAft>
                <a:spcPts val="0"/>
              </a:spcAft>
              <a:buClr>
                <a:srgbClr val="44546A"/>
              </a:buClr>
              <a:buFont typeface="Arial"/>
              <a:buChar char="•"/>
              <a:defRPr/>
            </a:pPr>
            <a:r>
              <a:rPr lang="en-US" sz="1600" spc="-1" dirty="0">
                <a:solidFill>
                  <a:srgbClr val="56687C"/>
                </a:solidFill>
              </a:rPr>
              <a:t>Basic Docker Commands</a:t>
            </a:r>
          </a:p>
          <a:p>
            <a:pPr marL="171360" indent="-171000" eaLnBrk="1" fontAlgn="auto" hangingPunct="1">
              <a:spcAft>
                <a:spcPts val="0"/>
              </a:spcAft>
              <a:buClr>
                <a:srgbClr val="44546A"/>
              </a:buClr>
              <a:buFont typeface="Arial"/>
              <a:buChar char="•"/>
              <a:defRPr/>
            </a:pPr>
            <a:r>
              <a:rPr lang="en-US" sz="1600" spc="-1" dirty="0">
                <a:solidFill>
                  <a:srgbClr val="56687C"/>
                </a:solidFill>
              </a:rPr>
              <a:t>Understanding Different Environments</a:t>
            </a:r>
          </a:p>
        </p:txBody>
      </p:sp>
      <p:sp>
        <p:nvSpPr>
          <p:cNvPr id="10" name="Text Placeholder 9">
            <a:extLst>
              <a:ext uri="{FF2B5EF4-FFF2-40B4-BE49-F238E27FC236}">
                <a16:creationId xmlns:a16="http://schemas.microsoft.com/office/drawing/2014/main" id="{F1FA7CC2-630A-8D02-0BAF-D4877CDF17CA}"/>
              </a:ext>
            </a:extLst>
          </p:cNvPr>
          <p:cNvSpPr>
            <a:spLocks noGrp="1"/>
          </p:cNvSpPr>
          <p:nvPr>
            <p:ph type="body" sz="quarter" idx="4294967295"/>
          </p:nvPr>
        </p:nvSpPr>
        <p:spPr>
          <a:xfrm>
            <a:off x="0" y="1344613"/>
            <a:ext cx="7316788" cy="600075"/>
          </a:xfrm>
        </p:spPr>
        <p:txBody>
          <a:bodyPr rtlCol="0">
            <a:noAutofit/>
          </a:bodyPr>
          <a:lstStyle/>
          <a:p>
            <a:pPr marL="171360" indent="-171000" eaLnBrk="1" fontAlgn="auto" hangingPunct="1">
              <a:spcAft>
                <a:spcPts val="0"/>
              </a:spcAft>
              <a:buClr>
                <a:srgbClr val="44546A"/>
              </a:buClr>
              <a:buFont typeface="Arial"/>
              <a:buChar char="•"/>
              <a:defRPr/>
            </a:pPr>
            <a:r>
              <a:rPr lang="en-US" sz="1600" spc="-1" dirty="0">
                <a:solidFill>
                  <a:srgbClr val="56687C"/>
                </a:solidFill>
              </a:rPr>
              <a:t>Docker architecture diagram with Client, Daemon, and Registry</a:t>
            </a:r>
          </a:p>
          <a:p>
            <a:pPr marL="171360" indent="-171000" eaLnBrk="1" fontAlgn="auto" hangingPunct="1">
              <a:spcAft>
                <a:spcPts val="0"/>
              </a:spcAft>
              <a:buClr>
                <a:srgbClr val="44546A"/>
              </a:buClr>
              <a:buFont typeface="Arial"/>
              <a:buChar char="•"/>
              <a:defRPr/>
            </a:pPr>
            <a:r>
              <a:rPr lang="en-US" sz="1600" spc="-1" dirty="0">
                <a:solidFill>
                  <a:srgbClr val="56687C"/>
                </a:solidFill>
              </a:rPr>
              <a:t>Docker Daemon (Container Platform)</a:t>
            </a:r>
          </a:p>
          <a:p>
            <a:pPr marL="171360" indent="-171000" eaLnBrk="1" fontAlgn="auto" hangingPunct="1">
              <a:spcAft>
                <a:spcPts val="0"/>
              </a:spcAft>
              <a:buClr>
                <a:srgbClr val="44546A"/>
              </a:buClr>
              <a:buFont typeface="Arial"/>
              <a:buChar char="•"/>
              <a:defRPr/>
            </a:pPr>
            <a:r>
              <a:rPr lang="en-US" sz="1600" spc="-1" dirty="0">
                <a:solidFill>
                  <a:srgbClr val="56687C"/>
                </a:solidFill>
              </a:rPr>
              <a:t>Docker REST API</a:t>
            </a:r>
          </a:p>
        </p:txBody>
      </p:sp>
      <p:sp>
        <p:nvSpPr>
          <p:cNvPr id="13" name="Content Placeholder 12">
            <a:extLst>
              <a:ext uri="{FF2B5EF4-FFF2-40B4-BE49-F238E27FC236}">
                <a16:creationId xmlns:a16="http://schemas.microsoft.com/office/drawing/2014/main" id="{DEF4B68A-CAB1-CF99-AF44-F61B74249045}"/>
              </a:ext>
            </a:extLst>
          </p:cNvPr>
          <p:cNvSpPr>
            <a:spLocks noGrp="1"/>
          </p:cNvSpPr>
          <p:nvPr>
            <p:ph sz="quarter" idx="4294967295"/>
          </p:nvPr>
        </p:nvSpPr>
        <p:spPr>
          <a:xfrm>
            <a:off x="0" y="984250"/>
            <a:ext cx="4775200" cy="327025"/>
          </a:xfrm>
        </p:spPr>
        <p:txBody>
          <a:bodyPr rtlCol="0">
            <a:normAutofit fontScale="92500" lnSpcReduction="10000"/>
          </a:bodyPr>
          <a:lstStyle/>
          <a:p>
            <a:pPr eaLnBrk="1" fontAlgn="auto" hangingPunct="1">
              <a:spcAft>
                <a:spcPts val="0"/>
              </a:spcAft>
              <a:buFont typeface="Wingdings 3" charset="2"/>
              <a:buChar char=""/>
              <a:defRPr/>
            </a:pPr>
            <a:r>
              <a:rPr lang="en-US" sz="1800" b="1" spc="-1" dirty="0">
                <a:solidFill>
                  <a:srgbClr val="56687C"/>
                </a:solidFill>
              </a:rPr>
              <a:t>Installing and Using Docker</a:t>
            </a:r>
            <a:endParaRPr lang="en-IN" sz="1800" b="1" spc="-1" dirty="0">
              <a:solidFill>
                <a:schemeClr val="tx1">
                  <a:lumMod val="75000"/>
                  <a:lumOff val="25000"/>
                </a:schemeClr>
              </a:solidFill>
            </a:endParaRPr>
          </a:p>
        </p:txBody>
      </p:sp>
      <p:sp>
        <p:nvSpPr>
          <p:cNvPr id="14" name="Text Placeholder 13">
            <a:extLst>
              <a:ext uri="{FF2B5EF4-FFF2-40B4-BE49-F238E27FC236}">
                <a16:creationId xmlns:a16="http://schemas.microsoft.com/office/drawing/2014/main" id="{D119D295-94F1-F8A6-3FFA-5F8DEFD828C8}"/>
              </a:ext>
            </a:extLst>
          </p:cNvPr>
          <p:cNvSpPr>
            <a:spLocks noGrp="1"/>
          </p:cNvSpPr>
          <p:nvPr>
            <p:ph type="body" sz="quarter" idx="4294967295"/>
          </p:nvPr>
        </p:nvSpPr>
        <p:spPr>
          <a:xfrm>
            <a:off x="0" y="4548188"/>
            <a:ext cx="5038725" cy="533400"/>
          </a:xfrm>
        </p:spPr>
        <p:txBody>
          <a:bodyPr rtlCol="0">
            <a:noAutofit/>
          </a:bodyPr>
          <a:lstStyle/>
          <a:p>
            <a:pPr marL="171360" indent="-171000" eaLnBrk="1" fontAlgn="auto" hangingPunct="1">
              <a:spcAft>
                <a:spcPts val="0"/>
              </a:spcAft>
              <a:buClr>
                <a:srgbClr val="44546A"/>
              </a:buClr>
              <a:buFont typeface="Arial"/>
              <a:buChar char="•"/>
              <a:defRPr/>
            </a:pPr>
            <a:r>
              <a:rPr lang="en-US" sz="1600" spc="-1" dirty="0" err="1">
                <a:solidFill>
                  <a:srgbClr val="56687C"/>
                </a:solidFill>
              </a:rPr>
              <a:t>Dockerfile</a:t>
            </a:r>
            <a:r>
              <a:rPr lang="en-US" sz="1600" spc="-1" dirty="0">
                <a:solidFill>
                  <a:srgbClr val="56687C"/>
                </a:solidFill>
              </a:rPr>
              <a:t> fundamentals</a:t>
            </a:r>
          </a:p>
          <a:p>
            <a:pPr marL="171360" indent="-171000" eaLnBrk="1" fontAlgn="auto" hangingPunct="1">
              <a:spcAft>
                <a:spcPts val="0"/>
              </a:spcAft>
              <a:buClr>
                <a:srgbClr val="44546A"/>
              </a:buClr>
              <a:buFont typeface="Arial"/>
              <a:buChar char="•"/>
              <a:defRPr/>
            </a:pPr>
            <a:r>
              <a:rPr lang="en-US" sz="1600" spc="-1" dirty="0">
                <a:solidFill>
                  <a:srgbClr val="56687C"/>
                </a:solidFill>
              </a:rPr>
              <a:t>Docker image creation from a </a:t>
            </a:r>
            <a:r>
              <a:rPr lang="en-US" sz="1600" spc="-1" dirty="0" err="1">
                <a:solidFill>
                  <a:srgbClr val="56687C"/>
                </a:solidFill>
              </a:rPr>
              <a:t>Dockerfile</a:t>
            </a:r>
            <a:endParaRPr lang="en-US" sz="1600" spc="-1" dirty="0">
              <a:solidFill>
                <a:srgbClr val="56687C"/>
              </a:solidFill>
            </a:endParaRPr>
          </a:p>
        </p:txBody>
      </p:sp>
      <p:sp>
        <p:nvSpPr>
          <p:cNvPr id="15" name="Content Placeholder 14">
            <a:extLst>
              <a:ext uri="{FF2B5EF4-FFF2-40B4-BE49-F238E27FC236}">
                <a16:creationId xmlns:a16="http://schemas.microsoft.com/office/drawing/2014/main" id="{CFA88B78-89E2-E446-5D77-8142C0D07687}"/>
              </a:ext>
            </a:extLst>
          </p:cNvPr>
          <p:cNvSpPr>
            <a:spLocks noGrp="1"/>
          </p:cNvSpPr>
          <p:nvPr>
            <p:ph sz="quarter" idx="4294967295"/>
          </p:nvPr>
        </p:nvSpPr>
        <p:spPr>
          <a:xfrm>
            <a:off x="0" y="4087813"/>
            <a:ext cx="4775200" cy="327025"/>
          </a:xfrm>
        </p:spPr>
        <p:txBody>
          <a:bodyPr rtlCol="0">
            <a:normAutofit fontScale="92500" lnSpcReduction="10000"/>
          </a:bodyPr>
          <a:lstStyle/>
          <a:p>
            <a:pPr eaLnBrk="1" fontAlgn="auto" hangingPunct="1">
              <a:spcAft>
                <a:spcPts val="0"/>
              </a:spcAft>
              <a:buFont typeface="Wingdings 3" charset="2"/>
              <a:buChar char=""/>
              <a:defRPr/>
            </a:pPr>
            <a:r>
              <a:rPr lang="en-US" sz="1800" b="1" spc="-1" dirty="0">
                <a:solidFill>
                  <a:srgbClr val="56687C"/>
                </a:solidFill>
              </a:rPr>
              <a:t>Building Docker Images</a:t>
            </a:r>
            <a:endParaRPr lang="en-IN" sz="1800" b="1" spc="-1" dirty="0">
              <a:solidFill>
                <a:schemeClr val="tx1">
                  <a:lumMod val="75000"/>
                  <a:lumOff val="25000"/>
                </a:schemeClr>
              </a:solidFill>
            </a:endParaRPr>
          </a:p>
        </p:txBody>
      </p:sp>
      <p:sp>
        <p:nvSpPr>
          <p:cNvPr id="16" name="Text Placeholder 15">
            <a:extLst>
              <a:ext uri="{FF2B5EF4-FFF2-40B4-BE49-F238E27FC236}">
                <a16:creationId xmlns:a16="http://schemas.microsoft.com/office/drawing/2014/main" id="{8DD3A240-07D8-6449-0577-86C9871B9466}"/>
              </a:ext>
            </a:extLst>
          </p:cNvPr>
          <p:cNvSpPr>
            <a:spLocks noGrp="1"/>
          </p:cNvSpPr>
          <p:nvPr>
            <p:ph type="body" sz="quarter" idx="4294967295"/>
          </p:nvPr>
        </p:nvSpPr>
        <p:spPr>
          <a:xfrm>
            <a:off x="0" y="5895975"/>
            <a:ext cx="4775200" cy="560388"/>
          </a:xfrm>
        </p:spPr>
        <p:txBody>
          <a:bodyPr rtlCol="0">
            <a:noAutofit/>
          </a:bodyPr>
          <a:lstStyle/>
          <a:p>
            <a:pPr marL="171360" indent="-171000" eaLnBrk="1" fontAlgn="auto" hangingPunct="1">
              <a:spcAft>
                <a:spcPts val="0"/>
              </a:spcAft>
              <a:buClr>
                <a:srgbClr val="44546A"/>
              </a:buClr>
              <a:buFont typeface="Arial"/>
              <a:buChar char="•"/>
              <a:defRPr/>
            </a:pPr>
            <a:r>
              <a:rPr lang="en-US" sz="1600" spc="-1" dirty="0">
                <a:solidFill>
                  <a:srgbClr val="56687C"/>
                </a:solidFill>
              </a:rPr>
              <a:t>Docker Networking Models</a:t>
            </a:r>
          </a:p>
          <a:p>
            <a:pPr marL="171360" indent="-171000" eaLnBrk="1" fontAlgn="auto" hangingPunct="1">
              <a:spcAft>
                <a:spcPts val="0"/>
              </a:spcAft>
              <a:buClr>
                <a:srgbClr val="44546A"/>
              </a:buClr>
              <a:buFont typeface="Arial"/>
              <a:buChar char="•"/>
              <a:defRPr/>
            </a:pPr>
            <a:r>
              <a:rPr lang="en-US" sz="1600" spc="-1" dirty="0">
                <a:solidFill>
                  <a:srgbClr val="56687C"/>
                </a:solidFill>
              </a:rPr>
              <a:t>Docker Networking Commands</a:t>
            </a:r>
            <a:endParaRPr lang="en-IN" sz="1600" spc="-1" dirty="0">
              <a:solidFill>
                <a:srgbClr val="56687C"/>
              </a:solidFill>
            </a:endParaRPr>
          </a:p>
        </p:txBody>
      </p:sp>
      <p:sp>
        <p:nvSpPr>
          <p:cNvPr id="17" name="Content Placeholder 16">
            <a:extLst>
              <a:ext uri="{FF2B5EF4-FFF2-40B4-BE49-F238E27FC236}">
                <a16:creationId xmlns:a16="http://schemas.microsoft.com/office/drawing/2014/main" id="{AEC0FB61-1E5D-DF3D-08BF-DEF07C848108}"/>
              </a:ext>
            </a:extLst>
          </p:cNvPr>
          <p:cNvSpPr>
            <a:spLocks noGrp="1"/>
          </p:cNvSpPr>
          <p:nvPr>
            <p:ph sz="quarter" idx="4294967295"/>
          </p:nvPr>
        </p:nvSpPr>
        <p:spPr>
          <a:xfrm>
            <a:off x="0" y="5437188"/>
            <a:ext cx="4775200" cy="327025"/>
          </a:xfrm>
        </p:spPr>
        <p:txBody>
          <a:bodyPr rtlCol="0">
            <a:normAutofit fontScale="92500" lnSpcReduction="10000"/>
          </a:bodyPr>
          <a:lstStyle/>
          <a:p>
            <a:pPr eaLnBrk="1" fontAlgn="auto" hangingPunct="1">
              <a:spcAft>
                <a:spcPts val="0"/>
              </a:spcAft>
              <a:buFont typeface="Wingdings 3" charset="2"/>
              <a:buChar char=""/>
              <a:defRPr/>
            </a:pPr>
            <a:r>
              <a:rPr lang="en-US" sz="1800" b="1" spc="-1" dirty="0">
                <a:solidFill>
                  <a:srgbClr val="56687C"/>
                </a:solidFill>
              </a:rPr>
              <a:t>Docker Networking</a:t>
            </a:r>
            <a:endParaRPr lang="en-IN" sz="1800" b="1" spc="-1" dirty="0">
              <a:solidFill>
                <a:schemeClr val="tx1">
                  <a:lumMod val="75000"/>
                  <a:lumOff val="25000"/>
                </a:schemeClr>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xEl>
                                              <p:pRg st="0" end="0"/>
                                            </p:txEl>
                                          </p:spTgt>
                                        </p:tgtEl>
                                        <p:attrNameLst>
                                          <p:attrName>style.visibility</p:attrName>
                                        </p:attrNameLst>
                                      </p:cBhvr>
                                      <p:to>
                                        <p:strVal val="visible"/>
                                      </p:to>
                                    </p:set>
                                    <p:animEffect transition="in" filter="fade">
                                      <p:cBhvr>
                                        <p:cTn id="10" dur="500"/>
                                        <p:tgtEl>
                                          <p:spTgt spid="10">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500"/>
                                        <p:tgtEl>
                                          <p:spTgt spid="10">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xEl>
                                              <p:pRg st="2" end="2"/>
                                            </p:txEl>
                                          </p:spTgt>
                                        </p:tgtEl>
                                        <p:attrNameLst>
                                          <p:attrName>style.visibility</p:attrName>
                                        </p:attrNameLst>
                                      </p:cBhvr>
                                      <p:to>
                                        <p:strVal val="visible"/>
                                      </p:to>
                                    </p:set>
                                    <p:animEffect transition="in" filter="fade">
                                      <p:cBhvr>
                                        <p:cTn id="16" dur="500"/>
                                        <p:tgtEl>
                                          <p:spTgt spid="10">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animEffect transition="in" filter="fade">
                                      <p:cBhvr>
                                        <p:cTn id="21" dur="500"/>
                                        <p:tgtEl>
                                          <p:spTgt spid="13">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xEl>
                                              <p:pRg st="0" end="0"/>
                                            </p:txEl>
                                          </p:spTgt>
                                        </p:tgtEl>
                                        <p:attrNameLst>
                                          <p:attrName>style.visibility</p:attrName>
                                        </p:attrNameLst>
                                      </p:cBhvr>
                                      <p:to>
                                        <p:strVal val="visible"/>
                                      </p:to>
                                    </p:set>
                                    <p:animEffect transition="in" filter="fade">
                                      <p:cBhvr>
                                        <p:cTn id="24" dur="500"/>
                                        <p:tgtEl>
                                          <p:spTgt spid="12">
                                            <p:txEl>
                                              <p:pRg st="0" end="0"/>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xEl>
                                              <p:pRg st="1" end="1"/>
                                            </p:txEl>
                                          </p:spTgt>
                                        </p:tgtEl>
                                        <p:attrNameLst>
                                          <p:attrName>style.visibility</p:attrName>
                                        </p:attrNameLst>
                                      </p:cBhvr>
                                      <p:to>
                                        <p:strVal val="visible"/>
                                      </p:to>
                                    </p:set>
                                    <p:animEffect transition="in" filter="fade">
                                      <p:cBhvr>
                                        <p:cTn id="27" dur="500"/>
                                        <p:tgtEl>
                                          <p:spTgt spid="12">
                                            <p:txEl>
                                              <p:pRg st="1" end="1"/>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xEl>
                                              <p:pRg st="2" end="2"/>
                                            </p:txEl>
                                          </p:spTgt>
                                        </p:tgtEl>
                                        <p:attrNameLst>
                                          <p:attrName>style.visibility</p:attrName>
                                        </p:attrNameLst>
                                      </p:cBhvr>
                                      <p:to>
                                        <p:strVal val="visible"/>
                                      </p:to>
                                    </p:set>
                                    <p:animEffect transition="in" filter="fade">
                                      <p:cBhvr>
                                        <p:cTn id="30" dur="500"/>
                                        <p:tgtEl>
                                          <p:spTgt spid="12">
                                            <p:txEl>
                                              <p:pRg st="2" end="2"/>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5">
                                            <p:txEl>
                                              <p:pRg st="0" end="0"/>
                                            </p:txEl>
                                          </p:spTgt>
                                        </p:tgtEl>
                                        <p:attrNameLst>
                                          <p:attrName>style.visibility</p:attrName>
                                        </p:attrNameLst>
                                      </p:cBhvr>
                                      <p:to>
                                        <p:strVal val="visible"/>
                                      </p:to>
                                    </p:set>
                                    <p:animEffect transition="in" filter="fade">
                                      <p:cBhvr>
                                        <p:cTn id="35" dur="500"/>
                                        <p:tgtEl>
                                          <p:spTgt spid="15">
                                            <p:txEl>
                                              <p:pRg st="0" end="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xEl>
                                              <p:pRg st="0" end="0"/>
                                            </p:txEl>
                                          </p:spTgt>
                                        </p:tgtEl>
                                        <p:attrNameLst>
                                          <p:attrName>style.visibility</p:attrName>
                                        </p:attrNameLst>
                                      </p:cBhvr>
                                      <p:to>
                                        <p:strVal val="visible"/>
                                      </p:to>
                                    </p:set>
                                    <p:animEffect transition="in" filter="fade">
                                      <p:cBhvr>
                                        <p:cTn id="38" dur="500"/>
                                        <p:tgtEl>
                                          <p:spTgt spid="14">
                                            <p:txEl>
                                              <p:pRg st="0" end="0"/>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xEl>
                                              <p:pRg st="1" end="1"/>
                                            </p:txEl>
                                          </p:spTgt>
                                        </p:tgtEl>
                                        <p:attrNameLst>
                                          <p:attrName>style.visibility</p:attrName>
                                        </p:attrNameLst>
                                      </p:cBhvr>
                                      <p:to>
                                        <p:strVal val="visible"/>
                                      </p:to>
                                    </p:set>
                                    <p:animEffect transition="in" filter="fade">
                                      <p:cBhvr>
                                        <p:cTn id="41" dur="500"/>
                                        <p:tgtEl>
                                          <p:spTgt spid="14">
                                            <p:txEl>
                                              <p:pRg st="1" end="1"/>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7">
                                            <p:txEl>
                                              <p:pRg st="0" end="0"/>
                                            </p:txEl>
                                          </p:spTgt>
                                        </p:tgtEl>
                                        <p:attrNameLst>
                                          <p:attrName>style.visibility</p:attrName>
                                        </p:attrNameLst>
                                      </p:cBhvr>
                                      <p:to>
                                        <p:strVal val="visible"/>
                                      </p:to>
                                    </p:set>
                                    <p:animEffect transition="in" filter="fade">
                                      <p:cBhvr>
                                        <p:cTn id="46" dur="500"/>
                                        <p:tgtEl>
                                          <p:spTgt spid="17">
                                            <p:txEl>
                                              <p:pRg st="0" end="0"/>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xEl>
                                              <p:pRg st="0" end="0"/>
                                            </p:txEl>
                                          </p:spTgt>
                                        </p:tgtEl>
                                        <p:attrNameLst>
                                          <p:attrName>style.visibility</p:attrName>
                                        </p:attrNameLst>
                                      </p:cBhvr>
                                      <p:to>
                                        <p:strVal val="visible"/>
                                      </p:to>
                                    </p:set>
                                    <p:animEffect transition="in" filter="fade">
                                      <p:cBhvr>
                                        <p:cTn id="49" dur="500"/>
                                        <p:tgtEl>
                                          <p:spTgt spid="16">
                                            <p:txEl>
                                              <p:pRg st="0" end="0"/>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xEl>
                                              <p:pRg st="1" end="1"/>
                                            </p:txEl>
                                          </p:spTgt>
                                        </p:tgtEl>
                                        <p:attrNameLst>
                                          <p:attrName>style.visibility</p:attrName>
                                        </p:attrNameLst>
                                      </p:cBhvr>
                                      <p:to>
                                        <p:strVal val="visible"/>
                                      </p:to>
                                    </p:set>
                                    <p:animEffect transition="in" filter="fade">
                                      <p:cBhvr>
                                        <p:cTn id="52"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2" grpId="0" build="p"/>
      <p:bldP spid="10" grpId="0" build="p"/>
      <p:bldP spid="13" grpId="0" build="p"/>
      <p:bldP spid="14" grpId="0" build="p"/>
      <p:bldP spid="15" grpId="0" build="p"/>
      <p:bldP spid="16" grpId="0" build="p"/>
      <p:bldP spid="1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a:extLst>
              <a:ext uri="{FF2B5EF4-FFF2-40B4-BE49-F238E27FC236}">
                <a16:creationId xmlns:a16="http://schemas.microsoft.com/office/drawing/2014/main" id="{6B51B322-269B-4DC1-4B02-D7AB2694A627}"/>
              </a:ext>
            </a:extLst>
          </p:cNvPr>
          <p:cNvSpPr>
            <a:spLocks noGrp="1" noChangeArrowheads="1"/>
          </p:cNvSpPr>
          <p:nvPr>
            <p:ph type="title"/>
          </p:nvPr>
        </p:nvSpPr>
        <p:spPr/>
        <p:txBody>
          <a:bodyPr/>
          <a:lstStyle/>
          <a:p>
            <a:pPr eaLnBrk="1" hangingPunct="1"/>
            <a:endParaRPr lang="en-CA" altLang="en-US"/>
          </a:p>
        </p:txBody>
      </p:sp>
      <p:pic>
        <p:nvPicPr>
          <p:cNvPr id="115715" name="Picture 7" descr="C:\Users\sidha\AppData\Local\Temp\{2C80828D-DC56-474C-8436-7B2533004CE6}.tmp">
            <a:extLst>
              <a:ext uri="{FF2B5EF4-FFF2-40B4-BE49-F238E27FC236}">
                <a16:creationId xmlns:a16="http://schemas.microsoft.com/office/drawing/2014/main" id="{B1D6CFD6-BF95-1D1B-7206-05A4508EDD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60375" y="442913"/>
            <a:ext cx="10409238" cy="5599112"/>
          </a:xfrm>
          <a:noFill/>
        </p:spPr>
      </p:pic>
      <p:sp>
        <p:nvSpPr>
          <p:cNvPr id="5" name="AutoShape 3" descr="A creative illustration representing the concept of a 'docker' in the context of cricket. The image features a cricket field with players actively engaged in a match. In the foreground, a graphical depiction of containers resembling shipping containers is integrated into the scene, symbolizing the docker concept. Each container has cricket-related icons, such as a bat, ball, and stumps, representing modularity. The background includes a scoreboard styled like a code console, hinting at technology integration in sports. The overall theme combines cricket and software containers in a visually appealing and conceptual manner.">
            <a:extLst>
              <a:ext uri="{FF2B5EF4-FFF2-40B4-BE49-F238E27FC236}">
                <a16:creationId xmlns:a16="http://schemas.microsoft.com/office/drawing/2014/main" id="{F9EA25C3-EB0F-44BF-D4A2-6FF5811F6354}"/>
              </a:ext>
            </a:extLst>
          </p:cNvPr>
          <p:cNvSpPr>
            <a:spLocks noChangeAspect="1" noChangeArrowheads="1"/>
          </p:cNvSpPr>
          <p:nvPr/>
        </p:nvSpPr>
        <p:spPr bwMode="auto">
          <a:xfrm>
            <a:off x="155575" y="-144463"/>
            <a:ext cx="304800" cy="304801"/>
          </a:xfrm>
          <a:prstGeom prst="rect">
            <a:avLst/>
          </a:prstGeom>
          <a:noFill/>
        </p:spPr>
        <p:txBody>
          <a:bodyPr/>
          <a:lstStyle/>
          <a:p>
            <a:pPr eaLnBrk="1" fontAlgn="auto" hangingPunct="1">
              <a:spcBef>
                <a:spcPts val="0"/>
              </a:spcBef>
              <a:spcAft>
                <a:spcPts val="0"/>
              </a:spcAft>
              <a:buClr>
                <a:srgbClr val="000000"/>
              </a:buClr>
              <a:buFont typeface="Arial"/>
              <a:buNone/>
              <a:defRPr/>
            </a:pPr>
            <a:endParaRPr lang="en-CA" sz="1867" kern="0">
              <a:latin typeface="Arial"/>
              <a:ea typeface="Arial"/>
              <a:cs typeface="Arial"/>
              <a:sym typeface="Arial"/>
            </a:endParaRPr>
          </a:p>
        </p:txBody>
      </p:sp>
      <p:sp>
        <p:nvSpPr>
          <p:cNvPr id="6" name="AutoShape 5" descr="A creative illustration representing the concept of a 'docker' in the context of cricket. The image features a cricket field with players actively engaged in a match. In the foreground, a graphical depiction of containers resembling shipping containers is integrated into the scene, symbolizing the docker concept. Each container has cricket-related icons, such as a bat, ball, and stumps, representing modularity. The background includes a scoreboard styled like a code console, hinting at technology integration in sports. The overall theme combines cricket and software containers in a visually appealing and conceptual manner.">
            <a:extLst>
              <a:ext uri="{FF2B5EF4-FFF2-40B4-BE49-F238E27FC236}">
                <a16:creationId xmlns:a16="http://schemas.microsoft.com/office/drawing/2014/main" id="{90135FB0-E87B-062D-B530-37E29AB4AAD2}"/>
              </a:ext>
            </a:extLst>
          </p:cNvPr>
          <p:cNvSpPr>
            <a:spLocks noChangeAspect="1" noChangeArrowheads="1"/>
          </p:cNvSpPr>
          <p:nvPr/>
        </p:nvSpPr>
        <p:spPr bwMode="auto">
          <a:xfrm>
            <a:off x="307975" y="7938"/>
            <a:ext cx="304800" cy="304800"/>
          </a:xfrm>
          <a:prstGeom prst="rect">
            <a:avLst/>
          </a:prstGeom>
          <a:noFill/>
        </p:spPr>
        <p:txBody>
          <a:bodyPr/>
          <a:lstStyle/>
          <a:p>
            <a:pPr eaLnBrk="1" fontAlgn="auto" hangingPunct="1">
              <a:spcBef>
                <a:spcPts val="0"/>
              </a:spcBef>
              <a:spcAft>
                <a:spcPts val="0"/>
              </a:spcAft>
              <a:buClr>
                <a:srgbClr val="000000"/>
              </a:buClr>
              <a:buFont typeface="Arial"/>
              <a:buNone/>
              <a:defRPr/>
            </a:pPr>
            <a:endParaRPr lang="en-CA" sz="1867" kern="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5C2C01-90D6-84F7-642F-9442A258F353}"/>
              </a:ext>
            </a:extLst>
          </p:cNvPr>
          <p:cNvSpPr>
            <a:spLocks noGrp="1"/>
          </p:cNvSpPr>
          <p:nvPr>
            <p:ph idx="1"/>
          </p:nvPr>
        </p:nvSpPr>
        <p:spPr>
          <a:xfrm>
            <a:off x="809625" y="919163"/>
            <a:ext cx="8597900" cy="5289550"/>
          </a:xfrm>
        </p:spPr>
        <p:txBody>
          <a:bodyPr rtlCol="0">
            <a:normAutofit/>
          </a:bodyPr>
          <a:lstStyle/>
          <a:p>
            <a:pPr marL="0" indent="0" eaLnBrk="1" fontAlgn="auto" hangingPunct="1">
              <a:spcAft>
                <a:spcPts val="0"/>
              </a:spcAft>
              <a:buFont typeface="Wingdings 3" charset="2"/>
              <a:buNone/>
              <a:defRPr/>
            </a:pPr>
            <a:r>
              <a:rPr lang="en-US" sz="1800" b="1" dirty="0">
                <a:solidFill>
                  <a:schemeClr val="tx1">
                    <a:lumMod val="75000"/>
                    <a:lumOff val="25000"/>
                  </a:schemeClr>
                </a:solidFill>
              </a:rPr>
              <a:t>Problem:</a:t>
            </a:r>
          </a:p>
          <a:p>
            <a:pPr marL="0" indent="0" eaLnBrk="1" fontAlgn="auto" hangingPunct="1">
              <a:spcAft>
                <a:spcPts val="0"/>
              </a:spcAft>
              <a:buFont typeface="Wingdings 3" charset="2"/>
              <a:buNone/>
              <a:defRPr/>
            </a:pPr>
            <a:r>
              <a:rPr lang="en-US" sz="1800" b="1" dirty="0">
                <a:solidFill>
                  <a:schemeClr val="tx1">
                    <a:lumMod val="75000"/>
                    <a:lumOff val="25000"/>
                  </a:schemeClr>
                </a:solidFill>
              </a:rPr>
              <a:t>During a live cricket tournament, multiple digital services must run simultaneously:</a:t>
            </a:r>
          </a:p>
          <a:p>
            <a:pPr marL="0" indent="0" eaLnBrk="1" fontAlgn="auto" hangingPunct="1">
              <a:spcAft>
                <a:spcPts val="0"/>
              </a:spcAft>
              <a:buFont typeface="Wingdings 3" charset="2"/>
              <a:buNone/>
              <a:defRPr/>
            </a:pPr>
            <a:endParaRPr lang="en-US" sz="1800" dirty="0">
              <a:solidFill>
                <a:schemeClr val="tx1">
                  <a:lumMod val="75000"/>
                  <a:lumOff val="25000"/>
                </a:schemeClr>
              </a:solidFill>
            </a:endParaRPr>
          </a:p>
          <a:p>
            <a:pPr eaLnBrk="1" fontAlgn="auto" hangingPunct="1">
              <a:spcAft>
                <a:spcPts val="0"/>
              </a:spcAft>
              <a:buFont typeface="Wingdings 3" charset="2"/>
              <a:buChar char=""/>
              <a:defRPr/>
            </a:pPr>
            <a:r>
              <a:rPr lang="en-US" sz="1800" b="1" dirty="0">
                <a:solidFill>
                  <a:schemeClr val="tx1">
                    <a:lumMod val="75000"/>
                    <a:lumOff val="25000"/>
                  </a:schemeClr>
                </a:solidFill>
              </a:rPr>
              <a:t>Live Scoreboard</a:t>
            </a:r>
            <a:r>
              <a:rPr lang="en-US" sz="1800" dirty="0">
                <a:solidFill>
                  <a:schemeClr val="tx1">
                    <a:lumMod val="75000"/>
                    <a:lumOff val="25000"/>
                  </a:schemeClr>
                </a:solidFill>
              </a:rPr>
              <a:t>: Displays real-time scores.</a:t>
            </a:r>
          </a:p>
          <a:p>
            <a:pPr eaLnBrk="1" fontAlgn="auto" hangingPunct="1">
              <a:spcAft>
                <a:spcPts val="0"/>
              </a:spcAft>
              <a:buFont typeface="Wingdings 3" charset="2"/>
              <a:buChar char=""/>
              <a:defRPr/>
            </a:pPr>
            <a:r>
              <a:rPr lang="en-US" sz="1800" b="1" dirty="0">
                <a:solidFill>
                  <a:schemeClr val="tx1">
                    <a:lumMod val="75000"/>
                    <a:lumOff val="25000"/>
                  </a:schemeClr>
                </a:solidFill>
              </a:rPr>
              <a:t>Player Statistics</a:t>
            </a:r>
            <a:r>
              <a:rPr lang="en-US" sz="1800" dirty="0">
                <a:solidFill>
                  <a:schemeClr val="tx1">
                    <a:lumMod val="75000"/>
                    <a:lumOff val="25000"/>
                  </a:schemeClr>
                </a:solidFill>
              </a:rPr>
              <a:t>: Updates player performance metrics.</a:t>
            </a:r>
          </a:p>
          <a:p>
            <a:pPr eaLnBrk="1" fontAlgn="auto" hangingPunct="1">
              <a:spcAft>
                <a:spcPts val="0"/>
              </a:spcAft>
              <a:buFont typeface="Wingdings 3" charset="2"/>
              <a:buChar char=""/>
              <a:defRPr/>
            </a:pPr>
            <a:r>
              <a:rPr lang="en-US" sz="1800" b="1" dirty="0">
                <a:solidFill>
                  <a:schemeClr val="tx1">
                    <a:lumMod val="75000"/>
                    <a:lumOff val="25000"/>
                  </a:schemeClr>
                </a:solidFill>
              </a:rPr>
              <a:t>Video Highlights</a:t>
            </a:r>
            <a:r>
              <a:rPr lang="en-US" sz="1800" dirty="0">
                <a:solidFill>
                  <a:schemeClr val="tx1">
                    <a:lumMod val="75000"/>
                    <a:lumOff val="25000"/>
                  </a:schemeClr>
                </a:solidFill>
              </a:rPr>
              <a:t>: Processes and serves video clips of key moments.</a:t>
            </a:r>
          </a:p>
          <a:p>
            <a:pPr eaLnBrk="1" fontAlgn="auto" hangingPunct="1">
              <a:spcAft>
                <a:spcPts val="0"/>
              </a:spcAft>
              <a:buFont typeface="Wingdings 3" charset="2"/>
              <a:buChar char=""/>
              <a:defRPr/>
            </a:pPr>
            <a:r>
              <a:rPr lang="en-US" sz="1800" b="1" dirty="0">
                <a:solidFill>
                  <a:schemeClr val="tx1">
                    <a:lumMod val="75000"/>
                    <a:lumOff val="25000"/>
                  </a:schemeClr>
                </a:solidFill>
              </a:rPr>
              <a:t>Fan Engagement App</a:t>
            </a:r>
            <a:r>
              <a:rPr lang="en-US" sz="1800" dirty="0">
                <a:solidFill>
                  <a:schemeClr val="tx1">
                    <a:lumMod val="75000"/>
                    <a:lumOff val="25000"/>
                  </a:schemeClr>
                </a:solidFill>
              </a:rPr>
              <a:t>: A platform for polls, trivia, and comments.</a:t>
            </a:r>
          </a:p>
          <a:p>
            <a:pPr eaLnBrk="1" fontAlgn="auto" hangingPunct="1">
              <a:spcAft>
                <a:spcPts val="0"/>
              </a:spcAft>
              <a:buFont typeface="Wingdings 3" charset="2"/>
              <a:buChar char=""/>
              <a:defRPr/>
            </a:pPr>
            <a:r>
              <a:rPr lang="en-US" sz="1800" dirty="0">
                <a:solidFill>
                  <a:schemeClr val="tx1">
                    <a:lumMod val="75000"/>
                    <a:lumOff val="25000"/>
                  </a:schemeClr>
                </a:solidFill>
              </a:rPr>
              <a:t>Each service needs different software dependencies, which could lead to configuration conflicts if run on the same machine.</a:t>
            </a:r>
          </a:p>
          <a:p>
            <a:pPr eaLnBrk="1" fontAlgn="auto" hangingPunct="1">
              <a:spcAft>
                <a:spcPts val="0"/>
              </a:spcAft>
              <a:buFont typeface="Wingdings 3" charset="2"/>
              <a:buChar char=""/>
              <a:defRPr/>
            </a:pPr>
            <a:endParaRPr lang="en-CA" sz="1800" dirty="0">
              <a:solidFill>
                <a:schemeClr val="tx1">
                  <a:lumMod val="75000"/>
                  <a:lumOff val="25000"/>
                </a:scheme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5C9393-47A6-58D7-A0E1-F793034A9A27}"/>
              </a:ext>
            </a:extLst>
          </p:cNvPr>
          <p:cNvSpPr>
            <a:spLocks noGrp="1"/>
          </p:cNvSpPr>
          <p:nvPr>
            <p:ph idx="1"/>
          </p:nvPr>
        </p:nvSpPr>
        <p:spPr>
          <a:xfrm>
            <a:off x="677863" y="677863"/>
            <a:ext cx="8596312" cy="5364162"/>
          </a:xfrm>
        </p:spPr>
        <p:txBody>
          <a:bodyPr rtlCol="0">
            <a:normAutofit/>
          </a:bodyPr>
          <a:lstStyle/>
          <a:p>
            <a:pPr marL="0" indent="0" eaLnBrk="1" fontAlgn="auto" hangingPunct="1">
              <a:spcAft>
                <a:spcPts val="0"/>
              </a:spcAft>
              <a:buFont typeface="Wingdings 3" charset="2"/>
              <a:buNone/>
              <a:defRPr/>
            </a:pPr>
            <a:r>
              <a:rPr lang="en-CA" sz="1800" b="1" dirty="0">
                <a:solidFill>
                  <a:schemeClr val="tx1">
                    <a:lumMod val="75000"/>
                    <a:lumOff val="25000"/>
                  </a:schemeClr>
                </a:solidFill>
              </a:rPr>
              <a:t>Solution Using </a:t>
            </a:r>
            <a:r>
              <a:rPr lang="en-CA" sz="1800" b="1" dirty="0" err="1">
                <a:solidFill>
                  <a:schemeClr val="tx1">
                    <a:lumMod val="75000"/>
                    <a:lumOff val="25000"/>
                  </a:schemeClr>
                </a:solidFill>
              </a:rPr>
              <a:t>Docker</a:t>
            </a:r>
            <a:r>
              <a:rPr lang="en-CA" sz="1800" b="1" dirty="0">
                <a:solidFill>
                  <a:schemeClr val="tx1">
                    <a:lumMod val="75000"/>
                    <a:lumOff val="25000"/>
                  </a:schemeClr>
                </a:solidFill>
              </a:rPr>
              <a:t>:</a:t>
            </a:r>
          </a:p>
          <a:p>
            <a:pPr eaLnBrk="1" fontAlgn="auto" hangingPunct="1">
              <a:spcAft>
                <a:spcPts val="0"/>
              </a:spcAft>
              <a:buFont typeface="Wingdings 3" charset="2"/>
              <a:buChar char=""/>
              <a:defRPr/>
            </a:pPr>
            <a:r>
              <a:rPr lang="en-CA" sz="1800" b="1" dirty="0">
                <a:solidFill>
                  <a:schemeClr val="tx1">
                    <a:lumMod val="75000"/>
                    <a:lumOff val="25000"/>
                  </a:schemeClr>
                </a:solidFill>
              </a:rPr>
              <a:t>Live Scoreboard Service</a:t>
            </a:r>
            <a:r>
              <a:rPr lang="en-CA" sz="1800" dirty="0">
                <a:solidFill>
                  <a:schemeClr val="tx1">
                    <a:lumMod val="75000"/>
                    <a:lumOff val="25000"/>
                  </a:schemeClr>
                </a:solidFill>
              </a:rPr>
              <a:t>: A container runs a web application (e.g., Node.js) connected to a live score database.</a:t>
            </a:r>
          </a:p>
          <a:p>
            <a:pPr lvl="1" eaLnBrk="1" fontAlgn="auto" hangingPunct="1">
              <a:spcAft>
                <a:spcPts val="0"/>
              </a:spcAft>
              <a:buFont typeface="Wingdings 3" charset="2"/>
              <a:buChar char=""/>
              <a:defRPr/>
            </a:pPr>
            <a:r>
              <a:rPr lang="en-CA" dirty="0" err="1">
                <a:solidFill>
                  <a:schemeClr val="tx1">
                    <a:lumMod val="75000"/>
                    <a:lumOff val="25000"/>
                  </a:schemeClr>
                </a:solidFill>
              </a:rPr>
              <a:t>Dockerfile</a:t>
            </a:r>
            <a:r>
              <a:rPr lang="en-CA" dirty="0">
                <a:solidFill>
                  <a:schemeClr val="tx1">
                    <a:lumMod val="75000"/>
                    <a:lumOff val="25000"/>
                  </a:schemeClr>
                </a:solidFill>
              </a:rPr>
              <a:t> includes the app, Node.js runtime, and necessary libraries.</a:t>
            </a:r>
          </a:p>
          <a:p>
            <a:pPr eaLnBrk="1" fontAlgn="auto" hangingPunct="1">
              <a:spcAft>
                <a:spcPts val="0"/>
              </a:spcAft>
              <a:buFont typeface="Wingdings 3" charset="2"/>
              <a:buChar char=""/>
              <a:defRPr/>
            </a:pPr>
            <a:r>
              <a:rPr lang="en-CA" sz="1800" b="1" dirty="0">
                <a:solidFill>
                  <a:schemeClr val="tx1">
                    <a:lumMod val="75000"/>
                    <a:lumOff val="25000"/>
                  </a:schemeClr>
                </a:solidFill>
              </a:rPr>
              <a:t>Player Statistics Service</a:t>
            </a:r>
            <a:r>
              <a:rPr lang="en-CA" sz="1800" dirty="0">
                <a:solidFill>
                  <a:schemeClr val="tx1">
                    <a:lumMod val="75000"/>
                    <a:lumOff val="25000"/>
                  </a:schemeClr>
                </a:solidFill>
              </a:rPr>
              <a:t>: Another container handles analytics using Python and its data libraries.</a:t>
            </a:r>
          </a:p>
          <a:p>
            <a:pPr lvl="1" eaLnBrk="1" fontAlgn="auto" hangingPunct="1">
              <a:spcAft>
                <a:spcPts val="0"/>
              </a:spcAft>
              <a:buFont typeface="Wingdings 3" charset="2"/>
              <a:buChar char=""/>
              <a:defRPr/>
            </a:pPr>
            <a:r>
              <a:rPr lang="en-CA" dirty="0">
                <a:solidFill>
                  <a:schemeClr val="tx1">
                    <a:lumMod val="75000"/>
                    <a:lumOff val="25000"/>
                  </a:schemeClr>
                </a:solidFill>
              </a:rPr>
              <a:t>Isolated to avoid conflicts with the scoreboard service.</a:t>
            </a:r>
          </a:p>
          <a:p>
            <a:pPr eaLnBrk="1" fontAlgn="auto" hangingPunct="1">
              <a:spcAft>
                <a:spcPts val="0"/>
              </a:spcAft>
              <a:buFont typeface="Wingdings 3" charset="2"/>
              <a:buChar char=""/>
              <a:defRPr/>
            </a:pPr>
            <a:r>
              <a:rPr lang="en-CA" sz="1800" b="1" dirty="0">
                <a:solidFill>
                  <a:schemeClr val="tx1">
                    <a:lumMod val="75000"/>
                    <a:lumOff val="25000"/>
                  </a:schemeClr>
                </a:solidFill>
              </a:rPr>
              <a:t>Video Highlights Service</a:t>
            </a:r>
            <a:r>
              <a:rPr lang="en-CA" sz="1800" dirty="0">
                <a:solidFill>
                  <a:schemeClr val="tx1">
                    <a:lumMod val="75000"/>
                    <a:lumOff val="25000"/>
                  </a:schemeClr>
                </a:solidFill>
              </a:rPr>
              <a:t>: A container running </a:t>
            </a:r>
            <a:r>
              <a:rPr lang="en-CA" sz="1800" dirty="0" err="1">
                <a:solidFill>
                  <a:schemeClr val="tx1">
                    <a:lumMod val="75000"/>
                    <a:lumOff val="25000"/>
                  </a:schemeClr>
                </a:solidFill>
              </a:rPr>
              <a:t>FFmpeg</a:t>
            </a:r>
            <a:r>
              <a:rPr lang="en-CA" sz="1800" dirty="0">
                <a:solidFill>
                  <a:schemeClr val="tx1">
                    <a:lumMod val="75000"/>
                    <a:lumOff val="25000"/>
                  </a:schemeClr>
                </a:solidFill>
              </a:rPr>
              <a:t> to process and serve video clips.</a:t>
            </a:r>
          </a:p>
          <a:p>
            <a:pPr lvl="1" eaLnBrk="1" fontAlgn="auto" hangingPunct="1">
              <a:spcAft>
                <a:spcPts val="0"/>
              </a:spcAft>
              <a:buFont typeface="Wingdings 3" charset="2"/>
              <a:buChar char=""/>
              <a:defRPr/>
            </a:pPr>
            <a:r>
              <a:rPr lang="en-CA" dirty="0">
                <a:solidFill>
                  <a:schemeClr val="tx1">
                    <a:lumMod val="75000"/>
                    <a:lumOff val="25000"/>
                  </a:schemeClr>
                </a:solidFill>
              </a:rPr>
              <a:t>Can scale independently during peak usage.</a:t>
            </a:r>
          </a:p>
          <a:p>
            <a:pPr eaLnBrk="1" fontAlgn="auto" hangingPunct="1">
              <a:spcAft>
                <a:spcPts val="0"/>
              </a:spcAft>
              <a:buFont typeface="Wingdings 3" charset="2"/>
              <a:buChar char=""/>
              <a:defRPr/>
            </a:pPr>
            <a:r>
              <a:rPr lang="en-CA" sz="1800" b="1" dirty="0">
                <a:solidFill>
                  <a:schemeClr val="tx1">
                    <a:lumMod val="75000"/>
                    <a:lumOff val="25000"/>
                  </a:schemeClr>
                </a:solidFill>
              </a:rPr>
              <a:t>Fan Engagement App</a:t>
            </a:r>
            <a:r>
              <a:rPr lang="en-CA" sz="1800" dirty="0">
                <a:solidFill>
                  <a:schemeClr val="tx1">
                    <a:lumMod val="75000"/>
                    <a:lumOff val="25000"/>
                  </a:schemeClr>
                </a:solidFill>
              </a:rPr>
              <a:t>: Deployed as a separate container, running React.js on a Node.js backend.</a:t>
            </a:r>
          </a:p>
          <a:p>
            <a:pPr eaLnBrk="1" fontAlgn="auto" hangingPunct="1">
              <a:spcAft>
                <a:spcPts val="0"/>
              </a:spcAft>
              <a:buFont typeface="Wingdings 3" charset="2"/>
              <a:buChar char=""/>
              <a:defRPr/>
            </a:pPr>
            <a:endParaRPr lang="en-CA" sz="1800" dirty="0">
              <a:solidFill>
                <a:schemeClr val="tx1">
                  <a:lumMod val="75000"/>
                  <a:lumOff val="25000"/>
                </a:schemeClr>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9C460E-6C74-A59C-8B60-D6DF8B5125A7}"/>
              </a:ext>
            </a:extLst>
          </p:cNvPr>
          <p:cNvSpPr>
            <a:spLocks noGrp="1"/>
          </p:cNvSpPr>
          <p:nvPr>
            <p:ph idx="1"/>
          </p:nvPr>
        </p:nvSpPr>
        <p:spPr>
          <a:xfrm>
            <a:off x="677863" y="752475"/>
            <a:ext cx="8596312" cy="5289550"/>
          </a:xfrm>
        </p:spPr>
        <p:txBody>
          <a:bodyPr rtlCol="0">
            <a:normAutofit/>
          </a:bodyPr>
          <a:lstStyle/>
          <a:p>
            <a:pPr marL="0" indent="0" eaLnBrk="1" fontAlgn="auto" hangingPunct="1">
              <a:spcAft>
                <a:spcPts val="0"/>
              </a:spcAft>
              <a:buFont typeface="Wingdings 3" charset="2"/>
              <a:buNone/>
              <a:defRPr/>
            </a:pPr>
            <a:r>
              <a:rPr lang="en-US" sz="1800" b="1" dirty="0">
                <a:solidFill>
                  <a:schemeClr val="tx1">
                    <a:lumMod val="75000"/>
                    <a:lumOff val="25000"/>
                  </a:schemeClr>
                </a:solidFill>
              </a:rPr>
              <a:t>How It Works:</a:t>
            </a:r>
          </a:p>
          <a:p>
            <a:pPr eaLnBrk="1" fontAlgn="auto" hangingPunct="1">
              <a:spcAft>
                <a:spcPts val="0"/>
              </a:spcAft>
              <a:buFont typeface="Wingdings 3" charset="2"/>
              <a:buChar char=""/>
              <a:defRPr/>
            </a:pPr>
            <a:r>
              <a:rPr lang="en-US" sz="1800" dirty="0">
                <a:solidFill>
                  <a:schemeClr val="tx1">
                    <a:lumMod val="75000"/>
                    <a:lumOff val="25000"/>
                  </a:schemeClr>
                </a:solidFill>
              </a:rPr>
              <a:t>Each service runs in its </a:t>
            </a:r>
            <a:r>
              <a:rPr lang="en-US" sz="1800" b="1" dirty="0">
                <a:solidFill>
                  <a:schemeClr val="tx1">
                    <a:lumMod val="75000"/>
                    <a:lumOff val="25000"/>
                  </a:schemeClr>
                </a:solidFill>
              </a:rPr>
              <a:t>own Docker container</a:t>
            </a:r>
            <a:r>
              <a:rPr lang="en-US" sz="1800" dirty="0">
                <a:solidFill>
                  <a:schemeClr val="tx1">
                    <a:lumMod val="75000"/>
                    <a:lumOff val="25000"/>
                  </a:schemeClr>
                </a:solidFill>
              </a:rPr>
              <a:t> with the required dependencies and configurations.</a:t>
            </a:r>
          </a:p>
          <a:p>
            <a:pPr eaLnBrk="1" fontAlgn="auto" hangingPunct="1">
              <a:spcAft>
                <a:spcPts val="0"/>
              </a:spcAft>
              <a:buFont typeface="Wingdings 3" charset="2"/>
              <a:buChar char=""/>
              <a:defRPr/>
            </a:pPr>
            <a:endParaRPr lang="en-US" sz="1800" dirty="0">
              <a:solidFill>
                <a:schemeClr val="tx1">
                  <a:lumMod val="75000"/>
                  <a:lumOff val="25000"/>
                </a:schemeClr>
              </a:solidFill>
            </a:endParaRPr>
          </a:p>
          <a:p>
            <a:pPr eaLnBrk="1" fontAlgn="auto" hangingPunct="1">
              <a:spcAft>
                <a:spcPts val="0"/>
              </a:spcAft>
              <a:buFont typeface="Wingdings 3" charset="2"/>
              <a:buChar char=""/>
              <a:defRPr/>
            </a:pPr>
            <a:r>
              <a:rPr lang="en-US" sz="1800" b="1" dirty="0">
                <a:solidFill>
                  <a:schemeClr val="tx1">
                    <a:lumMod val="75000"/>
                    <a:lumOff val="25000"/>
                  </a:schemeClr>
                </a:solidFill>
              </a:rPr>
              <a:t>Docker Compose</a:t>
            </a:r>
            <a:r>
              <a:rPr lang="en-US" sz="1800" dirty="0">
                <a:solidFill>
                  <a:schemeClr val="tx1">
                    <a:lumMod val="75000"/>
                    <a:lumOff val="25000"/>
                  </a:schemeClr>
                </a:solidFill>
              </a:rPr>
              <a:t> orchestrates the containers, ensuring they communicate effectively.</a:t>
            </a:r>
          </a:p>
          <a:p>
            <a:pPr eaLnBrk="1" fontAlgn="auto" hangingPunct="1">
              <a:spcAft>
                <a:spcPts val="0"/>
              </a:spcAft>
              <a:buFont typeface="Wingdings 3" charset="2"/>
              <a:buChar char=""/>
              <a:defRPr/>
            </a:pPr>
            <a:endParaRPr lang="en-US" sz="1800" dirty="0">
              <a:solidFill>
                <a:schemeClr val="tx1">
                  <a:lumMod val="75000"/>
                  <a:lumOff val="25000"/>
                </a:schemeClr>
              </a:solidFill>
            </a:endParaRPr>
          </a:p>
          <a:p>
            <a:pPr eaLnBrk="1" fontAlgn="auto" hangingPunct="1">
              <a:spcAft>
                <a:spcPts val="0"/>
              </a:spcAft>
              <a:buFont typeface="Wingdings 3" charset="2"/>
              <a:buChar char=""/>
              <a:defRPr/>
            </a:pPr>
            <a:r>
              <a:rPr lang="en-US" sz="1800" dirty="0">
                <a:solidFill>
                  <a:schemeClr val="tx1">
                    <a:lumMod val="75000"/>
                    <a:lumOff val="25000"/>
                  </a:schemeClr>
                </a:solidFill>
              </a:rPr>
              <a:t>Scaling is effortless—e.g., if the Fan Engagement App sees a surge in usage, new containers can be set up.</a:t>
            </a:r>
          </a:p>
          <a:p>
            <a:pPr eaLnBrk="1" fontAlgn="auto" hangingPunct="1">
              <a:spcAft>
                <a:spcPts val="0"/>
              </a:spcAft>
              <a:buFont typeface="Wingdings 3" charset="2"/>
              <a:buChar char=""/>
              <a:defRPr/>
            </a:pPr>
            <a:endParaRPr lang="en-US" sz="1800" dirty="0">
              <a:solidFill>
                <a:schemeClr val="tx1">
                  <a:lumMod val="75000"/>
                  <a:lumOff val="25000"/>
                </a:schemeClr>
              </a:solidFill>
            </a:endParaRPr>
          </a:p>
          <a:p>
            <a:pPr eaLnBrk="1" fontAlgn="auto" hangingPunct="1">
              <a:spcAft>
                <a:spcPts val="0"/>
              </a:spcAft>
              <a:buFont typeface="Wingdings 3" charset="2"/>
              <a:buChar char=""/>
              <a:defRPr/>
            </a:pPr>
            <a:r>
              <a:rPr lang="en-US" sz="1800" dirty="0">
                <a:solidFill>
                  <a:schemeClr val="tx1">
                    <a:lumMod val="75000"/>
                    <a:lumOff val="25000"/>
                  </a:schemeClr>
                </a:solidFill>
              </a:rPr>
              <a:t>The entire setup can be deployed consistently on any server, ensuring smooth operation during the tournament.</a:t>
            </a:r>
          </a:p>
          <a:p>
            <a:pPr eaLnBrk="1" fontAlgn="auto" hangingPunct="1">
              <a:spcAft>
                <a:spcPts val="0"/>
              </a:spcAft>
              <a:buFont typeface="Wingdings 3" charset="2"/>
              <a:buChar char=""/>
              <a:defRPr/>
            </a:pPr>
            <a:endParaRPr lang="en-CA" sz="1800" dirty="0">
              <a:solidFill>
                <a:schemeClr val="tx1">
                  <a:lumMod val="75000"/>
                  <a:lumOff val="25000"/>
                </a:schemeClr>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itle 1">
            <a:extLst>
              <a:ext uri="{FF2B5EF4-FFF2-40B4-BE49-F238E27FC236}">
                <a16:creationId xmlns:a16="http://schemas.microsoft.com/office/drawing/2014/main" id="{90F3CBBA-5FD9-447E-32A6-E5B7E86E545B}"/>
              </a:ext>
            </a:extLst>
          </p:cNvPr>
          <p:cNvSpPr>
            <a:spLocks noGrp="1" noChangeArrowheads="1"/>
          </p:cNvSpPr>
          <p:nvPr>
            <p:ph type="title"/>
          </p:nvPr>
        </p:nvSpPr>
        <p:spPr/>
        <p:txBody>
          <a:bodyPr/>
          <a:lstStyle/>
          <a:p>
            <a:pPr eaLnBrk="1" hangingPunct="1"/>
            <a:endParaRPr lang="en-CA" altLang="en-US"/>
          </a:p>
        </p:txBody>
      </p:sp>
      <p:sp>
        <p:nvSpPr>
          <p:cNvPr id="119811" name="Content Placeholder 2">
            <a:extLst>
              <a:ext uri="{FF2B5EF4-FFF2-40B4-BE49-F238E27FC236}">
                <a16:creationId xmlns:a16="http://schemas.microsoft.com/office/drawing/2014/main" id="{697CB0E3-B567-A510-BBF0-7C6FD1AF369E}"/>
              </a:ext>
            </a:extLst>
          </p:cNvPr>
          <p:cNvSpPr>
            <a:spLocks noGrp="1" noChangeArrowheads="1"/>
          </p:cNvSpPr>
          <p:nvPr>
            <p:ph idx="1"/>
          </p:nvPr>
        </p:nvSpPr>
        <p:spPr/>
        <p:txBody>
          <a:bodyPr/>
          <a:lstStyle/>
          <a:p>
            <a:pPr eaLnBrk="1" hangingPunct="1"/>
            <a:endParaRPr lang="en-CA" altLang="en-US" sz="1800"/>
          </a:p>
        </p:txBody>
      </p:sp>
      <p:pic>
        <p:nvPicPr>
          <p:cNvPr id="119812" name="Picture 2" descr="C:\Users\sidha\AppData\Local\Temp\{B533F758-A24D-4111-B47A-8FC485658CF4}.tmp">
            <a:extLst>
              <a:ext uri="{FF2B5EF4-FFF2-40B4-BE49-F238E27FC236}">
                <a16:creationId xmlns:a16="http://schemas.microsoft.com/office/drawing/2014/main" id="{173E8507-FB5D-12EA-CE0B-1240A972E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325350" cy="688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itle 1">
            <a:extLst>
              <a:ext uri="{FF2B5EF4-FFF2-40B4-BE49-F238E27FC236}">
                <a16:creationId xmlns:a16="http://schemas.microsoft.com/office/drawing/2014/main" id="{4DA2606B-C209-B332-7CD0-2AC91A95700B}"/>
              </a:ext>
            </a:extLst>
          </p:cNvPr>
          <p:cNvSpPr>
            <a:spLocks noGrp="1" noChangeArrowheads="1"/>
          </p:cNvSpPr>
          <p:nvPr>
            <p:ph type="title"/>
          </p:nvPr>
        </p:nvSpPr>
        <p:spPr/>
        <p:txBody>
          <a:bodyPr/>
          <a:lstStyle/>
          <a:p>
            <a:pPr eaLnBrk="1" hangingPunct="1"/>
            <a:endParaRPr lang="en-CA" altLang="en-US"/>
          </a:p>
        </p:txBody>
      </p:sp>
      <p:graphicFrame>
        <p:nvGraphicFramePr>
          <p:cNvPr id="4" name="Content Placeholder 3">
            <a:extLst>
              <a:ext uri="{FF2B5EF4-FFF2-40B4-BE49-F238E27FC236}">
                <a16:creationId xmlns:a16="http://schemas.microsoft.com/office/drawing/2014/main" id="{952759F1-633C-C583-DDCD-CF89132F88F8}"/>
              </a:ext>
            </a:extLst>
          </p:cNvPr>
          <p:cNvGraphicFramePr>
            <a:graphicFrameLocks noGrp="1"/>
          </p:cNvGraphicFramePr>
          <p:nvPr>
            <p:ph idx="1"/>
          </p:nvPr>
        </p:nvGraphicFramePr>
        <p:xfrm>
          <a:off x="190500" y="209550"/>
          <a:ext cx="11868150" cy="6530976"/>
        </p:xfrm>
        <a:graphic>
          <a:graphicData uri="http://schemas.openxmlformats.org/drawingml/2006/table">
            <a:tbl>
              <a:tblPr/>
              <a:tblGrid>
                <a:gridCol w="3956050">
                  <a:extLst>
                    <a:ext uri="{9D8B030D-6E8A-4147-A177-3AD203B41FA5}">
                      <a16:colId xmlns:a16="http://schemas.microsoft.com/office/drawing/2014/main" val="20000"/>
                    </a:ext>
                  </a:extLst>
                </a:gridCol>
                <a:gridCol w="4064001">
                  <a:extLst>
                    <a:ext uri="{9D8B030D-6E8A-4147-A177-3AD203B41FA5}">
                      <a16:colId xmlns:a16="http://schemas.microsoft.com/office/drawing/2014/main" val="20001"/>
                    </a:ext>
                  </a:extLst>
                </a:gridCol>
                <a:gridCol w="3848099">
                  <a:extLst>
                    <a:ext uri="{9D8B030D-6E8A-4147-A177-3AD203B41FA5}">
                      <a16:colId xmlns:a16="http://schemas.microsoft.com/office/drawing/2014/main" val="20002"/>
                    </a:ext>
                  </a:extLst>
                </a:gridCol>
              </a:tblGrid>
              <a:tr h="692202">
                <a:tc>
                  <a:txBody>
                    <a:bodyPr/>
                    <a:lstStyle/>
                    <a:p>
                      <a:r>
                        <a:rPr lang="en-CA" sz="4000" b="1" dirty="0">
                          <a:latin typeface="Times" pitchFamily="18" charset="0"/>
                        </a:rPr>
                        <a:t>Aspect</a:t>
                      </a:r>
                    </a:p>
                  </a:txBody>
                  <a:tcPr marL="82584" marR="82584" marT="41293" marB="41293" anchor="ctr">
                    <a:lnL>
                      <a:noFill/>
                    </a:lnL>
                    <a:lnR>
                      <a:noFill/>
                    </a:lnR>
                    <a:lnT>
                      <a:noFill/>
                    </a:lnT>
                    <a:lnB>
                      <a:noFill/>
                    </a:lnB>
                  </a:tcPr>
                </a:tc>
                <a:tc>
                  <a:txBody>
                    <a:bodyPr/>
                    <a:lstStyle/>
                    <a:p>
                      <a:r>
                        <a:rPr lang="en-CA" sz="4000" b="1" dirty="0">
                          <a:latin typeface="Times" pitchFamily="18" charset="0"/>
                        </a:rPr>
                        <a:t>Before </a:t>
                      </a:r>
                      <a:r>
                        <a:rPr lang="en-CA" sz="4000" b="1" dirty="0" err="1">
                          <a:latin typeface="Times" pitchFamily="18" charset="0"/>
                        </a:rPr>
                        <a:t>Docker</a:t>
                      </a:r>
                      <a:endParaRPr lang="en-CA" sz="4000" b="1" dirty="0">
                        <a:latin typeface="Times" pitchFamily="18" charset="0"/>
                      </a:endParaRPr>
                    </a:p>
                  </a:txBody>
                  <a:tcPr marL="82584" marR="82584" marT="41293" marB="41293" anchor="ctr">
                    <a:lnL>
                      <a:noFill/>
                    </a:lnL>
                    <a:lnR>
                      <a:noFill/>
                    </a:lnR>
                    <a:lnT>
                      <a:noFill/>
                    </a:lnT>
                    <a:lnB>
                      <a:noFill/>
                    </a:lnB>
                  </a:tcPr>
                </a:tc>
                <a:tc>
                  <a:txBody>
                    <a:bodyPr/>
                    <a:lstStyle/>
                    <a:p>
                      <a:r>
                        <a:rPr lang="en-CA" sz="4000" b="1" dirty="0">
                          <a:latin typeface="Times" pitchFamily="18" charset="0"/>
                        </a:rPr>
                        <a:t>After </a:t>
                      </a:r>
                      <a:r>
                        <a:rPr lang="en-CA" sz="4000" b="1" dirty="0" err="1">
                          <a:latin typeface="Times" pitchFamily="18" charset="0"/>
                        </a:rPr>
                        <a:t>Docker</a:t>
                      </a:r>
                      <a:endParaRPr lang="en-CA" sz="4000" b="1" dirty="0">
                        <a:latin typeface="Times" pitchFamily="18" charset="0"/>
                      </a:endParaRPr>
                    </a:p>
                  </a:txBody>
                  <a:tcPr marL="82584" marR="82584" marT="41293" marB="41293" anchor="ctr">
                    <a:lnL>
                      <a:noFill/>
                    </a:lnL>
                    <a:lnR>
                      <a:noFill/>
                    </a:lnR>
                    <a:lnT>
                      <a:noFill/>
                    </a:lnT>
                    <a:lnB>
                      <a:noFill/>
                    </a:lnB>
                  </a:tcPr>
                </a:tc>
                <a:extLst>
                  <a:ext uri="{0D108BD9-81ED-4DB2-BD59-A6C34878D82A}">
                    <a16:rowId xmlns:a16="http://schemas.microsoft.com/office/drawing/2014/main" val="10000"/>
                  </a:ext>
                </a:extLst>
              </a:tr>
              <a:tr h="950498">
                <a:tc>
                  <a:txBody>
                    <a:bodyPr/>
                    <a:lstStyle/>
                    <a:p>
                      <a:r>
                        <a:rPr lang="en-CA" sz="2400" b="0" dirty="0">
                          <a:latin typeface="Times" pitchFamily="18" charset="0"/>
                        </a:rPr>
                        <a:t>Environment Setup</a:t>
                      </a:r>
                    </a:p>
                  </a:txBody>
                  <a:tcPr marL="82584" marR="82584" marT="41293" marB="41293" anchor="ctr">
                    <a:lnL>
                      <a:noFill/>
                    </a:lnL>
                    <a:lnR>
                      <a:noFill/>
                    </a:lnR>
                    <a:lnT>
                      <a:noFill/>
                    </a:lnT>
                    <a:lnB>
                      <a:noFill/>
                    </a:lnB>
                  </a:tcPr>
                </a:tc>
                <a:tc>
                  <a:txBody>
                    <a:bodyPr/>
                    <a:lstStyle/>
                    <a:p>
                      <a:r>
                        <a:rPr lang="en-CA" sz="2400" b="0" dirty="0">
                          <a:latin typeface="Times" pitchFamily="18" charset="0"/>
                        </a:rPr>
                        <a:t>Complex and time-consuming</a:t>
                      </a:r>
                    </a:p>
                  </a:txBody>
                  <a:tcPr marL="82584" marR="82584" marT="41293" marB="41293" anchor="ctr">
                    <a:lnL>
                      <a:noFill/>
                    </a:lnL>
                    <a:lnR>
                      <a:noFill/>
                    </a:lnR>
                    <a:lnT>
                      <a:noFill/>
                    </a:lnT>
                    <a:lnB>
                      <a:noFill/>
                    </a:lnB>
                  </a:tcPr>
                </a:tc>
                <a:tc>
                  <a:txBody>
                    <a:bodyPr/>
                    <a:lstStyle/>
                    <a:p>
                      <a:r>
                        <a:rPr lang="en-CA" sz="2400" b="0" dirty="0">
                          <a:latin typeface="Times" pitchFamily="18" charset="0"/>
                        </a:rPr>
                        <a:t>Simple and quick</a:t>
                      </a:r>
                    </a:p>
                  </a:txBody>
                  <a:tcPr marL="82584" marR="82584" marT="41293" marB="41293" anchor="ctr">
                    <a:lnL>
                      <a:noFill/>
                    </a:lnL>
                    <a:lnR>
                      <a:noFill/>
                    </a:lnR>
                    <a:lnT>
                      <a:noFill/>
                    </a:lnT>
                    <a:lnB>
                      <a:noFill/>
                    </a:lnB>
                  </a:tcPr>
                </a:tc>
                <a:extLst>
                  <a:ext uri="{0D108BD9-81ED-4DB2-BD59-A6C34878D82A}">
                    <a16:rowId xmlns:a16="http://schemas.microsoft.com/office/drawing/2014/main" val="10001"/>
                  </a:ext>
                </a:extLst>
              </a:tr>
              <a:tr h="950498">
                <a:tc>
                  <a:txBody>
                    <a:bodyPr/>
                    <a:lstStyle/>
                    <a:p>
                      <a:r>
                        <a:rPr lang="en-CA" sz="2400" b="0" dirty="0">
                          <a:latin typeface="Times" pitchFamily="18" charset="0"/>
                        </a:rPr>
                        <a:t>Dependencies</a:t>
                      </a:r>
                    </a:p>
                  </a:txBody>
                  <a:tcPr marL="82584" marR="82584" marT="41293" marB="41293" anchor="ctr">
                    <a:lnL>
                      <a:noFill/>
                    </a:lnL>
                    <a:lnR>
                      <a:noFill/>
                    </a:lnR>
                    <a:lnT>
                      <a:noFill/>
                    </a:lnT>
                    <a:lnB>
                      <a:noFill/>
                    </a:lnB>
                  </a:tcPr>
                </a:tc>
                <a:tc>
                  <a:txBody>
                    <a:bodyPr/>
                    <a:lstStyle/>
                    <a:p>
                      <a:r>
                        <a:rPr lang="en-CA" sz="2400" b="0" dirty="0">
                          <a:latin typeface="Times" pitchFamily="18" charset="0"/>
                        </a:rPr>
                        <a:t>Conflicts between projects</a:t>
                      </a:r>
                    </a:p>
                  </a:txBody>
                  <a:tcPr marL="82584" marR="82584" marT="41293" marB="41293" anchor="ctr">
                    <a:lnL>
                      <a:noFill/>
                    </a:lnL>
                    <a:lnR>
                      <a:noFill/>
                    </a:lnR>
                    <a:lnT>
                      <a:noFill/>
                    </a:lnT>
                    <a:lnB>
                      <a:noFill/>
                    </a:lnB>
                  </a:tcPr>
                </a:tc>
                <a:tc>
                  <a:txBody>
                    <a:bodyPr/>
                    <a:lstStyle/>
                    <a:p>
                      <a:r>
                        <a:rPr lang="en-CA" sz="2400" b="0">
                          <a:latin typeface="Times" pitchFamily="18" charset="0"/>
                        </a:rPr>
                        <a:t>Isolated per container</a:t>
                      </a:r>
                    </a:p>
                  </a:txBody>
                  <a:tcPr marL="82584" marR="82584" marT="41293" marB="41293" anchor="ctr">
                    <a:lnL>
                      <a:noFill/>
                    </a:lnL>
                    <a:lnR>
                      <a:noFill/>
                    </a:lnR>
                    <a:lnT>
                      <a:noFill/>
                    </a:lnT>
                    <a:lnB>
                      <a:noFill/>
                    </a:lnB>
                  </a:tcPr>
                </a:tc>
                <a:extLst>
                  <a:ext uri="{0D108BD9-81ED-4DB2-BD59-A6C34878D82A}">
                    <a16:rowId xmlns:a16="http://schemas.microsoft.com/office/drawing/2014/main" val="10002"/>
                  </a:ext>
                </a:extLst>
              </a:tr>
              <a:tr h="543142">
                <a:tc>
                  <a:txBody>
                    <a:bodyPr/>
                    <a:lstStyle/>
                    <a:p>
                      <a:r>
                        <a:rPr lang="en-CA" sz="2400" b="0" dirty="0">
                          <a:latin typeface="Times" pitchFamily="18" charset="0"/>
                        </a:rPr>
                        <a:t>Deployment</a:t>
                      </a:r>
                    </a:p>
                  </a:txBody>
                  <a:tcPr marL="82584" marR="82584" marT="41293" marB="41293" anchor="ctr">
                    <a:lnL>
                      <a:noFill/>
                    </a:lnL>
                    <a:lnR>
                      <a:noFill/>
                    </a:lnR>
                    <a:lnT>
                      <a:noFill/>
                    </a:lnT>
                    <a:lnB>
                      <a:noFill/>
                    </a:lnB>
                  </a:tcPr>
                </a:tc>
                <a:tc>
                  <a:txBody>
                    <a:bodyPr/>
                    <a:lstStyle/>
                    <a:p>
                      <a:r>
                        <a:rPr lang="en-CA" sz="2400" b="0" dirty="0">
                          <a:latin typeface="Times" pitchFamily="18" charset="0"/>
                        </a:rPr>
                        <a:t>Manual, error-prone</a:t>
                      </a:r>
                    </a:p>
                  </a:txBody>
                  <a:tcPr marL="82584" marR="82584" marT="41293" marB="41293" anchor="ctr">
                    <a:lnL>
                      <a:noFill/>
                    </a:lnL>
                    <a:lnR>
                      <a:noFill/>
                    </a:lnR>
                    <a:lnT>
                      <a:noFill/>
                    </a:lnT>
                    <a:lnB>
                      <a:noFill/>
                    </a:lnB>
                  </a:tcPr>
                </a:tc>
                <a:tc>
                  <a:txBody>
                    <a:bodyPr/>
                    <a:lstStyle/>
                    <a:p>
                      <a:r>
                        <a:rPr lang="en-CA" sz="2400" b="0">
                          <a:latin typeface="Times" pitchFamily="18" charset="0"/>
                        </a:rPr>
                        <a:t>Automated, consistent</a:t>
                      </a:r>
                    </a:p>
                  </a:txBody>
                  <a:tcPr marL="82584" marR="82584" marT="41293" marB="41293" anchor="ctr">
                    <a:lnL>
                      <a:noFill/>
                    </a:lnL>
                    <a:lnR>
                      <a:noFill/>
                    </a:lnR>
                    <a:lnT>
                      <a:noFill/>
                    </a:lnT>
                    <a:lnB>
                      <a:noFill/>
                    </a:lnB>
                  </a:tcPr>
                </a:tc>
                <a:extLst>
                  <a:ext uri="{0D108BD9-81ED-4DB2-BD59-A6C34878D82A}">
                    <a16:rowId xmlns:a16="http://schemas.microsoft.com/office/drawing/2014/main" val="10003"/>
                  </a:ext>
                </a:extLst>
              </a:tr>
              <a:tr h="543142">
                <a:tc>
                  <a:txBody>
                    <a:bodyPr/>
                    <a:lstStyle/>
                    <a:p>
                      <a:r>
                        <a:rPr lang="en-CA" sz="2400" b="0" dirty="0">
                          <a:latin typeface="Times" pitchFamily="18" charset="0"/>
                        </a:rPr>
                        <a:t>Scalability</a:t>
                      </a:r>
                    </a:p>
                  </a:txBody>
                  <a:tcPr marL="82584" marR="82584" marT="41293" marB="41293" anchor="ctr">
                    <a:lnL>
                      <a:noFill/>
                    </a:lnL>
                    <a:lnR>
                      <a:noFill/>
                    </a:lnR>
                    <a:lnT>
                      <a:noFill/>
                    </a:lnT>
                    <a:lnB>
                      <a:noFill/>
                    </a:lnB>
                  </a:tcPr>
                </a:tc>
                <a:tc>
                  <a:txBody>
                    <a:bodyPr/>
                    <a:lstStyle/>
                    <a:p>
                      <a:r>
                        <a:rPr lang="en-CA" sz="2400" b="0" dirty="0">
                          <a:latin typeface="Times" pitchFamily="18" charset="0"/>
                        </a:rPr>
                        <a:t>Limited and difficult</a:t>
                      </a:r>
                    </a:p>
                  </a:txBody>
                  <a:tcPr marL="82584" marR="82584" marT="41293" marB="41293" anchor="ctr">
                    <a:lnL>
                      <a:noFill/>
                    </a:lnL>
                    <a:lnR>
                      <a:noFill/>
                    </a:lnR>
                    <a:lnT>
                      <a:noFill/>
                    </a:lnT>
                    <a:lnB>
                      <a:noFill/>
                    </a:lnB>
                  </a:tcPr>
                </a:tc>
                <a:tc>
                  <a:txBody>
                    <a:bodyPr/>
                    <a:lstStyle/>
                    <a:p>
                      <a:r>
                        <a:rPr lang="en-CA" sz="2400" b="0">
                          <a:latin typeface="Times" pitchFamily="18" charset="0"/>
                        </a:rPr>
                        <a:t>Easy and efficient</a:t>
                      </a:r>
                    </a:p>
                  </a:txBody>
                  <a:tcPr marL="82584" marR="82584" marT="41293" marB="41293" anchor="ctr">
                    <a:lnL>
                      <a:noFill/>
                    </a:lnL>
                    <a:lnR>
                      <a:noFill/>
                    </a:lnR>
                    <a:lnT>
                      <a:noFill/>
                    </a:lnT>
                    <a:lnB>
                      <a:noFill/>
                    </a:lnB>
                  </a:tcPr>
                </a:tc>
                <a:extLst>
                  <a:ext uri="{0D108BD9-81ED-4DB2-BD59-A6C34878D82A}">
                    <a16:rowId xmlns:a16="http://schemas.microsoft.com/office/drawing/2014/main" val="10004"/>
                  </a:ext>
                </a:extLst>
              </a:tr>
              <a:tr h="950498">
                <a:tc>
                  <a:txBody>
                    <a:bodyPr/>
                    <a:lstStyle/>
                    <a:p>
                      <a:r>
                        <a:rPr lang="en-CA" sz="2400" b="0" dirty="0">
                          <a:latin typeface="Times" pitchFamily="18" charset="0"/>
                        </a:rPr>
                        <a:t>Resource Usage</a:t>
                      </a:r>
                    </a:p>
                  </a:txBody>
                  <a:tcPr marL="82584" marR="82584" marT="41293" marB="41293" anchor="ctr">
                    <a:lnL>
                      <a:noFill/>
                    </a:lnL>
                    <a:lnR>
                      <a:noFill/>
                    </a:lnR>
                    <a:lnT>
                      <a:noFill/>
                    </a:lnT>
                    <a:lnB>
                      <a:noFill/>
                    </a:lnB>
                  </a:tcPr>
                </a:tc>
                <a:tc>
                  <a:txBody>
                    <a:bodyPr/>
                    <a:lstStyle/>
                    <a:p>
                      <a:r>
                        <a:rPr lang="en-CA" sz="2400" b="0" dirty="0">
                          <a:latin typeface="Times" pitchFamily="18" charset="0"/>
                        </a:rPr>
                        <a:t>Heavy and inefficient</a:t>
                      </a:r>
                    </a:p>
                  </a:txBody>
                  <a:tcPr marL="82584" marR="82584" marT="41293" marB="41293" anchor="ctr">
                    <a:lnL>
                      <a:noFill/>
                    </a:lnL>
                    <a:lnR>
                      <a:noFill/>
                    </a:lnR>
                    <a:lnT>
                      <a:noFill/>
                    </a:lnT>
                    <a:lnB>
                      <a:noFill/>
                    </a:lnB>
                  </a:tcPr>
                </a:tc>
                <a:tc>
                  <a:txBody>
                    <a:bodyPr/>
                    <a:lstStyle/>
                    <a:p>
                      <a:r>
                        <a:rPr lang="en-CA" sz="2400" b="0" dirty="0">
                          <a:latin typeface="Times" pitchFamily="18" charset="0"/>
                        </a:rPr>
                        <a:t>Lightweight and optimized</a:t>
                      </a:r>
                    </a:p>
                  </a:txBody>
                  <a:tcPr marL="82584" marR="82584" marT="41293" marB="41293" anchor="ctr">
                    <a:lnL>
                      <a:noFill/>
                    </a:lnL>
                    <a:lnR>
                      <a:noFill/>
                    </a:lnR>
                    <a:lnT>
                      <a:noFill/>
                    </a:lnT>
                    <a:lnB>
                      <a:noFill/>
                    </a:lnB>
                  </a:tcPr>
                </a:tc>
                <a:extLst>
                  <a:ext uri="{0D108BD9-81ED-4DB2-BD59-A6C34878D82A}">
                    <a16:rowId xmlns:a16="http://schemas.microsoft.com/office/drawing/2014/main" val="10005"/>
                  </a:ext>
                </a:extLst>
              </a:tr>
              <a:tr h="950498">
                <a:tc>
                  <a:txBody>
                    <a:bodyPr/>
                    <a:lstStyle/>
                    <a:p>
                      <a:r>
                        <a:rPr lang="en-CA" sz="2400" b="0">
                          <a:latin typeface="Times" pitchFamily="18" charset="0"/>
                        </a:rPr>
                        <a:t>Portability</a:t>
                      </a:r>
                    </a:p>
                  </a:txBody>
                  <a:tcPr marL="82584" marR="82584" marT="41293" marB="41293" anchor="ctr">
                    <a:lnL>
                      <a:noFill/>
                    </a:lnL>
                    <a:lnR>
                      <a:noFill/>
                    </a:lnR>
                    <a:lnT>
                      <a:noFill/>
                    </a:lnT>
                    <a:lnB>
                      <a:noFill/>
                    </a:lnB>
                  </a:tcPr>
                </a:tc>
                <a:tc>
                  <a:txBody>
                    <a:bodyPr/>
                    <a:lstStyle/>
                    <a:p>
                      <a:r>
                        <a:rPr lang="en-CA" sz="2400" b="0" dirty="0">
                          <a:latin typeface="Times" pitchFamily="18" charset="0"/>
                        </a:rPr>
                        <a:t>Environment-specific issues</a:t>
                      </a:r>
                    </a:p>
                  </a:txBody>
                  <a:tcPr marL="82584" marR="82584" marT="41293" marB="41293" anchor="ctr">
                    <a:lnL>
                      <a:noFill/>
                    </a:lnL>
                    <a:lnR>
                      <a:noFill/>
                    </a:lnR>
                    <a:lnT>
                      <a:noFill/>
                    </a:lnT>
                    <a:lnB>
                      <a:noFill/>
                    </a:lnB>
                  </a:tcPr>
                </a:tc>
                <a:tc>
                  <a:txBody>
                    <a:bodyPr/>
                    <a:lstStyle/>
                    <a:p>
                      <a:r>
                        <a:rPr lang="en-CA" sz="2400" b="0" dirty="0">
                          <a:latin typeface="Times" pitchFamily="18" charset="0"/>
                        </a:rPr>
                        <a:t>Runs anywhere consistently</a:t>
                      </a:r>
                    </a:p>
                  </a:txBody>
                  <a:tcPr marL="82584" marR="82584" marT="41293" marB="41293" anchor="ctr">
                    <a:lnL>
                      <a:noFill/>
                    </a:lnL>
                    <a:lnR>
                      <a:noFill/>
                    </a:lnR>
                    <a:lnT>
                      <a:noFill/>
                    </a:lnT>
                    <a:lnB>
                      <a:noFill/>
                    </a:lnB>
                  </a:tcPr>
                </a:tc>
                <a:extLst>
                  <a:ext uri="{0D108BD9-81ED-4DB2-BD59-A6C34878D82A}">
                    <a16:rowId xmlns:a16="http://schemas.microsoft.com/office/drawing/2014/main" val="10006"/>
                  </a:ext>
                </a:extLst>
              </a:tr>
              <a:tr h="950498">
                <a:tc>
                  <a:txBody>
                    <a:bodyPr/>
                    <a:lstStyle/>
                    <a:p>
                      <a:r>
                        <a:rPr lang="en-CA" sz="2400" b="0">
                          <a:latin typeface="Times" pitchFamily="18" charset="0"/>
                        </a:rPr>
                        <a:t>Testing</a:t>
                      </a:r>
                    </a:p>
                  </a:txBody>
                  <a:tcPr marL="82584" marR="82584" marT="41293" marB="41293" anchor="ctr">
                    <a:lnL>
                      <a:noFill/>
                    </a:lnL>
                    <a:lnR>
                      <a:noFill/>
                    </a:lnR>
                    <a:lnT>
                      <a:noFill/>
                    </a:lnT>
                    <a:lnB>
                      <a:noFill/>
                    </a:lnB>
                  </a:tcPr>
                </a:tc>
                <a:tc>
                  <a:txBody>
                    <a:bodyPr/>
                    <a:lstStyle/>
                    <a:p>
                      <a:r>
                        <a:rPr lang="en-CA" sz="2400" b="0" dirty="0">
                          <a:latin typeface="Times" pitchFamily="18" charset="0"/>
                        </a:rPr>
                        <a:t>Slow, hard to replicate</a:t>
                      </a:r>
                    </a:p>
                  </a:txBody>
                  <a:tcPr marL="82584" marR="82584" marT="41293" marB="41293" anchor="ctr">
                    <a:lnL>
                      <a:noFill/>
                    </a:lnL>
                    <a:lnR>
                      <a:noFill/>
                    </a:lnR>
                    <a:lnT>
                      <a:noFill/>
                    </a:lnT>
                    <a:lnB>
                      <a:noFill/>
                    </a:lnB>
                  </a:tcPr>
                </a:tc>
                <a:tc>
                  <a:txBody>
                    <a:bodyPr/>
                    <a:lstStyle/>
                    <a:p>
                      <a:r>
                        <a:rPr lang="en-CA" sz="2400" b="0" dirty="0">
                          <a:latin typeface="Times" pitchFamily="18" charset="0"/>
                        </a:rPr>
                        <a:t>Fast, identical environments</a:t>
                      </a:r>
                    </a:p>
                  </a:txBody>
                  <a:tcPr marL="82584" marR="82584" marT="41293" marB="41293" anchor="ctr">
                    <a:lnL>
                      <a:noFill/>
                    </a:lnL>
                    <a:lnR>
                      <a:noFill/>
                    </a:lnR>
                    <a:lnT>
                      <a:noFill/>
                    </a:lnT>
                    <a:lnB>
                      <a:noFill/>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5C2A38-68DE-48D6-551A-B9BB75106FAC}"/>
              </a:ext>
            </a:extLst>
          </p:cNvPr>
          <p:cNvSpPr>
            <a:spLocks noGrp="1"/>
          </p:cNvSpPr>
          <p:nvPr>
            <p:ph type="title"/>
          </p:nvPr>
        </p:nvSpPr>
        <p:spPr>
          <a:xfrm>
            <a:off x="677863" y="4114800"/>
            <a:ext cx="8596312" cy="1320800"/>
          </a:xfrm>
        </p:spPr>
        <p:txBody>
          <a:bodyPr rtlCol="0" anchor="b">
            <a:normAutofit fontScale="90000"/>
          </a:bodyPr>
          <a:lstStyle/>
          <a:p>
            <a:pPr algn="ctr" eaLnBrk="1" fontAlgn="auto" hangingPunct="1">
              <a:spcAft>
                <a:spcPts val="0"/>
              </a:spcAft>
              <a:defRPr/>
            </a:pPr>
            <a:r>
              <a:rPr lang="en-US" sz="4400" dirty="0">
                <a:solidFill>
                  <a:schemeClr val="tx1"/>
                </a:solidFill>
              </a:rPr>
              <a:t>Docker is an open platform for developing, shipping, and running applications using containers that package code and dependencies together.</a:t>
            </a:r>
            <a:endParaRPr lang="en-IN" sz="4400" dirty="0">
              <a:solidFill>
                <a:schemeClr val="tx1"/>
              </a:solidFill>
            </a:endParaRPr>
          </a:p>
        </p:txBody>
      </p:sp>
      <p:sp>
        <p:nvSpPr>
          <p:cNvPr id="121859" name="Text Placeholder 4">
            <a:extLst>
              <a:ext uri="{FF2B5EF4-FFF2-40B4-BE49-F238E27FC236}">
                <a16:creationId xmlns:a16="http://schemas.microsoft.com/office/drawing/2014/main" id="{AC63B9AA-6296-6BE9-24E0-DEABDD528711}"/>
              </a:ext>
            </a:extLst>
          </p:cNvPr>
          <p:cNvSpPr>
            <a:spLocks noGrp="1" noChangeArrowheads="1"/>
          </p:cNvSpPr>
          <p:nvPr>
            <p:ph idx="1"/>
          </p:nvPr>
        </p:nvSpPr>
        <p:spPr>
          <a:xfrm>
            <a:off x="677863" y="192088"/>
            <a:ext cx="8596312" cy="1382712"/>
          </a:xfrm>
        </p:spPr>
        <p:txBody>
          <a:bodyPr/>
          <a:lstStyle/>
          <a:p>
            <a:pPr marL="0" indent="0" algn="ctr" eaLnBrk="1" hangingPunct="1">
              <a:buFont typeface="Wingdings 3" pitchFamily="2" charset="2"/>
              <a:buNone/>
            </a:pPr>
            <a:r>
              <a:rPr lang="en-US" altLang="en-US" sz="3600" b="1">
                <a:solidFill>
                  <a:srgbClr val="92D050"/>
                </a:solidFill>
              </a:rPr>
              <a:t>What is Docker?</a:t>
            </a:r>
            <a:endParaRPr lang="en-IN" altLang="en-US" sz="3600" b="1">
              <a:solidFill>
                <a:srgbClr val="92D050"/>
              </a:solidFill>
            </a:endParaRPr>
          </a:p>
        </p:txBody>
      </p:sp>
    </p:spTree>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tle 2">
            <a:extLst>
              <a:ext uri="{FF2B5EF4-FFF2-40B4-BE49-F238E27FC236}">
                <a16:creationId xmlns:a16="http://schemas.microsoft.com/office/drawing/2014/main" id="{B831659E-B175-78D5-38D0-167BCD3EF419}"/>
              </a:ext>
            </a:extLst>
          </p:cNvPr>
          <p:cNvSpPr>
            <a:spLocks noGrp="1" noChangeArrowheads="1"/>
          </p:cNvSpPr>
          <p:nvPr>
            <p:ph type="title"/>
          </p:nvPr>
        </p:nvSpPr>
        <p:spPr>
          <a:xfrm>
            <a:off x="658813" y="317500"/>
            <a:ext cx="8596312" cy="1320800"/>
          </a:xfrm>
        </p:spPr>
        <p:txBody>
          <a:bodyPr/>
          <a:lstStyle/>
          <a:p>
            <a:pPr eaLnBrk="1" hangingPunct="1"/>
            <a:r>
              <a:rPr lang="en-IN" altLang="en-US"/>
              <a:t>In a nutshell</a:t>
            </a:r>
          </a:p>
        </p:txBody>
      </p:sp>
      <p:graphicFrame>
        <p:nvGraphicFramePr>
          <p:cNvPr id="2" name="Content Placeholder 3">
            <a:extLst>
              <a:ext uri="{FF2B5EF4-FFF2-40B4-BE49-F238E27FC236}">
                <a16:creationId xmlns:a16="http://schemas.microsoft.com/office/drawing/2014/main" id="{C39D739D-C8F2-775D-9BDF-1172FDAC02D9}"/>
              </a:ext>
            </a:extLst>
          </p:cNvPr>
          <p:cNvGraphicFramePr>
            <a:graphicFrameLocks/>
          </p:cNvGraphicFramePr>
          <p:nvPr/>
        </p:nvGraphicFramePr>
        <p:xfrm>
          <a:off x="481013" y="1125538"/>
          <a:ext cx="9417050" cy="3911601"/>
        </p:xfrm>
        <a:graphic>
          <a:graphicData uri="http://schemas.openxmlformats.org/drawingml/2006/table">
            <a:tbl>
              <a:tblPr/>
              <a:tblGrid>
                <a:gridCol w="1732294">
                  <a:extLst>
                    <a:ext uri="{9D8B030D-6E8A-4147-A177-3AD203B41FA5}">
                      <a16:colId xmlns:a16="http://schemas.microsoft.com/office/drawing/2014/main" val="20000"/>
                    </a:ext>
                  </a:extLst>
                </a:gridCol>
                <a:gridCol w="7684756">
                  <a:extLst>
                    <a:ext uri="{9D8B030D-6E8A-4147-A177-3AD203B41FA5}">
                      <a16:colId xmlns:a16="http://schemas.microsoft.com/office/drawing/2014/main" val="20001"/>
                    </a:ext>
                  </a:extLst>
                </a:gridCol>
              </a:tblGrid>
              <a:tr h="316289">
                <a:tc>
                  <a:txBody>
                    <a:bodyPr/>
                    <a:lstStyle/>
                    <a:p>
                      <a:r>
                        <a:rPr lang="en-CA" sz="1800" b="1" dirty="0">
                          <a:ln>
                            <a:noFill/>
                          </a:ln>
                        </a:rPr>
                        <a:t>Aspect</a:t>
                      </a:r>
                      <a:endParaRPr lang="en-CA" sz="1800" dirty="0">
                        <a:ln>
                          <a:noFill/>
                        </a:ln>
                      </a:endParaRPr>
                    </a:p>
                  </a:txBody>
                  <a:tcPr marL="35938" marR="35938" marT="17970" marB="17970" anchor="ctr">
                    <a:lnL>
                      <a:noFill/>
                    </a:lnL>
                    <a:lnR>
                      <a:noFill/>
                    </a:lnR>
                    <a:lnT>
                      <a:noFill/>
                    </a:lnT>
                    <a:lnB>
                      <a:noFill/>
                    </a:lnB>
                    <a:noFill/>
                  </a:tcPr>
                </a:tc>
                <a:tc>
                  <a:txBody>
                    <a:bodyPr/>
                    <a:lstStyle/>
                    <a:p>
                      <a:r>
                        <a:rPr lang="en-CA" sz="1800" b="1" dirty="0">
                          <a:ln>
                            <a:noFill/>
                          </a:ln>
                        </a:rPr>
                        <a:t>Description</a:t>
                      </a:r>
                      <a:endParaRPr lang="en-CA" sz="1800" dirty="0">
                        <a:ln>
                          <a:noFill/>
                        </a:ln>
                      </a:endParaRPr>
                    </a:p>
                  </a:txBody>
                  <a:tcPr marL="35938" marR="35938" marT="17970" marB="17970" anchor="ctr">
                    <a:lnL>
                      <a:noFill/>
                    </a:lnL>
                    <a:lnR>
                      <a:noFill/>
                    </a:lnR>
                    <a:lnT>
                      <a:noFill/>
                    </a:lnT>
                    <a:lnB>
                      <a:noFill/>
                    </a:lnB>
                    <a:noFill/>
                  </a:tcPr>
                </a:tc>
                <a:extLst>
                  <a:ext uri="{0D108BD9-81ED-4DB2-BD59-A6C34878D82A}">
                    <a16:rowId xmlns:a16="http://schemas.microsoft.com/office/drawing/2014/main" val="10000"/>
                  </a:ext>
                </a:extLst>
              </a:tr>
              <a:tr h="599219">
                <a:tc>
                  <a:txBody>
                    <a:bodyPr/>
                    <a:lstStyle/>
                    <a:p>
                      <a:r>
                        <a:rPr lang="en-CA" sz="1800" b="1" dirty="0">
                          <a:ln>
                            <a:noFill/>
                          </a:ln>
                        </a:rPr>
                        <a:t>Container</a:t>
                      </a:r>
                      <a:endParaRPr lang="en-CA" sz="1800" dirty="0">
                        <a:ln>
                          <a:noFill/>
                        </a:ln>
                      </a:endParaRPr>
                    </a:p>
                  </a:txBody>
                  <a:tcPr marL="35938" marR="35938" marT="17970" marB="17970" anchor="ctr">
                    <a:lnL>
                      <a:noFill/>
                    </a:lnL>
                    <a:lnR>
                      <a:noFill/>
                    </a:lnR>
                    <a:lnT>
                      <a:noFill/>
                    </a:lnT>
                    <a:lnB>
                      <a:noFill/>
                    </a:lnB>
                    <a:noFill/>
                  </a:tcPr>
                </a:tc>
                <a:tc>
                  <a:txBody>
                    <a:bodyPr/>
                    <a:lstStyle/>
                    <a:p>
                      <a:r>
                        <a:rPr lang="en-US" sz="1800">
                          <a:ln>
                            <a:noFill/>
                          </a:ln>
                        </a:rPr>
                        <a:t>A lightweight, standalone, executable package that includes everything needed to run an app.</a:t>
                      </a:r>
                    </a:p>
                  </a:txBody>
                  <a:tcPr marL="35938" marR="35938" marT="17970" marB="17970" anchor="ctr">
                    <a:lnL>
                      <a:noFill/>
                    </a:lnL>
                    <a:lnR>
                      <a:noFill/>
                    </a:lnR>
                    <a:lnT>
                      <a:noFill/>
                    </a:lnT>
                    <a:lnB>
                      <a:noFill/>
                    </a:lnB>
                    <a:noFill/>
                  </a:tcPr>
                </a:tc>
                <a:extLst>
                  <a:ext uri="{0D108BD9-81ED-4DB2-BD59-A6C34878D82A}">
                    <a16:rowId xmlns:a16="http://schemas.microsoft.com/office/drawing/2014/main" val="10001"/>
                  </a:ext>
                </a:extLst>
              </a:tr>
              <a:tr h="316289">
                <a:tc>
                  <a:txBody>
                    <a:bodyPr/>
                    <a:lstStyle/>
                    <a:p>
                      <a:r>
                        <a:rPr lang="en-CA" sz="1800" b="1" dirty="0">
                          <a:ln>
                            <a:noFill/>
                          </a:ln>
                        </a:rPr>
                        <a:t>Image</a:t>
                      </a:r>
                      <a:endParaRPr lang="en-CA" sz="1800" dirty="0">
                        <a:ln>
                          <a:noFill/>
                        </a:ln>
                      </a:endParaRPr>
                    </a:p>
                  </a:txBody>
                  <a:tcPr marL="35938" marR="35938" marT="17970" marB="17970" anchor="ctr">
                    <a:lnL>
                      <a:noFill/>
                    </a:lnL>
                    <a:lnR>
                      <a:noFill/>
                    </a:lnR>
                    <a:lnT>
                      <a:noFill/>
                    </a:lnT>
                    <a:lnB>
                      <a:noFill/>
                    </a:lnB>
                    <a:noFill/>
                  </a:tcPr>
                </a:tc>
                <a:tc>
                  <a:txBody>
                    <a:bodyPr/>
                    <a:lstStyle/>
                    <a:p>
                      <a:r>
                        <a:rPr lang="en-US" sz="1800">
                          <a:ln>
                            <a:noFill/>
                          </a:ln>
                        </a:rPr>
                        <a:t>A read-only template used to create containers.</a:t>
                      </a:r>
                    </a:p>
                  </a:txBody>
                  <a:tcPr marL="35938" marR="35938" marT="17970" marB="17970" anchor="ctr">
                    <a:lnL>
                      <a:noFill/>
                    </a:lnL>
                    <a:lnR>
                      <a:noFill/>
                    </a:lnR>
                    <a:lnT>
                      <a:noFill/>
                    </a:lnT>
                    <a:lnB>
                      <a:noFill/>
                    </a:lnB>
                    <a:noFill/>
                  </a:tcPr>
                </a:tc>
                <a:extLst>
                  <a:ext uri="{0D108BD9-81ED-4DB2-BD59-A6C34878D82A}">
                    <a16:rowId xmlns:a16="http://schemas.microsoft.com/office/drawing/2014/main" val="10002"/>
                  </a:ext>
                </a:extLst>
              </a:tr>
              <a:tr h="599219">
                <a:tc>
                  <a:txBody>
                    <a:bodyPr/>
                    <a:lstStyle/>
                    <a:p>
                      <a:r>
                        <a:rPr lang="en-CA" sz="1800" b="1" dirty="0">
                          <a:ln>
                            <a:noFill/>
                          </a:ln>
                        </a:rPr>
                        <a:t>Layered File System</a:t>
                      </a:r>
                      <a:endParaRPr lang="en-CA" sz="1800" dirty="0">
                        <a:ln>
                          <a:noFill/>
                        </a:ln>
                      </a:endParaRPr>
                    </a:p>
                  </a:txBody>
                  <a:tcPr marL="35938" marR="35938" marT="17970" marB="17970" anchor="ctr">
                    <a:lnL>
                      <a:noFill/>
                    </a:lnL>
                    <a:lnR>
                      <a:noFill/>
                    </a:lnR>
                    <a:lnT>
                      <a:noFill/>
                    </a:lnT>
                    <a:lnB>
                      <a:noFill/>
                    </a:lnB>
                    <a:noFill/>
                  </a:tcPr>
                </a:tc>
                <a:tc>
                  <a:txBody>
                    <a:bodyPr/>
                    <a:lstStyle/>
                    <a:p>
                      <a:r>
                        <a:rPr lang="en-US" sz="1800" dirty="0">
                          <a:ln>
                            <a:noFill/>
                          </a:ln>
                        </a:rPr>
                        <a:t>Containers use a layered file system, allowing efficient sharing and reuse of layers.</a:t>
                      </a:r>
                    </a:p>
                  </a:txBody>
                  <a:tcPr marL="35938" marR="35938" marT="17970" marB="17970" anchor="ctr">
                    <a:lnL>
                      <a:noFill/>
                    </a:lnL>
                    <a:lnR>
                      <a:noFill/>
                    </a:lnR>
                    <a:lnT>
                      <a:noFill/>
                    </a:lnT>
                    <a:lnB>
                      <a:noFill/>
                    </a:lnB>
                    <a:noFill/>
                  </a:tcPr>
                </a:tc>
                <a:extLst>
                  <a:ext uri="{0D108BD9-81ED-4DB2-BD59-A6C34878D82A}">
                    <a16:rowId xmlns:a16="http://schemas.microsoft.com/office/drawing/2014/main" val="10003"/>
                  </a:ext>
                </a:extLst>
              </a:tr>
              <a:tr h="599219">
                <a:tc>
                  <a:txBody>
                    <a:bodyPr/>
                    <a:lstStyle/>
                    <a:p>
                      <a:r>
                        <a:rPr lang="en-CA" sz="1800" b="1" dirty="0">
                          <a:ln>
                            <a:noFill/>
                          </a:ln>
                        </a:rPr>
                        <a:t>Isolation</a:t>
                      </a:r>
                      <a:endParaRPr lang="en-CA" sz="1800" dirty="0">
                        <a:ln>
                          <a:noFill/>
                        </a:ln>
                      </a:endParaRPr>
                    </a:p>
                  </a:txBody>
                  <a:tcPr marL="35938" marR="35938" marT="17970" marB="17970" anchor="ctr">
                    <a:lnL>
                      <a:noFill/>
                    </a:lnL>
                    <a:lnR>
                      <a:noFill/>
                    </a:lnR>
                    <a:lnT>
                      <a:noFill/>
                    </a:lnT>
                    <a:lnB>
                      <a:noFill/>
                    </a:lnB>
                    <a:noFill/>
                  </a:tcPr>
                </a:tc>
                <a:tc>
                  <a:txBody>
                    <a:bodyPr/>
                    <a:lstStyle/>
                    <a:p>
                      <a:r>
                        <a:rPr lang="en-US" sz="1800" dirty="0">
                          <a:ln>
                            <a:noFill/>
                          </a:ln>
                        </a:rPr>
                        <a:t>Containers run in isolated environments, using namespaces and control groups (</a:t>
                      </a:r>
                      <a:r>
                        <a:rPr lang="en-US" sz="1800" dirty="0" err="1">
                          <a:ln>
                            <a:noFill/>
                          </a:ln>
                        </a:rPr>
                        <a:t>cgroups</a:t>
                      </a:r>
                      <a:r>
                        <a:rPr lang="en-US" sz="1800" dirty="0">
                          <a:ln>
                            <a:noFill/>
                          </a:ln>
                        </a:rPr>
                        <a:t>).</a:t>
                      </a:r>
                    </a:p>
                  </a:txBody>
                  <a:tcPr marL="35938" marR="35938" marT="17970" marB="17970" anchor="ctr">
                    <a:lnL>
                      <a:noFill/>
                    </a:lnL>
                    <a:lnR>
                      <a:noFill/>
                    </a:lnR>
                    <a:lnT>
                      <a:noFill/>
                    </a:lnT>
                    <a:lnB>
                      <a:noFill/>
                    </a:lnB>
                    <a:noFill/>
                  </a:tcPr>
                </a:tc>
                <a:extLst>
                  <a:ext uri="{0D108BD9-81ED-4DB2-BD59-A6C34878D82A}">
                    <a16:rowId xmlns:a16="http://schemas.microsoft.com/office/drawing/2014/main" val="10004"/>
                  </a:ext>
                </a:extLst>
              </a:tr>
              <a:tr h="599219">
                <a:tc>
                  <a:txBody>
                    <a:bodyPr/>
                    <a:lstStyle/>
                    <a:p>
                      <a:r>
                        <a:rPr lang="en-CA" sz="1800" b="1">
                          <a:ln>
                            <a:noFill/>
                          </a:ln>
                        </a:rPr>
                        <a:t>Portability</a:t>
                      </a:r>
                      <a:endParaRPr lang="en-CA" sz="1800">
                        <a:ln>
                          <a:noFill/>
                        </a:ln>
                      </a:endParaRPr>
                    </a:p>
                  </a:txBody>
                  <a:tcPr marL="35938" marR="35938" marT="17970" marB="17970" anchor="ctr">
                    <a:lnL>
                      <a:noFill/>
                    </a:lnL>
                    <a:lnR>
                      <a:noFill/>
                    </a:lnR>
                    <a:lnT>
                      <a:noFill/>
                    </a:lnT>
                    <a:lnB>
                      <a:noFill/>
                    </a:lnB>
                    <a:noFill/>
                  </a:tcPr>
                </a:tc>
                <a:tc>
                  <a:txBody>
                    <a:bodyPr/>
                    <a:lstStyle/>
                    <a:p>
                      <a:r>
                        <a:rPr lang="en-US" sz="1800" dirty="0">
                          <a:ln>
                            <a:noFill/>
                          </a:ln>
                        </a:rPr>
                        <a:t>Containers can run consistently across environments (development, staging, production).</a:t>
                      </a:r>
                    </a:p>
                  </a:txBody>
                  <a:tcPr marL="35938" marR="35938" marT="17970" marB="17970" anchor="ctr">
                    <a:lnL>
                      <a:noFill/>
                    </a:lnL>
                    <a:lnR>
                      <a:noFill/>
                    </a:lnR>
                    <a:lnT>
                      <a:noFill/>
                    </a:lnT>
                    <a:lnB>
                      <a:noFill/>
                    </a:lnB>
                    <a:noFill/>
                  </a:tcPr>
                </a:tc>
                <a:extLst>
                  <a:ext uri="{0D108BD9-81ED-4DB2-BD59-A6C34878D82A}">
                    <a16:rowId xmlns:a16="http://schemas.microsoft.com/office/drawing/2014/main" val="10005"/>
                  </a:ext>
                </a:extLst>
              </a:tr>
              <a:tr h="882147">
                <a:tc>
                  <a:txBody>
                    <a:bodyPr/>
                    <a:lstStyle/>
                    <a:p>
                      <a:r>
                        <a:rPr lang="en-CA" sz="1800" b="1">
                          <a:ln>
                            <a:noFill/>
                          </a:ln>
                        </a:rPr>
                        <a:t>Resource Management</a:t>
                      </a:r>
                      <a:endParaRPr lang="en-CA" sz="1800">
                        <a:ln>
                          <a:noFill/>
                        </a:ln>
                      </a:endParaRPr>
                    </a:p>
                  </a:txBody>
                  <a:tcPr marL="35938" marR="35938" marT="17970" marB="17970" anchor="ctr">
                    <a:lnL>
                      <a:noFill/>
                    </a:lnL>
                    <a:lnR>
                      <a:noFill/>
                    </a:lnR>
                    <a:lnT>
                      <a:noFill/>
                    </a:lnT>
                    <a:lnB>
                      <a:noFill/>
                    </a:lnB>
                    <a:noFill/>
                  </a:tcPr>
                </a:tc>
                <a:tc>
                  <a:txBody>
                    <a:bodyPr/>
                    <a:lstStyle/>
                    <a:p>
                      <a:r>
                        <a:rPr lang="en-US" sz="1800" dirty="0">
                          <a:ln>
                            <a:noFill/>
                          </a:ln>
                        </a:rPr>
                        <a:t>Docker allocates specific CPU, memory, and other resources to each container using </a:t>
                      </a:r>
                      <a:r>
                        <a:rPr lang="en-US" sz="1800" dirty="0" err="1">
                          <a:ln>
                            <a:noFill/>
                          </a:ln>
                        </a:rPr>
                        <a:t>cgroups</a:t>
                      </a:r>
                      <a:r>
                        <a:rPr lang="en-US" sz="1800" dirty="0">
                          <a:ln>
                            <a:noFill/>
                          </a:ln>
                        </a:rPr>
                        <a:t>.</a:t>
                      </a:r>
                    </a:p>
                  </a:txBody>
                  <a:tcPr marL="35938" marR="35938" marT="17970" marB="17970" anchor="ctr">
                    <a:lnL>
                      <a:noFill/>
                    </a:lnL>
                    <a:lnR>
                      <a:noFill/>
                    </a:lnR>
                    <a:lnT>
                      <a:noFill/>
                    </a:lnT>
                    <a:lnB>
                      <a:noFill/>
                    </a:lnB>
                    <a:noFill/>
                  </a:tcPr>
                </a:tc>
                <a:extLst>
                  <a:ext uri="{0D108BD9-81ED-4DB2-BD59-A6C34878D82A}">
                    <a16:rowId xmlns:a16="http://schemas.microsoft.com/office/drawing/2014/main" val="10006"/>
                  </a:ext>
                </a:extLst>
              </a:tr>
            </a:tbl>
          </a:graphicData>
        </a:graphic>
      </p:graphicFrame>
    </p:spTree>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itle 2">
            <a:extLst>
              <a:ext uri="{FF2B5EF4-FFF2-40B4-BE49-F238E27FC236}">
                <a16:creationId xmlns:a16="http://schemas.microsoft.com/office/drawing/2014/main" id="{1610308F-7D61-EE8B-3A6A-560E357E5117}"/>
              </a:ext>
            </a:extLst>
          </p:cNvPr>
          <p:cNvSpPr>
            <a:spLocks noGrp="1" noChangeArrowheads="1"/>
          </p:cNvSpPr>
          <p:nvPr>
            <p:ph type="title"/>
          </p:nvPr>
        </p:nvSpPr>
        <p:spPr/>
        <p:txBody>
          <a:bodyPr/>
          <a:lstStyle/>
          <a:p>
            <a:pPr eaLnBrk="1" hangingPunct="1"/>
            <a:r>
              <a:rPr lang="en-IN" altLang="en-US"/>
              <a:t>In a nutshell</a:t>
            </a:r>
          </a:p>
        </p:txBody>
      </p:sp>
      <p:graphicFrame>
        <p:nvGraphicFramePr>
          <p:cNvPr id="5" name="Table 4">
            <a:extLst>
              <a:ext uri="{FF2B5EF4-FFF2-40B4-BE49-F238E27FC236}">
                <a16:creationId xmlns:a16="http://schemas.microsoft.com/office/drawing/2014/main" id="{D6B2CBE3-5527-81C4-6675-FAB8B5C01A6F}"/>
              </a:ext>
            </a:extLst>
          </p:cNvPr>
          <p:cNvGraphicFramePr>
            <a:graphicFrameLocks noGrp="1"/>
          </p:cNvGraphicFramePr>
          <p:nvPr/>
        </p:nvGraphicFramePr>
        <p:xfrm>
          <a:off x="423863" y="2051050"/>
          <a:ext cx="9417050" cy="2995615"/>
        </p:xfrm>
        <a:graphic>
          <a:graphicData uri="http://schemas.openxmlformats.org/drawingml/2006/table">
            <a:tbl>
              <a:tblPr/>
              <a:tblGrid>
                <a:gridCol w="1732294">
                  <a:extLst>
                    <a:ext uri="{9D8B030D-6E8A-4147-A177-3AD203B41FA5}">
                      <a16:colId xmlns:a16="http://schemas.microsoft.com/office/drawing/2014/main" val="20000"/>
                    </a:ext>
                  </a:extLst>
                </a:gridCol>
                <a:gridCol w="7684756">
                  <a:extLst>
                    <a:ext uri="{9D8B030D-6E8A-4147-A177-3AD203B41FA5}">
                      <a16:colId xmlns:a16="http://schemas.microsoft.com/office/drawing/2014/main" val="20001"/>
                    </a:ext>
                  </a:extLst>
                </a:gridCol>
              </a:tblGrid>
              <a:tr h="599123">
                <a:tc>
                  <a:txBody>
                    <a:bodyPr/>
                    <a:lstStyle/>
                    <a:p>
                      <a:r>
                        <a:rPr lang="en-CA" sz="1800" b="1" dirty="0">
                          <a:ln>
                            <a:noFill/>
                          </a:ln>
                        </a:rPr>
                        <a:t>Networking</a:t>
                      </a:r>
                      <a:endParaRPr lang="en-CA" sz="1800" dirty="0">
                        <a:ln>
                          <a:noFill/>
                        </a:ln>
                      </a:endParaRPr>
                    </a:p>
                  </a:txBody>
                  <a:tcPr marL="35938" marR="35938" marT="17967" marB="17967" anchor="ctr">
                    <a:lnL>
                      <a:noFill/>
                    </a:lnL>
                    <a:lnR>
                      <a:noFill/>
                    </a:lnR>
                    <a:lnT>
                      <a:noFill/>
                    </a:lnT>
                    <a:lnB>
                      <a:noFill/>
                    </a:lnB>
                    <a:noFill/>
                  </a:tcPr>
                </a:tc>
                <a:tc>
                  <a:txBody>
                    <a:bodyPr/>
                    <a:lstStyle/>
                    <a:p>
                      <a:r>
                        <a:rPr lang="en-US" sz="1800" dirty="0">
                          <a:ln>
                            <a:noFill/>
                          </a:ln>
                        </a:rPr>
                        <a:t>Containers can communicate using Docker networks, enabling flexibility in network configurations.</a:t>
                      </a:r>
                    </a:p>
                  </a:txBody>
                  <a:tcPr marL="35938" marR="35938" marT="17967" marB="17967" anchor="ctr">
                    <a:lnL>
                      <a:noFill/>
                    </a:lnL>
                    <a:lnR>
                      <a:noFill/>
                    </a:lnR>
                    <a:lnT>
                      <a:noFill/>
                    </a:lnT>
                    <a:lnB>
                      <a:noFill/>
                    </a:lnB>
                    <a:noFill/>
                  </a:tcPr>
                </a:tc>
                <a:extLst>
                  <a:ext uri="{0D108BD9-81ED-4DB2-BD59-A6C34878D82A}">
                    <a16:rowId xmlns:a16="http://schemas.microsoft.com/office/drawing/2014/main" val="10000"/>
                  </a:ext>
                </a:extLst>
              </a:tr>
              <a:tr h="599123">
                <a:tc>
                  <a:txBody>
                    <a:bodyPr/>
                    <a:lstStyle/>
                    <a:p>
                      <a:r>
                        <a:rPr lang="en-CA" sz="1800" b="1" dirty="0">
                          <a:ln>
                            <a:noFill/>
                          </a:ln>
                        </a:rPr>
                        <a:t>Storage</a:t>
                      </a:r>
                      <a:endParaRPr lang="en-CA" sz="1800" dirty="0">
                        <a:ln>
                          <a:noFill/>
                        </a:ln>
                      </a:endParaRPr>
                    </a:p>
                  </a:txBody>
                  <a:tcPr marL="35938" marR="35938" marT="17967" marB="17967" anchor="ctr">
                    <a:lnL>
                      <a:noFill/>
                    </a:lnL>
                    <a:lnR>
                      <a:noFill/>
                    </a:lnR>
                    <a:lnT>
                      <a:noFill/>
                    </a:lnT>
                    <a:lnB>
                      <a:noFill/>
                    </a:lnB>
                    <a:noFill/>
                  </a:tcPr>
                </a:tc>
                <a:tc>
                  <a:txBody>
                    <a:bodyPr/>
                    <a:lstStyle/>
                    <a:p>
                      <a:r>
                        <a:rPr lang="en-US" sz="1800" dirty="0">
                          <a:ln>
                            <a:noFill/>
                          </a:ln>
                        </a:rPr>
                        <a:t>Data can persist using volumes, bind mounts, or </a:t>
                      </a:r>
                      <a:r>
                        <a:rPr lang="en-US" sz="1800" dirty="0" err="1">
                          <a:ln>
                            <a:noFill/>
                          </a:ln>
                        </a:rPr>
                        <a:t>tmpfs</a:t>
                      </a:r>
                      <a:r>
                        <a:rPr lang="en-US" sz="1800" dirty="0">
                          <a:ln>
                            <a:noFill/>
                          </a:ln>
                        </a:rPr>
                        <a:t> for containers.</a:t>
                      </a:r>
                    </a:p>
                  </a:txBody>
                  <a:tcPr marL="35938" marR="35938" marT="17967" marB="17967" anchor="ctr">
                    <a:lnL>
                      <a:noFill/>
                    </a:lnL>
                    <a:lnR>
                      <a:noFill/>
                    </a:lnR>
                    <a:lnT>
                      <a:noFill/>
                    </a:lnT>
                    <a:lnB>
                      <a:noFill/>
                    </a:lnB>
                    <a:noFill/>
                  </a:tcPr>
                </a:tc>
                <a:extLst>
                  <a:ext uri="{0D108BD9-81ED-4DB2-BD59-A6C34878D82A}">
                    <a16:rowId xmlns:a16="http://schemas.microsoft.com/office/drawing/2014/main" val="10001"/>
                  </a:ext>
                </a:extLst>
              </a:tr>
              <a:tr h="599123">
                <a:tc>
                  <a:txBody>
                    <a:bodyPr/>
                    <a:lstStyle/>
                    <a:p>
                      <a:r>
                        <a:rPr lang="en-CA" sz="1800" b="1" dirty="0">
                          <a:ln>
                            <a:noFill/>
                          </a:ln>
                        </a:rPr>
                        <a:t>Lifecycle Commands</a:t>
                      </a:r>
                      <a:endParaRPr lang="en-CA" sz="1800" dirty="0">
                        <a:ln>
                          <a:noFill/>
                        </a:ln>
                      </a:endParaRPr>
                    </a:p>
                  </a:txBody>
                  <a:tcPr marL="35938" marR="35938" marT="17967" marB="17967" anchor="ctr">
                    <a:lnL>
                      <a:noFill/>
                    </a:lnL>
                    <a:lnR>
                      <a:noFill/>
                    </a:lnR>
                    <a:lnT>
                      <a:noFill/>
                    </a:lnT>
                    <a:lnB>
                      <a:noFill/>
                    </a:lnB>
                    <a:noFill/>
                  </a:tcPr>
                </a:tc>
                <a:tc>
                  <a:txBody>
                    <a:bodyPr/>
                    <a:lstStyle/>
                    <a:p>
                      <a:r>
                        <a:rPr lang="en-US" sz="1800" dirty="0">
                          <a:ln>
                            <a:noFill/>
                          </a:ln>
                        </a:rPr>
                        <a:t>Commands like </a:t>
                      </a:r>
                      <a:r>
                        <a:rPr lang="en-US" sz="1800" dirty="0" err="1">
                          <a:ln>
                            <a:noFill/>
                          </a:ln>
                        </a:rPr>
                        <a:t>docker</a:t>
                      </a:r>
                      <a:r>
                        <a:rPr lang="en-US" sz="1800" dirty="0">
                          <a:ln>
                            <a:noFill/>
                          </a:ln>
                        </a:rPr>
                        <a:t> run, </a:t>
                      </a:r>
                      <a:r>
                        <a:rPr lang="en-US" sz="1800" dirty="0" err="1">
                          <a:ln>
                            <a:noFill/>
                          </a:ln>
                        </a:rPr>
                        <a:t>docker</a:t>
                      </a:r>
                      <a:r>
                        <a:rPr lang="en-US" sz="1800" dirty="0">
                          <a:ln>
                            <a:noFill/>
                          </a:ln>
                        </a:rPr>
                        <a:t> start, </a:t>
                      </a:r>
                      <a:r>
                        <a:rPr lang="en-US" sz="1800" dirty="0" err="1">
                          <a:ln>
                            <a:noFill/>
                          </a:ln>
                        </a:rPr>
                        <a:t>docker</a:t>
                      </a:r>
                      <a:r>
                        <a:rPr lang="en-US" sz="1800" dirty="0">
                          <a:ln>
                            <a:noFill/>
                          </a:ln>
                        </a:rPr>
                        <a:t> stop, and </a:t>
                      </a:r>
                      <a:r>
                        <a:rPr lang="en-US" sz="1800" dirty="0" err="1">
                          <a:ln>
                            <a:noFill/>
                          </a:ln>
                        </a:rPr>
                        <a:t>docker</a:t>
                      </a:r>
                      <a:r>
                        <a:rPr lang="en-US" sz="1800" dirty="0">
                          <a:ln>
                            <a:noFill/>
                          </a:ln>
                        </a:rPr>
                        <a:t> </a:t>
                      </a:r>
                      <a:r>
                        <a:rPr lang="en-US" sz="1800" dirty="0" err="1">
                          <a:ln>
                            <a:noFill/>
                          </a:ln>
                        </a:rPr>
                        <a:t>rm</a:t>
                      </a:r>
                      <a:r>
                        <a:rPr lang="en-US" sz="1800" dirty="0">
                          <a:ln>
                            <a:noFill/>
                          </a:ln>
                        </a:rPr>
                        <a:t> manage containers.</a:t>
                      </a:r>
                    </a:p>
                  </a:txBody>
                  <a:tcPr marL="35938" marR="35938" marT="17967" marB="17967" anchor="ctr">
                    <a:lnL>
                      <a:noFill/>
                    </a:lnL>
                    <a:lnR>
                      <a:noFill/>
                    </a:lnR>
                    <a:lnT>
                      <a:noFill/>
                    </a:lnT>
                    <a:lnB>
                      <a:noFill/>
                    </a:lnB>
                    <a:noFill/>
                  </a:tcPr>
                </a:tc>
                <a:extLst>
                  <a:ext uri="{0D108BD9-81ED-4DB2-BD59-A6C34878D82A}">
                    <a16:rowId xmlns:a16="http://schemas.microsoft.com/office/drawing/2014/main" val="10002"/>
                  </a:ext>
                </a:extLst>
              </a:tr>
              <a:tr h="599123">
                <a:tc>
                  <a:txBody>
                    <a:bodyPr/>
                    <a:lstStyle/>
                    <a:p>
                      <a:r>
                        <a:rPr lang="en-CA" sz="1800" b="1" dirty="0">
                          <a:ln>
                            <a:noFill/>
                          </a:ln>
                        </a:rPr>
                        <a:t>Docker Daemon</a:t>
                      </a:r>
                      <a:endParaRPr lang="en-CA" sz="1800" dirty="0">
                        <a:ln>
                          <a:noFill/>
                        </a:ln>
                      </a:endParaRPr>
                    </a:p>
                  </a:txBody>
                  <a:tcPr marL="35938" marR="35938" marT="17967" marB="17967" anchor="ctr">
                    <a:lnL>
                      <a:noFill/>
                    </a:lnL>
                    <a:lnR>
                      <a:noFill/>
                    </a:lnR>
                    <a:lnT>
                      <a:noFill/>
                    </a:lnT>
                    <a:lnB>
                      <a:noFill/>
                    </a:lnB>
                    <a:noFill/>
                  </a:tcPr>
                </a:tc>
                <a:tc>
                  <a:txBody>
                    <a:bodyPr/>
                    <a:lstStyle/>
                    <a:p>
                      <a:r>
                        <a:rPr lang="en-US" sz="1800" dirty="0">
                          <a:ln>
                            <a:noFill/>
                          </a:ln>
                        </a:rPr>
                        <a:t>A background service that handles requests to build, run, and manage containers.</a:t>
                      </a:r>
                    </a:p>
                  </a:txBody>
                  <a:tcPr marL="35938" marR="35938" marT="17967" marB="17967" anchor="ctr">
                    <a:lnL>
                      <a:noFill/>
                    </a:lnL>
                    <a:lnR>
                      <a:noFill/>
                    </a:lnR>
                    <a:lnT>
                      <a:noFill/>
                    </a:lnT>
                    <a:lnB>
                      <a:noFill/>
                    </a:lnB>
                    <a:noFill/>
                  </a:tcPr>
                </a:tc>
                <a:extLst>
                  <a:ext uri="{0D108BD9-81ED-4DB2-BD59-A6C34878D82A}">
                    <a16:rowId xmlns:a16="http://schemas.microsoft.com/office/drawing/2014/main" val="10003"/>
                  </a:ext>
                </a:extLst>
              </a:tr>
              <a:tr h="599123">
                <a:tc>
                  <a:txBody>
                    <a:bodyPr/>
                    <a:lstStyle/>
                    <a:p>
                      <a:r>
                        <a:rPr lang="en-CA" sz="1800" b="1" dirty="0">
                          <a:ln>
                            <a:noFill/>
                          </a:ln>
                        </a:rPr>
                        <a:t>Orchestration</a:t>
                      </a:r>
                      <a:endParaRPr lang="en-CA" sz="1800" dirty="0">
                        <a:ln>
                          <a:noFill/>
                        </a:ln>
                      </a:endParaRPr>
                    </a:p>
                  </a:txBody>
                  <a:tcPr marL="35938" marR="35938" marT="17967" marB="17967" anchor="ctr">
                    <a:lnL>
                      <a:noFill/>
                    </a:lnL>
                    <a:lnR>
                      <a:noFill/>
                    </a:lnR>
                    <a:lnT>
                      <a:noFill/>
                    </a:lnT>
                    <a:lnB>
                      <a:noFill/>
                    </a:lnB>
                    <a:noFill/>
                  </a:tcPr>
                </a:tc>
                <a:tc>
                  <a:txBody>
                    <a:bodyPr/>
                    <a:lstStyle/>
                    <a:p>
                      <a:r>
                        <a:rPr lang="en-US" sz="1800" dirty="0">
                          <a:ln>
                            <a:noFill/>
                          </a:ln>
                        </a:rPr>
                        <a:t>Tools like Docker Compose or </a:t>
                      </a:r>
                      <a:r>
                        <a:rPr lang="en-US" sz="1800" dirty="0" err="1">
                          <a:ln>
                            <a:noFill/>
                          </a:ln>
                        </a:rPr>
                        <a:t>Kubernetes</a:t>
                      </a:r>
                      <a:r>
                        <a:rPr lang="en-US" sz="1800" dirty="0">
                          <a:ln>
                            <a:noFill/>
                          </a:ln>
                        </a:rPr>
                        <a:t> can manage multi-container applications.</a:t>
                      </a:r>
                    </a:p>
                  </a:txBody>
                  <a:tcPr marL="35938" marR="35938" marT="17967" marB="17967"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Tree>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itle 1">
            <a:extLst>
              <a:ext uri="{FF2B5EF4-FFF2-40B4-BE49-F238E27FC236}">
                <a16:creationId xmlns:a16="http://schemas.microsoft.com/office/drawing/2014/main" id="{FCB248EC-6DAC-7E01-DCF9-301B7FB1B9B9}"/>
              </a:ext>
            </a:extLst>
          </p:cNvPr>
          <p:cNvSpPr>
            <a:spLocks noGrp="1" noChangeArrowheads="1"/>
          </p:cNvSpPr>
          <p:nvPr>
            <p:ph type="title"/>
          </p:nvPr>
        </p:nvSpPr>
        <p:spPr/>
        <p:txBody>
          <a:bodyPr/>
          <a:lstStyle/>
          <a:p>
            <a:pPr eaLnBrk="1" hangingPunct="1"/>
            <a:r>
              <a:rPr lang="en-US" altLang="en-US"/>
              <a:t>Installation Of Docker</a:t>
            </a:r>
          </a:p>
        </p:txBody>
      </p:sp>
      <p:sp>
        <p:nvSpPr>
          <p:cNvPr id="124931" name="Content Placeholder 2">
            <a:extLst>
              <a:ext uri="{FF2B5EF4-FFF2-40B4-BE49-F238E27FC236}">
                <a16:creationId xmlns:a16="http://schemas.microsoft.com/office/drawing/2014/main" id="{C9C60D67-8495-F8DA-0EC3-BB0035B5072F}"/>
              </a:ext>
            </a:extLst>
          </p:cNvPr>
          <p:cNvSpPr>
            <a:spLocks noGrp="1" noChangeArrowheads="1"/>
          </p:cNvSpPr>
          <p:nvPr>
            <p:ph idx="1"/>
          </p:nvPr>
        </p:nvSpPr>
        <p:spPr/>
        <p:txBody>
          <a:bodyPr/>
          <a:lstStyle/>
          <a:p>
            <a:pPr eaLnBrk="1" hangingPunct="1"/>
            <a:r>
              <a:rPr lang="en-US" altLang="en-US" sz="1800"/>
              <a:t>Docker installed on Windows</a:t>
            </a:r>
          </a:p>
          <a:p>
            <a:pPr eaLnBrk="1" hangingPunct="1"/>
            <a:r>
              <a:rPr lang="en-US" altLang="en-US" sz="1800"/>
              <a:t>Docker can be installed on Mac</a:t>
            </a:r>
          </a:p>
          <a:p>
            <a:pPr eaLnBrk="1" hangingPunct="1"/>
            <a:r>
              <a:rPr lang="en-US" altLang="en-US" sz="1800"/>
              <a:t>Docker can be installed on Ubuntu</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a:extLst>
              <a:ext uri="{FF2B5EF4-FFF2-40B4-BE49-F238E27FC236}">
                <a16:creationId xmlns:a16="http://schemas.microsoft.com/office/drawing/2014/main" id="{0C025DAC-4199-A9CE-00D4-9638C48D13B3}"/>
              </a:ext>
            </a:extLst>
          </p:cNvPr>
          <p:cNvSpPr>
            <a:spLocks noGrp="1" noChangeArrowheads="1"/>
          </p:cNvSpPr>
          <p:nvPr>
            <p:ph type="title"/>
          </p:nvPr>
        </p:nvSpPr>
        <p:spPr/>
        <p:txBody>
          <a:bodyPr/>
          <a:lstStyle/>
          <a:p>
            <a:pPr eaLnBrk="1" hangingPunct="1"/>
            <a:r>
              <a:rPr lang="en-US" altLang="en-US"/>
              <a:t>Jenkins</a:t>
            </a:r>
          </a:p>
        </p:txBody>
      </p:sp>
      <p:sp>
        <p:nvSpPr>
          <p:cNvPr id="125955" name="Content Placeholder 2">
            <a:extLst>
              <a:ext uri="{FF2B5EF4-FFF2-40B4-BE49-F238E27FC236}">
                <a16:creationId xmlns:a16="http://schemas.microsoft.com/office/drawing/2014/main" id="{93792624-B14A-92AA-13E2-A7161C6D7281}"/>
              </a:ext>
            </a:extLst>
          </p:cNvPr>
          <p:cNvSpPr>
            <a:spLocks noGrp="1" noChangeArrowheads="1"/>
          </p:cNvSpPr>
          <p:nvPr>
            <p:ph idx="1"/>
          </p:nvPr>
        </p:nvSpPr>
        <p:spPr>
          <a:xfrm>
            <a:off x="677863" y="2160588"/>
            <a:ext cx="10150475" cy="3881437"/>
          </a:xfrm>
        </p:spPr>
        <p:txBody>
          <a:bodyPr/>
          <a:lstStyle/>
          <a:p>
            <a:pPr eaLnBrk="1" hangingPunct="1"/>
            <a:r>
              <a:rPr lang="en-IN" altLang="en-US" sz="1800">
                <a:solidFill>
                  <a:srgbClr val="000C1A"/>
                </a:solidFill>
                <a:latin typeface="system-ui"/>
              </a:rPr>
              <a:t>The leading open source automation server, Jenkins provides hundreds of plugins to support building, deploying and automating any project.</a:t>
            </a:r>
          </a:p>
          <a:p>
            <a:pPr eaLnBrk="1" hangingPunct="1"/>
            <a:endParaRPr lang="en-US" altLang="en-US" sz="1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itle 1">
            <a:extLst>
              <a:ext uri="{FF2B5EF4-FFF2-40B4-BE49-F238E27FC236}">
                <a16:creationId xmlns:a16="http://schemas.microsoft.com/office/drawing/2014/main" id="{656F0AD5-71E3-A619-4204-C6E800B3CEA0}"/>
              </a:ext>
            </a:extLst>
          </p:cNvPr>
          <p:cNvSpPr>
            <a:spLocks noGrp="1" noChangeArrowheads="1"/>
          </p:cNvSpPr>
          <p:nvPr>
            <p:ph type="title"/>
          </p:nvPr>
        </p:nvSpPr>
        <p:spPr/>
        <p:txBody>
          <a:bodyPr/>
          <a:lstStyle/>
          <a:p>
            <a:pPr eaLnBrk="1" hangingPunct="1">
              <a:spcBef>
                <a:spcPct val="0"/>
              </a:spcBef>
              <a:spcAft>
                <a:spcPct val="0"/>
              </a:spcAft>
              <a:buClr>
                <a:srgbClr val="2C3C43"/>
              </a:buClr>
              <a:buFontTx/>
              <a:buNone/>
            </a:pPr>
            <a:r>
              <a:rPr lang="en-US" altLang="en-US">
                <a:solidFill>
                  <a:srgbClr val="2C3C43"/>
                </a:solidFill>
                <a:latin typeface="Arial" panose="020B0604020202020204" pitchFamily="34" charset="0"/>
                <a:cs typeface="Arial" panose="020B0604020202020204" pitchFamily="34" charset="0"/>
                <a:sym typeface="Arial" panose="020B0604020202020204" pitchFamily="34" charset="0"/>
              </a:rPr>
              <a:t>Any Query</a:t>
            </a:r>
          </a:p>
        </p:txBody>
      </p:sp>
      <p:graphicFrame>
        <p:nvGraphicFramePr>
          <p:cNvPr id="4" name="Diagram 3">
            <a:extLst>
              <a:ext uri="{FF2B5EF4-FFF2-40B4-BE49-F238E27FC236}">
                <a16:creationId xmlns:a16="http://schemas.microsoft.com/office/drawing/2014/main" id="{EFC8D5EB-A0E2-80C7-E6B2-B541E66D5038}"/>
              </a:ext>
            </a:extLst>
          </p:cNvPr>
          <p:cNvGraphicFramePr/>
          <p:nvPr/>
        </p:nvGraphicFramePr>
        <p:xfrm>
          <a:off x="514350" y="1304995"/>
          <a:ext cx="11047534" cy="4840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Xebia Theme">
  <a:themeElements>
    <a:clrScheme name="Digital_Mint">
      <a:dk1>
        <a:srgbClr val="000000"/>
      </a:dk1>
      <a:lt1>
        <a:srgbClr val="FFFFFF"/>
      </a:lt1>
      <a:dk2>
        <a:srgbClr val="44546A"/>
      </a:dk2>
      <a:lt2>
        <a:srgbClr val="E7E6E6"/>
      </a:lt2>
      <a:accent1>
        <a:srgbClr val="1CC083"/>
      </a:accent1>
      <a:accent2>
        <a:srgbClr val="96E2C0"/>
      </a:accent2>
      <a:accent3>
        <a:srgbClr val="56687C"/>
      </a:accent3>
      <a:accent4>
        <a:srgbClr val="44546A"/>
      </a:accent4>
      <a:accent5>
        <a:srgbClr val="1CC083"/>
      </a:accent5>
      <a:accent6>
        <a:srgbClr val="96E2C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NT332_zero_lecture [Compatibility Mode]" id="{02ABB4AB-7528-4082-897C-C748197A3944}" vid="{0039963B-81EF-4EC3-949C-CC54BFCCD064}"/>
    </a:ext>
  </a:extLst>
</a:theme>
</file>

<file path=ppt/theme/theme2.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NT332_zero_lecture [Compatibility Mode]" id="{02ABB4AB-7528-4082-897C-C748197A3944}" vid="{164F8474-829E-4323-817C-297D044BE13B}"/>
    </a:ext>
  </a:extLst>
</a:theme>
</file>

<file path=ppt/theme/theme3.xml><?xml version="1.0" encoding="utf-8"?>
<a:theme xmlns:a="http://schemas.openxmlformats.org/drawingml/2006/main" name="1_Xebia Theme">
  <a:themeElements>
    <a:clrScheme name="Digital_Mint">
      <a:dk1>
        <a:srgbClr val="000000"/>
      </a:dk1>
      <a:lt1>
        <a:srgbClr val="FFFFFF"/>
      </a:lt1>
      <a:dk2>
        <a:srgbClr val="44546A"/>
      </a:dk2>
      <a:lt2>
        <a:srgbClr val="E7E6E6"/>
      </a:lt2>
      <a:accent1>
        <a:srgbClr val="1CC083"/>
      </a:accent1>
      <a:accent2>
        <a:srgbClr val="96E2C0"/>
      </a:accent2>
      <a:accent3>
        <a:srgbClr val="56687C"/>
      </a:accent3>
      <a:accent4>
        <a:srgbClr val="44546A"/>
      </a:accent4>
      <a:accent5>
        <a:srgbClr val="1CC083"/>
      </a:accent5>
      <a:accent6>
        <a:srgbClr val="96E2C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NT332_zero_lecture [Compatibility Mode]" id="{02ABB4AB-7528-4082-897C-C748197A3944}" vid="{5D95E813-6CBB-4958-8316-7D7B7BFFA774}"/>
    </a:ext>
  </a:extLst>
</a:theme>
</file>

<file path=ppt/theme/theme4.xml><?xml version="1.0" encoding="utf-8"?>
<a:theme xmlns:a="http://schemas.openxmlformats.org/drawingml/2006/main" name="2_Xebia Theme">
  <a:themeElements>
    <a:clrScheme name="Digital_Mint">
      <a:dk1>
        <a:srgbClr val="000000"/>
      </a:dk1>
      <a:lt1>
        <a:srgbClr val="FFFFFF"/>
      </a:lt1>
      <a:dk2>
        <a:srgbClr val="44546A"/>
      </a:dk2>
      <a:lt2>
        <a:srgbClr val="E7E6E6"/>
      </a:lt2>
      <a:accent1>
        <a:srgbClr val="1CC083"/>
      </a:accent1>
      <a:accent2>
        <a:srgbClr val="96E2C0"/>
      </a:accent2>
      <a:accent3>
        <a:srgbClr val="56687C"/>
      </a:accent3>
      <a:accent4>
        <a:srgbClr val="44546A"/>
      </a:accent4>
      <a:accent5>
        <a:srgbClr val="1CC083"/>
      </a:accent5>
      <a:accent6>
        <a:srgbClr val="96E2C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NT332_zero_lecture [Compatibility Mode]" id="{02ABB4AB-7528-4082-897C-C748197A3944}" vid="{5EFA4A2D-49E2-45CD-82E5-A6FBFE6A7189}"/>
    </a:ext>
  </a:extLst>
</a:theme>
</file>

<file path=ppt/theme/theme5.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INT332_zero_lecture [Compatibility Mode]" id="{02ABB4AB-7528-4082-897C-C748197A3944}" vid="{BD31AD1B-1E43-4E78-8BDD-6ED7DD45AFD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A0A38912C4E62498E5DAA459F6D35C8" ma:contentTypeVersion="12" ma:contentTypeDescription="Create a new document." ma:contentTypeScope="" ma:versionID="21bac717c7903c3f43b0d7aea40922f3">
  <xsd:schema xmlns:xsd="http://www.w3.org/2001/XMLSchema" xmlns:xs="http://www.w3.org/2001/XMLSchema" xmlns:p="http://schemas.microsoft.com/office/2006/metadata/properties" xmlns:ns2="df7a2061-be8a-466a-b108-b8e2ece8803d" xmlns:ns3="65fdae89-494e-459e-8fbe-d40d17723f9e" targetNamespace="http://schemas.microsoft.com/office/2006/metadata/properties" ma:root="true" ma:fieldsID="e98ea06aeee977c478756962fad485e5" ns2:_="" ns3:_="">
    <xsd:import namespace="df7a2061-be8a-466a-b108-b8e2ece8803d"/>
    <xsd:import namespace="65fdae89-494e-459e-8fbe-d40d17723f9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2:MediaServiceGenerationTime" minOccurs="0"/>
                <xsd:element ref="ns2:MediaServiceEventHashCode" minOccurs="0"/>
                <xsd:element ref="ns2:MediaServiceOCR"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7a2061-be8a-466a-b108-b8e2ece880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b3c3237-c750-413d-8b50-18af3b9e905b"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fdae89-494e-459e-8fbe-d40d17723f9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2779BD-EB6F-46F3-B2E8-0D4F240EA0F9}">
  <ds:schemaRefs>
    <ds:schemaRef ds:uri="http://schemas.microsoft.com/sharepoint/v3/contenttype/forms"/>
  </ds:schemaRefs>
</ds:datastoreItem>
</file>

<file path=customXml/itemProps2.xml><?xml version="1.0" encoding="utf-8"?>
<ds:datastoreItem xmlns:ds="http://schemas.openxmlformats.org/officeDocument/2006/customXml" ds:itemID="{E5812788-749A-491E-8E95-5757019B1C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7a2061-be8a-466a-b108-b8e2ece8803d"/>
    <ds:schemaRef ds:uri="65fdae89-494e-459e-8fbe-d40d17723f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3318</TotalTime>
  <Words>2194</Words>
  <Application>Microsoft Macintosh PowerPoint</Application>
  <PresentationFormat>Widescreen</PresentationFormat>
  <Paragraphs>278</Paragraphs>
  <Slides>38</Slides>
  <Notes>7</Notes>
  <HiddenSlides>0</HiddenSlides>
  <MMClips>0</MMClips>
  <ScaleCrop>false</ScaleCrop>
  <HeadingPairs>
    <vt:vector size="6" baseType="variant">
      <vt:variant>
        <vt:lpstr>Fonts Used</vt:lpstr>
      </vt:variant>
      <vt:variant>
        <vt:i4>15</vt:i4>
      </vt:variant>
      <vt:variant>
        <vt:lpstr>Theme</vt:lpstr>
      </vt:variant>
      <vt:variant>
        <vt:i4>5</vt:i4>
      </vt:variant>
      <vt:variant>
        <vt:lpstr>Slide Titles</vt:lpstr>
      </vt:variant>
      <vt:variant>
        <vt:i4>38</vt:i4>
      </vt:variant>
    </vt:vector>
  </HeadingPairs>
  <TitlesOfParts>
    <vt:vector size="58" baseType="lpstr">
      <vt:lpstr>Abadi</vt:lpstr>
      <vt:lpstr>Arial</vt:lpstr>
      <vt:lpstr>Calibri</vt:lpstr>
      <vt:lpstr>Congenial Black</vt:lpstr>
      <vt:lpstr>Noto Sans Symbols</vt:lpstr>
      <vt:lpstr>ProximaNova-Bold</vt:lpstr>
      <vt:lpstr>Source Sans Pro</vt:lpstr>
      <vt:lpstr>system-ui</vt:lpstr>
      <vt:lpstr>Times</vt:lpstr>
      <vt:lpstr>Times New Roman</vt:lpstr>
      <vt:lpstr>Trebuchet MS</vt:lpstr>
      <vt:lpstr>Verdana,Bold</vt:lpstr>
      <vt:lpstr>Wingdings</vt:lpstr>
      <vt:lpstr>Wingdings 2</vt:lpstr>
      <vt:lpstr>Wingdings 3</vt:lpstr>
      <vt:lpstr>Xebia Theme</vt:lpstr>
      <vt:lpstr>Custom Design</vt:lpstr>
      <vt:lpstr>1_Xebia Theme</vt:lpstr>
      <vt:lpstr>2_Xebia Theme</vt:lpstr>
      <vt:lpstr>Facet</vt:lpstr>
      <vt:lpstr>INT332  DEVOPS VIRTUALIZATION AND CONFIGURATION MANAGEMENT</vt:lpstr>
      <vt:lpstr>L:2    T:0    P:2     Credits:3 </vt:lpstr>
      <vt:lpstr>                Vision</vt:lpstr>
      <vt:lpstr>          Mission</vt:lpstr>
      <vt:lpstr>Course Outcomes</vt:lpstr>
      <vt:lpstr>Skills that will be learned in this course  </vt:lpstr>
      <vt:lpstr>Software Requirement</vt:lpstr>
      <vt:lpstr>Certification/MOOC</vt:lpstr>
      <vt:lpstr>INT332:DEVOPS VIRTUALIZATION AND CONFIGURATION MANAGEMENT(CA Details)</vt:lpstr>
      <vt:lpstr>INT332:DEVOPS VIRTUALIZATION AND CONFIGURATION MANAGEMENT(CA Details)</vt:lpstr>
      <vt:lpstr>Syllabus</vt:lpstr>
      <vt:lpstr>  Why there is a need to Learn Docker                (business need)               for the companies.</vt:lpstr>
      <vt:lpstr>Docker Energizes SmartCart</vt:lpstr>
      <vt:lpstr>Docker Energizes SmartCart</vt:lpstr>
      <vt:lpstr>Docker Energizes SmartCart</vt:lpstr>
      <vt:lpstr>Virtualization  and containerization</vt:lpstr>
      <vt:lpstr>What is Virtualization? </vt:lpstr>
      <vt:lpstr>Advantages of Virtualization </vt:lpstr>
      <vt:lpstr>PowerPoint Presentation</vt:lpstr>
      <vt:lpstr>What is Containerization? </vt:lpstr>
      <vt:lpstr>PowerPoint Presentation</vt:lpstr>
      <vt:lpstr>What is a Container? </vt:lpstr>
      <vt:lpstr>What is a Hypervisor? </vt:lpstr>
      <vt:lpstr>PowerPoint Presentation</vt:lpstr>
      <vt:lpstr>PowerPoint Presentation</vt:lpstr>
      <vt:lpstr>Module Coverage</vt:lpstr>
      <vt:lpstr>PowerPoint Presentation</vt:lpstr>
      <vt:lpstr>PowerPoint Presentation</vt:lpstr>
      <vt:lpstr>PowerPoint Presentation</vt:lpstr>
      <vt:lpstr>PowerPoint Presentation</vt:lpstr>
      <vt:lpstr>PowerPoint Presentation</vt:lpstr>
      <vt:lpstr>PowerPoint Presentation</vt:lpstr>
      <vt:lpstr>Docker is an open platform for developing, shipping, and running applications using containers that package code and dependencies together.</vt:lpstr>
      <vt:lpstr>In a nutshell</vt:lpstr>
      <vt:lpstr>In a nutshell</vt:lpstr>
      <vt:lpstr>Installation Of Docker</vt:lpstr>
      <vt:lpstr>Jenkins</vt:lpstr>
      <vt:lpstr>Any Query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Anshu Pandey</dc:creator>
  <cp:lastModifiedBy>Aseem Kumar</cp:lastModifiedBy>
  <cp:revision>42</cp:revision>
  <dcterms:created xsi:type="dcterms:W3CDTF">2023-07-15T17:12:34Z</dcterms:created>
  <dcterms:modified xsi:type="dcterms:W3CDTF">2025-01-15T11:14:15Z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0x010100A2EC743957A8A6429CADDB5035787BCF</vt:lpwstr>
  </property>
  <property fmtid="{D5CDD505-2E9C-101B-9397-08002B2CF9AE}" pid="3" name="MediaServiceImageTags">
    <vt:lpwstr/>
  </property>
</Properties>
</file>