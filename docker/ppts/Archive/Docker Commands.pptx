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Docker Commands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Logs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-d --name my_nginx nginx</a:t>
            </a:r>
            <a:endParaRPr lang="en-US"/>
          </a:p>
          <a:p>
            <a:r>
              <a:rPr lang="en-US"/>
              <a:t>docker ps</a:t>
            </a:r>
            <a:endParaRPr lang="en-US"/>
          </a:p>
          <a:p>
            <a:endParaRPr lang="en-US"/>
          </a:p>
          <a:p>
            <a:r>
              <a:rPr lang="en-US"/>
              <a:t>For Running Basic Logs - docker logs my_nginx</a:t>
            </a:r>
            <a:endParaRPr lang="en-US"/>
          </a:p>
          <a:p>
            <a:r>
              <a:rPr lang="en-US"/>
              <a:t>If you want live logs (like tail -f):</a:t>
            </a:r>
            <a:endParaRPr lang="en-US"/>
          </a:p>
          <a:p>
            <a:r>
              <a:rPr lang="en-US"/>
              <a:t>docker logs -f my_nginx --- stop with CTRL+C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Show Last 20 Lines Only ---- docker logs --tail 20 my_nginx</a:t>
            </a:r>
            <a:endParaRPr lang="en-US"/>
          </a:p>
          <a:p>
            <a:r>
              <a:rPr lang="en-US"/>
              <a:t>Show Logs with Timestamp ---- docker logs -t my_nginx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Docker - Copy File from Host ➜ Container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-d --name my_container nginx</a:t>
            </a:r>
            <a:endParaRPr lang="en-US"/>
          </a:p>
          <a:p>
            <a:r>
              <a:rPr lang="en-US"/>
              <a:t>docker ps</a:t>
            </a:r>
            <a:endParaRPr lang="en-US"/>
          </a:p>
          <a:p>
            <a:endParaRPr lang="en-US"/>
          </a:p>
          <a:p>
            <a:r>
              <a:rPr lang="en-US"/>
              <a:t>Create a File on Your Host Machine</a:t>
            </a:r>
            <a:endParaRPr lang="en-US"/>
          </a:p>
          <a:p>
            <a:r>
              <a:rPr lang="en-US"/>
              <a:t>echo "Hello from Host Machine" &gt; test.txt</a:t>
            </a:r>
            <a:endParaRPr lang="en-US"/>
          </a:p>
          <a:p>
            <a:r>
              <a:rPr lang="en-US"/>
              <a:t>ls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Copy File to Container</a:t>
            </a:r>
            <a:endParaRPr lang="en-US"/>
          </a:p>
          <a:p>
            <a:r>
              <a:rPr lang="en-US"/>
              <a:t>docker cp &lt;host_file&gt; &lt;container_name&gt;:&lt;container_path&gt;</a:t>
            </a:r>
            <a:endParaRPr lang="en-US"/>
          </a:p>
          <a:p>
            <a:endParaRPr lang="en-US"/>
          </a:p>
          <a:p>
            <a:r>
              <a:rPr lang="en-US"/>
              <a:t>docker cp test.txt my_container:/tmp/test.txt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Verify File Inside Container</a:t>
            </a:r>
            <a:endParaRPr lang="en-US"/>
          </a:p>
          <a:p>
            <a:endParaRPr lang="en-US"/>
          </a:p>
          <a:p>
            <a:r>
              <a:rPr lang="en-US"/>
              <a:t>docker exec -it my_container bash</a:t>
            </a:r>
            <a:endParaRPr lang="en-US"/>
          </a:p>
          <a:p>
            <a:r>
              <a:rPr lang="en-US"/>
              <a:t>ls /tmp</a:t>
            </a:r>
            <a:endParaRPr lang="en-US"/>
          </a:p>
          <a:p>
            <a:r>
              <a:rPr lang="en-US"/>
              <a:t>open it : cat /tmp/test.txt --- exit 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Inspect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run -d --name my_nginx nginx</a:t>
            </a:r>
            <a:endParaRPr lang="en-US"/>
          </a:p>
          <a:p>
            <a:r>
              <a:rPr lang="en-US"/>
              <a:t>docker ps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docker inspect my_nginx --- Output will be Large JSON Data </a:t>
            </a:r>
            <a:endParaRPr lang="en-US"/>
          </a:p>
          <a:p>
            <a:r>
              <a:rPr lang="en-US"/>
              <a:t>All internal Details about Container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Find Container IP Address</a:t>
            </a:r>
            <a:endParaRPr lang="en-US"/>
          </a:p>
          <a:p>
            <a:r>
              <a:rPr lang="en-US"/>
              <a:t>docker inspect my_nginx | grep IPAddress ---- search for Specified Text Pattern</a:t>
            </a:r>
            <a:endParaRPr lang="en-US"/>
          </a:p>
          <a:p>
            <a:endParaRPr lang="en-US"/>
          </a:p>
          <a:p>
            <a:r>
              <a:rPr lang="en-US"/>
              <a:t>Inspect Container Status</a:t>
            </a:r>
            <a:endParaRPr lang="en-US"/>
          </a:p>
          <a:p>
            <a:r>
              <a:rPr lang="en-US"/>
              <a:t>docker inspect -f '{{.State.Status}}' my_nginx</a:t>
            </a:r>
            <a:endParaRPr lang="en-US"/>
          </a:p>
          <a:p>
            <a:r>
              <a:rPr lang="en-US"/>
              <a:t>Possible states:</a:t>
            </a:r>
            <a:endParaRPr lang="en-US"/>
          </a:p>
          <a:p>
            <a:endParaRPr lang="en-US"/>
          </a:p>
          <a:p>
            <a:r>
              <a:rPr lang="en-US"/>
              <a:t>running</a:t>
            </a:r>
            <a:endParaRPr lang="en-US"/>
          </a:p>
          <a:p>
            <a:r>
              <a:rPr lang="en-US"/>
              <a:t>exited</a:t>
            </a:r>
            <a:endParaRPr lang="en-US"/>
          </a:p>
          <a:p>
            <a:r>
              <a:rPr lang="en-US"/>
              <a:t>paused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-Remove Unused Resources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Clean Docker system.</a:t>
            </a:r>
            <a:endParaRPr lang="en-US"/>
          </a:p>
          <a:p>
            <a:r>
              <a:rPr lang="en-US"/>
              <a:t>Step 1 — Check Current Docker Resources</a:t>
            </a:r>
            <a:endParaRPr lang="en-US"/>
          </a:p>
          <a:p>
            <a:r>
              <a:rPr lang="en-US"/>
              <a:t>docker ps</a:t>
            </a:r>
            <a:endParaRPr lang="en-US"/>
          </a:p>
          <a:p>
            <a:r>
              <a:rPr lang="en-US"/>
              <a:t>docker ps -a</a:t>
            </a:r>
            <a:endParaRPr lang="en-US"/>
          </a:p>
          <a:p>
            <a:r>
              <a:rPr lang="en-US"/>
              <a:t>docker images</a:t>
            </a:r>
            <a:endParaRPr lang="en-US"/>
          </a:p>
          <a:p>
            <a:r>
              <a:rPr lang="en-US"/>
              <a:t>docker volume ls</a:t>
            </a:r>
            <a:endParaRPr lang="en-US"/>
          </a:p>
          <a:p>
            <a:r>
              <a:rPr lang="en-US"/>
              <a:t>docker network ls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2 — Remove Stopped Containers</a:t>
            </a:r>
            <a:endParaRPr lang="en-US"/>
          </a:p>
          <a:p>
            <a:r>
              <a:rPr lang="en-US"/>
              <a:t>Docker keeps stopped containers unless you delete them.</a:t>
            </a:r>
            <a:endParaRPr lang="en-US"/>
          </a:p>
          <a:p>
            <a:endParaRPr lang="en-US"/>
          </a:p>
          <a:p>
            <a:r>
              <a:rPr lang="en-US"/>
              <a:t>docker container prune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Step 3 — Remove Unused Images</a:t>
            </a:r>
            <a:endParaRPr lang="en-US"/>
          </a:p>
          <a:p>
            <a:r>
              <a:rPr lang="en-US"/>
              <a:t>Unused images waste disk space.</a:t>
            </a:r>
            <a:endParaRPr lang="en-US"/>
          </a:p>
          <a:p>
            <a:endParaRPr lang="en-US"/>
          </a:p>
          <a:p>
            <a:r>
              <a:rPr lang="en-US"/>
              <a:t>docker image prune</a:t>
            </a:r>
            <a:endParaRPr lang="en-US"/>
          </a:p>
          <a:p>
            <a:endParaRPr lang="en-US"/>
          </a:p>
          <a:p>
            <a:r>
              <a:rPr lang="en-US"/>
              <a:t>Step 6 — Clean Everything at Once </a:t>
            </a:r>
            <a:endParaRPr lang="en-US"/>
          </a:p>
          <a:p>
            <a:r>
              <a:rPr lang="en-US"/>
              <a:t>Instead of cleaning individually, use:</a:t>
            </a:r>
            <a:endParaRPr lang="en-US"/>
          </a:p>
          <a:p>
            <a:r>
              <a:rPr lang="en-US"/>
              <a:t>docker system prune </a:t>
            </a:r>
            <a:endParaRPr lang="en-US"/>
          </a:p>
          <a:p>
            <a:r>
              <a:rPr lang="en-US"/>
              <a:t>Step 7 — Deep Cleanup (Including Unused Images)</a:t>
            </a:r>
            <a:endParaRPr lang="en-US"/>
          </a:p>
          <a:p>
            <a:r>
              <a:rPr lang="en-US"/>
              <a:t>To remove all unused images: docker system prune -a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Stats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Stats (Monitor Containers)</a:t>
            </a:r>
            <a:endParaRPr lang="en-US"/>
          </a:p>
          <a:p>
            <a:r>
              <a:rPr lang="en-US"/>
              <a:t>Shows CPU &amp; memory usage.</a:t>
            </a:r>
            <a:endParaRPr lang="en-US"/>
          </a:p>
          <a:p>
            <a:endParaRPr lang="en-US"/>
          </a:p>
          <a:p>
            <a:r>
              <a:rPr lang="en-US"/>
              <a:t>docker stats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- Tag Image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Used before pushing to Docker Hub.</a:t>
            </a:r>
            <a:endParaRPr lang="en-US"/>
          </a:p>
          <a:p>
            <a:endParaRPr lang="en-US"/>
          </a:p>
          <a:p>
            <a:r>
              <a:rPr lang="en-US"/>
              <a:t>docker images</a:t>
            </a:r>
            <a:endParaRPr lang="en-US"/>
          </a:p>
          <a:p>
            <a:r>
              <a:rPr lang="en-US"/>
              <a:t>docker tag nginx:latest username/nginx:v1</a:t>
            </a:r>
            <a:endParaRPr lang="en-US"/>
          </a:p>
          <a:p>
            <a:r>
              <a:rPr lang="en-US"/>
              <a:t>docker tag SOURCE_IMAGE[:TAG] NEW_IMAGE_NAME[:TAG]</a:t>
            </a:r>
            <a:endParaRPr lang="en-US"/>
          </a:p>
          <a:p>
            <a:r>
              <a:rPr lang="en-US"/>
              <a:t>docker tag nginx:latest tiyas/nginx:v1 --- Tag the Image</a:t>
            </a:r>
            <a:endParaRPr lang="en-US"/>
          </a:p>
          <a:p>
            <a:r>
              <a:rPr lang="en-US"/>
              <a:t>docker images --- verify the Tag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Build Docker Image with Dockerfile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 — Create Project Folder</a:t>
            </a:r>
            <a:endParaRPr lang="en-US"/>
          </a:p>
          <a:p>
            <a:endParaRPr lang="en-US"/>
          </a:p>
          <a:p>
            <a:r>
              <a:rPr lang="en-US"/>
              <a:t>mkdir docker-app</a:t>
            </a:r>
            <a:endParaRPr lang="en-US"/>
          </a:p>
          <a:p>
            <a:r>
              <a:rPr lang="en-US"/>
              <a:t>cd docker-app</a:t>
            </a:r>
            <a:endParaRPr lang="en-US"/>
          </a:p>
          <a:p>
            <a:endParaRPr lang="en-US"/>
          </a:p>
          <a:p>
            <a:r>
              <a:rPr lang="en-US"/>
              <a:t>Step 2 — Create app.py</a:t>
            </a:r>
            <a:endParaRPr lang="en-US"/>
          </a:p>
          <a:p>
            <a:r>
              <a:rPr lang="en-US"/>
              <a:t>nano app.py --- add print("Hello from Docker Advanced Level")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Step 3 — Create Dockerfile</a:t>
            </a:r>
            <a:endParaRPr lang="en-US"/>
          </a:p>
          <a:p>
            <a:r>
              <a:rPr lang="en-US"/>
              <a:t>nano Dockerfile</a:t>
            </a:r>
            <a:endParaRPr lang="en-US"/>
          </a:p>
          <a:p>
            <a:r>
              <a:rPr lang="en-US"/>
              <a:t>ADD </a:t>
            </a:r>
            <a:endParaRPr lang="en-US"/>
          </a:p>
          <a:p>
            <a:r>
              <a:rPr lang="en-US"/>
              <a:t>FROM python:3.10</a:t>
            </a:r>
            <a:endParaRPr lang="en-US"/>
          </a:p>
          <a:p>
            <a:endParaRPr lang="en-US"/>
          </a:p>
          <a:p>
            <a:r>
              <a:rPr lang="en-US"/>
              <a:t>WORKDIR /app</a:t>
            </a:r>
            <a:endParaRPr lang="en-US"/>
          </a:p>
          <a:p>
            <a:endParaRPr lang="en-US"/>
          </a:p>
          <a:p>
            <a:r>
              <a:rPr lang="en-US"/>
              <a:t>COPY app.py .</a:t>
            </a:r>
            <a:endParaRPr lang="en-US"/>
          </a:p>
          <a:p>
            <a:endParaRPr lang="en-US"/>
          </a:p>
          <a:p>
            <a:r>
              <a:rPr lang="en-US"/>
              <a:t>CMD ["python", "app.py"]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4 — Build Image</a:t>
            </a:r>
            <a:endParaRPr lang="en-US"/>
          </a:p>
          <a:p>
            <a:r>
              <a:rPr lang="en-US"/>
              <a:t>docker build -t mypythonapp:v1 .</a:t>
            </a:r>
            <a:endParaRPr lang="en-US"/>
          </a:p>
          <a:p>
            <a:endParaRPr lang="en-US"/>
          </a:p>
          <a:p>
            <a:r>
              <a:rPr lang="en-US"/>
              <a:t>check image --- docker images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5 — Run Container</a:t>
            </a:r>
            <a:endParaRPr lang="en-US"/>
          </a:p>
          <a:p>
            <a:r>
              <a:rPr lang="en-US"/>
              <a:t>docker run mypythonapp:v1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2436</Words>
  <Application>WPS Presentation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Helvetica Neue</vt:lpstr>
      <vt:lpstr>Calibri</vt:lpstr>
      <vt:lpstr>Arial Unicode MS</vt:lpstr>
      <vt:lpstr>Microsoft YaHei</vt:lpstr>
      <vt:lpstr>汉仪旗黑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Commands</dc:title>
  <dc:creator>tiyassarkar</dc:creator>
  <cp:lastModifiedBy>tiyassarkar</cp:lastModifiedBy>
  <cp:revision>2</cp:revision>
  <dcterms:created xsi:type="dcterms:W3CDTF">2026-03-11T16:06:00Z</dcterms:created>
  <dcterms:modified xsi:type="dcterms:W3CDTF">2026-03-11T16:06:00Z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