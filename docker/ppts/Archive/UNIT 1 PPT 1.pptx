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5.webp" ContentType="image/webp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sldIdLst>
    <p:sldId id="281" r:id="rId3"/>
    <p:sldId id="282" r:id="rId4"/>
    <p:sldId id="283" r:id="rId5"/>
    <p:sldId id="284" r:id="rId6"/>
    <p:sldId id="285" r:id="rId7"/>
    <p:sldId id="286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>
      <p:cViewPr varScale="1">
        <p:scale>
          <a:sx n="82" d="100"/>
          <a:sy n="82" d="100"/>
        </p:scale>
        <p:origin x="60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notesMaster" Target="notesMasters/notesMaster1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png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 showMasterSp="0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4400" y="18288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8288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 showMasterSp="0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showMasterSp="0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 showMasterSp="0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 showMasterSp="0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 showMasterSp="0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63000" y="1066800"/>
            <a:ext cx="2616200" cy="4876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1066800"/>
            <a:ext cx="7645400" cy="4876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5" Type="http://schemas.openxmlformats.org/officeDocument/2006/relationships/vmlDrawing" Target="../drawings/vmlDrawing1.vml"/><Relationship Id="rId14" Type="http://schemas.openxmlformats.org/officeDocument/2006/relationships/image" Target="../media/image2.png"/><Relationship Id="rId13" Type="http://schemas.openxmlformats.org/officeDocument/2006/relationships/oleObject" Target="../embeddings/oleObject1.bin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016000" y="1066800"/>
            <a:ext cx="103632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07" tIns="45704" rIns="91407" bIns="45704" numCol="1" anchor="ctr" anchorCtr="0" compatLnSpc="1"/>
          <a:lstStyle/>
          <a:p>
            <a:pPr lvl="0"/>
            <a:r>
              <a:rPr lang="en-US"/>
              <a:t>Click Here to Add Title</a:t>
            </a:r>
            <a:endParaRPr lang="en-US"/>
          </a:p>
        </p:txBody>
      </p:sp>
      <p:sp>
        <p:nvSpPr>
          <p:cNvPr id="102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1828800"/>
            <a:ext cx="10363200" cy="41148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07" tIns="45704" rIns="91407" bIns="45704" numCol="1" anchor="t" anchorCtr="0" compatLnSpc="1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134148" name="Rectangle 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172200"/>
            <a:ext cx="2540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07" tIns="45704" rIns="91407" bIns="45704" numCol="1" anchor="t" anchorCtr="0" compatLnSpc="1"/>
          <a:lstStyle>
            <a:lvl1pPr algn="r">
              <a:defRPr sz="1200" b="1">
                <a:latin typeface="+mn-lt"/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  <p:graphicFrame>
        <p:nvGraphicFramePr>
          <p:cNvPr id="1026" name="Object 5"/>
          <p:cNvGraphicFramePr>
            <a:graphicFrameLocks noChangeAspect="1"/>
          </p:cNvGraphicFramePr>
          <p:nvPr/>
        </p:nvGraphicFramePr>
        <p:xfrm>
          <a:off x="916517" y="152400"/>
          <a:ext cx="2537883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0" name="Clip" r:id="rId13" imgW="3181350" imgH="1019175" progId="">
                  <p:embed/>
                </p:oleObj>
              </mc:Choice>
              <mc:Fallback>
                <p:oleObj name="Clip" r:id="rId13" imgW="3181350" imgH="1019175" progId="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6517" y="152400"/>
                        <a:ext cx="2537883" cy="609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4150" name="Text Box 6"/>
          <p:cNvSpPr txBox="1">
            <a:spLocks noChangeArrowheads="1"/>
          </p:cNvSpPr>
          <p:nvPr/>
        </p:nvSpPr>
        <p:spPr bwMode="auto">
          <a:xfrm>
            <a:off x="5715001" y="304800"/>
            <a:ext cx="4575225" cy="33852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 lIns="91407" tIns="45704" rIns="91407" bIns="45704">
            <a:spAutoFit/>
          </a:bodyPr>
          <a:lstStyle/>
          <a:p>
            <a:pPr>
              <a:defRPr/>
            </a:pPr>
            <a:r>
              <a:rPr lang="en-US" sz="1600" b="1">
                <a:latin typeface="Arial" panose="020B0604020202090204" pitchFamily="34" charset="0"/>
              </a:rPr>
              <a:t> Engineering H192  - Computer Programming</a:t>
            </a:r>
            <a:endParaRPr lang="en-US" sz="1600" b="1">
              <a:latin typeface="Arial" panose="020B0604020202090204" pitchFamily="34" charset="0"/>
            </a:endParaRPr>
          </a:p>
        </p:txBody>
      </p:sp>
      <p:sp>
        <p:nvSpPr>
          <p:cNvPr id="134151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914400" y="6172200"/>
            <a:ext cx="3860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07" tIns="45704" rIns="91407" bIns="45704" numCol="1" anchor="t" anchorCtr="0" compatLnSpc="1"/>
          <a:lstStyle>
            <a:lvl1pPr>
              <a:defRPr sz="1200" b="1"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134152" name="Rectangle 8"/>
          <p:cNvSpPr>
            <a:spLocks noChangeArrowheads="1"/>
          </p:cNvSpPr>
          <p:nvPr/>
        </p:nvSpPr>
        <p:spPr bwMode="auto">
          <a:xfrm>
            <a:off x="4064000" y="6169025"/>
            <a:ext cx="3243129" cy="27696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 lIns="91407" tIns="45704" rIns="91407" bIns="45704">
            <a:spAutoFit/>
          </a:bodyPr>
          <a:lstStyle/>
          <a:p>
            <a:pPr>
              <a:defRPr/>
            </a:pPr>
            <a:r>
              <a:rPr lang="en-US" sz="1200" b="1">
                <a:latin typeface="Arial" panose="020B0604020202090204" pitchFamily="34" charset="0"/>
              </a:rPr>
              <a:t>Gateway Engineering Education Coalition</a:t>
            </a:r>
            <a:endParaRPr lang="en-US" sz="1200" b="1">
              <a:latin typeface="Arial" panose="020B060402020209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0066CC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0066CC"/>
          </a:solidFill>
          <a:latin typeface="Arial" panose="020B0604020202090204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0066CC"/>
          </a:solidFill>
          <a:latin typeface="Arial" panose="020B0604020202090204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0066CC"/>
          </a:solidFill>
          <a:latin typeface="Arial" panose="020B0604020202090204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0066CC"/>
          </a:solidFill>
          <a:latin typeface="Arial" panose="020B0604020202090204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0066CC"/>
          </a:solidFill>
          <a:latin typeface="Arial" panose="020B0604020202090204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0066CC"/>
          </a:solidFill>
          <a:latin typeface="Arial" panose="020B0604020202090204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0066CC"/>
          </a:solidFill>
          <a:latin typeface="Arial" panose="020B0604020202090204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0066CC"/>
          </a:solidFill>
          <a:latin typeface="Arial" panose="020B0604020202090204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24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400" b="1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 b="1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 b="1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 b="1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 b="1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 b="1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 b="1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 b="1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webp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p>
            <a:r>
              <a:rPr lang="en-US" sz="4000"/>
              <a:t>Docker and its Architecture</a:t>
            </a:r>
            <a:endParaRPr lang="en-US" sz="4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6000" y="769620"/>
            <a:ext cx="10363200" cy="754380"/>
          </a:xfrm>
        </p:spPr>
        <p:txBody>
          <a:bodyPr/>
          <a:p>
            <a:r>
              <a:rPr lang="en-US"/>
              <a:t>What is Docker 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099945"/>
            <a:ext cx="10515600" cy="3287395"/>
          </a:xfrm>
        </p:spPr>
        <p:txBody>
          <a:bodyPr/>
          <a:p>
            <a:r>
              <a:rPr lang="en-US"/>
              <a:t>Docker is  a platform that helps developers to :</a:t>
            </a:r>
            <a:endParaRPr lang="en-US"/>
          </a:p>
          <a:p>
            <a:pPr lvl="2"/>
            <a:r>
              <a:rPr lang="en-US" sz="3200"/>
              <a:t>Build</a:t>
            </a:r>
            <a:endParaRPr lang="en-US" sz="3200"/>
          </a:p>
          <a:p>
            <a:pPr lvl="2"/>
            <a:r>
              <a:rPr lang="en-US" sz="3200"/>
              <a:t>Run</a:t>
            </a:r>
            <a:endParaRPr lang="en-US" sz="3200"/>
          </a:p>
          <a:p>
            <a:pPr lvl="2"/>
            <a:r>
              <a:rPr lang="en-US" sz="3200"/>
              <a:t>Test</a:t>
            </a:r>
            <a:endParaRPr lang="en-US" sz="3200"/>
          </a:p>
          <a:p>
            <a:pPr lvl="2"/>
            <a:r>
              <a:rPr lang="en-US" sz="3200"/>
              <a:t>Verify </a:t>
            </a:r>
            <a:endParaRPr lang="en-US" sz="3200"/>
          </a:p>
          <a:p>
            <a:pPr lvl="2"/>
            <a:r>
              <a:rPr lang="en-US" sz="3200"/>
              <a:t>Share</a:t>
            </a:r>
            <a:endParaRPr lang="en-US" sz="32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Picture 3" descr="Screenshot 2025-01-14 at 5.58.27 P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07285" y="1096645"/>
            <a:ext cx="6795135" cy="5198110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1030605" y="438150"/>
            <a:ext cx="40640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800" b="1">
                <a:sym typeface="+mn-ea"/>
              </a:rPr>
              <a:t>Need of Docker</a:t>
            </a:r>
            <a:endParaRPr lang="en-US" sz="2800" b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Picture 4" descr="Screenshot 2025-01-14 at 6.05.12 P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63395" y="777875"/>
            <a:ext cx="8083550" cy="52425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8160" y="145415"/>
            <a:ext cx="10457815" cy="433070"/>
          </a:xfrm>
        </p:spPr>
        <p:txBody>
          <a:bodyPr>
            <a:normAutofit fontScale="90000"/>
          </a:bodyPr>
          <a:p>
            <a:r>
              <a:rPr lang="en-US"/>
              <a:t>Architecture of Docker</a:t>
            </a:r>
            <a:endParaRPr lang="en-US"/>
          </a:p>
        </p:txBody>
      </p:sp>
      <p:pic>
        <p:nvPicPr>
          <p:cNvPr id="6" name="Picture 5"/>
          <p:cNvPicPr/>
          <p:nvPr/>
        </p:nvPicPr>
        <p:blipFill>
          <a:blip r:embed="rId1"/>
        </p:blipFill>
        <p:spPr>
          <a:xfrm>
            <a:off x="33655" y="750570"/>
            <a:ext cx="12058650" cy="593407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>
                <a:sym typeface="+mn-ea"/>
              </a:rPr>
              <a:t>Main Components of Docker :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lvl="1"/>
            <a:r>
              <a:rPr lang="en-US" sz="2800">
                <a:sym typeface="+mn-ea"/>
              </a:rPr>
              <a:t>The Docker daemon</a:t>
            </a:r>
            <a:endParaRPr lang="en-US" sz="2800"/>
          </a:p>
          <a:p>
            <a:pPr lvl="1"/>
            <a:r>
              <a:rPr lang="en-US" sz="2800">
                <a:sym typeface="+mn-ea"/>
              </a:rPr>
              <a:t>The Docker client</a:t>
            </a:r>
            <a:endParaRPr lang="en-US" sz="2800"/>
          </a:p>
          <a:p>
            <a:pPr lvl="1"/>
            <a:r>
              <a:rPr lang="en-US" sz="2800">
                <a:sym typeface="+mn-ea"/>
              </a:rPr>
              <a:t>Docker Host</a:t>
            </a:r>
            <a:endParaRPr lang="en-US" sz="2800"/>
          </a:p>
          <a:p>
            <a:pPr lvl="1"/>
            <a:r>
              <a:rPr lang="en-US" sz="2800">
                <a:sym typeface="+mn-ea"/>
              </a:rPr>
              <a:t>Docker Desktop</a:t>
            </a:r>
            <a:endParaRPr lang="en-US" sz="2800"/>
          </a:p>
          <a:p>
            <a:pPr lvl="1"/>
            <a:r>
              <a:rPr lang="en-US" sz="2800">
                <a:sym typeface="+mn-ea"/>
              </a:rPr>
              <a:t>Docker registries</a:t>
            </a:r>
            <a:endParaRPr lang="en-US" sz="2800"/>
          </a:p>
          <a:p>
            <a:pPr lvl="1"/>
            <a:r>
              <a:rPr lang="en-US" sz="2800">
                <a:sym typeface="+mn-ea"/>
              </a:rPr>
              <a:t>Docker objects</a:t>
            </a:r>
            <a:endParaRPr lang="en-US" sz="2800"/>
          </a:p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1_Blank Presentation 9">
      <a:dk1>
        <a:srgbClr val="000000"/>
      </a:dk1>
      <a:lt1>
        <a:srgbClr val="FFFFFF"/>
      </a:lt1>
      <a:dk2>
        <a:srgbClr val="0000FF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1_Blank Presentatio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50305040509030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503050405090304" charset="0"/>
          </a:defRPr>
        </a:defPPr>
      </a:lstStyle>
    </a:lnDef>
  </a:objectDefaults>
  <a:extraClrSchemeLst>
    <a:extraClrScheme>
      <a:clrScheme name="1_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Blank Presentatio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Blank Presentatio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Blank Presentatio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Blank Presentatio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Blank Presentatio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Blank Presentatio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Blank Presentation 8">
        <a:dk1>
          <a:srgbClr val="000000"/>
        </a:dk1>
        <a:lt1>
          <a:srgbClr val="FFFFFF"/>
        </a:lt1>
        <a:dk2>
          <a:srgbClr val="3399FF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Blank Presentation 9">
        <a:dk1>
          <a:srgbClr val="000000"/>
        </a:dk1>
        <a:lt1>
          <a:srgbClr val="FFFFFF"/>
        </a:lt1>
        <a:dk2>
          <a:srgbClr val="0000FF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0</TotalTime>
  <Words>267</Words>
  <Application>WPS Presentation</Application>
  <PresentationFormat>Widescreen</PresentationFormat>
  <Paragraphs>25</Paragraphs>
  <Slides>6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0</vt:i4>
      </vt:variant>
      <vt:variant>
        <vt:lpstr>幻灯片标题</vt:lpstr>
      </vt:variant>
      <vt:variant>
        <vt:i4>6</vt:i4>
      </vt:variant>
    </vt:vector>
  </HeadingPairs>
  <TitlesOfParts>
    <vt:vector size="17" baseType="lpstr">
      <vt:lpstr>Arial</vt:lpstr>
      <vt:lpstr>SimSun</vt:lpstr>
      <vt:lpstr>Wingdings</vt:lpstr>
      <vt:lpstr>Times New Roman</vt:lpstr>
      <vt:lpstr>Microsoft YaHei</vt:lpstr>
      <vt:lpstr>汉仪旗黑</vt:lpstr>
      <vt:lpstr>Arial Unicode MS</vt:lpstr>
      <vt:lpstr>Calibri</vt:lpstr>
      <vt:lpstr>Helvetica Neue</vt:lpstr>
      <vt:lpstr>宋体-简</vt:lpstr>
      <vt:lpstr>Theme1</vt:lpstr>
      <vt:lpstr>Docker and its Architecture</vt:lpstr>
      <vt:lpstr>What is Docker </vt:lpstr>
      <vt:lpstr>PowerPoint 演示文稿</vt:lpstr>
      <vt:lpstr>PowerPoint 演示文稿</vt:lpstr>
      <vt:lpstr>Architecture of Docker</vt:lpstr>
      <vt:lpstr>Main Components of Docker :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Python for Data Science</dc:title>
  <dc:creator>91977</dc:creator>
  <cp:lastModifiedBy>divya</cp:lastModifiedBy>
  <cp:revision>10</cp:revision>
  <dcterms:created xsi:type="dcterms:W3CDTF">2025-01-31T04:01:04Z</dcterms:created>
  <dcterms:modified xsi:type="dcterms:W3CDTF">2025-01-31T04:01:04Z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F4A48BBF574C9A97004B9C679D0C0C6D_43</vt:lpwstr>
  </property>
  <property fmtid="{D5CDD505-2E9C-101B-9397-08002B2CF9AE}" pid="3" name="KSOProductBuildVer">
    <vt:lpwstr>1033-6.11.0.8615</vt:lpwstr>
  </property>
</Properties>
</file>