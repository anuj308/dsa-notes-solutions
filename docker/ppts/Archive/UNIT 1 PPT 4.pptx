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97" r:id="rId3"/>
    <p:sldId id="298" r:id="rId5"/>
    <p:sldId id="299" r:id="rId6"/>
    <p:sldId id="300" r:id="rId7"/>
    <p:sldId id="301" r:id="rId8"/>
    <p:sldId id="30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82" d="100"/>
          <a:sy n="82" d="100"/>
        </p:scale>
        <p:origin x="60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Slide Number Placeholder 3"/>
          <p:cNvSpPr>
            <a:spLocks noGrp="1"/>
          </p:cNvSpPr>
          <p:nvPr>
            <p:ph type="sldNum" sz="quarter" idx="10"/>
          </p:nvPr>
        </p:nvSpPr>
        <p:spPr/>
        <p:txBody>
          <a:bodyPr/>
          <a:lstStyle>
            <a:lvl1pPr>
              <a:defRPr/>
            </a:lvl1pPr>
          </a:lstStyle>
          <a:p>
            <a:fld id="{9B618960-8005-486C-9A75-10CB2AAC16F9}" type="slidenum">
              <a:rPr lang="en-US" smtClean="0"/>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9B618960-8005-486C-9A75-10CB2AAC16F9}" type="slidenum">
              <a:rPr lang="en-US" smtClean="0"/>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Slide Number Placeholder 3"/>
          <p:cNvSpPr>
            <a:spLocks noGrp="1"/>
          </p:cNvSpPr>
          <p:nvPr>
            <p:ph type="sldNum" sz="quarter" idx="10"/>
          </p:nvPr>
        </p:nvSpPr>
        <p:spPr/>
        <p:txBody>
          <a:bodyPr/>
          <a:lstStyle>
            <a:lvl1pPr>
              <a:defRPr/>
            </a:lvl1pPr>
          </a:lstStyle>
          <a:p>
            <a:fld id="{9B618960-8005-486C-9A75-10CB2AAC16F9}" type="slidenum">
              <a:rPr lang="en-US" smtClean="0"/>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914400" y="18288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8288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Slide Number Placeholder 4"/>
          <p:cNvSpPr>
            <a:spLocks noGrp="1"/>
          </p:cNvSpPr>
          <p:nvPr>
            <p:ph type="sldNum" sz="quarter" idx="10"/>
          </p:nvPr>
        </p:nvSpPr>
        <p:spPr/>
        <p:txBody>
          <a:bodyPr/>
          <a:lstStyle>
            <a:lvl1pPr>
              <a:defRPr/>
            </a:lvl1pPr>
          </a:lstStyle>
          <a:p>
            <a:fld id="{9B618960-8005-486C-9A75-10CB2AAC16F9}" type="slidenum">
              <a:rPr lang="en-US" smtClean="0"/>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Slide Number Placeholder 6"/>
          <p:cNvSpPr>
            <a:spLocks noGrp="1"/>
          </p:cNvSpPr>
          <p:nvPr>
            <p:ph type="sldNum" sz="quarter" idx="10"/>
          </p:nvPr>
        </p:nvSpPr>
        <p:spPr/>
        <p:txBody>
          <a:bodyPr/>
          <a:lstStyle>
            <a:lvl1pPr>
              <a:defRPr/>
            </a:lvl1pPr>
          </a:lstStyle>
          <a:p>
            <a:fld id="{9B618960-8005-486C-9A75-10CB2AAC16F9}" type="slidenum">
              <a:rPr lang="en-US" smtClean="0"/>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Slide Number Placeholder 2"/>
          <p:cNvSpPr>
            <a:spLocks noGrp="1"/>
          </p:cNvSpPr>
          <p:nvPr>
            <p:ph type="sldNum" sz="quarter" idx="10"/>
          </p:nvPr>
        </p:nvSpPr>
        <p:spPr/>
        <p:txBody>
          <a:bodyPr/>
          <a:lstStyle>
            <a:lvl1pPr>
              <a:defRPr/>
            </a:lvl1pPr>
          </a:lstStyle>
          <a:p>
            <a:fld id="{9B618960-8005-486C-9A75-10CB2AAC16F9}" type="slidenum">
              <a:rPr lang="en-US" smtClean="0"/>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9B618960-8005-486C-9A75-10CB2AAC16F9}" type="slidenum">
              <a:rPr lang="en-US" smtClean="0"/>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Slide Number Placeholder 4"/>
          <p:cNvSpPr>
            <a:spLocks noGrp="1"/>
          </p:cNvSpPr>
          <p:nvPr>
            <p:ph type="sldNum" sz="quarter" idx="10"/>
          </p:nvPr>
        </p:nvSpPr>
        <p:spPr/>
        <p:txBody>
          <a:bodyPr/>
          <a:lstStyle>
            <a:lvl1pPr>
              <a:defRPr/>
            </a:lvl1pPr>
          </a:lstStyle>
          <a:p>
            <a:fld id="{9B618960-8005-486C-9A75-10CB2AAC16F9}" type="slidenum">
              <a:rPr lang="en-US" smtClean="0"/>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Slide Number Placeholder 4"/>
          <p:cNvSpPr>
            <a:spLocks noGrp="1"/>
          </p:cNvSpPr>
          <p:nvPr>
            <p:ph type="sldNum" sz="quarter" idx="10"/>
          </p:nvPr>
        </p:nvSpPr>
        <p:spPr/>
        <p:txBody>
          <a:bodyPr/>
          <a:lstStyle>
            <a:lvl1pPr>
              <a:defRPr/>
            </a:lvl1pPr>
          </a:lstStyle>
          <a:p>
            <a:fld id="{9B618960-8005-486C-9A75-10CB2AAC16F9}" type="slidenum">
              <a:rPr lang="en-US" smtClean="0"/>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9B618960-8005-486C-9A75-10CB2AAC16F9}" type="slidenum">
              <a:rPr lang="en-US" smtClean="0"/>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3000" y="1066800"/>
            <a:ext cx="2616200" cy="48768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914400" y="1066800"/>
            <a:ext cx="7645400" cy="48768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9B618960-8005-486C-9A75-10CB2AAC16F9}" type="slidenum">
              <a:rPr lang="en-US" smtClean="0"/>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vmlDrawing" Target="../drawings/vmlDrawing1.vml"/><Relationship Id="rId14" Type="http://schemas.openxmlformats.org/officeDocument/2006/relationships/image" Target="../media/image2.png"/><Relationship Id="rId13" Type="http://schemas.openxmlformats.org/officeDocument/2006/relationships/oleObject" Target="../embeddings/oleObject1.bin"/><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2" cstate="print"/>
          <a:srcRect/>
          <a:stretch>
            <a:fillRect/>
          </a:stretch>
        </a:blipFill>
        <a:effectLst/>
      </p:bgPr>
    </p:bg>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bwMode="auto">
          <a:xfrm>
            <a:off x="1016000" y="1066800"/>
            <a:ext cx="10363200" cy="457200"/>
          </a:xfrm>
          <a:prstGeom prst="rect">
            <a:avLst/>
          </a:prstGeom>
          <a:noFill/>
          <a:ln w="9525">
            <a:noFill/>
            <a:miter lim="800000"/>
          </a:ln>
        </p:spPr>
        <p:txBody>
          <a:bodyPr vert="horz" wrap="square" lIns="91407" tIns="45704" rIns="91407" bIns="45704" numCol="1" anchor="ctr" anchorCtr="0" compatLnSpc="1"/>
          <a:lstStyle/>
          <a:p>
            <a:pPr lvl="0"/>
            <a:r>
              <a:rPr lang="en-US"/>
              <a:t>Click Here to Add Title</a:t>
            </a:r>
            <a:endParaRPr lang="en-US"/>
          </a:p>
        </p:txBody>
      </p:sp>
      <p:sp>
        <p:nvSpPr>
          <p:cNvPr id="1029" name="Rectangle 3"/>
          <p:cNvSpPr>
            <a:spLocks noGrp="1" noChangeArrowheads="1"/>
          </p:cNvSpPr>
          <p:nvPr>
            <p:ph type="body" idx="1"/>
          </p:nvPr>
        </p:nvSpPr>
        <p:spPr bwMode="auto">
          <a:xfrm>
            <a:off x="914400" y="1828800"/>
            <a:ext cx="10363200" cy="4114800"/>
          </a:xfrm>
          <a:prstGeom prst="rect">
            <a:avLst/>
          </a:prstGeom>
          <a:noFill/>
          <a:ln w="9525">
            <a:noFill/>
            <a:miter lim="800000"/>
          </a:ln>
        </p:spPr>
        <p:txBody>
          <a:bodyPr vert="horz" wrap="square" lIns="91407" tIns="45704" rIns="91407" bIns="45704"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34148" name="Rectangle 4"/>
          <p:cNvSpPr>
            <a:spLocks noGrp="1" noChangeArrowheads="1"/>
          </p:cNvSpPr>
          <p:nvPr>
            <p:ph type="sldNum" sz="quarter" idx="4"/>
          </p:nvPr>
        </p:nvSpPr>
        <p:spPr bwMode="auto">
          <a:xfrm>
            <a:off x="8737600" y="6172200"/>
            <a:ext cx="2540000" cy="457200"/>
          </a:xfrm>
          <a:prstGeom prst="rect">
            <a:avLst/>
          </a:prstGeom>
          <a:noFill/>
          <a:ln w="9525">
            <a:noFill/>
            <a:miter lim="800000"/>
          </a:ln>
          <a:effectLst/>
        </p:spPr>
        <p:txBody>
          <a:bodyPr vert="horz" wrap="square" lIns="91407" tIns="45704" rIns="91407" bIns="45704" numCol="1" anchor="t" anchorCtr="0" compatLnSpc="1"/>
          <a:lstStyle>
            <a:lvl1pPr algn="r">
              <a:defRPr sz="1200" b="1">
                <a:latin typeface="+mn-lt"/>
              </a:defRPr>
            </a:lvl1pPr>
          </a:lstStyle>
          <a:p>
            <a:fld id="{9B618960-8005-486C-9A75-10CB2AAC16F9}" type="slidenum">
              <a:rPr lang="en-US" smtClean="0"/>
            </a:fld>
            <a:endParaRPr lang="en-US"/>
          </a:p>
        </p:txBody>
      </p:sp>
      <p:graphicFrame>
        <p:nvGraphicFramePr>
          <p:cNvPr id="1026" name="Object 5"/>
          <p:cNvGraphicFramePr>
            <a:graphicFrameLocks noChangeAspect="1"/>
          </p:cNvGraphicFramePr>
          <p:nvPr/>
        </p:nvGraphicFramePr>
        <p:xfrm>
          <a:off x="916517" y="152400"/>
          <a:ext cx="2537883" cy="609600"/>
        </p:xfrm>
        <a:graphic>
          <a:graphicData uri="http://schemas.openxmlformats.org/presentationml/2006/ole">
            <mc:AlternateContent xmlns:mc="http://schemas.openxmlformats.org/markup-compatibility/2006">
              <mc:Choice xmlns:v="urn:schemas-microsoft-com:vml" Requires="v">
                <p:oleObj spid="_x0000_s0" name="Clip" r:id="rId13" imgW="3181350" imgH="1019175" progId="">
                  <p:embed/>
                </p:oleObj>
              </mc:Choice>
              <mc:Fallback>
                <p:oleObj name="Clip" r:id="rId13" imgW="3181350" imgH="1019175" progId="">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16517" y="152400"/>
                        <a:ext cx="2537883"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4150" name="Text Box 6"/>
          <p:cNvSpPr txBox="1">
            <a:spLocks noChangeArrowheads="1"/>
          </p:cNvSpPr>
          <p:nvPr/>
        </p:nvSpPr>
        <p:spPr bwMode="auto">
          <a:xfrm>
            <a:off x="5715001" y="304800"/>
            <a:ext cx="4575225" cy="338522"/>
          </a:xfrm>
          <a:prstGeom prst="rect">
            <a:avLst/>
          </a:prstGeom>
          <a:noFill/>
          <a:ln w="9525">
            <a:noFill/>
            <a:miter lim="800000"/>
          </a:ln>
          <a:effectLst/>
        </p:spPr>
        <p:txBody>
          <a:bodyPr wrap="none" lIns="91407" tIns="45704" rIns="91407" bIns="45704">
            <a:spAutoFit/>
          </a:bodyPr>
          <a:lstStyle/>
          <a:p>
            <a:pPr>
              <a:defRPr/>
            </a:pPr>
            <a:r>
              <a:rPr lang="en-US" sz="1600" b="1">
                <a:latin typeface="Arial" panose="020B0604020202090204" pitchFamily="34" charset="0"/>
              </a:rPr>
              <a:t> Engineering H192  - Computer Programming</a:t>
            </a:r>
            <a:endParaRPr lang="en-US" sz="1600" b="1">
              <a:latin typeface="Arial" panose="020B0604020202090204" pitchFamily="34" charset="0"/>
            </a:endParaRPr>
          </a:p>
        </p:txBody>
      </p:sp>
      <p:sp>
        <p:nvSpPr>
          <p:cNvPr id="134151" name="Rectangle 7"/>
          <p:cNvSpPr>
            <a:spLocks noGrp="1" noChangeArrowheads="1"/>
          </p:cNvSpPr>
          <p:nvPr>
            <p:ph type="ftr" sz="quarter" idx="3"/>
          </p:nvPr>
        </p:nvSpPr>
        <p:spPr bwMode="auto">
          <a:xfrm>
            <a:off x="914400" y="6172200"/>
            <a:ext cx="3860800" cy="457200"/>
          </a:xfrm>
          <a:prstGeom prst="rect">
            <a:avLst/>
          </a:prstGeom>
          <a:noFill/>
          <a:ln w="9525">
            <a:noFill/>
            <a:miter lim="800000"/>
          </a:ln>
          <a:effectLst/>
        </p:spPr>
        <p:txBody>
          <a:bodyPr vert="horz" wrap="square" lIns="91407" tIns="45704" rIns="91407" bIns="45704" numCol="1" anchor="t" anchorCtr="0" compatLnSpc="1"/>
          <a:lstStyle>
            <a:lvl1pPr>
              <a:defRPr sz="1200" b="1">
                <a:latin typeface="+mn-lt"/>
              </a:defRPr>
            </a:lvl1pPr>
          </a:lstStyle>
          <a:p>
            <a:endParaRPr lang="en-US"/>
          </a:p>
        </p:txBody>
      </p:sp>
      <p:sp>
        <p:nvSpPr>
          <p:cNvPr id="134152" name="Rectangle 8"/>
          <p:cNvSpPr>
            <a:spLocks noChangeArrowheads="1"/>
          </p:cNvSpPr>
          <p:nvPr/>
        </p:nvSpPr>
        <p:spPr bwMode="auto">
          <a:xfrm>
            <a:off x="4064000" y="6169025"/>
            <a:ext cx="3243129" cy="276967"/>
          </a:xfrm>
          <a:prstGeom prst="rect">
            <a:avLst/>
          </a:prstGeom>
          <a:noFill/>
          <a:ln w="9525">
            <a:noFill/>
            <a:miter lim="800000"/>
          </a:ln>
          <a:effectLst/>
        </p:spPr>
        <p:txBody>
          <a:bodyPr wrap="none" lIns="91407" tIns="45704" rIns="91407" bIns="45704">
            <a:spAutoFit/>
          </a:bodyPr>
          <a:lstStyle/>
          <a:p>
            <a:pPr>
              <a:defRPr/>
            </a:pPr>
            <a:r>
              <a:rPr lang="en-US" sz="1200" b="1">
                <a:latin typeface="Arial" panose="020B0604020202090204" pitchFamily="34" charset="0"/>
              </a:rPr>
              <a:t>Gateway Engineering Education Coalition</a:t>
            </a:r>
            <a:endParaRPr lang="en-US" sz="1200" b="1">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1" fontAlgn="base" hangingPunct="1">
        <a:spcBef>
          <a:spcPct val="0"/>
        </a:spcBef>
        <a:spcAft>
          <a:spcPct val="0"/>
        </a:spcAft>
        <a:defRPr sz="2800" b="1">
          <a:solidFill>
            <a:srgbClr val="0066CC"/>
          </a:solidFill>
          <a:latin typeface="+mj-lt"/>
          <a:ea typeface="+mj-ea"/>
          <a:cs typeface="+mj-cs"/>
        </a:defRPr>
      </a:lvl1pPr>
      <a:lvl2pPr algn="ctr" rtl="0" eaLnBrk="1" fontAlgn="base" hangingPunct="1">
        <a:spcBef>
          <a:spcPct val="0"/>
        </a:spcBef>
        <a:spcAft>
          <a:spcPct val="0"/>
        </a:spcAft>
        <a:defRPr sz="2800" b="1">
          <a:solidFill>
            <a:srgbClr val="0066CC"/>
          </a:solidFill>
          <a:latin typeface="Arial" panose="020B0604020202090204" pitchFamily="34" charset="0"/>
        </a:defRPr>
      </a:lvl2pPr>
      <a:lvl3pPr algn="ctr" rtl="0" eaLnBrk="1" fontAlgn="base" hangingPunct="1">
        <a:spcBef>
          <a:spcPct val="0"/>
        </a:spcBef>
        <a:spcAft>
          <a:spcPct val="0"/>
        </a:spcAft>
        <a:defRPr sz="2800" b="1">
          <a:solidFill>
            <a:srgbClr val="0066CC"/>
          </a:solidFill>
          <a:latin typeface="Arial" panose="020B0604020202090204" pitchFamily="34" charset="0"/>
        </a:defRPr>
      </a:lvl3pPr>
      <a:lvl4pPr algn="ctr" rtl="0" eaLnBrk="1" fontAlgn="base" hangingPunct="1">
        <a:spcBef>
          <a:spcPct val="0"/>
        </a:spcBef>
        <a:spcAft>
          <a:spcPct val="0"/>
        </a:spcAft>
        <a:defRPr sz="2800" b="1">
          <a:solidFill>
            <a:srgbClr val="0066CC"/>
          </a:solidFill>
          <a:latin typeface="Arial" panose="020B0604020202090204" pitchFamily="34" charset="0"/>
        </a:defRPr>
      </a:lvl4pPr>
      <a:lvl5pPr algn="ctr" rtl="0" eaLnBrk="1" fontAlgn="base" hangingPunct="1">
        <a:spcBef>
          <a:spcPct val="0"/>
        </a:spcBef>
        <a:spcAft>
          <a:spcPct val="0"/>
        </a:spcAft>
        <a:defRPr sz="2800" b="1">
          <a:solidFill>
            <a:srgbClr val="0066CC"/>
          </a:solidFill>
          <a:latin typeface="Arial" panose="020B0604020202090204" pitchFamily="34" charset="0"/>
        </a:defRPr>
      </a:lvl5pPr>
      <a:lvl6pPr marL="457200" algn="ctr" rtl="0" eaLnBrk="1" fontAlgn="base" hangingPunct="1">
        <a:spcBef>
          <a:spcPct val="0"/>
        </a:spcBef>
        <a:spcAft>
          <a:spcPct val="0"/>
        </a:spcAft>
        <a:defRPr sz="2800" b="1">
          <a:solidFill>
            <a:srgbClr val="0066CC"/>
          </a:solidFill>
          <a:latin typeface="Arial" panose="020B0604020202090204" pitchFamily="34" charset="0"/>
        </a:defRPr>
      </a:lvl6pPr>
      <a:lvl7pPr marL="914400" algn="ctr" rtl="0" eaLnBrk="1" fontAlgn="base" hangingPunct="1">
        <a:spcBef>
          <a:spcPct val="0"/>
        </a:spcBef>
        <a:spcAft>
          <a:spcPct val="0"/>
        </a:spcAft>
        <a:defRPr sz="2800" b="1">
          <a:solidFill>
            <a:srgbClr val="0066CC"/>
          </a:solidFill>
          <a:latin typeface="Arial" panose="020B0604020202090204" pitchFamily="34" charset="0"/>
        </a:defRPr>
      </a:lvl7pPr>
      <a:lvl8pPr marL="1371600" algn="ctr" rtl="0" eaLnBrk="1" fontAlgn="base" hangingPunct="1">
        <a:spcBef>
          <a:spcPct val="0"/>
        </a:spcBef>
        <a:spcAft>
          <a:spcPct val="0"/>
        </a:spcAft>
        <a:defRPr sz="2800" b="1">
          <a:solidFill>
            <a:srgbClr val="0066CC"/>
          </a:solidFill>
          <a:latin typeface="Arial" panose="020B0604020202090204" pitchFamily="34" charset="0"/>
        </a:defRPr>
      </a:lvl8pPr>
      <a:lvl9pPr marL="1828800" algn="ctr" rtl="0" eaLnBrk="1" fontAlgn="base" hangingPunct="1">
        <a:spcBef>
          <a:spcPct val="0"/>
        </a:spcBef>
        <a:spcAft>
          <a:spcPct val="0"/>
        </a:spcAft>
        <a:defRPr sz="2800" b="1">
          <a:solidFill>
            <a:srgbClr val="0066CC"/>
          </a:solidFill>
          <a:latin typeface="Arial" panose="020B0604020202090204" pitchFamily="34" charset="0"/>
        </a:defRPr>
      </a:lvl9pPr>
    </p:titleStyle>
    <p:bodyStyle>
      <a:lvl1pPr marL="342900" indent="-342900" algn="l" rtl="0" eaLnBrk="1" fontAlgn="base" hangingPunct="1">
        <a:spcBef>
          <a:spcPct val="20000"/>
        </a:spcBef>
        <a:spcAft>
          <a:spcPct val="0"/>
        </a:spcAft>
        <a:buChar char="•"/>
        <a:defRPr sz="2400" b="1">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b="1">
          <a:solidFill>
            <a:schemeClr val="tx1"/>
          </a:solidFill>
          <a:latin typeface="+mn-lt"/>
        </a:defRPr>
      </a:lvl2pPr>
      <a:lvl3pPr marL="1143000" indent="-228600" algn="l" rtl="0" eaLnBrk="1" fontAlgn="base" hangingPunct="1">
        <a:spcBef>
          <a:spcPct val="20000"/>
        </a:spcBef>
        <a:spcAft>
          <a:spcPct val="0"/>
        </a:spcAft>
        <a:buChar char="•"/>
        <a:defRPr sz="2400" b="1">
          <a:solidFill>
            <a:schemeClr val="tx1"/>
          </a:solidFill>
          <a:latin typeface="+mn-lt"/>
        </a:defRPr>
      </a:lvl3pPr>
      <a:lvl4pPr marL="1600200" indent="-228600" algn="l" rtl="0" eaLnBrk="1" fontAlgn="base" hangingPunct="1">
        <a:spcBef>
          <a:spcPct val="20000"/>
        </a:spcBef>
        <a:spcAft>
          <a:spcPct val="0"/>
        </a:spcAft>
        <a:buChar char="–"/>
        <a:defRPr sz="2000" b="1">
          <a:solidFill>
            <a:schemeClr val="tx1"/>
          </a:solidFill>
          <a:latin typeface="+mn-lt"/>
        </a:defRPr>
      </a:lvl4pPr>
      <a:lvl5pPr marL="2057400" indent="-228600" algn="l" rtl="0" eaLnBrk="1" fontAlgn="base" hangingPunct="1">
        <a:spcBef>
          <a:spcPct val="20000"/>
        </a:spcBef>
        <a:spcAft>
          <a:spcPct val="0"/>
        </a:spcAft>
        <a:buChar char="»"/>
        <a:defRPr sz="2000" b="1">
          <a:solidFill>
            <a:schemeClr val="tx1"/>
          </a:solidFill>
          <a:latin typeface="+mn-lt"/>
        </a:defRPr>
      </a:lvl5pPr>
      <a:lvl6pPr marL="2514600" indent="-228600" algn="l" rtl="0" eaLnBrk="1" fontAlgn="base" hangingPunct="1">
        <a:spcBef>
          <a:spcPct val="20000"/>
        </a:spcBef>
        <a:spcAft>
          <a:spcPct val="0"/>
        </a:spcAft>
        <a:buChar char="»"/>
        <a:defRPr sz="2000" b="1">
          <a:solidFill>
            <a:schemeClr val="tx1"/>
          </a:solidFill>
          <a:latin typeface="+mn-lt"/>
        </a:defRPr>
      </a:lvl6pPr>
      <a:lvl7pPr marL="2971800" indent="-228600" algn="l" rtl="0" eaLnBrk="1" fontAlgn="base" hangingPunct="1">
        <a:spcBef>
          <a:spcPct val="20000"/>
        </a:spcBef>
        <a:spcAft>
          <a:spcPct val="0"/>
        </a:spcAft>
        <a:buChar char="»"/>
        <a:defRPr sz="2000" b="1">
          <a:solidFill>
            <a:schemeClr val="tx1"/>
          </a:solidFill>
          <a:latin typeface="+mn-lt"/>
        </a:defRPr>
      </a:lvl7pPr>
      <a:lvl8pPr marL="3429000" indent="-228600" algn="l" rtl="0" eaLnBrk="1" fontAlgn="base" hangingPunct="1">
        <a:spcBef>
          <a:spcPct val="20000"/>
        </a:spcBef>
        <a:spcAft>
          <a:spcPct val="0"/>
        </a:spcAft>
        <a:buChar char="»"/>
        <a:defRPr sz="2000" b="1">
          <a:solidFill>
            <a:schemeClr val="tx1"/>
          </a:solidFill>
          <a:latin typeface="+mn-lt"/>
        </a:defRPr>
      </a:lvl8pPr>
      <a:lvl9pPr marL="3886200" indent="-228600" algn="l" rtl="0" eaLnBrk="1" fontAlgn="base" hangingPunct="1">
        <a:spcBef>
          <a:spcPct val="20000"/>
        </a:spcBef>
        <a:spcAft>
          <a:spcPct val="0"/>
        </a:spcAft>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Concept of Hyper-Visor</a:t>
            </a:r>
            <a:endParaRPr lang="en-US"/>
          </a:p>
        </p:txBody>
      </p:sp>
      <p:sp>
        <p:nvSpPr>
          <p:cNvPr id="3" name="Content Placeholder 2"/>
          <p:cNvSpPr>
            <a:spLocks noGrp="1"/>
          </p:cNvSpPr>
          <p:nvPr>
            <p:ph idx="1"/>
          </p:nvPr>
        </p:nvSpPr>
        <p:spPr/>
        <p:txBody>
          <a:bodyPr/>
          <a:p>
            <a:r>
              <a:rPr lang="en-US"/>
              <a:t>A hypervisor is a system software that acts as an intermediary between computer hardware and virtual machines.</a:t>
            </a:r>
            <a:endParaRPr lang="en-US"/>
          </a:p>
          <a:p>
            <a:r>
              <a:rPr lang="en-US"/>
              <a:t>The hypervisor allocates the resources to VM’s.</a:t>
            </a:r>
            <a:endParaRPr lang="en-US"/>
          </a:p>
          <a:p>
            <a:r>
              <a:rPr lang="en-US"/>
              <a:t>Known as virtual machine manager.</a:t>
            </a:r>
            <a:endParaRPr lang="en-US"/>
          </a:p>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Modules of HV: </a:t>
            </a:r>
            <a:endParaRPr lang="en-US"/>
          </a:p>
        </p:txBody>
      </p:sp>
      <p:pic>
        <p:nvPicPr>
          <p:cNvPr id="5" name="Picture 4" descr="Screenshot 2025-01-15 at 1.34.42 AM"/>
          <p:cNvPicPr>
            <a:picLocks noChangeAspect="1"/>
          </p:cNvPicPr>
          <p:nvPr/>
        </p:nvPicPr>
        <p:blipFill>
          <a:blip r:embed="rId1"/>
          <a:stretch>
            <a:fillRect/>
          </a:stretch>
        </p:blipFill>
        <p:spPr>
          <a:xfrm>
            <a:off x="3619500" y="2049780"/>
            <a:ext cx="4953000" cy="38957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Screenshot 2025-01-15 at 1.38.56 AM"/>
          <p:cNvPicPr>
            <a:picLocks noChangeAspect="1"/>
          </p:cNvPicPr>
          <p:nvPr/>
        </p:nvPicPr>
        <p:blipFill>
          <a:blip r:embed="rId1"/>
          <a:stretch>
            <a:fillRect/>
          </a:stretch>
        </p:blipFill>
        <p:spPr>
          <a:xfrm>
            <a:off x="2562225" y="123825"/>
            <a:ext cx="7067550" cy="66103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Types of Hypervisors </a:t>
            </a:r>
            <a:endParaRPr lang="en-US"/>
          </a:p>
        </p:txBody>
      </p:sp>
      <p:sp>
        <p:nvSpPr>
          <p:cNvPr id="3" name="Content Placeholder 2"/>
          <p:cNvSpPr>
            <a:spLocks noGrp="1"/>
          </p:cNvSpPr>
          <p:nvPr>
            <p:ph idx="1"/>
          </p:nvPr>
        </p:nvSpPr>
        <p:spPr/>
        <p:txBody>
          <a:bodyPr/>
          <a:p>
            <a:r>
              <a:rPr lang="en-US"/>
              <a:t>Two types:</a:t>
            </a:r>
            <a:endParaRPr lang="en-US"/>
          </a:p>
          <a:p>
            <a:r>
              <a:rPr lang="en-US"/>
              <a:t>Type 1 : bare metal hypervisor</a:t>
            </a:r>
            <a:endParaRPr lang="en-US"/>
          </a:p>
          <a:p>
            <a:pPr marL="914400" lvl="2" indent="457200">
              <a:buNone/>
            </a:pPr>
            <a:r>
              <a:rPr lang="en-US"/>
              <a:t>: Installed and Directly runs on physical host.</a:t>
            </a:r>
            <a:endParaRPr lang="en-US"/>
          </a:p>
          <a:p>
            <a:pPr marL="914400" lvl="2" indent="457200">
              <a:buNone/>
            </a:pPr>
            <a:r>
              <a:rPr lang="en-US"/>
              <a:t>: Direct access to resources.</a:t>
            </a:r>
            <a:endParaRPr lang="en-US"/>
          </a:p>
          <a:p>
            <a:pPr marL="914400" lvl="2" indent="457200">
              <a:buNone/>
            </a:pPr>
            <a:r>
              <a:rPr lang="en-US"/>
              <a:t>:  Eg :VMware ESXi, Citrix Hypervisor and Microsoft Hyper-V      </a:t>
            </a:r>
            <a:endParaRPr lang="en-US"/>
          </a:p>
          <a:p>
            <a:r>
              <a:rPr lang="en-US"/>
              <a:t>Type 2 : hosted or embedded hypervisor</a:t>
            </a:r>
            <a:endParaRPr lang="en-US"/>
          </a:p>
          <a:p>
            <a:pPr marL="914400" lvl="2" indent="457200">
              <a:buNone/>
            </a:pPr>
            <a:r>
              <a:rPr lang="en-US"/>
              <a:t>: Installed and requires an OS to run on a physical host.</a:t>
            </a:r>
            <a:endParaRPr lang="en-US"/>
          </a:p>
          <a:p>
            <a:pPr marL="914400" lvl="2" indent="457200">
              <a:buNone/>
            </a:pPr>
            <a:r>
              <a:rPr lang="en-US"/>
              <a:t>: Indirect access to resources .</a:t>
            </a:r>
            <a:endParaRPr lang="en-US"/>
          </a:p>
          <a:p>
            <a:pPr marL="914400" lvl="2" indent="457200">
              <a:buNone/>
            </a:pPr>
            <a:r>
              <a:rPr lang="en-US"/>
              <a:t>: Eg : VMware Workstation Player, VMware Workstation Pro and VirtualBox</a:t>
            </a:r>
            <a:endParaRPr lang="en-US"/>
          </a:p>
          <a:p>
            <a:endParaRPr lang="en-US"/>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Hypervisors vs containers </a:t>
            </a:r>
            <a:endParaRPr lang="en-US"/>
          </a:p>
        </p:txBody>
      </p:sp>
      <p:sp>
        <p:nvSpPr>
          <p:cNvPr id="3" name="Content Placeholder 2"/>
          <p:cNvSpPr>
            <a:spLocks noGrp="1"/>
          </p:cNvSpPr>
          <p:nvPr>
            <p:ph idx="1"/>
          </p:nvPr>
        </p:nvSpPr>
        <p:spPr/>
        <p:txBody>
          <a:bodyPr/>
          <a:p>
            <a:r>
              <a:rPr lang="en-US"/>
              <a:t>Hypervisors are used to create and run virtual machines (VMs), which each have their own complete operating systems, securely isolated from the others.</a:t>
            </a:r>
            <a:endParaRPr lang="en-US"/>
          </a:p>
          <a:p>
            <a:pPr marL="3657600" lvl="8" indent="457200">
              <a:buNone/>
            </a:pPr>
            <a:r>
              <a:rPr lang="en-US" sz="3200" b="1"/>
              <a:t>whereas </a:t>
            </a:r>
            <a:endParaRPr lang="en-US" sz="3200" b="1"/>
          </a:p>
          <a:p>
            <a:r>
              <a:rPr lang="en-US"/>
              <a:t>Containers package up just an app and its related services. This makes them more lightweight and portable than VMs, so they are often used for fast and flexible application development and movement.</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Screenshot 2025-01-15 at 2.01.59 AM"/>
          <p:cNvPicPr>
            <a:picLocks noChangeAspect="1"/>
          </p:cNvPicPr>
          <p:nvPr/>
        </p:nvPicPr>
        <p:blipFill>
          <a:blip r:embed="rId1"/>
          <a:stretch>
            <a:fillRect/>
          </a:stretch>
        </p:blipFill>
        <p:spPr>
          <a:xfrm>
            <a:off x="1689100" y="921385"/>
            <a:ext cx="8522335" cy="5402580"/>
          </a:xfrm>
          <a:prstGeom prst="rect">
            <a:avLst/>
          </a:prstGeom>
        </p:spPr>
      </p:pic>
    </p:spTree>
  </p:cSld>
  <p:clrMapOvr>
    <a:masterClrMapping/>
  </p:clrMapOvr>
</p:sld>
</file>

<file path=ppt/theme/theme1.xml><?xml version="1.0" encoding="utf-8"?>
<a:theme xmlns:a="http://schemas.openxmlformats.org/drawingml/2006/main" name="Theme1">
  <a:themeElements>
    <a:clrScheme name="1_Blank Presentation 9">
      <a:dk1>
        <a:srgbClr val="000000"/>
      </a:dk1>
      <a:lt1>
        <a:srgbClr val="FFFFFF"/>
      </a:lt1>
      <a:dk2>
        <a:srgbClr val="0000FF"/>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50305040509030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503050405090304" charset="0"/>
          </a:defRPr>
        </a:defPPr>
      </a:lstStyle>
    </a:lnDef>
  </a:objectDefaults>
  <a:extraClrSchemeLst>
    <a:extraClrScheme>
      <a:clrScheme name="1_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Blank Presentation 8">
        <a:dk1>
          <a:srgbClr val="000000"/>
        </a:dk1>
        <a:lt1>
          <a:srgbClr val="FFFFFF"/>
        </a:lt1>
        <a:dk2>
          <a:srgbClr val="3399FF"/>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Blank Presentation 9">
        <a:dk1>
          <a:srgbClr val="000000"/>
        </a:dk1>
        <a:lt1>
          <a:srgbClr val="FFFFFF"/>
        </a:lt1>
        <a:dk2>
          <a:srgbClr val="0000FF"/>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0</TotalTime>
  <Words>1010</Words>
  <Application>WPS Presentation</Application>
  <PresentationFormat>Widescreen</PresentationFormat>
  <Paragraphs>29</Paragraphs>
  <Slides>6</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0</vt:i4>
      </vt:variant>
      <vt:variant>
        <vt:lpstr>幻灯片标题</vt:lpstr>
      </vt:variant>
      <vt:variant>
        <vt:i4>6</vt:i4>
      </vt:variant>
    </vt:vector>
  </HeadingPairs>
  <TitlesOfParts>
    <vt:vector size="17" baseType="lpstr">
      <vt:lpstr>Arial</vt:lpstr>
      <vt:lpstr>SimSun</vt:lpstr>
      <vt:lpstr>Wingdings</vt:lpstr>
      <vt:lpstr>Times New Roman</vt:lpstr>
      <vt:lpstr>Microsoft YaHei</vt:lpstr>
      <vt:lpstr>汉仪旗黑</vt:lpstr>
      <vt:lpstr>Arial Unicode MS</vt:lpstr>
      <vt:lpstr>Calibri</vt:lpstr>
      <vt:lpstr>Helvetica Neue</vt:lpstr>
      <vt:lpstr>宋体-简</vt:lpstr>
      <vt:lpstr>Theme1</vt:lpstr>
      <vt:lpstr>Concept of Hyper-Visor</vt:lpstr>
      <vt:lpstr>Modules of HV: </vt:lpstr>
      <vt:lpstr>PowerPoint 演示文稿</vt:lpstr>
      <vt:lpstr>Types of Hypervisors </vt:lpstr>
      <vt:lpstr>Hypervisors vs containers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Python for Data Science</dc:title>
  <dc:creator>91977</dc:creator>
  <cp:lastModifiedBy>divya</cp:lastModifiedBy>
  <cp:revision>12</cp:revision>
  <dcterms:created xsi:type="dcterms:W3CDTF">2025-01-31T04:03:14Z</dcterms:created>
  <dcterms:modified xsi:type="dcterms:W3CDTF">2025-01-31T04:03:14Z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9D2B14BB65E1A152814B9C6755226C33_43</vt:lpwstr>
  </property>
  <property fmtid="{D5CDD505-2E9C-101B-9397-08002B2CF9AE}" pid="3" name="KSOProductBuildVer">
    <vt:lpwstr>1033-6.11.0.8615</vt:lpwstr>
  </property>
</Properties>
</file>