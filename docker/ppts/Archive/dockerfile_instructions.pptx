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Instructions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</a:t>
            </a:r>
          </a:p>
          <a:p>
            <a:r>
              <a:t>RUN</a:t>
            </a:r>
          </a:p>
          <a:p>
            <a:r>
              <a:t>COPY</a:t>
            </a:r>
          </a:p>
          <a:p>
            <a:r>
              <a:t>ADD</a:t>
            </a:r>
          </a:p>
          <a:p>
            <a:r>
              <a:t>CMD</a:t>
            </a:r>
          </a:p>
          <a:p>
            <a:r>
              <a:t>ENTRYPOINT</a:t>
            </a:r>
          </a:p>
          <a:p>
            <a:r>
              <a:t>WORKDIR</a:t>
            </a:r>
          </a:p>
          <a:p>
            <a:r>
              <a:t>ENV</a:t>
            </a:r>
          </a:p>
          <a:p>
            <a:r>
              <a:t>EXPOSE</a:t>
            </a:r>
          </a:p>
          <a:p>
            <a:r>
              <a:t>VOLUME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base image</a:t>
            </a:r>
          </a:p>
          <a:p>
            <a:r>
              <a:t>Example: FROM ubuntu:22.04</a:t>
            </a:r>
          </a:p>
          <a:p>
            <a:r>
              <a:t>Must be first instruction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 commands during build</a:t>
            </a:r>
          </a:p>
          <a:p>
            <a:r>
              <a:t>Example: RUN apt-get update</a:t>
            </a:r>
          </a:p>
          <a:p>
            <a:r>
              <a:t>Used for installing packages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Copies files from local to container</a:t>
            </a:r>
          </a:p>
          <a:p>
            <a:r>
              <a:t>Example: COPY . /app</a:t>
            </a:r>
          </a:p>
          <a:p>
            <a:r>
              <a:t>Preferred over ADD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 to COPY but supports URLs and tar extraction</a:t>
            </a:r>
          </a:p>
          <a:p>
            <a:r>
              <a:t>Use only when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Sets working directory inside container</a:t>
            </a:r>
          </a:p>
          <a:p>
            <a:r>
              <a:t>Example: WORKDIR /app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Sets environment variables</a:t>
            </a:r>
          </a:p>
          <a:p>
            <a:r>
              <a:t>Example: ENV PORT=3000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port used by container</a:t>
            </a:r>
          </a:p>
          <a:p>
            <a:r>
              <a:t>Example: EXPOSE 3000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persistent storage</a:t>
            </a:r>
          </a:p>
          <a:p>
            <a:r>
              <a:t>Example: VOLUME /data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command when container starts</a:t>
            </a:r>
          </a:p>
          <a:p>
            <a:r>
              <a:t>Example: CMD ['node','app.js']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fixed executable</a:t>
            </a:r>
          </a:p>
          <a:p>
            <a:r>
              <a:t>Works with CMD for arguments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