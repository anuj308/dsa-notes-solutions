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47"/>
    <p:restoredTop sz="94620"/>
  </p:normalViewPr>
  <p:slideViewPr>
    <p:cSldViewPr snapToGrid="0">
      <p:cViewPr varScale="1">
        <p:scale>
          <a:sx n="103" d="100"/>
          <a:sy n="103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F87D1-CC76-164B-8DCA-B3D4489FC74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AA15B-E753-1C44-BF11-4F878345103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Jenkins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Practical_INT331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Jenkins Multibranch Pipeline Practical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Install Required Plugins</a:t>
            </a:r>
            <a:endParaRPr lang="en-IN" b="1" dirty="0"/>
          </a:p>
          <a:p>
            <a:r>
              <a:rPr lang="en-IN" dirty="0"/>
              <a:t>Go to:</a:t>
            </a:r>
            <a:endParaRPr lang="en-IN" dirty="0"/>
          </a:p>
          <a:p>
            <a:r>
              <a:rPr lang="en-IN" dirty="0"/>
              <a:t>Manage Jenkins → Plugins → Available Plugins</a:t>
            </a:r>
            <a:endParaRPr lang="en-IN" dirty="0"/>
          </a:p>
          <a:p>
            <a:r>
              <a:rPr lang="en-IN" dirty="0"/>
              <a:t>Install these plugins:</a:t>
            </a:r>
            <a:endParaRPr lang="en-IN" dirty="0"/>
          </a:p>
          <a:p>
            <a:r>
              <a:rPr lang="en-IN" dirty="0"/>
              <a:t>Git Plugin</a:t>
            </a:r>
            <a:br>
              <a:rPr lang="en-IN" dirty="0"/>
            </a:br>
            <a:r>
              <a:rPr lang="en-IN" dirty="0"/>
              <a:t>GitHub Plugin</a:t>
            </a:r>
            <a:br>
              <a:rPr lang="en-IN" dirty="0"/>
            </a:br>
            <a:r>
              <a:rPr lang="en-IN" dirty="0"/>
              <a:t>GitHub Branch Source Plugin</a:t>
            </a:r>
            <a:br>
              <a:rPr lang="en-IN" dirty="0"/>
            </a:br>
            <a:r>
              <a:rPr lang="en-IN" dirty="0"/>
              <a:t>Pipeline Plugin</a:t>
            </a:r>
            <a:br>
              <a:rPr lang="en-IN" dirty="0"/>
            </a:br>
            <a:r>
              <a:rPr lang="en-IN" dirty="0"/>
              <a:t>Pipeline: Multibranch Plugin</a:t>
            </a:r>
            <a:endParaRPr lang="en-IN" dirty="0"/>
          </a:p>
          <a:p>
            <a:r>
              <a:rPr lang="en-IN" dirty="0"/>
              <a:t>The GitHub Branch Source plugin is used to create projects from GitHub repository branches. </a:t>
            </a:r>
            <a:endParaRPr lang="en-IN" dirty="0"/>
          </a:p>
          <a:p>
            <a:r>
              <a:rPr lang="en-IN" dirty="0"/>
              <a:t>Restart Jenkins after plugin installation.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Create GitHub Repository</a:t>
            </a:r>
            <a:endParaRPr lang="en-IN" b="1" dirty="0"/>
          </a:p>
          <a:p>
            <a:r>
              <a:rPr lang="en-IN" dirty="0"/>
              <a:t>Open GitHub. 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New Repository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Repository name: </a:t>
            </a:r>
            <a:endParaRPr lang="en-IN" dirty="0"/>
          </a:p>
          <a:p>
            <a:r>
              <a:rPr lang="en-IN" dirty="0" err="1"/>
              <a:t>jenkins</a:t>
            </a:r>
            <a:r>
              <a:rPr lang="en-IN" dirty="0"/>
              <a:t>-multibranch-demo</a:t>
            </a:r>
            <a:endParaRPr lang="en-IN" dirty="0"/>
          </a:p>
          <a:p>
            <a:r>
              <a:rPr lang="en-IN" dirty="0"/>
              <a:t>Select </a:t>
            </a:r>
            <a:r>
              <a:rPr lang="en-IN" b="1" dirty="0"/>
              <a:t>Public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Create Repository</a:t>
            </a:r>
            <a:r>
              <a:rPr lang="en-IN" dirty="0"/>
              <a:t>.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Clone Repository on Windows</a:t>
            </a:r>
            <a:endParaRPr lang="en-IN" b="1" dirty="0"/>
          </a:p>
          <a:p>
            <a:r>
              <a:rPr lang="en-IN" dirty="0"/>
              <a:t>Open </a:t>
            </a:r>
            <a:r>
              <a:rPr lang="en-IN" b="1" dirty="0"/>
              <a:t>Command Prompt</a:t>
            </a:r>
            <a:r>
              <a:rPr lang="en-IN" dirty="0"/>
              <a:t>.</a:t>
            </a:r>
            <a:endParaRPr lang="en-IN" dirty="0"/>
          </a:p>
          <a:p>
            <a:r>
              <a:rPr lang="en-IN" dirty="0"/>
              <a:t>cd Desktop</a:t>
            </a:r>
            <a:endParaRPr lang="en-IN" dirty="0"/>
          </a:p>
          <a:p>
            <a:r>
              <a:rPr lang="en-IN" dirty="0"/>
              <a:t>git clone https://</a:t>
            </a:r>
            <a:r>
              <a:rPr lang="en-IN" dirty="0" err="1"/>
              <a:t>github.com</a:t>
            </a:r>
            <a:r>
              <a:rPr lang="en-IN" dirty="0"/>
              <a:t>/YOUR-USERNAME/</a:t>
            </a:r>
            <a:r>
              <a:rPr lang="en-IN" dirty="0" err="1"/>
              <a:t>jenkins</a:t>
            </a:r>
            <a:r>
              <a:rPr lang="en-IN" dirty="0"/>
              <a:t>-multibranch-</a:t>
            </a:r>
            <a:r>
              <a:rPr lang="en-IN" dirty="0" err="1"/>
              <a:t>demo.git</a:t>
            </a:r>
            <a:endParaRPr lang="en-IN" dirty="0"/>
          </a:p>
          <a:p>
            <a:r>
              <a:rPr lang="en-IN" dirty="0"/>
              <a:t>cd </a:t>
            </a:r>
            <a:r>
              <a:rPr lang="en-IN" dirty="0" err="1"/>
              <a:t>jenkins</a:t>
            </a:r>
            <a:r>
              <a:rPr lang="en-IN" dirty="0"/>
              <a:t>-multibranch-demo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Create </a:t>
            </a:r>
            <a:r>
              <a:rPr lang="en-IN" b="1" dirty="0" err="1"/>
              <a:t>Jenkinsfile</a:t>
            </a:r>
            <a:endParaRPr lang="en-IN" b="1" dirty="0"/>
          </a:p>
          <a:p>
            <a:r>
              <a:rPr lang="en-IN" dirty="0"/>
              <a:t>Create a file named:</a:t>
            </a:r>
            <a:endParaRPr lang="en-IN" dirty="0"/>
          </a:p>
          <a:p>
            <a:r>
              <a:rPr lang="en-IN" dirty="0" err="1"/>
              <a:t>Jenkinsfile</a:t>
            </a:r>
            <a:endParaRPr lang="en-IN" dirty="0"/>
          </a:p>
          <a:p>
            <a:r>
              <a:rPr lang="en-US" dirty="0"/>
              <a:t>Add this file + Save this File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7. Push Code to GitHub</a:t>
            </a:r>
            <a:endParaRPr lang="en-IN" b="1" dirty="0"/>
          </a:p>
          <a:p>
            <a:r>
              <a:rPr lang="en-IN" dirty="0"/>
              <a:t>Run these commands:</a:t>
            </a:r>
            <a:endParaRPr lang="en-IN" dirty="0"/>
          </a:p>
          <a:p>
            <a:r>
              <a:rPr lang="en-IN" dirty="0"/>
              <a:t>git add .</a:t>
            </a:r>
            <a:endParaRPr lang="en-IN" dirty="0"/>
          </a:p>
          <a:p>
            <a:r>
              <a:rPr lang="en-IN" dirty="0"/>
              <a:t>git commit -m "Added </a:t>
            </a:r>
            <a:r>
              <a:rPr lang="en-IN" dirty="0" err="1"/>
              <a:t>Jenkinsfile</a:t>
            </a:r>
            <a:r>
              <a:rPr lang="en-IN" dirty="0"/>
              <a:t>"</a:t>
            </a:r>
            <a:endParaRPr lang="en-IN" dirty="0"/>
          </a:p>
          <a:p>
            <a:r>
              <a:rPr lang="en-IN" dirty="0"/>
              <a:t>git push origin main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Create Another Branch</a:t>
            </a:r>
            <a:endParaRPr lang="en-IN" b="1" dirty="0"/>
          </a:p>
          <a:p>
            <a:r>
              <a:rPr lang="en-IN" dirty="0"/>
              <a:t>git checkout -b development</a:t>
            </a:r>
            <a:endParaRPr lang="en-IN" dirty="0"/>
          </a:p>
          <a:p>
            <a:r>
              <a:rPr lang="en-IN" dirty="0"/>
              <a:t>Edit </a:t>
            </a:r>
            <a:r>
              <a:rPr lang="en-IN" dirty="0" err="1"/>
              <a:t>Jenkinsfile</a:t>
            </a:r>
            <a:r>
              <a:rPr lang="en-IN" dirty="0"/>
              <a:t> slightly:</a:t>
            </a:r>
            <a:endParaRPr lang="en-IN" dirty="0"/>
          </a:p>
          <a:p>
            <a:r>
              <a:rPr lang="en-IN" dirty="0"/>
              <a:t>echo 'This is development branch pipeline'</a:t>
            </a:r>
            <a:endParaRPr lang="en-IN" dirty="0"/>
          </a:p>
          <a:p>
            <a:r>
              <a:rPr lang="en-IN" dirty="0"/>
              <a:t>Then run:</a:t>
            </a:r>
            <a:endParaRPr lang="en-IN" dirty="0"/>
          </a:p>
          <a:p>
            <a:r>
              <a:rPr lang="en-IN" dirty="0"/>
              <a:t>git add .</a:t>
            </a:r>
            <a:endParaRPr lang="en-IN" dirty="0"/>
          </a:p>
          <a:p>
            <a:r>
              <a:rPr lang="en-IN" dirty="0"/>
              <a:t>git commit -m "Updated </a:t>
            </a:r>
            <a:r>
              <a:rPr lang="en-IN" dirty="0" err="1"/>
              <a:t>Jenkinsfile</a:t>
            </a:r>
            <a:r>
              <a:rPr lang="en-IN" dirty="0"/>
              <a:t> for development branch"</a:t>
            </a:r>
            <a:endParaRPr lang="en-IN" dirty="0"/>
          </a:p>
          <a:p>
            <a:r>
              <a:rPr lang="en-IN" dirty="0"/>
              <a:t>git push origin development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Create Multibranch Pipeline in Jenkins</a:t>
            </a:r>
            <a:endParaRPr lang="en-IN" b="1" dirty="0"/>
          </a:p>
          <a:p>
            <a:r>
              <a:rPr lang="en-IN" dirty="0"/>
              <a:t>Open Jenkins: </a:t>
            </a:r>
            <a:endParaRPr lang="en-IN" dirty="0"/>
          </a:p>
          <a:p>
            <a:r>
              <a:rPr lang="en-IN" dirty="0"/>
              <a:t>http://localhost:8080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New Item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Enter name: </a:t>
            </a:r>
            <a:endParaRPr lang="en-IN" dirty="0"/>
          </a:p>
          <a:p>
            <a:r>
              <a:rPr lang="en-IN" dirty="0"/>
              <a:t>Multibranch-Demo</a:t>
            </a:r>
            <a:endParaRPr lang="en-IN" dirty="0"/>
          </a:p>
          <a:p>
            <a:r>
              <a:rPr lang="en-IN" dirty="0"/>
              <a:t>Select: </a:t>
            </a:r>
            <a:endParaRPr lang="en-IN" dirty="0"/>
          </a:p>
          <a:p>
            <a:r>
              <a:rPr lang="en-IN" dirty="0"/>
              <a:t>Multibranch Pipeline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OK</a:t>
            </a:r>
            <a:r>
              <a:rPr lang="en-IN" dirty="0"/>
              <a:t>.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Configure Branch Source</a:t>
            </a:r>
            <a:endParaRPr lang="en-IN" b="1" dirty="0"/>
          </a:p>
          <a:p>
            <a:r>
              <a:rPr lang="en-IN" dirty="0"/>
              <a:t>Go to </a:t>
            </a:r>
            <a:r>
              <a:rPr lang="en-IN" b="1" dirty="0"/>
              <a:t>Branch Sources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Add source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Select </a:t>
            </a:r>
            <a:r>
              <a:rPr lang="en-IN" b="1" dirty="0"/>
              <a:t>GitHub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Under </a:t>
            </a:r>
            <a:r>
              <a:rPr lang="en-IN" b="1" dirty="0"/>
              <a:t>Repository HTTPS URL</a:t>
            </a:r>
            <a:r>
              <a:rPr lang="en-IN" dirty="0"/>
              <a:t>, paste: </a:t>
            </a:r>
            <a:endParaRPr lang="en-IN" dirty="0"/>
          </a:p>
          <a:p>
            <a:r>
              <a:rPr lang="en-IN" dirty="0"/>
              <a:t>https://</a:t>
            </a:r>
            <a:r>
              <a:rPr lang="en-IN" dirty="0" err="1"/>
              <a:t>github.com</a:t>
            </a:r>
            <a:r>
              <a:rPr lang="en-IN" dirty="0"/>
              <a:t>/YOUR-USERNAME/</a:t>
            </a:r>
            <a:r>
              <a:rPr lang="en-IN" dirty="0" err="1"/>
              <a:t>jenkins</a:t>
            </a:r>
            <a:r>
              <a:rPr lang="en-IN" dirty="0"/>
              <a:t>-multibranch-demo</a:t>
            </a:r>
            <a:endParaRPr lang="en-IN" dirty="0"/>
          </a:p>
          <a:p>
            <a:r>
              <a:rPr lang="en-IN" dirty="0"/>
              <a:t>Credentials: select </a:t>
            </a:r>
            <a:r>
              <a:rPr lang="en-IN" b="1" dirty="0"/>
              <a:t>None</a:t>
            </a:r>
            <a:r>
              <a:rPr lang="en-IN" dirty="0"/>
              <a:t> for public repository. </a:t>
            </a:r>
            <a:endParaRPr lang="en-IN" dirty="0"/>
          </a:p>
          <a:p>
            <a:r>
              <a:rPr lang="en-IN" dirty="0"/>
              <a:t>Under </a:t>
            </a:r>
            <a:r>
              <a:rPr lang="en-IN" b="1" dirty="0"/>
              <a:t>Behaviours</a:t>
            </a:r>
            <a:r>
              <a:rPr lang="en-IN" dirty="0"/>
              <a:t>, keep: </a:t>
            </a:r>
            <a:endParaRPr lang="en-IN" dirty="0"/>
          </a:p>
          <a:p>
            <a:r>
              <a:rPr lang="en-IN" dirty="0"/>
              <a:t>Discover branches</a:t>
            </a:r>
            <a:endParaRPr lang="en-IN" dirty="0"/>
          </a:p>
          <a:p>
            <a:r>
              <a:rPr lang="en-IN" dirty="0"/>
              <a:t>Build configuration: </a:t>
            </a:r>
            <a:endParaRPr lang="en-IN" dirty="0"/>
          </a:p>
          <a:p>
            <a:r>
              <a:rPr lang="en-IN" dirty="0"/>
              <a:t>Mode: by </a:t>
            </a:r>
            <a:r>
              <a:rPr lang="en-IN" dirty="0" err="1"/>
              <a:t>Jenkinsfile</a:t>
            </a:r>
            <a:br>
              <a:rPr lang="en-IN" dirty="0"/>
            </a:br>
            <a:r>
              <a:rPr lang="en-IN" dirty="0"/>
              <a:t>Script Path: </a:t>
            </a:r>
            <a:r>
              <a:rPr lang="en-IN" dirty="0" err="1"/>
              <a:t>Jenkinsfile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Save</a:t>
            </a:r>
            <a:r>
              <a:rPr lang="en-IN" dirty="0"/>
              <a:t>.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Build configuration: </a:t>
            </a:r>
            <a:endParaRPr lang="en-IN" dirty="0"/>
          </a:p>
          <a:p>
            <a:r>
              <a:rPr lang="en-IN" dirty="0"/>
              <a:t>Mode: by </a:t>
            </a:r>
            <a:r>
              <a:rPr lang="en-IN" dirty="0" err="1"/>
              <a:t>Jenkinsfile</a:t>
            </a:r>
            <a:br>
              <a:rPr lang="en-IN" dirty="0"/>
            </a:br>
            <a:r>
              <a:rPr lang="en-IN" dirty="0"/>
              <a:t>Script Path: </a:t>
            </a:r>
            <a:r>
              <a:rPr lang="en-IN" dirty="0" err="1"/>
              <a:t>Jenkinsfile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Save</a:t>
            </a:r>
            <a:r>
              <a:rPr lang="en-IN" dirty="0"/>
              <a:t>. 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Scan Repository</a:t>
            </a:r>
            <a:endParaRPr lang="en-IN" b="1" dirty="0"/>
          </a:p>
          <a:p>
            <a:r>
              <a:rPr lang="en-IN" dirty="0"/>
              <a:t>After saving, Jenkins will automatically scan the GitHub repository.</a:t>
            </a:r>
            <a:endParaRPr lang="en-IN" dirty="0"/>
          </a:p>
          <a:p>
            <a:r>
              <a:rPr lang="en-IN" dirty="0"/>
              <a:t>It should detect:</a:t>
            </a:r>
            <a:endParaRPr lang="en-IN" dirty="0"/>
          </a:p>
          <a:p>
            <a:r>
              <a:rPr lang="en-IN" dirty="0"/>
              <a:t>main</a:t>
            </a:r>
            <a:br>
              <a:rPr lang="en-IN" dirty="0"/>
            </a:br>
            <a:r>
              <a:rPr lang="en-IN" dirty="0"/>
              <a:t>development</a:t>
            </a:r>
            <a:endParaRPr lang="en-IN" dirty="0"/>
          </a:p>
          <a:p>
            <a:r>
              <a:rPr lang="en-IN" dirty="0"/>
              <a:t>Jenkins will create separate pipeline jobs for both branches.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708" y="1825624"/>
            <a:ext cx="11156092" cy="4896451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Run Pipeline</a:t>
            </a:r>
            <a:endParaRPr lang="en-IN" b="1" dirty="0"/>
          </a:p>
          <a:p>
            <a:r>
              <a:rPr lang="en-IN" dirty="0"/>
              <a:t>Click your Multibranch Pipeline project. 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main</a:t>
            </a:r>
            <a:r>
              <a:rPr lang="en-IN" dirty="0"/>
              <a:t> branch. </a:t>
            </a:r>
            <a:endParaRPr lang="en-IN" dirty="0"/>
          </a:p>
          <a:p>
            <a:r>
              <a:rPr lang="en-IN" dirty="0"/>
              <a:t>Click </a:t>
            </a:r>
            <a:r>
              <a:rPr lang="en-IN" b="1" dirty="0"/>
              <a:t>Build Now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Open </a:t>
            </a:r>
            <a:r>
              <a:rPr lang="en-IN" b="1" dirty="0"/>
              <a:t>Console Output</a:t>
            </a:r>
            <a:r>
              <a:rPr lang="en-IN" dirty="0"/>
              <a:t>. </a:t>
            </a:r>
            <a:endParaRPr lang="en-IN" dirty="0"/>
          </a:p>
          <a:p>
            <a:r>
              <a:rPr lang="en-IN" dirty="0"/>
              <a:t>You should see:</a:t>
            </a:r>
            <a:endParaRPr lang="en-IN" dirty="0"/>
          </a:p>
          <a:p>
            <a:r>
              <a:rPr lang="en-IN" dirty="0"/>
              <a:t>Code checkout completed</a:t>
            </a:r>
            <a:br>
              <a:rPr lang="en-IN" dirty="0"/>
            </a:br>
            <a:r>
              <a:rPr lang="en-IN" dirty="0"/>
              <a:t>Building project on branch:</a:t>
            </a:r>
            <a:br>
              <a:rPr lang="en-IN" dirty="0"/>
            </a:br>
            <a:r>
              <a:rPr lang="en-IN" dirty="0"/>
              <a:t>main</a:t>
            </a:r>
            <a:br>
              <a:rPr lang="en-IN" dirty="0"/>
            </a:br>
            <a:r>
              <a:rPr lang="en-IN" dirty="0"/>
              <a:t>Running test cases</a:t>
            </a:r>
            <a:br>
              <a:rPr lang="en-IN" dirty="0"/>
            </a:br>
            <a:r>
              <a:rPr lang="en-IN" dirty="0"/>
              <a:t>Deploying application</a:t>
            </a:r>
            <a:endParaRPr lang="en-IN" dirty="0"/>
          </a:p>
          <a:p>
            <a:r>
              <a:rPr lang="en-IN" dirty="0"/>
              <a:t>Now open </a:t>
            </a:r>
            <a:r>
              <a:rPr lang="en-IN" b="1" dirty="0"/>
              <a:t>development</a:t>
            </a:r>
            <a:r>
              <a:rPr lang="en-IN" dirty="0"/>
              <a:t> branch and build it.</a:t>
            </a:r>
            <a:endParaRPr lang="en-IN" dirty="0"/>
          </a:p>
          <a:p>
            <a:r>
              <a:rPr lang="en-IN" dirty="0"/>
              <a:t>You should see:</a:t>
            </a:r>
            <a:endParaRPr lang="en-IN" dirty="0"/>
          </a:p>
          <a:p>
            <a:r>
              <a:rPr lang="en-IN" dirty="0"/>
              <a:t>development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13. Practical Output</a:t>
            </a:r>
            <a:endParaRPr lang="en-IN" b="1" dirty="0"/>
          </a:p>
          <a:p>
            <a:r>
              <a:rPr lang="en-IN" dirty="0"/>
              <a:t>Expected output:</a:t>
            </a:r>
            <a:endParaRPr lang="en-IN" dirty="0"/>
          </a:p>
          <a:p>
            <a:r>
              <a:rPr lang="en-IN" dirty="0"/>
              <a:t>Branch main pipeline successful</a:t>
            </a:r>
            <a:br>
              <a:rPr lang="en-IN" dirty="0"/>
            </a:br>
            <a:r>
              <a:rPr lang="en-IN" dirty="0"/>
              <a:t>Branch development pipeline successful</a:t>
            </a:r>
            <a:br>
              <a:rPr lang="en-IN" dirty="0"/>
            </a:br>
            <a:r>
              <a:rPr lang="en-IN" dirty="0"/>
              <a:t>Separate jobs created automatically</a:t>
            </a:r>
            <a:br>
              <a:rPr lang="en-IN" dirty="0"/>
            </a:br>
            <a:r>
              <a:rPr lang="en-IN" dirty="0" err="1"/>
              <a:t>Jenkinsfile</a:t>
            </a:r>
            <a:r>
              <a:rPr lang="en-IN" dirty="0"/>
              <a:t> executed from each branch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2382</Words>
  <Application>WPS Docs</Application>
  <PresentationFormat>Widescreen</PresentationFormat>
  <Paragraphs>122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Aptos Display</vt:lpstr>
      <vt:lpstr>Helvetica Neue</vt:lpstr>
      <vt:lpstr>Aptos</vt:lpstr>
      <vt:lpstr>Microsoft YaHei</vt:lpstr>
      <vt:lpstr>汉仪旗黑</vt:lpstr>
      <vt:lpstr>Arial Unicode MS</vt:lpstr>
      <vt:lpstr>Calibri</vt:lpstr>
      <vt:lpstr>宋体-简</vt:lpstr>
      <vt:lpstr>Office Theme</vt:lpstr>
      <vt:lpstr>Jenkins</vt:lpstr>
      <vt:lpstr>Jenkins Multibranch Pipeline Practical</vt:lpstr>
      <vt:lpstr>Continue….</vt:lpstr>
      <vt:lpstr>Continue…</vt:lpstr>
      <vt:lpstr>Continue…</vt:lpstr>
      <vt:lpstr>Continue…</vt:lpstr>
      <vt:lpstr>Continue….</vt:lpstr>
      <vt:lpstr>Continue…</vt:lpstr>
      <vt:lpstr>Continue…</vt:lpstr>
      <vt:lpstr>Continue…</vt:lpstr>
      <vt:lpstr>Continue…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Tiyas Sarkar</dc:creator>
  <cp:lastModifiedBy>tiyassarkar</cp:lastModifiedBy>
  <cp:revision>2</cp:revision>
  <dcterms:created xsi:type="dcterms:W3CDTF">2026-05-19T08:09:11Z</dcterms:created>
  <dcterms:modified xsi:type="dcterms:W3CDTF">2026-05-19T08:09:11Z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1033-12.1.25880.25880</vt:lpwstr>
  </property>
  <property fmtid="{D5CDD505-2E9C-101B-9397-08002B2CF9AE}" pid="3" name="ICV">
    <vt:lpwstr>FF78430A3C3BB414A71A0C6A3FE511B6_42</vt:lpwstr>
  </property>
</Properties>
</file>