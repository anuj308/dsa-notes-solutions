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7"/>
    <p:restoredTop sz="94620"/>
  </p:normalViewPr>
  <p:slideViewPr>
    <p:cSldViewPr snapToGrid="0">
      <p:cViewPr varScale="1">
        <p:scale>
          <a:sx n="103" d="100"/>
          <a:sy n="103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A22-F8B1-2BA4-E480-AB6868E8E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EFBDE-3BC9-791F-1CED-00283F35B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4001-0BED-FC25-B420-6C1DC8E1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B726-473D-3236-5AFC-94B616176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CC099-115F-A5A8-F57B-3B60300B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8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B700-560D-9F29-A9BF-3C5B957A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B8C1B-0737-CE36-E719-D7C192BD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51CD0-744A-4D95-8B86-ED64586F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A763-7E61-FADB-C2F4-454919BA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419B5-7737-FE2D-53FF-F52441CE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2FD9-B9A6-45D3-01A3-D28B35C8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02C4E-50C9-56FE-9FE1-56B760C2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AFD3-8EFE-B3F8-AF12-E539E572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E5BE8-E5F0-6FE5-12F9-47173AB5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0C5B4-152E-2E4C-27FF-EA8C9267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0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90F1-04CD-BC6A-9CAE-2EDB27F6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9321-68EB-291D-7458-660D45AF9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F3071-19BF-37E5-7FBC-989FD91A6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EF16E-EFA1-7748-D9A9-06384505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24DAE-2798-D6E5-0FC3-49D72E3D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0232E-2105-6EF7-5695-76150EEA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5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3146-0E25-36B4-8A8D-A5A5B05B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DC857-FE20-AC18-CC45-AED9C20A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0D6C5-BC5D-E9BB-D5D2-4EF59038E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F3CBD-A31A-C3D7-E05E-0902976FB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64CD1-C80E-C5FC-EEDB-1DE177671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82A5F-50AA-CFE9-B9AD-F532ECD0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CB0DA-9099-DB7C-ED33-5E46F635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C8136-96E7-A9FB-7670-05837CAA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98FF-356B-294E-BC79-71AD92DE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A6F29B-BE9D-7AE3-A56F-0A32CEFD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FB589-187D-621C-791E-2438B70F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147FE-421A-21C4-EA9F-AAA886DE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0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04FD0-DEF8-9B8C-DA71-3C7260B2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3E967-3EEA-D04C-2E0A-850411EA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98164-9D02-832E-8930-0DFE2FEC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7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BE5D-6DCB-0BA2-910C-18444E00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A612-2D9F-2616-BD6D-665E95F5E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691B6-5318-8EE0-A961-E2EF41C4B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4340C-F3F7-08C8-D5A1-58139394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7A325-0B9D-F22F-B616-4FEB4E20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B60BC-7061-F6AB-1455-E0158CF5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6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39E4-4296-E609-7A5E-B94BAEA7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B487F-19F5-4075-094A-DF95022E7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D835E-D557-6328-45A8-815A8DA98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AE2ED-1221-8AA1-7D6B-70D0B12A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16AD6-BB75-DA4A-9A91-746BAD3B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92799-3CFD-89AE-2711-90D13288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5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2163-54BE-DB32-D29E-31B4366D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9F3E8-1B7E-34C7-70C7-270CB3CD0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9A99B-BF07-2412-4005-BBB464D5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B7013-C30A-9FC6-FCF1-41FDDD20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EB73-DA7A-A5DA-D60E-146A99A6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5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AE091-2173-5194-DA2D-37F49CCCF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DEE25-B95C-C681-DAC7-E59868DD1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03850-CB15-922D-9BDF-809FE3F1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BF36D-DFAA-B928-ECBE-A04F81A7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9D678-3A6B-B3AF-428E-EEEFF01D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3D555-A130-AA18-856E-928C3229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96B1E-9FD2-7831-E5AB-D476F1AD9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936BB-4C91-5691-5CEA-B680AC1DD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6146F-120A-254B-B1D1-D68B922477D2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0F691-EF0D-23CA-BB30-088E89C4E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E8737-0C8E-64C7-92B0-47BC846C1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74659-F797-2E4E-8741-649A013AB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7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C661-B9C8-92A6-596B-18C28CEAB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ADCD9-CAB7-DC07-28A4-574D91E95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Practical_INT332</a:t>
            </a:r>
          </a:p>
        </p:txBody>
      </p:sp>
    </p:spTree>
    <p:extLst>
      <p:ext uri="{BB962C8B-B14F-4D97-AF65-F5344CB8AC3E}">
        <p14:creationId xmlns:p14="http://schemas.microsoft.com/office/powerpoint/2010/main" val="281929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FC04-CB06-2CE6-DB42-F4E2C71C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B: Create First Declarative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E2006-8711-FA42-0218-2B50D25D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1: Open Jenkins</a:t>
            </a:r>
          </a:p>
          <a:p>
            <a:r>
              <a:rPr lang="en-IN" dirty="0"/>
              <a:t>Go to:</a:t>
            </a:r>
          </a:p>
          <a:p>
            <a:r>
              <a:rPr lang="en-IN" dirty="0"/>
              <a:t>http://localhost:8080</a:t>
            </a:r>
          </a:p>
          <a:p>
            <a:r>
              <a:rPr lang="en-IN" b="1" dirty="0"/>
              <a:t>Step 2: Create New Job</a:t>
            </a:r>
          </a:p>
          <a:p>
            <a:r>
              <a:rPr lang="en-IN" dirty="0"/>
              <a:t>Click </a:t>
            </a:r>
            <a:r>
              <a:rPr lang="en-IN" b="1" dirty="0"/>
              <a:t>New Item</a:t>
            </a:r>
            <a:r>
              <a:rPr lang="en-IN" dirty="0"/>
              <a:t> </a:t>
            </a:r>
          </a:p>
          <a:p>
            <a:r>
              <a:rPr lang="en-IN" dirty="0"/>
              <a:t>Enter name: </a:t>
            </a:r>
          </a:p>
          <a:p>
            <a:r>
              <a:rPr lang="en-IN" dirty="0"/>
              <a:t>Declarative-Pipeline-Demo</a:t>
            </a:r>
          </a:p>
          <a:p>
            <a:r>
              <a:rPr lang="en-IN" dirty="0"/>
              <a:t>Select </a:t>
            </a:r>
            <a:r>
              <a:rPr lang="en-IN" b="1" dirty="0"/>
              <a:t>Pipeline</a:t>
            </a:r>
            <a:r>
              <a:rPr lang="en-IN" dirty="0"/>
              <a:t> </a:t>
            </a:r>
          </a:p>
          <a:p>
            <a:r>
              <a:rPr lang="en-IN" dirty="0"/>
              <a:t>Click </a:t>
            </a:r>
            <a:r>
              <a:rPr lang="en-IN" b="1" dirty="0"/>
              <a:t>OK</a:t>
            </a:r>
            <a:r>
              <a:rPr lang="en-IN" dirty="0"/>
              <a:t> </a:t>
            </a:r>
          </a:p>
          <a:p>
            <a:r>
              <a:rPr lang="en-IN" b="1" dirty="0"/>
              <a:t>Step 3: Add Declarative Pipeline Script</a:t>
            </a:r>
          </a:p>
          <a:p>
            <a:r>
              <a:rPr lang="en-IN" dirty="0"/>
              <a:t>Go to </a:t>
            </a:r>
            <a:r>
              <a:rPr lang="en-IN" b="1" dirty="0"/>
              <a:t>Pipeline &gt; Definition &gt; Pipeline script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0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6D16-1810-A628-E106-0F986C81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Script..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422B-B214-BA2A-3A1F-DF79A08ED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Text-File Attached</a:t>
            </a:r>
          </a:p>
        </p:txBody>
      </p:sp>
    </p:spTree>
    <p:extLst>
      <p:ext uri="{BB962C8B-B14F-4D97-AF65-F5344CB8AC3E}">
        <p14:creationId xmlns:p14="http://schemas.microsoft.com/office/powerpoint/2010/main" val="8174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DE4C-8013-2808-44DA-30024EBE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8A42-5152-AA62-0956-59FD2A19E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4: Save and Run</a:t>
            </a:r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r>
              <a:rPr lang="en-IN" dirty="0"/>
              <a:t> </a:t>
            </a:r>
          </a:p>
          <a:p>
            <a:r>
              <a:rPr lang="en-IN" dirty="0"/>
              <a:t>Click </a:t>
            </a:r>
            <a:r>
              <a:rPr lang="en-IN" b="1" dirty="0"/>
              <a:t>Build Now</a:t>
            </a:r>
            <a:r>
              <a:rPr lang="en-IN" dirty="0"/>
              <a:t> </a:t>
            </a:r>
          </a:p>
          <a:p>
            <a:r>
              <a:rPr lang="en-IN" dirty="0"/>
              <a:t>Click build number #1 </a:t>
            </a:r>
          </a:p>
          <a:p>
            <a:r>
              <a:rPr lang="en-IN" dirty="0"/>
              <a:t>Click </a:t>
            </a:r>
            <a:r>
              <a:rPr lang="en-IN" b="1" dirty="0"/>
              <a:t>Console Output</a:t>
            </a:r>
            <a:r>
              <a:rPr lang="en-IN" dirty="0"/>
              <a:t> </a:t>
            </a:r>
          </a:p>
          <a:p>
            <a:r>
              <a:rPr lang="en-IN" dirty="0"/>
              <a:t>Expected output:</a:t>
            </a:r>
          </a:p>
          <a:p>
            <a:r>
              <a:rPr lang="en-IN" dirty="0"/>
              <a:t>Building the project...</a:t>
            </a:r>
            <a:br>
              <a:rPr lang="en-IN" dirty="0"/>
            </a:br>
            <a:r>
              <a:rPr lang="en-IN" dirty="0"/>
              <a:t>Build completed on Windows</a:t>
            </a:r>
            <a:br>
              <a:rPr lang="en-IN" dirty="0"/>
            </a:br>
            <a:r>
              <a:rPr lang="en-IN" dirty="0"/>
              <a:t>Running tests...</a:t>
            </a:r>
            <a:br>
              <a:rPr lang="en-IN" dirty="0"/>
            </a:br>
            <a:r>
              <a:rPr lang="en-IN" dirty="0"/>
              <a:t>Test completed successfully</a:t>
            </a:r>
            <a:br>
              <a:rPr lang="en-IN" dirty="0"/>
            </a:br>
            <a:r>
              <a:rPr lang="en-IN" dirty="0"/>
              <a:t>Deploying application...</a:t>
            </a:r>
            <a:br>
              <a:rPr lang="en-IN" dirty="0"/>
            </a:br>
            <a:r>
              <a:rPr lang="en-IN" dirty="0"/>
              <a:t>Deployment completed</a:t>
            </a:r>
            <a:br>
              <a:rPr lang="en-IN" dirty="0"/>
            </a:br>
            <a:r>
              <a:rPr lang="en-IN" dirty="0"/>
              <a:t>Pipeline successful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603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F1CC-B6F6-F8D8-D482-6FEC83F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CFCB-C8B5-5118-86D5-B535AA8DF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Part C: Declarative Pipeline Syntax Explanation</a:t>
            </a:r>
          </a:p>
          <a:p>
            <a:r>
              <a:rPr lang="en-IN" dirty="0"/>
              <a:t>pipeline {</a:t>
            </a:r>
          </a:p>
          <a:p>
            <a:r>
              <a:rPr lang="en-IN" dirty="0"/>
              <a:t>Main block of Declarative Pipeline.</a:t>
            </a:r>
          </a:p>
          <a:p>
            <a:r>
              <a:rPr lang="en-IN" dirty="0"/>
              <a:t>agent any</a:t>
            </a:r>
          </a:p>
          <a:p>
            <a:r>
              <a:rPr lang="en-IN" dirty="0"/>
              <a:t>Runs pipeline on any available Jenkins agent.</a:t>
            </a:r>
          </a:p>
          <a:p>
            <a:r>
              <a:rPr lang="en-IN" dirty="0"/>
              <a:t>stages {</a:t>
            </a:r>
          </a:p>
          <a:p>
            <a:r>
              <a:rPr lang="en-IN" dirty="0"/>
              <a:t>Contains all pipeline stages.</a:t>
            </a:r>
          </a:p>
          <a:p>
            <a:r>
              <a:rPr lang="en-IN" dirty="0"/>
              <a:t>stage('Build') {</a:t>
            </a:r>
          </a:p>
          <a:p>
            <a:r>
              <a:rPr lang="en-IN" dirty="0"/>
              <a:t>Defines one stage.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5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6DB9-BA48-E042-4E11-9EA4A653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913DE-BC2C-9DDA-A781-89B5BF3B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steps {</a:t>
            </a:r>
          </a:p>
          <a:p>
            <a:r>
              <a:rPr lang="en-IN" dirty="0"/>
              <a:t>Contains commands to execute.</a:t>
            </a:r>
          </a:p>
          <a:p>
            <a:r>
              <a:rPr lang="en-IN" dirty="0"/>
              <a:t>bat 'echo message'</a:t>
            </a:r>
          </a:p>
          <a:p>
            <a:r>
              <a:rPr lang="en-IN" dirty="0"/>
              <a:t>Runs Windows Command Prompt command.</a:t>
            </a:r>
          </a:p>
          <a:p>
            <a:r>
              <a:rPr lang="en-IN" dirty="0"/>
              <a:t>post {</a:t>
            </a:r>
          </a:p>
          <a:p>
            <a:r>
              <a:rPr lang="en-IN" dirty="0"/>
              <a:t>Runs after pipeline completion.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20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9F01-A512-E893-663A-6F64B6CE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D: Create Scripted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DB04-FDEE-C7A7-D466-B3C9529D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tep</a:t>
            </a:r>
            <a:r>
              <a:rPr lang="en-IN" b="1" dirty="0"/>
              <a:t> 1: Create New Job</a:t>
            </a:r>
          </a:p>
          <a:p>
            <a:r>
              <a:rPr lang="en-IN" dirty="0"/>
              <a:t>Click </a:t>
            </a:r>
            <a:r>
              <a:rPr lang="en-IN" b="1" dirty="0"/>
              <a:t>New Item</a:t>
            </a:r>
            <a:r>
              <a:rPr lang="en-IN" dirty="0"/>
              <a:t> </a:t>
            </a:r>
          </a:p>
          <a:p>
            <a:r>
              <a:rPr lang="en-IN" dirty="0"/>
              <a:t>Enter name: </a:t>
            </a:r>
          </a:p>
          <a:p>
            <a:r>
              <a:rPr lang="en-IN" dirty="0"/>
              <a:t>Scripted-Pipeline-Demo</a:t>
            </a:r>
          </a:p>
          <a:p>
            <a:r>
              <a:rPr lang="en-IN" dirty="0"/>
              <a:t>Select </a:t>
            </a:r>
            <a:r>
              <a:rPr lang="en-IN" b="1" dirty="0"/>
              <a:t>Pipeline</a:t>
            </a:r>
            <a:r>
              <a:rPr lang="en-IN" dirty="0"/>
              <a:t> </a:t>
            </a:r>
          </a:p>
          <a:p>
            <a:r>
              <a:rPr lang="en-IN" dirty="0"/>
              <a:t>Click </a:t>
            </a:r>
            <a:r>
              <a:rPr lang="en-IN" b="1" dirty="0"/>
              <a:t>OK</a:t>
            </a:r>
            <a:r>
              <a:rPr lang="en-IN" dirty="0"/>
              <a:t> </a:t>
            </a:r>
          </a:p>
          <a:p>
            <a:r>
              <a:rPr lang="en-IN" b="1" dirty="0"/>
              <a:t>Step 2: Add Scripted Pipeline Script</a:t>
            </a:r>
          </a:p>
          <a:p>
            <a:r>
              <a:rPr lang="en-IN" dirty="0"/>
              <a:t>Paste: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6D7D-E9CF-02FB-0391-4E15C46A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88A27-D513-E57E-D0D4-C157D4E0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node {</a:t>
            </a:r>
          </a:p>
          <a:p>
            <a:r>
              <a:rPr lang="en-IN" dirty="0"/>
              <a:t>Allocates Jenkins workspace and executor.</a:t>
            </a:r>
          </a:p>
          <a:p>
            <a:r>
              <a:rPr lang="en-IN" dirty="0"/>
              <a:t>stage('Build') {</a:t>
            </a:r>
          </a:p>
          <a:p>
            <a:r>
              <a:rPr lang="en-IN" dirty="0"/>
              <a:t>Creates a visible stage.</a:t>
            </a:r>
          </a:p>
          <a:p>
            <a:r>
              <a:rPr lang="en-IN" dirty="0"/>
              <a:t>echo 'message'</a:t>
            </a:r>
          </a:p>
          <a:p>
            <a:r>
              <a:rPr lang="en-IN" dirty="0"/>
              <a:t>Prints message in console.</a:t>
            </a:r>
          </a:p>
          <a:p>
            <a:r>
              <a:rPr lang="en-IN" dirty="0"/>
              <a:t>bat 'command'</a:t>
            </a:r>
          </a:p>
          <a:p>
            <a:r>
              <a:rPr lang="en-IN"/>
              <a:t>Runs Windows command.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94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246</Words>
  <Application>Microsoft Macintosh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Jenkins</vt:lpstr>
      <vt:lpstr>Part B: Create First Declarative Pipeline</vt:lpstr>
      <vt:lpstr>Pipeline Script..</vt:lpstr>
      <vt:lpstr>Continue..</vt:lpstr>
      <vt:lpstr>Explanation</vt:lpstr>
      <vt:lpstr>Explanation</vt:lpstr>
      <vt:lpstr>Part D: Create Scripted Pipeline</vt:lpstr>
      <vt:lpstr>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Tiyas Sarkar</dc:creator>
  <cp:lastModifiedBy>Tiyas Sarkar</cp:lastModifiedBy>
  <cp:revision>2</cp:revision>
  <dcterms:created xsi:type="dcterms:W3CDTF">2026-05-13T20:43:27Z</dcterms:created>
  <dcterms:modified xsi:type="dcterms:W3CDTF">2026-05-13T20:55:36Z</dcterms:modified>
</cp:coreProperties>
</file>