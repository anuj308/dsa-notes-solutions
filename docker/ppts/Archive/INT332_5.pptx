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73"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7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INT332</a:t>
            </a:r>
            <a:endParaRPr lang="en-US" dirty="0"/>
          </a:p>
        </p:txBody>
      </p:sp>
      <p:sp>
        <p:nvSpPr>
          <p:cNvPr id="3" name="Subtitle 2"/>
          <p:cNvSpPr>
            <a:spLocks noGrp="1"/>
          </p:cNvSpPr>
          <p:nvPr>
            <p:ph type="subTitle" idx="1"/>
          </p:nvPr>
        </p:nvSpPr>
        <p:spPr/>
        <p:txBody>
          <a:bodyPr/>
          <a:lstStyle/>
          <a:p>
            <a:r>
              <a:rPr lang="en-US"/>
              <a:t>DevOps Practical</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Task1</a:t>
            </a:r>
            <a:endParaRPr lang="en-US"/>
          </a:p>
        </p:txBody>
      </p:sp>
      <p:sp>
        <p:nvSpPr>
          <p:cNvPr id="3" name="Content Placeholder 2"/>
          <p:cNvSpPr>
            <a:spLocks noGrp="1"/>
          </p:cNvSpPr>
          <p:nvPr>
            <p:ph idx="1"/>
          </p:nvPr>
        </p:nvSpPr>
        <p:spPr/>
        <p:txBody>
          <a:bodyPr>
            <a:normAutofit fontScale="90000"/>
          </a:bodyPr>
          <a:p>
            <a:r>
              <a:rPr lang="en-US" altLang="en-US"/>
              <a:t>Students are required to create a simple DevOps automation project using a GitHub-hosted runner in GitHub Actions. First, create a local project folder and initialize it as a Git repository. Then create a Python file (app.py) that prints a message such as “Hello from GitHub Hosted Runner”. After that, create the .github/workflows directory and add a workflow YAML file that automatically executes the Python program whenever code is pushed to the GitHub repository. Students must commit all files, connect the local repository with GitHub, and push the project successfully. Finally, verify the workflow execution from the Actions tab in GitHub and capture screenshots of the successful run. </a:t>
            </a:r>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GitHub-hosted runners</a:t>
            </a:r>
            <a:endParaRPr lang="en-US" altLang="en-US"/>
          </a:p>
        </p:txBody>
      </p:sp>
      <p:sp>
        <p:nvSpPr>
          <p:cNvPr id="3" name="Content Placeholder 2"/>
          <p:cNvSpPr>
            <a:spLocks noGrp="1"/>
          </p:cNvSpPr>
          <p:nvPr>
            <p:ph idx="1"/>
          </p:nvPr>
        </p:nvSpPr>
        <p:spPr/>
        <p:txBody>
          <a:bodyPr/>
          <a:p>
            <a:r>
              <a:rPr lang="en-US" altLang="en-US"/>
              <a:t>GitHub-hosted runners are virtual machines provided and maintained by GitHub to run GitHub Actions workflows.</a:t>
            </a:r>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Self-hosted runners</a:t>
            </a:r>
            <a:endParaRPr lang="en-US" altLang="en-US"/>
          </a:p>
        </p:txBody>
      </p:sp>
      <p:sp>
        <p:nvSpPr>
          <p:cNvPr id="3" name="Content Placeholder 2"/>
          <p:cNvSpPr>
            <a:spLocks noGrp="1"/>
          </p:cNvSpPr>
          <p:nvPr>
            <p:ph idx="1"/>
          </p:nvPr>
        </p:nvSpPr>
        <p:spPr/>
        <p:txBody>
          <a:bodyPr/>
          <a:p>
            <a:r>
              <a:rPr lang="en-US" altLang="en-US"/>
              <a:t>Self-hosted runners are machines managed by the user or organization. They may be physical servers, virtual machines, cloud instances, containers, or on-premises systems.</a:t>
            </a:r>
            <a:endParaRPr lang="en-US"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ltLang="en-US"/>
              <a:t>To run a GitHub Actions workflow using a GitHub-hosted runner.</a:t>
            </a:r>
            <a:endParaRPr lang="en-US" altLang="en-US"/>
          </a:p>
        </p:txBody>
      </p:sp>
      <p:sp>
        <p:nvSpPr>
          <p:cNvPr id="3" name="Content Placeholder 2"/>
          <p:cNvSpPr>
            <a:spLocks noGrp="1"/>
          </p:cNvSpPr>
          <p:nvPr>
            <p:ph idx="1"/>
          </p:nvPr>
        </p:nvSpPr>
        <p:spPr/>
        <p:txBody>
          <a:bodyPr/>
          <a:p>
            <a:r>
              <a:rPr lang="en-US" altLang="en-US"/>
              <a:t>A GitHub Actions workflow is a configurable automated process that runs one or more jobs to automate tasks in your software development lifecycle. It is defined by a YAML file located in your repository's .github/workflows/ directory.</a:t>
            </a:r>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Step 1: Create a GitHub repository</a:t>
            </a:r>
            <a:endParaRPr lang="en-US" altLang="en-US"/>
          </a:p>
        </p:txBody>
      </p:sp>
      <p:sp>
        <p:nvSpPr>
          <p:cNvPr id="3" name="Content Placeholder 2"/>
          <p:cNvSpPr>
            <a:spLocks noGrp="1"/>
          </p:cNvSpPr>
          <p:nvPr>
            <p:ph idx="1"/>
          </p:nvPr>
        </p:nvSpPr>
        <p:spPr/>
        <p:txBody>
          <a:bodyPr/>
          <a:p>
            <a:r>
              <a:rPr lang="en-US" altLang="en-US"/>
              <a:t>Open GitHub.</a:t>
            </a:r>
            <a:endParaRPr lang="en-US" altLang="en-US"/>
          </a:p>
          <a:p>
            <a:r>
              <a:rPr lang="en-US" altLang="en-US"/>
              <a:t>Click New Repository.</a:t>
            </a:r>
            <a:endParaRPr lang="en-US" altLang="en-US"/>
          </a:p>
          <a:p>
            <a:r>
              <a:rPr lang="en-US" altLang="en-US"/>
              <a:t>Repository name:</a:t>
            </a:r>
            <a:endParaRPr lang="en-US" altLang="en-US"/>
          </a:p>
          <a:p>
            <a:r>
              <a:rPr lang="en-US" altLang="en-US"/>
              <a:t>github-runner-demo</a:t>
            </a:r>
            <a:endParaRPr lang="en-US" altLang="en-US"/>
          </a:p>
          <a:p>
            <a:r>
              <a:rPr lang="en-US" altLang="en-US"/>
              <a:t>Select Public or Private.</a:t>
            </a:r>
            <a:endParaRPr lang="en-US" altLang="en-US"/>
          </a:p>
          <a:p>
            <a:r>
              <a:rPr lang="en-US" altLang="en-US"/>
              <a:t>Click Create repository.</a:t>
            </a:r>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Step 1: Create Project Folder</a:t>
            </a:r>
            <a:endParaRPr lang="en-US" altLang="en-US"/>
          </a:p>
        </p:txBody>
      </p:sp>
      <p:sp>
        <p:nvSpPr>
          <p:cNvPr id="3" name="Content Placeholder 2"/>
          <p:cNvSpPr>
            <a:spLocks noGrp="1"/>
          </p:cNvSpPr>
          <p:nvPr>
            <p:ph idx="1"/>
          </p:nvPr>
        </p:nvSpPr>
        <p:spPr/>
        <p:txBody>
          <a:bodyPr/>
          <a:p>
            <a:r>
              <a:rPr lang="en-US" altLang="en-US"/>
              <a:t>mkdir github-runner-demo</a:t>
            </a:r>
            <a:endParaRPr lang="en-US" altLang="en-US"/>
          </a:p>
          <a:p>
            <a:r>
              <a:rPr lang="en-US" altLang="en-US"/>
              <a:t>cd github-runner-demo</a:t>
            </a:r>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Step 2: Initialize Git Repository</a:t>
            </a:r>
            <a:endParaRPr lang="en-US" altLang="en-US"/>
          </a:p>
        </p:txBody>
      </p:sp>
      <p:sp>
        <p:nvSpPr>
          <p:cNvPr id="3" name="Content Placeholder 2"/>
          <p:cNvSpPr>
            <a:spLocks noGrp="1"/>
          </p:cNvSpPr>
          <p:nvPr>
            <p:ph idx="1"/>
          </p:nvPr>
        </p:nvSpPr>
        <p:spPr/>
        <p:txBody>
          <a:bodyPr/>
          <a:p>
            <a:r>
              <a:rPr lang="en-US" altLang="en-US"/>
              <a:t>git init</a:t>
            </a:r>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Step 3: Create Python File</a:t>
            </a:r>
            <a:endParaRPr lang="en-US" altLang="en-US"/>
          </a:p>
        </p:txBody>
      </p:sp>
      <p:sp>
        <p:nvSpPr>
          <p:cNvPr id="3" name="Content Placeholder 2"/>
          <p:cNvSpPr>
            <a:spLocks noGrp="1"/>
          </p:cNvSpPr>
          <p:nvPr>
            <p:ph idx="1"/>
          </p:nvPr>
        </p:nvSpPr>
        <p:spPr/>
        <p:txBody>
          <a:bodyPr/>
          <a:p>
            <a:r>
              <a:rPr lang="en-US" altLang="en-US"/>
              <a:t>nano app.py</a:t>
            </a:r>
            <a:endParaRPr lang="en-US" altLang="en-US"/>
          </a:p>
          <a:p>
            <a:endParaRPr lang="en-US" altLang="en-US"/>
          </a:p>
          <a:p>
            <a:r>
              <a:rPr lang="en-US" altLang="en-US"/>
              <a:t>print("Hello from GitHub Hosted Runner")</a:t>
            </a:r>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Step 4: Create Workflow Directory</a:t>
            </a:r>
            <a:endParaRPr lang="en-US" altLang="en-US"/>
          </a:p>
        </p:txBody>
      </p:sp>
      <p:sp>
        <p:nvSpPr>
          <p:cNvPr id="3" name="Content Placeholder 2"/>
          <p:cNvSpPr>
            <a:spLocks noGrp="1"/>
          </p:cNvSpPr>
          <p:nvPr>
            <p:ph idx="1"/>
          </p:nvPr>
        </p:nvSpPr>
        <p:spPr/>
        <p:txBody>
          <a:bodyPr/>
          <a:p>
            <a:r>
              <a:rPr lang="en-US" altLang="en-US"/>
              <a:t>mkdir -p .github/workflows</a:t>
            </a:r>
            <a:endParaRPr lang="en-US" altLang="en-US"/>
          </a:p>
          <a:p>
            <a:endParaRPr lang="en-US" altLang="en-US"/>
          </a:p>
          <a:p>
            <a:endParaRPr lang="en-US" altLang="en-US"/>
          </a:p>
        </p:txBody>
      </p:sp>
      <p:graphicFrame>
        <p:nvGraphicFramePr>
          <p:cNvPr id="4" name="Table 3"/>
          <p:cNvGraphicFramePr/>
          <p:nvPr/>
        </p:nvGraphicFramePr>
        <p:xfrm>
          <a:off x="853440" y="3093720"/>
          <a:ext cx="10485120" cy="1465580"/>
        </p:xfrm>
        <a:graphic>
          <a:graphicData uri="http://schemas.openxmlformats.org/drawingml/2006/table">
            <a:tbl>
              <a:tblPr/>
              <a:tblGrid>
                <a:gridCol w="5242560"/>
                <a:gridCol w="5242560"/>
              </a:tblGrid>
              <a:tr h="366395">
                <a:tc>
                  <a:txBody>
                    <a:bodyPr/>
                    <a:p>
                      <a:r>
                        <a:rPr sz="1100"/>
                        <a:t>Part</a:t>
                      </a:r>
                      <a:endParaRPr sz="1100"/>
                    </a:p>
                  </a:txBody>
                  <a:tcPr marL="0" marR="0" marT="0" marB="0" anchor="ctr" anchorCtr="0">
                    <a:lnL>
                      <a:noFill/>
                    </a:lnL>
                    <a:lnR>
                      <a:noFill/>
                    </a:lnR>
                    <a:lnT>
                      <a:noFill/>
                    </a:lnT>
                    <a:lnB>
                      <a:noFill/>
                    </a:lnB>
                    <a:noFill/>
                  </a:tcPr>
                </a:tc>
                <a:tc>
                  <a:txBody>
                    <a:bodyPr/>
                    <a:p>
                      <a:r>
                        <a:rPr sz="1100"/>
                        <a:t>Meaning</a:t>
                      </a:r>
                      <a:endParaRPr sz="1100"/>
                    </a:p>
                  </a:txBody>
                  <a:tcPr marL="0" marR="0" marT="0" marB="0" anchor="ctr" anchorCtr="0">
                    <a:lnL>
                      <a:noFill/>
                    </a:lnL>
                    <a:lnR>
                      <a:noFill/>
                    </a:lnR>
                    <a:lnT>
                      <a:noFill/>
                    </a:lnT>
                    <a:lnB>
                      <a:noFill/>
                    </a:lnB>
                    <a:noFill/>
                  </a:tcPr>
                </a:tc>
              </a:tr>
              <a:tr h="366395">
                <a:tc>
                  <a:txBody>
                    <a:bodyPr/>
                    <a:p>
                      <a:r>
                        <a:rPr sz="1100"/>
                        <a:t>mkdir</a:t>
                      </a:r>
                      <a:endParaRPr sz="1100"/>
                    </a:p>
                  </a:txBody>
                  <a:tcPr marL="0" marR="0" marT="0" marB="0" anchor="ctr" anchorCtr="0">
                    <a:lnL>
                      <a:noFill/>
                    </a:lnL>
                    <a:lnR>
                      <a:noFill/>
                    </a:lnR>
                    <a:lnT>
                      <a:noFill/>
                    </a:lnT>
                    <a:lnB>
                      <a:noFill/>
                    </a:lnB>
                    <a:noFill/>
                  </a:tcPr>
                </a:tc>
                <a:tc>
                  <a:txBody>
                    <a:bodyPr/>
                    <a:p>
                      <a:r>
                        <a:rPr sz="1100"/>
                        <a:t>Make directory (create folder)</a:t>
                      </a:r>
                      <a:endParaRPr sz="1100"/>
                    </a:p>
                  </a:txBody>
                  <a:tcPr marL="0" marR="0" marT="0" marB="0" anchor="ctr" anchorCtr="0">
                    <a:lnL>
                      <a:noFill/>
                    </a:lnL>
                    <a:lnR>
                      <a:noFill/>
                    </a:lnR>
                    <a:lnT>
                      <a:noFill/>
                    </a:lnT>
                    <a:lnB>
                      <a:noFill/>
                    </a:lnB>
                    <a:noFill/>
                  </a:tcPr>
                </a:tc>
              </a:tr>
              <a:tr h="366395">
                <a:tc>
                  <a:txBody>
                    <a:bodyPr/>
                    <a:p>
                      <a:r>
                        <a:rPr sz="1100"/>
                        <a:t>-p</a:t>
                      </a:r>
                      <a:endParaRPr sz="1100"/>
                    </a:p>
                  </a:txBody>
                  <a:tcPr marL="0" marR="0" marT="0" marB="0" anchor="ctr" anchorCtr="0">
                    <a:lnL>
                      <a:noFill/>
                    </a:lnL>
                    <a:lnR>
                      <a:noFill/>
                    </a:lnR>
                    <a:lnT>
                      <a:noFill/>
                    </a:lnT>
                    <a:lnB>
                      <a:noFill/>
                    </a:lnB>
                    <a:noFill/>
                  </a:tcPr>
                </a:tc>
                <a:tc>
                  <a:txBody>
                    <a:bodyPr/>
                    <a:p>
                      <a:r>
                        <a:rPr sz="1100"/>
                        <a:t>Create parent folders automatically if they do not exist</a:t>
                      </a:r>
                      <a:endParaRPr sz="1100"/>
                    </a:p>
                  </a:txBody>
                  <a:tcPr marL="0" marR="0" marT="0" marB="0" anchor="ctr" anchorCtr="0">
                    <a:lnL>
                      <a:noFill/>
                    </a:lnL>
                    <a:lnR>
                      <a:noFill/>
                    </a:lnR>
                    <a:lnT>
                      <a:noFill/>
                    </a:lnT>
                    <a:lnB>
                      <a:noFill/>
                    </a:lnB>
                    <a:noFill/>
                  </a:tcPr>
                </a:tc>
              </a:tr>
              <a:tr h="366395">
                <a:tc>
                  <a:txBody>
                    <a:bodyPr/>
                    <a:p>
                      <a:r>
                        <a:rPr sz="1100"/>
                        <a:t>.github/workflows</a:t>
                      </a:r>
                      <a:endParaRPr sz="1100"/>
                    </a:p>
                  </a:txBody>
                  <a:tcPr marL="0" marR="0" marT="0" marB="0" anchor="ctr" anchorCtr="0">
                    <a:lnL>
                      <a:noFill/>
                    </a:lnL>
                    <a:lnR>
                      <a:noFill/>
                    </a:lnR>
                    <a:lnT>
                      <a:noFill/>
                    </a:lnT>
                    <a:lnB>
                      <a:noFill/>
                    </a:lnB>
                    <a:noFill/>
                  </a:tcPr>
                </a:tc>
                <a:tc>
                  <a:txBody>
                    <a:bodyPr/>
                    <a:p>
                      <a:r>
                        <a:rPr sz="1100"/>
                        <a:t>Folder path to create</a:t>
                      </a:r>
                      <a:endParaRPr sz="11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Step 5: Create Workflow YAML File</a:t>
            </a:r>
            <a:endParaRPr lang="en-US" altLang="en-US"/>
          </a:p>
        </p:txBody>
      </p:sp>
      <p:sp>
        <p:nvSpPr>
          <p:cNvPr id="3" name="Content Placeholder 2"/>
          <p:cNvSpPr>
            <a:spLocks noGrp="1"/>
          </p:cNvSpPr>
          <p:nvPr>
            <p:ph idx="1"/>
          </p:nvPr>
        </p:nvSpPr>
        <p:spPr/>
        <p:txBody>
          <a:bodyPr/>
          <a:p>
            <a:r>
              <a:rPr lang="en-US" altLang="en-US"/>
              <a:t>nano .github/workflows/github-hosted.yml</a:t>
            </a:r>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Step 6: Add Files</a:t>
            </a:r>
            <a:endParaRPr lang="en-US" altLang="en-US"/>
          </a:p>
        </p:txBody>
      </p:sp>
      <p:sp>
        <p:nvSpPr>
          <p:cNvPr id="3" name="Content Placeholder 2"/>
          <p:cNvSpPr>
            <a:spLocks noGrp="1"/>
          </p:cNvSpPr>
          <p:nvPr>
            <p:ph idx="1"/>
          </p:nvPr>
        </p:nvSpPr>
        <p:spPr/>
        <p:txBody>
          <a:bodyPr>
            <a:normAutofit/>
          </a:bodyPr>
          <a:p>
            <a:r>
              <a:rPr lang="en-US" altLang="en-US"/>
              <a:t>git add .</a:t>
            </a:r>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Step 7: Commit Files</a:t>
            </a:r>
            <a:endParaRPr lang="en-US" altLang="en-US"/>
          </a:p>
        </p:txBody>
      </p:sp>
      <p:sp>
        <p:nvSpPr>
          <p:cNvPr id="3" name="Content Placeholder 2"/>
          <p:cNvSpPr>
            <a:spLocks noGrp="1"/>
          </p:cNvSpPr>
          <p:nvPr>
            <p:ph idx="1"/>
          </p:nvPr>
        </p:nvSpPr>
        <p:spPr/>
        <p:txBody>
          <a:bodyPr/>
          <a:p>
            <a:r>
              <a:rPr lang="en-US" altLang="en-US"/>
              <a:t>git commit -m "Initial GitHub Actions Setup"</a:t>
            </a:r>
            <a:endParaRPr lang="en-US" altLang="en-US"/>
          </a:p>
          <a:p>
            <a:endParaRPr lang="en-US" altLang="en-US"/>
          </a:p>
          <a:p>
            <a:endParaRPr lang="en-US" altLang="en-US"/>
          </a:p>
          <a:p>
            <a:r>
              <a:rPr lang="en-US" altLang="en-US"/>
              <a:t>If Git asks username/email first time, run:</a:t>
            </a:r>
            <a:endParaRPr lang="en-US" altLang="en-US"/>
          </a:p>
          <a:p>
            <a:r>
              <a:rPr lang="en-US" altLang="en-US"/>
              <a:t>git config --global user.name "Your Name"</a:t>
            </a:r>
            <a:endParaRPr lang="en-US" altLang="en-US"/>
          </a:p>
          <a:p>
            <a:r>
              <a:rPr lang="en-US" altLang="en-US"/>
              <a:t>git config --global user.email "your_email@gmail.com"</a:t>
            </a:r>
            <a:endParaRPr lang="en-US" altLang="en-US"/>
          </a:p>
          <a:p>
            <a:r>
              <a:rPr lang="en-US" altLang="en-US"/>
              <a:t>git commit -m "Initial GitHub Actions Setup"</a:t>
            </a:r>
            <a:endParaRPr lang="en-US"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Step 8: Create GitHub Repository</a:t>
            </a:r>
            <a:endParaRPr lang="en-US" altLang="en-US"/>
          </a:p>
        </p:txBody>
      </p:sp>
      <p:sp>
        <p:nvSpPr>
          <p:cNvPr id="3" name="Content Placeholder 2"/>
          <p:cNvSpPr>
            <a:spLocks noGrp="1"/>
          </p:cNvSpPr>
          <p:nvPr>
            <p:ph idx="1"/>
          </p:nvPr>
        </p:nvSpPr>
        <p:spPr/>
        <p:txBody>
          <a:bodyPr/>
          <a:p>
            <a:r>
              <a:rPr lang="en-US" altLang="en-US"/>
              <a:t>Go to GitHub website.</a:t>
            </a:r>
            <a:endParaRPr lang="en-US" altLang="en-US"/>
          </a:p>
          <a:p>
            <a:r>
              <a:rPr lang="en-US" altLang="en-US"/>
              <a:t>github-runner-demo</a:t>
            </a:r>
            <a:endParaRPr lang="en-US" altLang="en-US"/>
          </a:p>
          <a:p>
            <a:endParaRPr lang="en-US" altLang="en-US"/>
          </a:p>
          <a:p>
            <a:r>
              <a:rPr lang="en-US" altLang="en-US"/>
              <a:t>DO NOT select README.</a:t>
            </a:r>
            <a:endParaRPr lang="en-US"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Step 9: Connect Local Repo to GitHub</a:t>
            </a:r>
            <a:endParaRPr lang="en-US" altLang="en-US"/>
          </a:p>
        </p:txBody>
      </p:sp>
      <p:sp>
        <p:nvSpPr>
          <p:cNvPr id="3" name="Content Placeholder 2"/>
          <p:cNvSpPr>
            <a:spLocks noGrp="1"/>
          </p:cNvSpPr>
          <p:nvPr>
            <p:ph idx="1"/>
          </p:nvPr>
        </p:nvSpPr>
        <p:spPr/>
        <p:txBody>
          <a:bodyPr/>
          <a:p>
            <a:r>
              <a:rPr lang="en-US" altLang="en-US"/>
              <a:t>Replace USERNAME with your GitHub username:</a:t>
            </a:r>
            <a:endParaRPr lang="en-US" altLang="en-US"/>
          </a:p>
          <a:p>
            <a:endParaRPr lang="en-US" altLang="en-US"/>
          </a:p>
          <a:p>
            <a:r>
              <a:rPr lang="en-US" altLang="en-US"/>
              <a:t>git remote add origin https://github.com/tiyassarkar/github-runner-demo.git</a:t>
            </a:r>
            <a:endParaRPr lang="en-US"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Step 10: Push Code</a:t>
            </a:r>
            <a:endParaRPr lang="en-US" altLang="en-US"/>
          </a:p>
        </p:txBody>
      </p:sp>
      <p:sp>
        <p:nvSpPr>
          <p:cNvPr id="3" name="Content Placeholder 2"/>
          <p:cNvSpPr>
            <a:spLocks noGrp="1"/>
          </p:cNvSpPr>
          <p:nvPr>
            <p:ph idx="1"/>
          </p:nvPr>
        </p:nvSpPr>
        <p:spPr/>
        <p:txBody>
          <a:bodyPr/>
          <a:p>
            <a:r>
              <a:rPr lang="en-US" altLang="en-US"/>
              <a:t>git push -u origin main</a:t>
            </a:r>
            <a:endParaRPr lang="en-US" altLang="en-US"/>
          </a:p>
          <a:p>
            <a:endParaRPr lang="en-US" altLang="en-US"/>
          </a:p>
          <a:p>
            <a:r>
              <a:rPr lang="en-US" altLang="en-US"/>
              <a:t>If login popup appears → authenticate GitHub.</a:t>
            </a:r>
            <a:endParaRPr lang="en-US"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Step 11: Check GitHub Actions</a:t>
            </a:r>
            <a:endParaRPr lang="en-US" altLang="en-US"/>
          </a:p>
        </p:txBody>
      </p:sp>
      <p:sp>
        <p:nvSpPr>
          <p:cNvPr id="3" name="Content Placeholder 2"/>
          <p:cNvSpPr>
            <a:spLocks noGrp="1"/>
          </p:cNvSpPr>
          <p:nvPr>
            <p:ph idx="1"/>
          </p:nvPr>
        </p:nvSpPr>
        <p:spPr/>
        <p:txBody>
          <a:bodyPr/>
          <a:p>
            <a:r>
              <a:rPr lang="en-US" altLang="en-US"/>
              <a:t>Open repository on GitHub.</a:t>
            </a:r>
            <a:endParaRPr lang="en-US" altLang="en-US"/>
          </a:p>
          <a:p>
            <a:endParaRPr lang="en-US" altLang="en-US"/>
          </a:p>
          <a:p>
            <a:r>
              <a:rPr lang="en-US" altLang="en-US"/>
              <a:t>Go To Actions --You will see workflow running automatically.</a:t>
            </a:r>
            <a:endParaRPr lang="en-US" altLang="en-US"/>
          </a:p>
          <a:p>
            <a:r>
              <a:rPr lang="en-US" altLang="en-US"/>
              <a:t>Expected output:</a:t>
            </a:r>
            <a:endParaRPr lang="en-US" altLang="en-US"/>
          </a:p>
          <a:p>
            <a:endParaRPr lang="en-US" altLang="en-US"/>
          </a:p>
          <a:p>
            <a:r>
              <a:rPr lang="en-US" altLang="en-US"/>
              <a:t>Hello from GitHub Hosted Runner</a:t>
            </a:r>
            <a:endParaRPr lang="en-US" altLang="en-US"/>
          </a:p>
          <a:p>
            <a:endParaRPr lang="en-US"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lnSpcReduction="10000"/>
          </a:bodyPr>
          <a:p>
            <a:r>
              <a:rPr lang="en-US" altLang="en-US"/>
              <a:t>This is the workflow name shown in GitHub Actions dashboard.</a:t>
            </a:r>
            <a:endParaRPr lang="en-US" altLang="en-US"/>
          </a:p>
          <a:p>
            <a:endParaRPr lang="en-US" altLang="en-US"/>
          </a:p>
          <a:p>
            <a:r>
              <a:rPr lang="en-US" altLang="en-US"/>
              <a:t>Trigger Section--Workflow runs automatically when code is pushed to:</a:t>
            </a:r>
            <a:endParaRPr lang="en-US" altLang="en-US"/>
          </a:p>
          <a:p>
            <a:r>
              <a:rPr lang="en-US" altLang="en-US"/>
              <a:t>After push → workflow starts automatically.</a:t>
            </a:r>
            <a:endParaRPr lang="en-US" altLang="en-US"/>
          </a:p>
          <a:p>
            <a:endParaRPr lang="en-US" altLang="en-US"/>
          </a:p>
          <a:p>
            <a:r>
              <a:rPr lang="en-US" altLang="en-US"/>
              <a:t>Adds manual run button in GitHub Actions.</a:t>
            </a:r>
            <a:endParaRPr lang="en-US" altLang="en-US"/>
          </a:p>
          <a:p>
            <a:endParaRPr lang="en-US" altLang="en-US"/>
          </a:p>
          <a:p>
            <a:r>
              <a:rPr lang="en-US" altLang="en-US"/>
              <a:t>Defines all tasks/jobs to execute.</a:t>
            </a:r>
            <a:endParaRPr lang="en-US"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2963</Words>
  <Application>WPS Docs</Application>
  <PresentationFormat>Widescreen</PresentationFormat>
  <Paragraphs>122</Paragraphs>
  <Slides>19</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19</vt:i4>
      </vt:variant>
    </vt:vector>
  </HeadingPairs>
  <TitlesOfParts>
    <vt:vector size="30" baseType="lpstr">
      <vt:lpstr>Arial</vt:lpstr>
      <vt:lpstr>SimSun</vt:lpstr>
      <vt:lpstr>Wingdings</vt:lpstr>
      <vt:lpstr>Calibri Light</vt:lpstr>
      <vt:lpstr>Helvetica Neue</vt:lpstr>
      <vt:lpstr>Calibri</vt:lpstr>
      <vt:lpstr>Microsoft YaHei</vt:lpstr>
      <vt:lpstr>汉仪旗黑</vt:lpstr>
      <vt:lpstr>Arial Unicode MS</vt:lpstr>
      <vt:lpstr>宋体-简</vt:lpstr>
      <vt:lpstr>Office Theme</vt:lpstr>
      <vt:lpstr>INT332</vt:lpstr>
      <vt:lpstr>Task1</vt:lpstr>
      <vt:lpstr>GitHub-hosted runners</vt:lpstr>
      <vt:lpstr>Self-hosted runners</vt:lpstr>
      <vt:lpstr>To run a GitHub Actions workflow using a GitHub-hosted runner.</vt:lpstr>
      <vt:lpstr>Step 1: Create a GitHub repository</vt:lpstr>
      <vt:lpstr>Step 1: Create Project Folder</vt:lpstr>
      <vt:lpstr>Step 2: Initialize Git Repository</vt:lpstr>
      <vt:lpstr>Step 3: Create Python File</vt:lpstr>
      <vt:lpstr>Step 4: Create Workflow Directory</vt:lpstr>
      <vt:lpstr>Step 5: Create Workflow YAML File</vt:lpstr>
      <vt:lpstr>Step 6: Add Files</vt:lpstr>
      <vt:lpstr>Step 7: Commit Files</vt:lpstr>
      <vt:lpstr>Step 8: Create GitHub Repository</vt:lpstr>
      <vt:lpstr>Step 9: Connect Local Repo to GitHub</vt:lpstr>
      <vt:lpstr>Step 10: Push Code</vt:lpstr>
      <vt:lpstr>Step 11: Check GitHub Actions</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tiyassarkar</dc:creator>
  <cp:lastModifiedBy>tiyassarkar</cp:lastModifiedBy>
  <cp:revision>7</cp:revision>
  <dcterms:created xsi:type="dcterms:W3CDTF">2026-05-08T01:46:10Z</dcterms:created>
  <dcterms:modified xsi:type="dcterms:W3CDTF">2026-05-08T01:46:10Z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24EE672B7E74FF2B5B9BFA690F974AE8_41</vt:lpwstr>
  </property>
  <property fmtid="{D5CDD505-2E9C-101B-9397-08002B2CF9AE}" pid="3" name="KSOProductBuildVer">
    <vt:lpwstr>1033-12.1.25880.25880</vt:lpwstr>
  </property>
</Properties>
</file>