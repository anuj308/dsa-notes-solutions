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3" r:id="rId3"/>
    <p:sldId id="304" r:id="rId4"/>
    <p:sldId id="305" r:id="rId5"/>
    <p:sldId id="306" r:id="rId6"/>
    <p:sldId id="307" r:id="rId7"/>
    <p:sldId id="30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000" y="1066800"/>
            <a:ext cx="2616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066800"/>
            <a:ext cx="7645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oleObject" Target="../embeddings/oleObject1.bin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1066800"/>
            <a:ext cx="1036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ctr" anchorCtr="0" compatLnSpc="1"/>
          <a:lstStyle/>
          <a:p>
            <a:pPr lvl="0"/>
            <a:r>
              <a:rPr lang="en-US"/>
              <a:t>Click Here to Add Title</a:t>
            </a:r>
            <a:endParaRPr lang="en-US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 algn="r">
              <a:defRPr sz="1200" b="1">
                <a:latin typeface="+mn-lt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916517" y="152400"/>
          <a:ext cx="253788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Clip" r:id="rId13" imgW="3181350" imgH="1019175" progId="">
                  <p:embed/>
                </p:oleObj>
              </mc:Choice>
              <mc:Fallback>
                <p:oleObj name="Clip" r:id="rId13" imgW="3181350" imgH="101917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17" y="152400"/>
                        <a:ext cx="253788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715001" y="304800"/>
            <a:ext cx="4575225" cy="3385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600" b="1">
                <a:latin typeface="Arial" panose="020B0604020202090204" pitchFamily="34" charset="0"/>
              </a:rPr>
              <a:t> Engineering H192  - Computer Programming</a:t>
            </a:r>
            <a:endParaRPr lang="en-US" sz="1600" b="1">
              <a:latin typeface="Arial" panose="020B0604020202090204" pitchFamily="34" charset="0"/>
            </a:endParaRPr>
          </a:p>
        </p:txBody>
      </p:sp>
      <p:sp>
        <p:nvSpPr>
          <p:cNvPr id="1341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>
              <a:defRPr sz="1200" b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4064000" y="6169025"/>
            <a:ext cx="3243129" cy="276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200" b="1">
                <a:latin typeface="Arial" panose="020B0604020202090204" pitchFamily="34" charset="0"/>
              </a:rPr>
              <a:t>Gateway Engineering Education Coalition</a:t>
            </a:r>
            <a:endParaRPr lang="en-US" sz="1200" b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Images &amp; Containers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4 at 7.13.4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1061085"/>
            <a:ext cx="9552305" cy="4650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Screenshot 2025-01-14 at 7.22.0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890" y="970280"/>
            <a:ext cx="9196705" cy="5075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Screenshot 2025-01-14 at 7.21.4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470" y="554990"/>
            <a:ext cx="8576945" cy="5904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4 at 7.25.0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685" y="879475"/>
            <a:ext cx="8463915" cy="535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4 at 7.26.2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999490"/>
            <a:ext cx="8920480" cy="51727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Blank Presentation 9">
      <a:dk1>
        <a:srgbClr val="000000"/>
      </a:dk1>
      <a:lt1>
        <a:srgbClr val="FFFFFF"/>
      </a:lt1>
      <a:dk2>
        <a:srgbClr val="0000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0000"/>
        </a:dk1>
        <a:lt1>
          <a:srgbClr val="FFFFFF"/>
        </a:lt1>
        <a:dk2>
          <a:srgbClr val="3399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000000"/>
        </a:dk1>
        <a:lt1>
          <a:srgbClr val="FFFFFF"/>
        </a:lt1>
        <a:dk2>
          <a:srgbClr val="0000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19</Words>
  <Application>WPS Presentation</Application>
  <PresentationFormat>Widescreen</PresentationFormat>
  <Paragraphs>2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宋体-简</vt:lpstr>
      <vt:lpstr>Theme1</vt:lpstr>
      <vt:lpstr>Images &amp; Containers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for Data Science</dc:title>
  <dc:creator>91977</dc:creator>
  <cp:lastModifiedBy>divya</cp:lastModifiedBy>
  <cp:revision>13</cp:revision>
  <dcterms:created xsi:type="dcterms:W3CDTF">2025-01-31T04:04:01Z</dcterms:created>
  <dcterms:modified xsi:type="dcterms:W3CDTF">2025-01-31T04:04:01Z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67773DEF16239612B04B9C674612BAD7_43</vt:lpwstr>
  </property>
  <property fmtid="{D5CDD505-2E9C-101B-9397-08002B2CF9AE}" pid="3" name="KSOProductBuildVer">
    <vt:lpwstr>1033-6.11.0.8615</vt:lpwstr>
  </property>
</Properties>
</file>