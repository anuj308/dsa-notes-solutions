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MAVEN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Practical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1: Install Maven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java -version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Check Maven: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-version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 Create a Maven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archetype:generate -DgroupId=com.example -DartifactId=MyMavenApp -DarchetypeArtifactId=maven-archetype-quickstart -DinteractiveMode=false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This creates a project named MyMavenApp.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Project structure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en-US"/>
              <a:t>After creation, the folder structure looks like this:</a:t>
            </a:r>
            <a:endParaRPr lang="en-US"/>
          </a:p>
          <a:p>
            <a:r>
              <a:rPr lang="en-US"/>
              <a:t>MyMavenApp</a:t>
            </a:r>
            <a:endParaRPr lang="en-US"/>
          </a:p>
          <a:p>
            <a:r>
              <a:rPr lang="en-US"/>
              <a:t>│── pom.xml</a:t>
            </a:r>
            <a:endParaRPr lang="en-US"/>
          </a:p>
          <a:p>
            <a:r>
              <a:rPr lang="en-US"/>
              <a:t>└── src</a:t>
            </a:r>
            <a:endParaRPr lang="en-US"/>
          </a:p>
          <a:p>
            <a:r>
              <a:rPr lang="en-US"/>
              <a:t>    ├── main</a:t>
            </a:r>
            <a:endParaRPr lang="en-US"/>
          </a:p>
          <a:p>
            <a:r>
              <a:rPr lang="en-US"/>
              <a:t>    │   └── java</a:t>
            </a:r>
            <a:endParaRPr lang="en-US"/>
          </a:p>
          <a:p>
            <a:r>
              <a:rPr lang="en-US"/>
              <a:t>    │       └── com</a:t>
            </a:r>
            <a:endParaRPr lang="en-US"/>
          </a:p>
          <a:p>
            <a:r>
              <a:rPr lang="en-US"/>
              <a:t>    │           └── example</a:t>
            </a:r>
            <a:endParaRPr lang="en-US"/>
          </a:p>
          <a:p>
            <a:r>
              <a:rPr lang="en-US"/>
              <a:t>    │               └── App.java</a:t>
            </a:r>
            <a:endParaRPr lang="en-US"/>
          </a:p>
          <a:p>
            <a:r>
              <a:rPr lang="en-US"/>
              <a:t>    └── test</a:t>
            </a:r>
            <a:endParaRPr lang="en-US"/>
          </a:p>
          <a:p>
            <a:r>
              <a:rPr lang="en-US"/>
              <a:t>        └── java</a:t>
            </a:r>
            <a:endParaRPr lang="en-US"/>
          </a:p>
          <a:p>
            <a:r>
              <a:rPr lang="en-US"/>
              <a:t>            └── com</a:t>
            </a:r>
            <a:endParaRPr lang="en-US"/>
          </a:p>
          <a:p>
            <a:r>
              <a:rPr lang="en-US"/>
              <a:t>                └── example</a:t>
            </a:r>
            <a:endParaRPr lang="en-US"/>
          </a:p>
          <a:p>
            <a:r>
              <a:rPr lang="en-US"/>
              <a:t>                    └── AppTest.java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Understand basic pom.xml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en-US"/>
              <a:t>&lt;project xmlns="http://maven.apache.org/POM/4.0.0"</a:t>
            </a:r>
            <a:endParaRPr lang="en-US"/>
          </a:p>
          <a:p>
            <a:r>
              <a:rPr lang="en-US"/>
              <a:t>         xmlns:xsi="http://www.w3.org/2001/XMLSchema-instance"</a:t>
            </a:r>
            <a:endParaRPr lang="en-US"/>
          </a:p>
          <a:p>
            <a:r>
              <a:rPr lang="en-US"/>
              <a:t>         xsi:schemaLocation="http://maven.apache.org/POM/4.0.0</a:t>
            </a:r>
            <a:endParaRPr lang="en-US"/>
          </a:p>
          <a:p>
            <a:r>
              <a:rPr lang="en-US"/>
              <a:t>         http://maven.apache.org/xsd/maven-4.0.0.xsd"&gt;</a:t>
            </a:r>
            <a:endParaRPr lang="en-US"/>
          </a:p>
          <a:p>
            <a:endParaRPr lang="en-US"/>
          </a:p>
          <a:p>
            <a:r>
              <a:rPr lang="en-US"/>
              <a:t>    &lt;modelVersion&gt;4.0.0&lt;/modelVersion&gt;</a:t>
            </a:r>
            <a:endParaRPr lang="en-US"/>
          </a:p>
          <a:p>
            <a:endParaRPr lang="en-US"/>
          </a:p>
          <a:p>
            <a:r>
              <a:rPr lang="en-US"/>
              <a:t>    &lt;groupId&gt;com.example&lt;/groupId&gt;</a:t>
            </a:r>
            <a:endParaRPr lang="en-US"/>
          </a:p>
          <a:p>
            <a:r>
              <a:rPr lang="en-US"/>
              <a:t>    &lt;artifactId&gt;MyMavenApp&lt;/artifactId&gt;</a:t>
            </a:r>
            <a:endParaRPr lang="en-US"/>
          </a:p>
          <a:p>
            <a:r>
              <a:rPr lang="en-US"/>
              <a:t>    &lt;version&gt;1.0-SNAPSHOT&lt;/version&gt;</a:t>
            </a:r>
            <a:endParaRPr lang="en-US"/>
          </a:p>
          <a:p>
            <a:r>
              <a:rPr lang="en-US"/>
              <a:t>    &lt;packaging&gt;jar&lt;/packaging&gt;</a:t>
            </a:r>
            <a:endParaRPr lang="en-US"/>
          </a:p>
          <a:p>
            <a:endParaRPr lang="en-US"/>
          </a:p>
          <a:p>
            <a:r>
              <a:rPr lang="en-US"/>
              <a:t>    &lt;name&gt;MyMavenApp&lt;/name&gt;</a:t>
            </a:r>
            <a:endParaRPr lang="en-US"/>
          </a:p>
          <a:p>
            <a:endParaRPr lang="en-US"/>
          </a:p>
          <a:p>
            <a:r>
              <a:rPr lang="en-US"/>
              <a:t>&lt;/project&gt;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Meaning:</a:t>
            </a:r>
            <a:endParaRPr lang="en-US"/>
          </a:p>
          <a:p>
            <a:r>
              <a:rPr lang="en-US"/>
              <a:t>groupId → company/package name</a:t>
            </a:r>
            <a:endParaRPr lang="en-US"/>
          </a:p>
          <a:p>
            <a:r>
              <a:rPr lang="en-US"/>
              <a:t>artifactId → project name</a:t>
            </a:r>
            <a:endParaRPr lang="en-US"/>
          </a:p>
          <a:p>
            <a:r>
              <a:rPr lang="en-US"/>
              <a:t>version → project version</a:t>
            </a:r>
            <a:endParaRPr lang="en-US"/>
          </a:p>
          <a:p>
            <a:r>
              <a:rPr lang="en-US"/>
              <a:t>packaging → output type (jar, war)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5: Add dependency in pom.xml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&lt;dependencies&gt;</a:t>
            </a:r>
            <a:endParaRPr lang="en-US"/>
          </a:p>
          <a:p>
            <a:r>
              <a:rPr lang="en-US"/>
              <a:t>    &lt;dependency&gt;</a:t>
            </a:r>
            <a:endParaRPr lang="en-US"/>
          </a:p>
          <a:p>
            <a:r>
              <a:rPr lang="en-US"/>
              <a:t>        &lt;groupId&gt;junit&lt;/groupId&gt;</a:t>
            </a:r>
            <a:endParaRPr lang="en-US"/>
          </a:p>
          <a:p>
            <a:r>
              <a:rPr lang="en-US"/>
              <a:t>        &lt;artifactId&gt;junit&lt;/artifactId&gt;</a:t>
            </a:r>
            <a:endParaRPr lang="en-US"/>
          </a:p>
          <a:p>
            <a:r>
              <a:rPr lang="en-US"/>
              <a:t>        &lt;version&gt;4.13.2&lt;/version&gt;</a:t>
            </a:r>
            <a:endParaRPr lang="en-US"/>
          </a:p>
          <a:p>
            <a:r>
              <a:rPr lang="en-US"/>
              <a:t>        &lt;scope&gt;test&lt;/scope&gt;</a:t>
            </a:r>
            <a:endParaRPr lang="en-US"/>
          </a:p>
          <a:p>
            <a:r>
              <a:rPr lang="en-US"/>
              <a:t>    &lt;/dependency&gt;</a:t>
            </a:r>
            <a:endParaRPr lang="en-US"/>
          </a:p>
          <a:p>
            <a:r>
              <a:rPr lang="en-US"/>
              <a:t>&lt;/dependencies&gt;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6: Write Java 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p>
            <a:r>
              <a:rPr lang="en-US"/>
              <a:t>Open App.java:</a:t>
            </a:r>
            <a:endParaRPr lang="en-US"/>
          </a:p>
          <a:p>
            <a:endParaRPr lang="en-US"/>
          </a:p>
          <a:p>
            <a:r>
              <a:rPr lang="en-US"/>
              <a:t>package com.example;</a:t>
            </a:r>
            <a:endParaRPr lang="en-US"/>
          </a:p>
          <a:p>
            <a:endParaRPr lang="en-US"/>
          </a:p>
          <a:p>
            <a:r>
              <a:rPr lang="en-US"/>
              <a:t>public class App {</a:t>
            </a:r>
            <a:endParaRPr lang="en-US"/>
          </a:p>
          <a:p>
            <a:r>
              <a:rPr lang="en-US"/>
              <a:t>    public static void main(String[] args) {</a:t>
            </a:r>
            <a:endParaRPr lang="en-US"/>
          </a:p>
          <a:p>
            <a:r>
              <a:rPr lang="en-US"/>
              <a:t>        System.out.println("Hello, Maven!");</a:t>
            </a:r>
            <a:endParaRPr lang="en-US"/>
          </a:p>
          <a:p>
            <a:r>
              <a:rPr lang="en-US"/>
              <a:t>    }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7: Compile the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Move into project folder: cd MyMavenApp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Compile: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compile</a:t>
            </a:r>
            <a:endParaRPr lang="en-US"/>
          </a:p>
          <a:p>
            <a:endParaRPr lang="en-US"/>
          </a:p>
          <a:p>
            <a:r>
              <a:rPr lang="en-US"/>
              <a:t>This creates the target folder and compiles Java files.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8: Run tests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test</a:t>
            </a:r>
            <a:endParaRPr lang="en-US"/>
          </a:p>
          <a:p>
            <a:endParaRPr lang="en-US"/>
          </a:p>
          <a:p>
            <a:r>
              <a:rPr lang="en-US"/>
              <a:t>This runs test cases from src/test/java.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9: Package the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package</a:t>
            </a:r>
            <a:endParaRPr lang="en-US"/>
          </a:p>
          <a:p>
            <a:endParaRPr lang="en-US"/>
          </a:p>
          <a:p>
            <a:r>
              <a:rPr lang="en-US"/>
              <a:t>This creates a .jar file inside the target folder.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10: Clean the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clean</a:t>
            </a:r>
            <a:endParaRPr lang="en-US"/>
          </a:p>
          <a:p>
            <a:endParaRPr lang="en-US"/>
          </a:p>
          <a:p>
            <a:r>
              <a:rPr lang="en-US"/>
              <a:t>This removes the target folder.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WPS Writer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MAVEN</dc:title>
  <dc:creator>tiyassarkar</dc:creator>
  <cp:lastModifiedBy>WPS_1705479549</cp:lastModifiedBy>
  <cp:revision>2</cp:revision>
  <dcterms:created xsi:type="dcterms:W3CDTF">2026-04-20T23:29:01Z</dcterms:created>
  <dcterms:modified xsi:type="dcterms:W3CDTF">2026-04-20T23:29:01Z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