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5" r:id="rId21"/>
    <p:sldId id="274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4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1" autoAdjust="0"/>
    <p:restoredTop sz="94660"/>
  </p:normalViewPr>
  <p:slideViewPr>
    <p:cSldViewPr snapToGrid="0">
      <p:cViewPr varScale="1">
        <p:scale>
          <a:sx n="53" d="100"/>
          <a:sy n="53" d="100"/>
        </p:scale>
        <p:origin x="18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7" Type="http://schemas.openxmlformats.org/officeDocument/2006/relationships/tableStyles" Target="tableStyles.xml"/><Relationship Id="rId46" Type="http://schemas.openxmlformats.org/officeDocument/2006/relationships/viewProps" Target="viewProps.xml"/><Relationship Id="rId45" Type="http://schemas.openxmlformats.org/officeDocument/2006/relationships/presProps" Target="presProps.xml"/><Relationship Id="rId44" Type="http://schemas.openxmlformats.org/officeDocument/2006/relationships/slide" Target="slides/slide42.xml"/><Relationship Id="rId43" Type="http://schemas.openxmlformats.org/officeDocument/2006/relationships/slide" Target="slides/slide41.xml"/><Relationship Id="rId42" Type="http://schemas.openxmlformats.org/officeDocument/2006/relationships/slide" Target="slides/slide40.xml"/><Relationship Id="rId41" Type="http://schemas.openxmlformats.org/officeDocument/2006/relationships/slide" Target="slides/slide39.xml"/><Relationship Id="rId40" Type="http://schemas.openxmlformats.org/officeDocument/2006/relationships/slide" Target="slides/slide38.xml"/><Relationship Id="rId4" Type="http://schemas.openxmlformats.org/officeDocument/2006/relationships/slide" Target="slides/slide2.xml"/><Relationship Id="rId39" Type="http://schemas.openxmlformats.org/officeDocument/2006/relationships/slide" Target="slides/slide37.xml"/><Relationship Id="rId38" Type="http://schemas.openxmlformats.org/officeDocument/2006/relationships/slide" Target="slides/slide36.xml"/><Relationship Id="rId37" Type="http://schemas.openxmlformats.org/officeDocument/2006/relationships/slide" Target="slides/slide35.xml"/><Relationship Id="rId36" Type="http://schemas.openxmlformats.org/officeDocument/2006/relationships/slide" Target="slides/slide34.xml"/><Relationship Id="rId35" Type="http://schemas.openxmlformats.org/officeDocument/2006/relationships/slide" Target="slides/slide33.xml"/><Relationship Id="rId34" Type="http://schemas.openxmlformats.org/officeDocument/2006/relationships/slide" Target="slides/slide32.xml"/><Relationship Id="rId33" Type="http://schemas.openxmlformats.org/officeDocument/2006/relationships/slide" Target="slides/slide31.xml"/><Relationship Id="rId32" Type="http://schemas.openxmlformats.org/officeDocument/2006/relationships/slide" Target="slides/slide30.xml"/><Relationship Id="rId31" Type="http://schemas.openxmlformats.org/officeDocument/2006/relationships/slide" Target="slides/slide29.xml"/><Relationship Id="rId30" Type="http://schemas.openxmlformats.org/officeDocument/2006/relationships/slide" Target="slides/slide28.xml"/><Relationship Id="rId3" Type="http://schemas.openxmlformats.org/officeDocument/2006/relationships/slide" Target="slides/slide1.xml"/><Relationship Id="rId29" Type="http://schemas.openxmlformats.org/officeDocument/2006/relationships/slide" Target="slides/slide27.xml"/><Relationship Id="rId28" Type="http://schemas.openxmlformats.org/officeDocument/2006/relationships/slide" Target="slides/slide26.xml"/><Relationship Id="rId27" Type="http://schemas.openxmlformats.org/officeDocument/2006/relationships/slide" Target="slides/slide25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p>
            <a:r>
              <a:rPr lang="en-US"/>
              <a:t>INT332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p>
            <a:r>
              <a:rPr lang="en-US"/>
              <a:t>Docker Swarm</a:t>
            </a:r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Introduction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/>
              <a:t>Docker Swarm is the native container orchestration tool of Docker that allows you to manage a cluster of multiple Docker hosts as a single system.</a:t>
            </a:r>
            <a:endParaRPr lang="en-US"/>
          </a:p>
          <a:p>
            <a:endParaRPr lang="en-US"/>
          </a:p>
          <a:p>
            <a:r>
              <a:rPr lang="en-US"/>
              <a:t>It helps you run, scale, and manage containers across multiple machines automatically.</a:t>
            </a:r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Core Components</a:t>
            </a:r>
            <a:endParaRPr lang="en-US"/>
          </a:p>
        </p:txBody>
      </p:sp>
      <p:pic>
        <p:nvPicPr>
          <p:cNvPr id="4" name="Content Placeholder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2754630" y="1812925"/>
            <a:ext cx="6682105" cy="435165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Continue...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0000" lnSpcReduction="10000"/>
          </a:bodyPr>
          <a:p>
            <a:r>
              <a:rPr lang="en-US"/>
              <a:t>1. 🔸 Node</a:t>
            </a:r>
            <a:endParaRPr lang="en-US"/>
          </a:p>
          <a:p>
            <a:endParaRPr lang="en-US"/>
          </a:p>
          <a:p>
            <a:r>
              <a:rPr lang="en-US"/>
              <a:t>A node is a machine (physical/VM) participating in the swarm.</a:t>
            </a:r>
            <a:endParaRPr lang="en-US"/>
          </a:p>
          <a:p>
            <a:endParaRPr lang="en-US"/>
          </a:p>
          <a:p>
            <a:r>
              <a:rPr lang="en-US"/>
              <a:t>Types:</a:t>
            </a:r>
            <a:endParaRPr lang="en-US"/>
          </a:p>
          <a:p>
            <a:r>
              <a:rPr lang="en-US"/>
              <a:t>Manager Node → controls cluster (decision making)</a:t>
            </a:r>
            <a:endParaRPr lang="en-US"/>
          </a:p>
          <a:p>
            <a:r>
              <a:rPr lang="en-US"/>
              <a:t>Worker Node → runs containers</a:t>
            </a:r>
            <a:endParaRPr lang="en-US"/>
          </a:p>
          <a:p>
            <a:endParaRPr lang="en-US"/>
          </a:p>
          <a:p>
            <a:r>
              <a:rPr lang="en-US"/>
              <a:t>2. 🔸 Cluster</a:t>
            </a:r>
            <a:endParaRPr lang="en-US"/>
          </a:p>
          <a:p>
            <a:r>
              <a:rPr lang="en-US"/>
              <a:t>A collection of nodes working together.</a:t>
            </a:r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Prerequisites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/>
              <a:t>Install Docker</a:t>
            </a:r>
            <a:endParaRPr lang="en-US"/>
          </a:p>
          <a:p>
            <a:r>
              <a:rPr lang="en-US"/>
              <a:t>Minimum:</a:t>
            </a:r>
            <a:endParaRPr lang="en-US"/>
          </a:p>
          <a:p>
            <a:r>
              <a:rPr lang="en-US"/>
              <a:t>1 Manager node</a:t>
            </a:r>
            <a:endParaRPr lang="en-US"/>
          </a:p>
          <a:p>
            <a:r>
              <a:rPr lang="en-US"/>
              <a:t>1 Worker node (optional but recommended)</a:t>
            </a:r>
            <a:endParaRPr lang="en-US"/>
          </a:p>
          <a:p>
            <a:r>
              <a:rPr lang="en-US"/>
              <a:t>Ensure:</a:t>
            </a:r>
            <a:endParaRPr lang="en-US"/>
          </a:p>
          <a:p>
            <a:r>
              <a:rPr lang="en-US"/>
              <a:t>Ports open: 2377, 7946, 4789</a:t>
            </a:r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Practical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/>
              <a:t>Initialize Docker Swarm (Manager Node)</a:t>
            </a:r>
            <a:endParaRPr lang="en-US"/>
          </a:p>
          <a:p>
            <a:endParaRPr lang="en-US"/>
          </a:p>
          <a:p>
            <a:r>
              <a:rPr lang="en-US"/>
              <a:t>docker swarm init</a:t>
            </a:r>
            <a:endParaRPr lang="en-US"/>
          </a:p>
          <a:p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Continue..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/>
              <a:t>✔ Output (Important)</a:t>
            </a:r>
            <a:endParaRPr lang="en-US"/>
          </a:p>
          <a:p>
            <a:endParaRPr lang="en-US"/>
          </a:p>
          <a:p>
            <a:r>
              <a:rPr lang="en-US"/>
              <a:t>You will get a join token, example:</a:t>
            </a:r>
            <a:endParaRPr lang="en-US"/>
          </a:p>
          <a:p>
            <a:r>
              <a:rPr lang="en-US"/>
              <a:t>docker swarm join --token SWMTKN-1-xxxxx 192.168.1.10:2377</a:t>
            </a:r>
            <a:endParaRPr lang="en-US"/>
          </a:p>
          <a:p>
            <a:endParaRPr lang="en-US"/>
          </a:p>
          <a:p>
            <a:r>
              <a:rPr lang="en-US"/>
              <a:t>👉 Copy this (used in next step)</a:t>
            </a:r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Continue...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/>
              <a:t>3. Add Worker Nodes</a:t>
            </a:r>
            <a:endParaRPr lang="en-US"/>
          </a:p>
          <a:p>
            <a:endParaRPr lang="en-US"/>
          </a:p>
          <a:p>
            <a:r>
              <a:rPr lang="en-US"/>
              <a:t>Run on Worker machine</a:t>
            </a:r>
            <a:endParaRPr lang="en-US"/>
          </a:p>
          <a:p>
            <a:endParaRPr lang="en-US"/>
          </a:p>
          <a:p>
            <a:r>
              <a:rPr lang="en-US"/>
              <a:t>docker swarm join --token SWMTKN-1-xxxxx 192.168.1.10:2377</a:t>
            </a:r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Continue...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/>
              <a:t>Step 3: Move to Worker Node (IMPORTANT)</a:t>
            </a:r>
            <a:endParaRPr lang="en-US"/>
          </a:p>
          <a:p>
            <a:endParaRPr lang="en-US"/>
          </a:p>
          <a:p>
            <a:r>
              <a:rPr lang="en-US"/>
              <a:t>👉 You do NOT run next command on the same machine</a:t>
            </a:r>
            <a:endParaRPr lang="en-US"/>
          </a:p>
          <a:p>
            <a:endParaRPr lang="en-US"/>
          </a:p>
          <a:p>
            <a:r>
              <a:rPr lang="en-US"/>
              <a:t>You must:</a:t>
            </a:r>
            <a:endParaRPr lang="en-US"/>
          </a:p>
          <a:p>
            <a:endParaRPr lang="en-US"/>
          </a:p>
          <a:p>
            <a:r>
              <a:rPr lang="en-US"/>
              <a:t>✔ Go to another system (Worker Node)</a:t>
            </a:r>
            <a:endParaRPr lang="en-US"/>
          </a:p>
          <a:p>
            <a:r>
              <a:rPr lang="en-US"/>
              <a:t>Another laptop / VM / server</a:t>
            </a:r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Create a Service in Docker Swarm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/>
              <a:t>docker service create --name webserver -p 8080:80 nginx</a:t>
            </a:r>
            <a:endParaRPr lang="en-US"/>
          </a:p>
          <a:p>
            <a:endParaRPr lang="en-US"/>
          </a:p>
          <a:p>
            <a:r>
              <a:rPr lang="en-US"/>
              <a:t>What happens:</a:t>
            </a:r>
            <a:endParaRPr lang="en-US"/>
          </a:p>
          <a:p>
            <a:r>
              <a:rPr lang="en-US"/>
              <a:t>Service created</a:t>
            </a:r>
            <a:endParaRPr lang="en-US"/>
          </a:p>
          <a:p>
            <a:r>
              <a:rPr lang="en-US"/>
              <a:t>Container deployed automatically</a:t>
            </a:r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Scale the Service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/>
              <a:t>docker service scale webserver=3</a:t>
            </a:r>
            <a:endParaRPr lang="en-US"/>
          </a:p>
          <a:p>
            <a:endParaRPr lang="en-US"/>
          </a:p>
          <a:p>
            <a:r>
              <a:rPr lang="en-US"/>
              <a:t>Now:</a:t>
            </a:r>
            <a:endParaRPr lang="en-US"/>
          </a:p>
          <a:p>
            <a:endParaRPr lang="en-US"/>
          </a:p>
          <a:p>
            <a:r>
              <a:rPr lang="en-US"/>
              <a:t>3 containers running</a:t>
            </a:r>
            <a:endParaRPr lang="en-US"/>
          </a:p>
          <a:p>
            <a:r>
              <a:rPr lang="en-US"/>
              <a:t>Load balancing enabled automatically</a:t>
            </a:r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Check Service Status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/>
              <a:t>docker service ls</a:t>
            </a:r>
            <a:endParaRPr lang="en-US"/>
          </a:p>
          <a:p>
            <a:r>
              <a:rPr lang="en-US"/>
              <a:t>docker service ps webserver</a:t>
            </a:r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Update Service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/>
              <a:t>docker service update --image nginx:latest webserver</a:t>
            </a:r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Remove Service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/>
              <a:t>docker service rm webserver</a:t>
            </a:r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Leave Swarm (Shutdown)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/>
              <a:t>docker swarm leave --- Worker Node</a:t>
            </a:r>
            <a:endParaRPr lang="en-US"/>
          </a:p>
          <a:p>
            <a:endParaRPr lang="en-US"/>
          </a:p>
          <a:p>
            <a:r>
              <a:rPr lang="en-US"/>
              <a:t>docker swarm leave --force ( Manager Node)</a:t>
            </a:r>
            <a:endParaRPr lang="en-US"/>
          </a:p>
          <a:p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Continue..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/>
              <a:t>Expected Output</a:t>
            </a:r>
            <a:endParaRPr lang="en-US"/>
          </a:p>
          <a:p>
            <a:r>
              <a:rPr lang="en-US"/>
              <a:t>Swarm cluster running</a:t>
            </a:r>
            <a:endParaRPr lang="en-US"/>
          </a:p>
          <a:p>
            <a:r>
              <a:rPr lang="en-US"/>
              <a:t>2 containers deployed</a:t>
            </a:r>
            <a:endParaRPr lang="en-US"/>
          </a:p>
          <a:p>
            <a:r>
              <a:rPr lang="en-US"/>
              <a:t>Accessible at:</a:t>
            </a:r>
            <a:endParaRPr lang="en-US"/>
          </a:p>
          <a:p>
            <a:r>
              <a:rPr lang="en-US"/>
              <a:t>http://localhost:8081</a:t>
            </a:r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Core Practical..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/>
              <a:t>To create a Docker Swarm cluster, initialize Docker Swarm, and deploy a service inside the Swarm.</a:t>
            </a:r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Step 2: Check Docker Version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/>
              <a:t>docker --version</a:t>
            </a:r>
            <a:endParaRPr lang="en-US"/>
          </a:p>
          <a:p>
            <a:endParaRPr lang="en-US"/>
          </a:p>
          <a:p>
            <a:r>
              <a:rPr lang="en-US"/>
              <a:t>This command checks whether Docker is installed.</a:t>
            </a:r>
            <a:endParaRPr lang="en-US"/>
          </a:p>
          <a:p>
            <a:endParaRPr lang="en-US"/>
          </a:p>
          <a:p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Step 3: Check Docker Status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/>
              <a:t>docker info</a:t>
            </a:r>
            <a:endParaRPr lang="en-US"/>
          </a:p>
          <a:p>
            <a:endParaRPr lang="en-US"/>
          </a:p>
          <a:p>
            <a:r>
              <a:rPr lang="en-US"/>
              <a:t>This shows complete Docker system information.</a:t>
            </a:r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p>
            <a:r>
              <a:rPr lang="en-US"/>
              <a:t>Part 2: Initialize Docker Swarm</a:t>
            </a:r>
            <a:br>
              <a:rPr lang="en-US"/>
            </a:br>
            <a:r>
              <a:rPr lang="en-US"/>
              <a:t>Step 4: Initialize Docker Swarm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/>
              <a:t>docker swarm init</a:t>
            </a:r>
            <a:endParaRPr lang="en-US"/>
          </a:p>
          <a:p>
            <a:endParaRPr lang="en-US"/>
          </a:p>
          <a:p>
            <a:r>
              <a:rPr lang="en-US"/>
              <a:t>This command converts your current machine into a Swarm Manager Node.</a:t>
            </a:r>
            <a:endParaRPr lang="en-US"/>
          </a:p>
          <a:p>
            <a:endParaRPr lang="en-US"/>
          </a:p>
          <a:p>
            <a:r>
              <a:rPr lang="en-US"/>
              <a:t>Swarm initialized: current node is now a manager.</a:t>
            </a:r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p>
            <a:r>
              <a:rPr lang="en-US"/>
              <a:t>Part 3: Check Swarm Node</a:t>
            </a:r>
            <a:br>
              <a:rPr lang="en-US"/>
            </a:br>
            <a:r>
              <a:rPr lang="en-US"/>
              <a:t>Step 5: View Nodes in Swarm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/>
              <a:t>docker node ls</a:t>
            </a:r>
            <a:endParaRPr lang="en-US"/>
          </a:p>
          <a:p>
            <a:endParaRPr lang="en-US"/>
          </a:p>
          <a:p>
            <a:r>
              <a:rPr lang="en-US"/>
              <a:t>This command shows all nodes available in the Swarm cluster.</a:t>
            </a:r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p>
            <a:r>
              <a:rPr lang="en-US"/>
              <a:t>Part 4: Create a Service in Docker Swarm</a:t>
            </a:r>
            <a:br>
              <a:rPr lang="en-US"/>
            </a:br>
            <a:r>
              <a:rPr lang="en-US"/>
              <a:t>Step 6: Create an Nginx Service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/>
              <a:t>docker service create --name my-web-service -p 8080:80 nginx</a:t>
            </a:r>
            <a:endParaRPr lang="en-US"/>
          </a:p>
          <a:p>
            <a:endParaRPr lang="en-US"/>
          </a:p>
          <a:p>
            <a:r>
              <a:rPr lang="en-US"/>
              <a:t>This command creates a service named my-web-service.</a:t>
            </a:r>
            <a:endParaRPr lang="en-US"/>
          </a:p>
          <a:p>
            <a:r>
              <a:rPr lang="en-US"/>
              <a:t>maps port 8080 of your laptop to port 80 of the container.</a:t>
            </a:r>
            <a:endParaRPr lang="en-US"/>
          </a:p>
          <a:p>
            <a:r>
              <a:rPr lang="en-US"/>
              <a:t>Docker image used for the service - NGINX</a:t>
            </a:r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p>
            <a:r>
              <a:rPr lang="en-US"/>
              <a:t>Part 5: Check Running Service</a:t>
            </a:r>
            <a:br>
              <a:rPr lang="en-US"/>
            </a:br>
            <a:r>
              <a:rPr lang="en-US"/>
              <a:t>Step 7: List Docker Services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/>
              <a:t>docker service ls</a:t>
            </a:r>
            <a:endParaRPr lang="en-US"/>
          </a:p>
          <a:p>
            <a:endParaRPr lang="en-US"/>
          </a:p>
          <a:p>
            <a:r>
              <a:rPr lang="en-US"/>
              <a:t>This shows all services running in Docker Swarm.</a:t>
            </a:r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Step 8: Check Service Details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p>
            <a:r>
              <a:rPr lang="en-US"/>
              <a:t>docker service ps my-web-service</a:t>
            </a:r>
            <a:endParaRPr lang="en-US"/>
          </a:p>
          <a:p>
            <a:endParaRPr lang="en-US"/>
          </a:p>
          <a:p>
            <a:r>
              <a:rPr lang="en-US"/>
              <a:t>This shows the running task/container of the service.</a:t>
            </a:r>
            <a:endParaRPr lang="en-US"/>
          </a:p>
          <a:p>
            <a:endParaRPr lang="en-US"/>
          </a:p>
          <a:p>
            <a:r>
              <a:rPr lang="en-US"/>
              <a:t>Part 6: Test the Service</a:t>
            </a:r>
            <a:endParaRPr lang="en-US"/>
          </a:p>
          <a:p>
            <a:r>
              <a:rPr lang="en-US"/>
              <a:t>Step 9: Open Browser</a:t>
            </a:r>
            <a:endParaRPr lang="en-US"/>
          </a:p>
          <a:p>
            <a:endParaRPr lang="en-US"/>
          </a:p>
          <a:p>
            <a:r>
              <a:rPr lang="en-US"/>
              <a:t>Open this URL:http://localhost:8080</a:t>
            </a:r>
            <a:endParaRPr lang="en-US"/>
          </a:p>
          <a:p>
            <a:r>
              <a:rPr lang="en-US"/>
              <a:t>You should see the default Nginx welcome page.</a:t>
            </a:r>
            <a:endParaRPr lang="en-US"/>
          </a:p>
          <a:p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p>
            <a:r>
              <a:rPr lang="en-US"/>
              <a:t>Part 7: Scale the Service</a:t>
            </a:r>
            <a:br>
              <a:rPr lang="en-US"/>
            </a:br>
            <a:r>
              <a:rPr lang="en-US"/>
              <a:t>Step 10: Increase Service Replicas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/>
              <a:t>docker service scale my-web-service=3</a:t>
            </a:r>
            <a:endParaRPr lang="en-US"/>
          </a:p>
          <a:p>
            <a:r>
              <a:rPr lang="en-US"/>
              <a:t>This creates 3 replicas of the same service.</a:t>
            </a:r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Step 11: Check Replicas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/>
              <a:t>docker service ps my-web-service</a:t>
            </a:r>
            <a:endParaRPr lang="en-US"/>
          </a:p>
          <a:p>
            <a:endParaRPr lang="en-US"/>
          </a:p>
          <a:p>
            <a:r>
              <a:rPr lang="en-US"/>
              <a:t>You will see 3 running tasks.</a:t>
            </a:r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p>
            <a:r>
              <a:rPr lang="en-US"/>
              <a:t>Part 8: Update the Service</a:t>
            </a:r>
            <a:br>
              <a:rPr lang="en-US"/>
            </a:br>
            <a:r>
              <a:rPr lang="en-US"/>
              <a:t>Step 12: Update Service Image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/>
              <a:t>docker service update --image nginx:alpine my-web-service</a:t>
            </a:r>
            <a:endParaRPr lang="en-US"/>
          </a:p>
          <a:p>
            <a:endParaRPr lang="en-US"/>
          </a:p>
          <a:p>
            <a:r>
              <a:rPr lang="en-US"/>
              <a:t>This updates the running service from nginx to nginx:alpine.</a:t>
            </a:r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Step 1: Inspect the Service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/>
              <a:t>docker service inspect my-web-service --pretty</a:t>
            </a:r>
            <a:endParaRPr lang="en-US"/>
          </a:p>
          <a:p>
            <a:r>
              <a:rPr lang="en-US"/>
              <a:t>If you see nginx:alpine → Update successful</a:t>
            </a:r>
            <a:endParaRPr lang="en-US"/>
          </a:p>
          <a:p>
            <a:endParaRPr lang="en-US"/>
          </a:p>
          <a:p>
            <a:r>
              <a:rPr lang="en-US"/>
              <a:t>Step 14: Check Service Removed</a:t>
            </a:r>
            <a:endParaRPr lang="en-US"/>
          </a:p>
          <a:p>
            <a:r>
              <a:rPr lang="en-US"/>
              <a:t>docker service ls</a:t>
            </a:r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p>
            <a:r>
              <a:rPr lang="en-US"/>
              <a:t>Part 10: Leave Docker Swarm</a:t>
            </a:r>
            <a:br>
              <a:rPr lang="en-US"/>
            </a:br>
            <a:r>
              <a:rPr lang="en-US"/>
              <a:t>Step 15: Leave Swarm Mode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/>
              <a:t>docker swarm leave --force</a:t>
            </a:r>
            <a:endParaRPr lang="en-US"/>
          </a:p>
          <a:p>
            <a:endParaRPr lang="en-US"/>
          </a:p>
          <a:p>
            <a:r>
              <a:rPr lang="en-US"/>
              <a:t>This removes your machine from Docker Swarm mode.</a:t>
            </a:r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p>
            <a:r>
              <a:rPr lang="en-US"/>
              <a:t>Pushing Artifacts to Registries using Maven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/>
              <a:t>An artifact is any output file generated during the software build process that is used for deployment, distribution, or further testing.</a:t>
            </a:r>
            <a:endParaRPr lang="en-US"/>
          </a:p>
          <a:p>
            <a:r>
              <a:rPr lang="en-US"/>
              <a:t>Common Types of Artifacts</a:t>
            </a:r>
            <a:endParaRPr lang="en-US"/>
          </a:p>
          <a:p>
            <a:r>
              <a:rPr lang="en-US"/>
              <a:t>JAR file → Java applications</a:t>
            </a:r>
            <a:endParaRPr lang="en-US"/>
          </a:p>
          <a:p>
            <a:r>
              <a:rPr lang="en-US"/>
              <a:t>WAR file → Web applications</a:t>
            </a:r>
            <a:endParaRPr lang="en-US"/>
          </a:p>
          <a:p>
            <a:r>
              <a:rPr lang="en-US"/>
              <a:t>EAR file → Enterprise applications</a:t>
            </a:r>
            <a:endParaRPr lang="en-US"/>
          </a:p>
          <a:p>
            <a:r>
              <a:rPr lang="en-US"/>
              <a:t>Docker Image → Containerized application (used in Docker)</a:t>
            </a:r>
            <a:endParaRPr lang="en-US"/>
          </a:p>
          <a:p>
            <a:r>
              <a:rPr lang="en-US"/>
              <a:t>ZIP/TAR files → Packaged distributions</a:t>
            </a:r>
            <a:endParaRPr 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Part 1: Create Maven Project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/>
              <a:t>mvn archetype:generate \</a:t>
            </a:r>
            <a:endParaRPr lang="en-US"/>
          </a:p>
          <a:p>
            <a:r>
              <a:rPr lang="en-US"/>
              <a:t>-DgroupId=com.example \</a:t>
            </a:r>
            <a:endParaRPr lang="en-US"/>
          </a:p>
          <a:p>
            <a:r>
              <a:rPr lang="en-US"/>
              <a:t>-DartifactId=maven-registry-demo \</a:t>
            </a:r>
            <a:endParaRPr lang="en-US"/>
          </a:p>
          <a:p>
            <a:r>
              <a:rPr lang="en-US"/>
              <a:t>-DarchetypeArtifactId=maven-archetype-quickstart \</a:t>
            </a:r>
            <a:endParaRPr lang="en-US"/>
          </a:p>
          <a:p>
            <a:r>
              <a:rPr lang="en-US"/>
              <a:t>-DinteractiveMode=false</a:t>
            </a:r>
            <a:endParaRPr 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Part 2: Move Inside Project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/>
              <a:t>cd maven-registry-demo</a:t>
            </a:r>
            <a:endParaRPr lang="en-US"/>
          </a:p>
          <a:p>
            <a:r>
              <a:rPr lang="en-US"/>
              <a:t>ls</a:t>
            </a:r>
            <a:endParaRPr lang="en-US"/>
          </a:p>
          <a:p>
            <a:endParaRPr lang="en-U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Part 3: Build Maven Artifact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/>
              <a:t>mvn clean package</a:t>
            </a:r>
            <a:endParaRPr lang="en-US"/>
          </a:p>
          <a:p>
            <a:endParaRPr lang="en-US"/>
          </a:p>
          <a:p>
            <a:r>
              <a:rPr lang="en-US"/>
              <a:t>Explanation</a:t>
            </a:r>
            <a:endParaRPr lang="en-US"/>
          </a:p>
          <a:p>
            <a:endParaRPr lang="en-US"/>
          </a:p>
          <a:p>
            <a:r>
              <a:rPr lang="en-US"/>
              <a:t>clean removes old build files.</a:t>
            </a:r>
            <a:endParaRPr lang="en-US"/>
          </a:p>
          <a:p>
            <a:r>
              <a:rPr lang="en-US"/>
              <a:t>package creates the .jar file.</a:t>
            </a:r>
            <a:endParaRPr lang="en-US"/>
          </a:p>
          <a:p>
            <a:endParaRPr lang="en-US"/>
          </a:p>
          <a:p>
            <a:r>
              <a:rPr lang="en-US"/>
              <a:t>ls target ( Check generated artifact)</a:t>
            </a:r>
            <a:endParaRPr lang="en-US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Part 4: Create Dockerfile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737100"/>
          </a:xfrm>
        </p:spPr>
        <p:txBody>
          <a:bodyPr>
            <a:noAutofit/>
          </a:bodyPr>
          <a:p>
            <a:r>
              <a:rPr lang="en-US" sz="2000"/>
              <a:t>nano Dockerfile</a:t>
            </a:r>
            <a:endParaRPr lang="en-US" sz="2000"/>
          </a:p>
          <a:p>
            <a:endParaRPr lang="en-US" sz="2000"/>
          </a:p>
          <a:p>
            <a:r>
              <a:rPr lang="en-US" sz="2000"/>
              <a:t>FROM openjdk:17-jdk-slim</a:t>
            </a:r>
            <a:endParaRPr lang="en-US" sz="2000"/>
          </a:p>
          <a:p>
            <a:r>
              <a:rPr lang="en-US" sz="2000"/>
              <a:t>WORKDIR /app</a:t>
            </a:r>
            <a:endParaRPr lang="en-US" sz="2000"/>
          </a:p>
          <a:p>
            <a:r>
              <a:rPr lang="en-US" sz="2000"/>
              <a:t>COPY target/maven-registry-demo-1.0-SNAPSHOT.jar app.jar</a:t>
            </a:r>
            <a:endParaRPr lang="en-US" sz="2000"/>
          </a:p>
          <a:p>
            <a:r>
              <a:rPr lang="en-US" sz="2000"/>
              <a:t>CMD ["java", "-jar", "app.jar"]</a:t>
            </a:r>
            <a:endParaRPr lang="en-US" sz="2000"/>
          </a:p>
          <a:p>
            <a:endParaRPr lang="en-US" sz="2000"/>
          </a:p>
          <a:p>
            <a:r>
              <a:rPr lang="en-US" sz="2000"/>
              <a:t>Explanation</a:t>
            </a:r>
            <a:endParaRPr lang="en-US" sz="2000"/>
          </a:p>
          <a:p>
            <a:r>
              <a:rPr lang="en-US" sz="2000"/>
              <a:t>FROM selects Java base image.</a:t>
            </a:r>
            <a:endParaRPr lang="en-US" sz="2000"/>
          </a:p>
          <a:p>
            <a:r>
              <a:rPr lang="en-US" sz="2000"/>
              <a:t>WORKDIR creates working directory.</a:t>
            </a:r>
            <a:endParaRPr lang="en-US" sz="2000"/>
          </a:p>
          <a:p>
            <a:r>
              <a:rPr lang="en-US" sz="2000"/>
              <a:t>COPY copies Maven JAR into Docker image.</a:t>
            </a:r>
            <a:endParaRPr lang="en-US" sz="2000"/>
          </a:p>
          <a:p>
            <a:r>
              <a:rPr lang="en-US" sz="2000"/>
              <a:t>CMD runs the JAR file.</a:t>
            </a:r>
            <a:endParaRPr lang="en-US" sz="200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Part 5: Build Docker Image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/>
              <a:t>docker build -t maven-registry-demo .</a:t>
            </a:r>
            <a:endParaRPr lang="en-US"/>
          </a:p>
          <a:p>
            <a:endParaRPr lang="en-US"/>
          </a:p>
          <a:p>
            <a:endParaRPr lang="en-US"/>
          </a:p>
          <a:p>
            <a:r>
              <a:rPr lang="en-US"/>
              <a:t>You can check images using: docker images</a:t>
            </a:r>
            <a:endParaRPr lang="en-US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Part 6: Test Docker Image Locally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/>
              <a:t>docker run maven-registry-demo</a:t>
            </a:r>
            <a:endParaRPr lang="en-US"/>
          </a:p>
          <a:p>
            <a:endParaRPr lang="en-US"/>
          </a:p>
          <a:p>
            <a:r>
              <a:rPr lang="en-US"/>
              <a:t>You will se Output</a:t>
            </a:r>
            <a:endParaRPr lang="en-US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Part 7: Login to Docker Hub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/>
              <a:t>docker login</a:t>
            </a:r>
            <a:endParaRPr lang="en-US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Part 8: Tag Docker Image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/>
              <a:t>docker tag maven-registry-demo yourusername/maven-registry-demo:v1</a:t>
            </a:r>
            <a:endParaRPr lang="en-US"/>
          </a:p>
          <a:p>
            <a:endParaRPr lang="en-US"/>
          </a:p>
          <a:p>
            <a:r>
              <a:rPr lang="en-US"/>
              <a:t>Use your Docker Hub username:</a:t>
            </a:r>
            <a:endParaRPr lang="en-US"/>
          </a:p>
          <a:p>
            <a:endParaRPr lang="en-US"/>
          </a:p>
          <a:p>
            <a:r>
              <a:rPr lang="en-US"/>
              <a:t>Tagging prepares the image for upload to Docker Hub.</a:t>
            </a:r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Part 9: Push Image to Registry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/>
              <a:t>docker push yourusername/maven-registry-demo:v1</a:t>
            </a:r>
            <a:endParaRPr lang="en-US"/>
          </a:p>
          <a:p>
            <a:endParaRPr lang="en-US"/>
          </a:p>
          <a:p>
            <a:r>
              <a:rPr lang="en-US"/>
              <a:t>This command uploads the Docker image to Docker Hub registry.</a:t>
            </a:r>
            <a:endParaRPr lang="en-US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Part 10: Verify Image on Docker Hub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/>
              <a:t>yourusername/maven-registry-demo</a:t>
            </a:r>
            <a:endParaRPr lang="en-US"/>
          </a:p>
          <a:p>
            <a:endParaRPr lang="en-US"/>
          </a:p>
          <a:p>
            <a:r>
              <a:rPr lang="en-US"/>
              <a:t>You Will see Tag</a:t>
            </a:r>
            <a:endParaRPr lang="en-US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Part 11: Pull Image from Registry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/>
              <a:t>docker pull yourusername/maven-registry-demo:v1</a:t>
            </a:r>
            <a:endParaRPr lang="en-US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Part 12: Run Pulled Image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/>
              <a:t>docker run yourusername/maven-registry-demo:v1</a:t>
            </a:r>
            <a:endParaRPr lang="en-US"/>
          </a:p>
          <a:p>
            <a:endParaRPr lang="en-US"/>
          </a:p>
          <a:p>
            <a:endParaRPr lang="en-US"/>
          </a:p>
          <a:p>
            <a:r>
              <a:rPr lang="en-US"/>
              <a:t>You Will see Output</a:t>
            </a:r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5554</Words>
  <Application>WPS Writer</Application>
  <PresentationFormat>Widescreen</PresentationFormat>
  <Paragraphs>305</Paragraphs>
  <Slides>42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42</vt:i4>
      </vt:variant>
    </vt:vector>
  </HeadingPairs>
  <TitlesOfParts>
    <vt:vector size="54" baseType="lpstr">
      <vt:lpstr>Arial</vt:lpstr>
      <vt:lpstr>SimSun</vt:lpstr>
      <vt:lpstr>Wingdings</vt:lpstr>
      <vt:lpstr>Calibri Light</vt:lpstr>
      <vt:lpstr>Helvetica Neue</vt:lpstr>
      <vt:lpstr>Calibri</vt:lpstr>
      <vt:lpstr>Microsoft YaHei</vt:lpstr>
      <vt:lpstr>汉仪旗黑</vt:lpstr>
      <vt:lpstr>Arial Unicode MS</vt:lpstr>
      <vt:lpstr>Apple Color Emoji</vt:lpstr>
      <vt:lpstr>宋体-简</vt:lpstr>
      <vt:lpstr>Office Theme</vt:lpstr>
      <vt:lpstr>INT332</vt:lpstr>
      <vt:lpstr>Introduction</vt:lpstr>
      <vt:lpstr>Core Components</vt:lpstr>
      <vt:lpstr>Continue...</vt:lpstr>
      <vt:lpstr>Prerequisites</vt:lpstr>
      <vt:lpstr>Practical</vt:lpstr>
      <vt:lpstr>Continue..</vt:lpstr>
      <vt:lpstr>Continue...</vt:lpstr>
      <vt:lpstr>Continue...</vt:lpstr>
      <vt:lpstr>Create a Service in Docker Swarm</vt:lpstr>
      <vt:lpstr>Scale the Service</vt:lpstr>
      <vt:lpstr>Check Service Status</vt:lpstr>
      <vt:lpstr>Update Service</vt:lpstr>
      <vt:lpstr>Remove Service</vt:lpstr>
      <vt:lpstr>Leave Swarm (Shutdown)</vt:lpstr>
      <vt:lpstr>Continue..</vt:lpstr>
      <vt:lpstr>Core Practical..</vt:lpstr>
      <vt:lpstr>Step 2: Check Docker Version</vt:lpstr>
      <vt:lpstr>Step 3: Check Docker Status</vt:lpstr>
      <vt:lpstr>Part 2: Initialize Docker Swarm Step 4: Initialize Docker Swarm</vt:lpstr>
      <vt:lpstr>Part 3: Check Swarm Node Step 5: View Nodes in Swarm</vt:lpstr>
      <vt:lpstr>Part 4: Create a Service in Docker Swarm Step 6: Create an Nginx Service</vt:lpstr>
      <vt:lpstr>Part 5: Check Running Service Step 7: List Docker Services</vt:lpstr>
      <vt:lpstr>Step 8: Check Service Details</vt:lpstr>
      <vt:lpstr>Part 7: Scale the Service Step 10: Increase Service Replicas</vt:lpstr>
      <vt:lpstr>Step 11: Check Replicas</vt:lpstr>
      <vt:lpstr>Part 8: Update the Service Step 12: Update Service Image</vt:lpstr>
      <vt:lpstr>Step 1: Inspect the Service</vt:lpstr>
      <vt:lpstr>Part 10: Leave Docker Swarm Step 15: Leave Swarm Mode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INT332</dc:title>
  <dc:creator>tiyassarkar</dc:creator>
  <cp:lastModifiedBy>WPS_1705479549</cp:lastModifiedBy>
  <cp:revision>3</cp:revision>
  <dcterms:created xsi:type="dcterms:W3CDTF">2026-04-30T03:59:50Z</dcterms:created>
  <dcterms:modified xsi:type="dcterms:W3CDTF">2026-04-30T03:59:50Z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1033-5.0.0.7908</vt:lpwstr>
  </property>
</Properties>
</file>