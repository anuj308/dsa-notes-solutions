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06"/>
    <p:restoredTop sz="94620"/>
  </p:normalViewPr>
  <p:slideViewPr>
    <p:cSldViewPr snapToGrid="0">
      <p:cViewPr>
        <p:scale>
          <a:sx n="95" d="100"/>
          <a:sy n="95" d="100"/>
        </p:scale>
        <p:origin x="46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36B72-5F0D-9446-EAE1-4F9AFF40F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194A0A-1174-11D6-7125-5C80231FD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39F2F-0510-7A92-256A-47EC9915D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B1803-7988-9149-A491-DA003F5BE993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8087B-77BE-1CD6-99C4-034D18134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2667F-120A-8696-C414-A9165DA31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344F-31EA-B14A-8980-1404C29A5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7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09A8F-8B96-7FB4-94C8-CD706F807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7D366-B096-5A10-6668-15D484B0F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24D62-2A1B-0B8D-767F-71188DBC1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B1803-7988-9149-A491-DA003F5BE993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6B17D-339B-8970-89B8-D7264558B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6F599-977B-017D-123D-CFFFBEC07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344F-31EA-B14A-8980-1404C29A5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493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3F36-E206-CED2-C268-FC17A5500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AECD1-FED2-3F2C-5F9C-6436FA64B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D1E79-3742-7ADF-2BB2-8AD4E8D74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B1803-7988-9149-A491-DA003F5BE993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0D620-E9FA-596F-51C0-E0BD4F492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FB8E7-4C28-1EAF-771B-091B6545B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344F-31EA-B14A-8980-1404C29A5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0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4C004-0A62-CF6F-64BB-7732D8F33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73FD2-9B8C-EA9B-9D55-32409E638D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69D74-BDE8-0E4A-A312-E37BF96FC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2FD0C-5ADB-7B7D-1C10-0F26A872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B1803-7988-9149-A491-DA003F5BE993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75B73-B94D-CDE8-F63D-2C62B9AEE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01D21-13F0-2BCE-A21C-D55AFDDA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344F-31EA-B14A-8980-1404C29A5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80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BC1F9-6834-A46F-76D8-370A155DF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D8BB6-10B1-88AF-CABC-01849872E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EC8C53-8B90-C930-340F-A65E081E2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01AEB-580B-6237-C743-510729F050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7E2303-6E92-7367-0DC0-2056EFDEBA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5A76A1-3822-B9BE-F710-A28E6D885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B1803-7988-9149-A491-DA003F5BE993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53AC0-FF3B-86E9-5D9D-77182C65E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733087-552F-DF1B-FEA6-8DD2E947A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344F-31EA-B14A-8980-1404C29A5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59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90ED7-FA33-EB88-27BC-27C6377F3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644FA0-6B42-5512-85A4-7F3955128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B1803-7988-9149-A491-DA003F5BE993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32D692-E9B6-53F3-BACF-E17B26A40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67692-AD25-2AB7-43AF-9E4049CEA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344F-31EA-B14A-8980-1404C29A5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26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673D87-F9F3-AB60-5191-0EFFBFA7D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B1803-7988-9149-A491-DA003F5BE993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DF125C-C3F8-4024-1158-56735135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69059-6EE6-5272-ED58-F29E36080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344F-31EA-B14A-8980-1404C29A5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7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C66A4-8F0E-4A50-91F4-2422E563D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171D0-29D2-A02A-4329-BCD45B62C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2FA783-ED47-0D49-0A8A-C352B0E06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C4DA2-436E-8592-90ED-04B0107B0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B1803-7988-9149-A491-DA003F5BE993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D365F-5DA4-BD1A-180D-B1AFE1CDC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EE93D-9CBD-99F5-47C5-A7CDEF8FB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344F-31EA-B14A-8980-1404C29A5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045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F9187-FED7-E304-D6A5-998B2E127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9FB4A3-434D-2F4B-27B9-BFA4629039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6468E4-63F9-1BA3-EAF1-B9ECD216E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4A40D-0B8B-62D7-D0DF-D41D917D5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B1803-7988-9149-A491-DA003F5BE993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A5311-F674-C889-F546-AC8F4D521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66BA1-8CBC-B6B3-BEC2-A4E4BA56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344F-31EA-B14A-8980-1404C29A5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50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A9AC2-83F8-1E9F-506B-78618B520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C9F757-CDF3-2773-9E70-9870A74D7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12F66-1059-1756-A954-CC663DD92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B1803-7988-9149-A491-DA003F5BE993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04D5B-6151-E16B-042A-6940AE267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5458B-DAAE-6017-A3D0-D25A9E881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344F-31EA-B14A-8980-1404C29A5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30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278B9E-7D97-AAF5-2276-1B3A115DF1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EE423-6C65-6EC7-34C6-B665778D8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E2178-87C5-886B-BF3B-5F8DBB79B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B1803-7988-9149-A491-DA003F5BE993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3CADA-99D6-BF7E-7E0D-8E33D6F5D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6B5A4-921C-0383-EB27-9B996D54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344F-31EA-B14A-8980-1404C29A5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892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2AF819-4230-9717-D62A-C44964B89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5F45B-D0C2-144F-08FE-F32D5D0EB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0339B-66BB-0B12-953A-33AE23EA59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AB1803-7988-9149-A491-DA003F5BE993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37DA4-372B-B24B-C642-5011BFA323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D0315-0188-B521-61E6-41612F078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A8344F-31EA-B14A-8980-1404C29A5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400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C4FD3-C87B-3CEA-A73E-2CD34969D4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INT332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46FB1B-5ED2-64BB-4BBD-75D20DF2DF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Jenkins</a:t>
            </a:r>
          </a:p>
        </p:txBody>
      </p:sp>
    </p:spTree>
    <p:extLst>
      <p:ext uri="{BB962C8B-B14F-4D97-AF65-F5344CB8AC3E}">
        <p14:creationId xmlns:p14="http://schemas.microsoft.com/office/powerpoint/2010/main" val="2118572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734B5-50C0-63EB-52E7-D5AFE66B8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72CDD-768D-F451-10A0-E6FEBC202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Building Docker images using Jenkins</a:t>
            </a:r>
          </a:p>
          <a:p>
            <a:r>
              <a:rPr lang="en-US" dirty="0"/>
              <a:t>Practical Task</a:t>
            </a:r>
          </a:p>
        </p:txBody>
      </p:sp>
    </p:spTree>
    <p:extLst>
      <p:ext uri="{BB962C8B-B14F-4D97-AF65-F5344CB8AC3E}">
        <p14:creationId xmlns:p14="http://schemas.microsoft.com/office/powerpoint/2010/main" val="623325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E2ED3-0E89-9A13-1923-B7A00A4EA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1: Install Required Tools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715B2-7343-C0C5-32CA-DB9614E9C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 --version</a:t>
            </a:r>
          </a:p>
          <a:p>
            <a:r>
              <a:rPr lang="en-US" dirty="0"/>
              <a:t>git --version</a:t>
            </a:r>
          </a:p>
          <a:p>
            <a:r>
              <a:rPr lang="en-US" dirty="0"/>
              <a:t>java --version</a:t>
            </a:r>
          </a:p>
        </p:txBody>
      </p:sp>
    </p:spTree>
    <p:extLst>
      <p:ext uri="{BB962C8B-B14F-4D97-AF65-F5344CB8AC3E}">
        <p14:creationId xmlns:p14="http://schemas.microsoft.com/office/powerpoint/2010/main" val="1550347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B0EF9-2D01-8F2C-FA2D-6F0211C4D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157EB-C28D-7464-D58B-287EE838F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2: Start Docker</a:t>
            </a:r>
          </a:p>
          <a:p>
            <a:r>
              <a:rPr lang="en-IN" dirty="0"/>
              <a:t>Open </a:t>
            </a:r>
            <a:r>
              <a:rPr lang="en-IN" b="1" dirty="0"/>
              <a:t>Docker Desktop</a:t>
            </a:r>
            <a:r>
              <a:rPr lang="en-IN" dirty="0"/>
              <a:t> and keep it running.</a:t>
            </a:r>
          </a:p>
          <a:p>
            <a:r>
              <a:rPr lang="en-IN" dirty="0"/>
              <a:t>Check Docker:</a:t>
            </a:r>
          </a:p>
          <a:p>
            <a:r>
              <a:rPr lang="en-IN" dirty="0"/>
              <a:t>docker </a:t>
            </a:r>
            <a:r>
              <a:rPr lang="en-IN" dirty="0" err="1"/>
              <a:t>ps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Step 3: Create Project Folder</a:t>
            </a:r>
          </a:p>
          <a:p>
            <a:r>
              <a:rPr lang="en-IN" dirty="0" err="1"/>
              <a:t>mkdir</a:t>
            </a:r>
            <a:r>
              <a:rPr lang="en-IN" dirty="0"/>
              <a:t> </a:t>
            </a:r>
            <a:r>
              <a:rPr lang="en-IN" dirty="0" err="1"/>
              <a:t>jenkins</a:t>
            </a:r>
            <a:r>
              <a:rPr lang="en-IN" dirty="0"/>
              <a:t>-docker-demo</a:t>
            </a:r>
            <a:br>
              <a:rPr lang="en-IN" dirty="0"/>
            </a:br>
            <a:r>
              <a:rPr lang="en-IN" dirty="0"/>
              <a:t>cd </a:t>
            </a:r>
            <a:r>
              <a:rPr lang="en-IN" dirty="0" err="1"/>
              <a:t>jenkins</a:t>
            </a:r>
            <a:r>
              <a:rPr lang="en-IN" dirty="0"/>
              <a:t>-docker-demo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57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760AE-760F-E453-6F32-B092907E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4404D-9D2E-AF25-1050-66264FD31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4: Create Simple Application File</a:t>
            </a:r>
          </a:p>
          <a:p>
            <a:r>
              <a:rPr lang="en-IN" dirty="0"/>
              <a:t>Create file:</a:t>
            </a:r>
          </a:p>
          <a:p>
            <a:r>
              <a:rPr lang="en-IN" dirty="0"/>
              <a:t>nano </a:t>
            </a:r>
            <a:r>
              <a:rPr lang="en-IN" dirty="0" err="1"/>
              <a:t>app.py</a:t>
            </a:r>
            <a:endParaRPr lang="en-IN" dirty="0"/>
          </a:p>
          <a:p>
            <a:r>
              <a:rPr lang="en-IN" dirty="0"/>
              <a:t>Paste:</a:t>
            </a:r>
          </a:p>
          <a:p>
            <a:r>
              <a:rPr lang="en-IN" dirty="0"/>
              <a:t>print("Hello from Docker image built by Jenkins")</a:t>
            </a:r>
          </a:p>
          <a:p>
            <a:r>
              <a:rPr lang="en-IN" dirty="0"/>
              <a:t>Save file.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11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A0BA2-B2CF-FD9D-56C3-2EB4BB989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D7187-B39C-42C7-80F4-57FEF527F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Step 5: Create </a:t>
            </a:r>
            <a:r>
              <a:rPr lang="en-IN" b="1" dirty="0" err="1"/>
              <a:t>Dockerfile</a:t>
            </a:r>
            <a:endParaRPr lang="en-IN" b="1" dirty="0"/>
          </a:p>
          <a:p>
            <a:r>
              <a:rPr lang="en-IN" dirty="0"/>
              <a:t>nano </a:t>
            </a:r>
            <a:r>
              <a:rPr lang="en-IN" dirty="0" err="1"/>
              <a:t>Dockerfile</a:t>
            </a:r>
            <a:endParaRPr lang="en-IN" dirty="0"/>
          </a:p>
          <a:p>
            <a:r>
              <a:rPr lang="en-IN" dirty="0"/>
              <a:t>Paste:</a:t>
            </a:r>
          </a:p>
          <a:p>
            <a:r>
              <a:rPr lang="en-IN" dirty="0"/>
              <a:t>FROM python:3.10-slim</a:t>
            </a:r>
            <a:br>
              <a:rPr lang="en-IN" dirty="0"/>
            </a:br>
            <a:br>
              <a:rPr lang="en-IN" dirty="0"/>
            </a:br>
            <a:r>
              <a:rPr lang="en-IN" dirty="0"/>
              <a:t>WORKDIR /app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COPY </a:t>
            </a:r>
            <a:r>
              <a:rPr lang="en-IN" dirty="0" err="1"/>
              <a:t>app.py</a:t>
            </a:r>
            <a:r>
              <a:rPr lang="en-IN" dirty="0"/>
              <a:t> 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CMD ["python", "</a:t>
            </a:r>
            <a:r>
              <a:rPr lang="en-IN" dirty="0" err="1"/>
              <a:t>app.py</a:t>
            </a:r>
            <a:r>
              <a:rPr lang="en-IN" dirty="0"/>
              <a:t>"]</a:t>
            </a:r>
          </a:p>
          <a:p>
            <a:r>
              <a:rPr lang="en-IN" dirty="0"/>
              <a:t>Save file.</a:t>
            </a:r>
          </a:p>
          <a:p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20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19517-879F-00FA-4468-5B414D49C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7D793-3B5E-868E-275C-0426607D9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6: Test Docker Image Manually</a:t>
            </a:r>
          </a:p>
          <a:p>
            <a:r>
              <a:rPr lang="en-IN" dirty="0"/>
              <a:t>docker build -t </a:t>
            </a:r>
            <a:r>
              <a:rPr lang="en-IN" dirty="0" err="1"/>
              <a:t>jenkins</a:t>
            </a:r>
            <a:r>
              <a:rPr lang="en-IN" dirty="0"/>
              <a:t>-docker-demo .</a:t>
            </a:r>
          </a:p>
          <a:p>
            <a:r>
              <a:rPr lang="en-IN" dirty="0"/>
              <a:t>Run image:</a:t>
            </a:r>
          </a:p>
          <a:p>
            <a:r>
              <a:rPr lang="en-IN" dirty="0"/>
              <a:t>docker run </a:t>
            </a:r>
            <a:r>
              <a:rPr lang="en-IN" dirty="0" err="1"/>
              <a:t>jenkins</a:t>
            </a:r>
            <a:r>
              <a:rPr lang="en-IN" dirty="0"/>
              <a:t>-docker-demo</a:t>
            </a:r>
          </a:p>
          <a:p>
            <a:r>
              <a:rPr lang="en-IN" dirty="0"/>
              <a:t>Output should be:</a:t>
            </a:r>
          </a:p>
          <a:p>
            <a:r>
              <a:rPr lang="en-IN" dirty="0"/>
              <a:t>Hello from Docker image built by Jenkins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945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BFA6C-330B-6FED-64AC-B518E9FF6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60A64-893D-543D-0E25-8BDAE07DF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Step 7: Open Jenkins</a:t>
            </a:r>
          </a:p>
          <a:p>
            <a:r>
              <a:rPr lang="en-IN" dirty="0"/>
              <a:t>Open browser:</a:t>
            </a:r>
          </a:p>
          <a:p>
            <a:r>
              <a:rPr lang="en-IN" dirty="0"/>
              <a:t>http://localhost:8080</a:t>
            </a:r>
          </a:p>
          <a:p>
            <a:r>
              <a:rPr lang="en-IN" dirty="0"/>
              <a:t>Login to Jenkins.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Step 8: Install Docker Plugin in Jenkins</a:t>
            </a:r>
          </a:p>
          <a:p>
            <a:r>
              <a:rPr lang="en-IN" dirty="0"/>
              <a:t>Go to:</a:t>
            </a:r>
          </a:p>
          <a:p>
            <a:r>
              <a:rPr lang="en-IN" dirty="0"/>
              <a:t>Manage Jenkins → Plugins → Available Plugins</a:t>
            </a:r>
          </a:p>
          <a:p>
            <a:r>
              <a:rPr lang="en-IN" dirty="0"/>
              <a:t>Search and install:</a:t>
            </a:r>
          </a:p>
          <a:p>
            <a:r>
              <a:rPr lang="en-IN" dirty="0"/>
              <a:t>Docker</a:t>
            </a:r>
            <a:br>
              <a:rPr lang="en-IN" dirty="0"/>
            </a:br>
            <a:r>
              <a:rPr lang="en-IN" dirty="0"/>
              <a:t>Docker Pipeline</a:t>
            </a:r>
            <a:br>
              <a:rPr lang="en-IN" dirty="0"/>
            </a:br>
            <a:r>
              <a:rPr lang="en-IN" dirty="0"/>
              <a:t>Git</a:t>
            </a:r>
          </a:p>
          <a:p>
            <a:r>
              <a:rPr lang="en-IN" dirty="0"/>
              <a:t>Restart Jenkins if required.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499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A783E-8322-AC2E-ECF1-9D3065287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0B6D3-F390-1AFD-57C3-47413D953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9: Give Jenkins Permission to Use Docker</a:t>
            </a:r>
          </a:p>
          <a:p>
            <a:r>
              <a:rPr lang="en-IN" b="1" dirty="0"/>
              <a:t>For Mac/Linux:</a:t>
            </a:r>
          </a:p>
          <a:p>
            <a:r>
              <a:rPr lang="en-IN" dirty="0"/>
              <a:t>Run:</a:t>
            </a:r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usermod</a:t>
            </a:r>
            <a:r>
              <a:rPr lang="en-IN" dirty="0"/>
              <a:t> -</a:t>
            </a:r>
            <a:r>
              <a:rPr lang="en-IN" dirty="0" err="1"/>
              <a:t>aG</a:t>
            </a:r>
            <a:r>
              <a:rPr lang="en-IN" dirty="0"/>
              <a:t> docker </a:t>
            </a:r>
            <a:r>
              <a:rPr lang="en-IN" dirty="0" err="1"/>
              <a:t>jenkins</a:t>
            </a:r>
            <a:endParaRPr lang="en-IN" dirty="0"/>
          </a:p>
          <a:p>
            <a:r>
              <a:rPr lang="en-IN" dirty="0"/>
              <a:t>Restart Jenkins:</a:t>
            </a:r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systemctl</a:t>
            </a:r>
            <a:r>
              <a:rPr lang="en-IN" dirty="0"/>
              <a:t> restart </a:t>
            </a:r>
            <a:r>
              <a:rPr lang="en-IN" dirty="0" err="1"/>
              <a:t>jenkins</a:t>
            </a:r>
            <a:endParaRPr lang="en-IN" dirty="0"/>
          </a:p>
          <a:p>
            <a:r>
              <a:rPr lang="en-IN" b="1" dirty="0"/>
              <a:t>For Windows:</a:t>
            </a:r>
          </a:p>
          <a:p>
            <a:r>
              <a:rPr lang="en-IN" dirty="0"/>
              <a:t>Make sure </a:t>
            </a:r>
            <a:r>
              <a:rPr lang="en-IN" b="1" dirty="0"/>
              <a:t>Docker Desktop is running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897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03FE8-B4B7-D018-217B-92F46EA2D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B4C2F-1A6F-9F0C-1C73-EF2CFDA3F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10: Create Jenkins Pipeline Job</a:t>
            </a:r>
          </a:p>
          <a:p>
            <a:r>
              <a:rPr lang="en-IN" dirty="0"/>
              <a:t>In Jenkins dashboard:</a:t>
            </a:r>
          </a:p>
          <a:p>
            <a:r>
              <a:rPr lang="en-IN" dirty="0"/>
              <a:t>New Item → Enter name: Docker-Build-Job</a:t>
            </a:r>
          </a:p>
          <a:p>
            <a:r>
              <a:rPr lang="en-IN" dirty="0"/>
              <a:t>Select:</a:t>
            </a:r>
          </a:p>
          <a:p>
            <a:r>
              <a:rPr lang="en-IN" dirty="0"/>
              <a:t>Pipeline</a:t>
            </a:r>
          </a:p>
          <a:p>
            <a:r>
              <a:rPr lang="en-IN" dirty="0"/>
              <a:t>Click:</a:t>
            </a:r>
          </a:p>
          <a:p>
            <a:r>
              <a:rPr lang="en-IN" dirty="0"/>
              <a:t>OK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74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73AE-1AD6-A062-978D-07483EBBA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985D4-1F7A-9F7E-3605-6B99EA867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11: Add Pipeline Script</a:t>
            </a:r>
          </a:p>
          <a:p>
            <a:r>
              <a:rPr lang="en-IN" dirty="0"/>
              <a:t>Scroll to </a:t>
            </a:r>
            <a:r>
              <a:rPr lang="en-IN" b="1" dirty="0"/>
              <a:t>Pipeline</a:t>
            </a:r>
            <a:r>
              <a:rPr lang="en-IN" dirty="0"/>
              <a:t> section.</a:t>
            </a:r>
          </a:p>
          <a:p>
            <a:r>
              <a:rPr lang="en-IN" dirty="0"/>
              <a:t>Paste this: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122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91CB4-1253-DB82-7D81-4CFBD00AE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C2932-6472-8581-9CB3-278650C39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pipeline {</a:t>
            </a:r>
          </a:p>
          <a:p>
            <a:r>
              <a:rPr lang="en-US" dirty="0"/>
              <a:t>    agent any</a:t>
            </a:r>
          </a:p>
          <a:p>
            <a:endParaRPr lang="en-US" dirty="0"/>
          </a:p>
          <a:p>
            <a:r>
              <a:rPr lang="en-US" dirty="0"/>
              <a:t>    stages {</a:t>
            </a:r>
          </a:p>
          <a:p>
            <a:r>
              <a:rPr lang="en-US" dirty="0"/>
              <a:t>        stage('Check Docker') {</a:t>
            </a:r>
          </a:p>
          <a:p>
            <a:r>
              <a:rPr lang="en-US" dirty="0"/>
              <a:t>            steps {</a:t>
            </a:r>
          </a:p>
          <a:p>
            <a:r>
              <a:rPr lang="en-US" dirty="0"/>
              <a:t>                </a:t>
            </a:r>
            <a:r>
              <a:rPr lang="en-US" dirty="0" err="1"/>
              <a:t>sh</a:t>
            </a:r>
            <a:r>
              <a:rPr lang="en-US" dirty="0"/>
              <a:t> 'docker --version'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    stage('Build Docker Image') {</a:t>
            </a:r>
          </a:p>
          <a:p>
            <a:r>
              <a:rPr lang="en-US" dirty="0"/>
              <a:t>            steps {</a:t>
            </a:r>
          </a:p>
          <a:p>
            <a:r>
              <a:rPr lang="en-US" dirty="0"/>
              <a:t>                </a:t>
            </a:r>
            <a:r>
              <a:rPr lang="en-US" dirty="0" err="1"/>
              <a:t>sh</a:t>
            </a:r>
            <a:r>
              <a:rPr lang="en-US" dirty="0"/>
              <a:t> 'docker build -t </a:t>
            </a:r>
            <a:r>
              <a:rPr lang="en-US" dirty="0" err="1"/>
              <a:t>jenkins</a:t>
            </a:r>
            <a:r>
              <a:rPr lang="en-US" dirty="0"/>
              <a:t>-docker-demo .'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    stage('Run Docker Container') {</a:t>
            </a:r>
          </a:p>
          <a:p>
            <a:r>
              <a:rPr lang="en-US" dirty="0"/>
              <a:t>            steps {</a:t>
            </a:r>
          </a:p>
          <a:p>
            <a:r>
              <a:rPr lang="en-US" dirty="0"/>
              <a:t>                </a:t>
            </a:r>
            <a:r>
              <a:rPr lang="en-US" dirty="0" err="1"/>
              <a:t>sh</a:t>
            </a:r>
            <a:r>
              <a:rPr lang="en-US" dirty="0"/>
              <a:t> 'docker run --rm </a:t>
            </a:r>
            <a:r>
              <a:rPr lang="en-US" dirty="0" err="1"/>
              <a:t>jenkins</a:t>
            </a:r>
            <a:r>
              <a:rPr lang="en-US" dirty="0"/>
              <a:t>-docker-demo'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857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EF050-55A0-A069-5150-BE50135A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C0897-2372-D387-C210-AEA2E2609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12: Important Folder Setup</a:t>
            </a:r>
          </a:p>
          <a:p>
            <a:r>
              <a:rPr lang="en-IN" dirty="0"/>
              <a:t>Your Jenkins job must access your project files.</a:t>
            </a:r>
          </a:p>
          <a:p>
            <a:r>
              <a:rPr lang="en-IN" dirty="0"/>
              <a:t>So keep these files inside Jenkins workspace:</a:t>
            </a:r>
          </a:p>
          <a:p>
            <a:r>
              <a:rPr lang="en-IN" dirty="0" err="1"/>
              <a:t>app.py</a:t>
            </a:r>
            <a:br>
              <a:rPr lang="en-IN" dirty="0"/>
            </a:br>
            <a:r>
              <a:rPr lang="en-IN" dirty="0" err="1"/>
              <a:t>Dockerfile</a:t>
            </a:r>
            <a:endParaRPr lang="en-IN" dirty="0"/>
          </a:p>
          <a:p>
            <a:r>
              <a:rPr lang="en-IN" dirty="0"/>
              <a:t>Or connect Jenkins with GitHub repository.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001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490C5-4B4F-FB94-FEFE-06C185060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5B062-C6C3-1231-AA95-B056896A7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13: Run Jenkins Job</a:t>
            </a:r>
          </a:p>
          <a:p>
            <a:r>
              <a:rPr lang="en-IN" dirty="0"/>
              <a:t>Click:</a:t>
            </a:r>
          </a:p>
          <a:p>
            <a:r>
              <a:rPr lang="en-IN" dirty="0"/>
              <a:t>Build Now</a:t>
            </a:r>
          </a:p>
          <a:p>
            <a:r>
              <a:rPr lang="en-IN" dirty="0"/>
              <a:t>Then click build number:</a:t>
            </a:r>
          </a:p>
          <a:p>
            <a:r>
              <a:rPr lang="en-IN" dirty="0"/>
              <a:t>#1 → Console Output</a:t>
            </a:r>
          </a:p>
          <a:p>
            <a:r>
              <a:rPr lang="en-IN" dirty="0"/>
              <a:t>You should see:</a:t>
            </a:r>
          </a:p>
          <a:p>
            <a:r>
              <a:rPr lang="en-IN" dirty="0"/>
              <a:t>docker build -t </a:t>
            </a:r>
            <a:r>
              <a:rPr lang="en-IN" dirty="0" err="1"/>
              <a:t>jenkins</a:t>
            </a:r>
            <a:r>
              <a:rPr lang="en-IN" dirty="0"/>
              <a:t>-docker-demo .</a:t>
            </a:r>
            <a:br>
              <a:rPr lang="en-IN" dirty="0"/>
            </a:br>
            <a:r>
              <a:rPr lang="en-IN" dirty="0"/>
              <a:t>Hello from Docker image built by Jenkins</a:t>
            </a:r>
            <a:br>
              <a:rPr lang="en-IN" dirty="0"/>
            </a:br>
            <a:r>
              <a:rPr lang="en-IN" dirty="0"/>
              <a:t>Finished: SUCCESS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351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0C521-0899-C67F-F4FC-AB587F6B9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0692B-4A8D-E2AC-432E-5A925388E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Step 14: Check Docker Image</a:t>
            </a:r>
          </a:p>
          <a:p>
            <a:r>
              <a:rPr lang="en-IN" dirty="0"/>
              <a:t>Open terminal and run:</a:t>
            </a:r>
          </a:p>
          <a:p>
            <a:r>
              <a:rPr lang="en-IN" dirty="0"/>
              <a:t>docker images</a:t>
            </a:r>
          </a:p>
          <a:p>
            <a:r>
              <a:rPr lang="en-IN" dirty="0"/>
              <a:t>You should see:</a:t>
            </a:r>
          </a:p>
          <a:p>
            <a:r>
              <a:rPr lang="en-IN" dirty="0" err="1"/>
              <a:t>jenkins</a:t>
            </a:r>
            <a:r>
              <a:rPr lang="en-IN" dirty="0"/>
              <a:t>-docker-demo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Step 15: Final Output</a:t>
            </a:r>
          </a:p>
          <a:p>
            <a:r>
              <a:rPr lang="en-IN" dirty="0"/>
              <a:t>Jenkins successfully builds Docker image using </a:t>
            </a:r>
            <a:r>
              <a:rPr lang="en-IN" dirty="0" err="1"/>
              <a:t>Dockerfile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358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E1D1B-CF89-1121-DD88-594AA26BB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2700" b="1" dirty="0"/>
              <a:t>Simple </a:t>
            </a:r>
            <a:r>
              <a:rPr lang="en-IN" sz="2700" b="1" dirty="0" err="1"/>
              <a:t>Jenkinsfile</a:t>
            </a:r>
            <a:r>
              <a:rPr lang="en-IN" sz="2700" b="1" dirty="0"/>
              <a:t> for GitHub Repository</a:t>
            </a:r>
            <a:br>
              <a:rPr lang="en-IN" sz="2700" b="1" dirty="0"/>
            </a:br>
            <a:r>
              <a:rPr lang="en-IN" sz="2700" dirty="0"/>
              <a:t>Create file named:</a:t>
            </a:r>
            <a:br>
              <a:rPr lang="en-IN" sz="2700" dirty="0"/>
            </a:br>
            <a:r>
              <a:rPr lang="en-IN" sz="2700" dirty="0" err="1"/>
              <a:t>Jenkinsfile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C2A69-C859-750C-98F2-22C671C12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pipeline {</a:t>
            </a:r>
          </a:p>
          <a:p>
            <a:r>
              <a:rPr lang="en-US" dirty="0"/>
              <a:t>    agent any</a:t>
            </a:r>
          </a:p>
          <a:p>
            <a:endParaRPr lang="en-US" dirty="0"/>
          </a:p>
          <a:p>
            <a:r>
              <a:rPr lang="en-US" dirty="0"/>
              <a:t>    stages {</a:t>
            </a:r>
          </a:p>
          <a:p>
            <a:r>
              <a:rPr lang="en-US" dirty="0"/>
              <a:t>        stage('Clone Code') {</a:t>
            </a:r>
          </a:p>
          <a:p>
            <a:r>
              <a:rPr lang="en-US" dirty="0"/>
              <a:t>            steps {</a:t>
            </a:r>
          </a:p>
          <a:p>
            <a:r>
              <a:rPr lang="en-US" dirty="0"/>
              <a:t>                echo 'Code cloned from GitHub'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    stage('Build Docker Image') {</a:t>
            </a:r>
          </a:p>
          <a:p>
            <a:r>
              <a:rPr lang="en-US" dirty="0"/>
              <a:t>            steps {</a:t>
            </a:r>
          </a:p>
          <a:p>
            <a:r>
              <a:rPr lang="en-US" dirty="0"/>
              <a:t>                </a:t>
            </a:r>
            <a:r>
              <a:rPr lang="en-US" dirty="0" err="1"/>
              <a:t>sh</a:t>
            </a:r>
            <a:r>
              <a:rPr lang="en-US" dirty="0"/>
              <a:t> 'docker build -t my-python-app .'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    stage('Run Docker Image') {</a:t>
            </a:r>
          </a:p>
          <a:p>
            <a:r>
              <a:rPr lang="en-US" dirty="0"/>
              <a:t>            steps {</a:t>
            </a:r>
          </a:p>
          <a:p>
            <a:r>
              <a:rPr lang="en-US" dirty="0"/>
              <a:t>                </a:t>
            </a:r>
            <a:r>
              <a:rPr lang="en-US" dirty="0" err="1"/>
              <a:t>sh</a:t>
            </a:r>
            <a:r>
              <a:rPr lang="en-US" dirty="0"/>
              <a:t> 'docker run --rm my-python-app'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82131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D96BA-C2AD-4175-E710-88781497A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Viva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6BA38-F9D8-F605-09FA-40DF5163A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Viva Questions</a:t>
            </a:r>
          </a:p>
          <a:p>
            <a:r>
              <a:rPr lang="en-IN" dirty="0"/>
              <a:t>What is Docker image? </a:t>
            </a:r>
          </a:p>
          <a:p>
            <a:r>
              <a:rPr lang="en-IN" dirty="0"/>
              <a:t>What is </a:t>
            </a:r>
            <a:r>
              <a:rPr lang="en-IN" dirty="0" err="1"/>
              <a:t>Dockerfile</a:t>
            </a:r>
            <a:r>
              <a:rPr lang="en-IN" dirty="0"/>
              <a:t>? </a:t>
            </a:r>
          </a:p>
          <a:p>
            <a:r>
              <a:rPr lang="en-IN" dirty="0"/>
              <a:t>What is Jenkins? </a:t>
            </a:r>
          </a:p>
          <a:p>
            <a:r>
              <a:rPr lang="en-IN" dirty="0"/>
              <a:t>What is Jenkins pipeline? </a:t>
            </a:r>
          </a:p>
          <a:p>
            <a:r>
              <a:rPr lang="en-IN" dirty="0"/>
              <a:t>Why do we use Jenkins with Docker? </a:t>
            </a:r>
          </a:p>
          <a:p>
            <a:r>
              <a:rPr lang="en-IN" dirty="0"/>
              <a:t>What command builds Docker image? </a:t>
            </a:r>
          </a:p>
          <a:p>
            <a:r>
              <a:rPr lang="en-IN"/>
              <a:t>What command runs Docker container?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30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627</Words>
  <Application>Microsoft Macintosh PowerPoint</Application>
  <PresentationFormat>Widescreen</PresentationFormat>
  <Paragraphs>151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INT332</vt:lpstr>
      <vt:lpstr>Part 1:</vt:lpstr>
      <vt:lpstr>Step 1: Install Required Tools</vt:lpstr>
      <vt:lpstr>Continue…</vt:lpstr>
      <vt:lpstr>Continue…</vt:lpstr>
      <vt:lpstr>Continue…</vt:lpstr>
      <vt:lpstr>Continue…</vt:lpstr>
      <vt:lpstr>Continue….</vt:lpstr>
      <vt:lpstr>Continue….</vt:lpstr>
      <vt:lpstr>Continue…</vt:lpstr>
      <vt:lpstr>Continue…</vt:lpstr>
      <vt:lpstr>Pipeline Script</vt:lpstr>
      <vt:lpstr>Continue….</vt:lpstr>
      <vt:lpstr>Continue…</vt:lpstr>
      <vt:lpstr>Continue…</vt:lpstr>
      <vt:lpstr>Simple Jenkinsfile for GitHub Repository Create file named: Jenkinsfile </vt:lpstr>
      <vt:lpstr>Viva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Tiyas Sarkar</dc:creator>
  <cp:lastModifiedBy>Tiyas Sarkar</cp:lastModifiedBy>
  <cp:revision>1</cp:revision>
  <dcterms:created xsi:type="dcterms:W3CDTF">2026-05-20T14:12:40Z</dcterms:created>
  <dcterms:modified xsi:type="dcterms:W3CDTF">2026-05-20T14:25:59Z</dcterms:modified>
</cp:coreProperties>
</file>