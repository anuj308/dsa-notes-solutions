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5490"/>
          </a:xfrm>
        </p:spPr>
        <p:txBody>
          <a:bodyPr/>
          <a:p>
            <a:r>
              <a:rPr lang="en-US" sz="3200"/>
              <a:t>Docker Container Lifecycle Management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875"/>
            <a:ext cx="10515600" cy="4764405"/>
          </a:xfrm>
        </p:spPr>
        <p:txBody>
          <a:bodyPr/>
          <a:p>
            <a:r>
              <a:rPr lang="en-US"/>
              <a:t>The lifecycle of a docker container consists of five states:</a:t>
            </a:r>
            <a:endParaRPr lang="en-US"/>
          </a:p>
          <a:p>
            <a:r>
              <a:rPr lang="en-US"/>
              <a:t>Created state</a:t>
            </a:r>
            <a:endParaRPr lang="en-US"/>
          </a:p>
          <a:p>
            <a:r>
              <a:rPr lang="en-US"/>
              <a:t>Running state</a:t>
            </a:r>
            <a:endParaRPr lang="en-US"/>
          </a:p>
          <a:p>
            <a:r>
              <a:rPr lang="en-US"/>
              <a:t>Paused state/unpaused state</a:t>
            </a:r>
            <a:endParaRPr lang="en-US"/>
          </a:p>
          <a:p>
            <a:r>
              <a:rPr lang="en-US"/>
              <a:t>Stopped state</a:t>
            </a:r>
            <a:endParaRPr lang="en-US"/>
          </a:p>
          <a:p>
            <a:r>
              <a:rPr lang="en-US"/>
              <a:t>Killed/Deleted state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1-15 at 12.00.5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803910"/>
            <a:ext cx="10246995" cy="5165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420"/>
            <a:ext cx="10515600" cy="282829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b="1"/>
              <a:t>1. Created state:</a:t>
            </a:r>
            <a:endParaRPr lang="en-US" b="1"/>
          </a:p>
          <a:p>
            <a:pPr lvl="1"/>
            <a:r>
              <a:rPr lang="en-US"/>
              <a:t>Using the </a:t>
            </a:r>
            <a:r>
              <a:rPr lang="en-US" b="1"/>
              <a:t>docker create</a:t>
            </a:r>
            <a:r>
              <a:rPr lang="en-US"/>
              <a:t> command will create a new Docker container with the specified docker image.</a:t>
            </a:r>
            <a:endParaRPr lang="en-US"/>
          </a:p>
          <a:p>
            <a:pPr lvl="1"/>
            <a:r>
              <a:rPr lang="en-US"/>
              <a:t>$ docker create --name &lt;container name&gt; &lt;image name&gt;</a:t>
            </a:r>
            <a:endParaRPr lang="en-US"/>
          </a:p>
          <a:p>
            <a:pPr marL="0" indent="0">
              <a:buNone/>
            </a:pPr>
            <a:r>
              <a:rPr lang="en-US" b="1"/>
              <a:t>  Start Container:</a:t>
            </a:r>
            <a:endParaRPr lang="en-US" b="1"/>
          </a:p>
          <a:p>
            <a:pPr lvl="1"/>
            <a:r>
              <a:rPr lang="en-US"/>
              <a:t>To start a stopped container, we can use the docker start command.</a:t>
            </a:r>
            <a:endParaRPr lang="en-US"/>
          </a:p>
          <a:p>
            <a:pPr lvl="1"/>
            <a:r>
              <a:rPr lang="en-US"/>
              <a:t>$ docker start &lt;container name&gt;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3820"/>
            <a:ext cx="10515600" cy="482346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sz="2800" b="1">
                <a:sym typeface="+mn-ea"/>
              </a:rPr>
              <a:t>2. Running State:</a:t>
            </a:r>
            <a:endParaRPr lang="en-US" sz="2800" b="1">
              <a:sym typeface="+mn-ea"/>
            </a:endParaRPr>
          </a:p>
          <a:p>
            <a:pPr lvl="1"/>
            <a:r>
              <a:rPr lang="en-US" sz="2800">
                <a:sym typeface="+mn-ea"/>
              </a:rPr>
              <a:t>The docker run command will do the work of both “docker create” and “docker start” command. </a:t>
            </a:r>
            <a:endParaRPr lang="en-US" sz="2800"/>
          </a:p>
          <a:p>
            <a:pPr lvl="1"/>
            <a:r>
              <a:rPr lang="en-US" sz="2800">
                <a:sym typeface="+mn-ea"/>
              </a:rPr>
              <a:t>This command will create a new container and run the image in the newly created container.</a:t>
            </a:r>
            <a:endParaRPr lang="en-US" sz="2800"/>
          </a:p>
          <a:p>
            <a:pPr marL="2286000" lvl="5" indent="457200">
              <a:buNone/>
            </a:pPr>
            <a:r>
              <a:rPr lang="en-US" sz="2800" b="1">
                <a:sym typeface="+mn-ea"/>
              </a:rPr>
              <a:t>docker run &lt;container-id&gt;</a:t>
            </a:r>
            <a:endParaRPr lang="en-US" sz="2800" b="1"/>
          </a:p>
          <a:p>
            <a:pPr marL="3200400" lvl="7" indent="457200">
              <a:buNone/>
            </a:pPr>
            <a:r>
              <a:rPr lang="en-US" sz="2800" b="1">
                <a:sym typeface="+mn-ea"/>
              </a:rPr>
              <a:t>or</a:t>
            </a:r>
            <a:endParaRPr lang="en-US" sz="2800" b="1"/>
          </a:p>
          <a:p>
            <a:pPr marL="2286000" lvl="5" indent="457200">
              <a:buNone/>
            </a:pPr>
            <a:r>
              <a:rPr lang="en-US" sz="2800" b="1">
                <a:sym typeface="+mn-ea"/>
              </a:rPr>
              <a:t>docker run &lt;container-name&gt;</a:t>
            </a:r>
            <a:endParaRPr lang="en-US" sz="2800" b="1">
              <a:sym typeface="+mn-ea"/>
            </a:endParaRPr>
          </a:p>
          <a:p>
            <a:pPr marL="3200400" lvl="7" indent="457200">
              <a:buNone/>
            </a:pPr>
            <a:r>
              <a:rPr lang="en-US" sz="2800" b="1">
                <a:sym typeface="+mn-ea"/>
              </a:rPr>
              <a:t>or</a:t>
            </a:r>
            <a:endParaRPr lang="en-US" sz="2800" b="1">
              <a:sym typeface="+mn-ea"/>
            </a:endParaRPr>
          </a:p>
          <a:p>
            <a:pPr marL="0" lvl="5" indent="457200">
              <a:buNone/>
            </a:pPr>
            <a:r>
              <a:rPr lang="en-US" sz="2800" b="1">
                <a:sym typeface="+mn-ea"/>
              </a:rPr>
              <a:t>$ docker run -it --name &lt;container name&gt; &lt;image name&gt;</a:t>
            </a:r>
            <a:endParaRPr lang="en-US" sz="2800" b="1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4600"/>
            <a:ext cx="10515600" cy="4932680"/>
          </a:xfrm>
        </p:spPr>
        <p:txBody>
          <a:bodyPr/>
          <a:p>
            <a:pPr marL="0" indent="0">
              <a:buNone/>
            </a:pPr>
            <a:r>
              <a:rPr lang="en-US" b="1"/>
              <a:t>3. Paused state :</a:t>
            </a:r>
            <a:endParaRPr lang="en-US" b="1"/>
          </a:p>
          <a:p>
            <a:r>
              <a:rPr lang="en-US"/>
              <a:t>The current executing command in the docker container is paused. </a:t>
            </a:r>
            <a:endParaRPr lang="en-US"/>
          </a:p>
          <a:p>
            <a:r>
              <a:rPr lang="en-US"/>
              <a:t>Use the docker pause command to pause a running container.</a:t>
            </a:r>
            <a:endParaRPr lang="en-US"/>
          </a:p>
          <a:p>
            <a:endParaRPr lang="en-US"/>
          </a:p>
          <a:p>
            <a:r>
              <a:rPr lang="en-US" b="1"/>
              <a:t>$docker pause container &lt;container-id or container-name&gt;</a:t>
            </a:r>
            <a:endParaRPr lang="en-US" b="1"/>
          </a:p>
          <a:p>
            <a:endParaRPr lang="en-US" b="1"/>
          </a:p>
          <a:p>
            <a:r>
              <a:rPr lang="en-US" b="1"/>
              <a:t>Note: docker pause pauses all the processes in the container. It sends the SIGSTOP signal to pause the processes in the container.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b="1"/>
              <a:t>4. Unpaused state</a:t>
            </a:r>
            <a:endParaRPr lang="en-US" b="1"/>
          </a:p>
          <a:p>
            <a:r>
              <a:rPr lang="en-US"/>
              <a:t>In the unpaused state, the paused container resumes executing the commands once it is unpaused.</a:t>
            </a:r>
            <a:endParaRPr lang="en-US"/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457200">
              <a:buNone/>
            </a:pPr>
            <a:r>
              <a:rPr lang="en-US">
                <a:sym typeface="+mn-ea"/>
              </a:rPr>
              <a:t>$docker unpause &lt;container-id or container-name&gt;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Docker sends the SIGCONT signal to resume the process.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665"/>
            <a:ext cx="10515600" cy="466661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b="1"/>
              <a:t>5. Stopped State:</a:t>
            </a:r>
            <a:endParaRPr lang="en-US" b="1"/>
          </a:p>
          <a:p>
            <a:r>
              <a:rPr lang="en-US"/>
              <a:t>In the stopped state, the container’s main process is shutdown gracefully. </a:t>
            </a:r>
            <a:endParaRPr lang="en-US"/>
          </a:p>
          <a:p>
            <a:r>
              <a:rPr lang="en-US"/>
              <a:t>Docker sends SIGTERM for graceful shutdown</a:t>
            </a:r>
            <a:endParaRPr lang="en-US"/>
          </a:p>
          <a:p>
            <a:pPr marL="457200" lvl="1" indent="457200">
              <a:buNone/>
            </a:pPr>
            <a:endParaRPr lang="en-US"/>
          </a:p>
          <a:p>
            <a:pPr marL="457200" lvl="1" indent="457200">
              <a:buNone/>
            </a:pPr>
            <a:r>
              <a:rPr lang="en-US"/>
              <a:t>$docker stop &lt;container-id or container-name&gt;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6.Kill State:</a:t>
            </a:r>
            <a:endParaRPr lang="en-US" b="1"/>
          </a:p>
          <a:p>
            <a:r>
              <a:rPr lang="en-US"/>
              <a:t>In the killed state, the container’s main processes are shutdown abruptly. </a:t>
            </a:r>
            <a:endParaRPr lang="en-US"/>
          </a:p>
          <a:p>
            <a:r>
              <a:rPr lang="en-US"/>
              <a:t>Docker sends a SIGKILL signal to kill the container’s main process.</a:t>
            </a:r>
            <a:endParaRPr lang="en-US"/>
          </a:p>
          <a:p>
            <a:pPr marL="457200" lvl="1" indent="457200">
              <a:buNone/>
            </a:pPr>
            <a:r>
              <a:rPr lang="en-US"/>
              <a:t>      </a:t>
            </a:r>
            <a:endParaRPr lang="en-US"/>
          </a:p>
          <a:p>
            <a:pPr marL="457200" lvl="1" indent="457200">
              <a:buNone/>
            </a:pPr>
            <a:r>
              <a:rPr lang="en-US"/>
              <a:t>      </a:t>
            </a:r>
            <a:r>
              <a:rPr lang="en-US" b="1"/>
              <a:t>$docker kill &lt;container-id or container-name&gt;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1705</Words>
  <Application>WPS Presentation</Application>
  <PresentationFormat>Widescreen</PresentationFormat>
  <Paragraphs>59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Theme1</vt:lpstr>
      <vt:lpstr>Docker Container Lifecycle Management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14</cp:revision>
  <dcterms:created xsi:type="dcterms:W3CDTF">2025-01-31T04:04:59Z</dcterms:created>
  <dcterms:modified xsi:type="dcterms:W3CDTF">2025-01-31T04:04:59Z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4AF2475F7BEBEA89EA4B9C6765DDA95B_43</vt:lpwstr>
  </property>
  <property fmtid="{D5CDD505-2E9C-101B-9397-08002B2CF9AE}" pid="3" name="KSOProductBuildVer">
    <vt:lpwstr>1033-6.11.0.8615</vt:lpwstr>
  </property>
</Properties>
</file>