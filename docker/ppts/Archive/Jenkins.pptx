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/>
    <p:restoredTop sz="94620"/>
  </p:normalViewPr>
  <p:slideViewPr>
    <p:cSldViewPr snapToGrid="0">
      <p:cViewPr varScale="1">
        <p:scale>
          <a:sx n="103" d="100"/>
          <a:sy n="103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55B99-3DD5-57DA-71E7-FC98E7E1A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8252A-0A38-CA12-2CE9-83F1F27BD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967F0-6218-7498-89C7-7C79442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8E8B5-BFA9-DDF0-72AC-A4848C8B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93E1-35B6-E562-4E2D-9335B605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06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5A6AF-FDAE-5D08-6665-C89C00E43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18915-6F80-635E-136F-B9266C7DB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33A66-19F1-F9BB-BA8B-7BCC9AE1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DBA62-AD26-544F-D200-EFE3760BC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3F024-F59A-0BBA-6C1D-841834C2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5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B987-7B43-9CEB-A19B-D3E1747B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9D8DB-6902-E5F8-B8A4-F63AD2FA7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2BEE-5153-1C41-390F-DDFA5BFF2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EC33A-680C-1026-46B6-2EFAE835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8C19B-4283-4247-BA8C-89502222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98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79B3-68C5-D3FF-853E-C5E55532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54D3D-ECCA-173B-7F58-210F8F4B2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C4170-9240-A4FB-65C6-EAFBB542E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1EE75-0F6C-EA36-1E1F-AE40BF47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97684-1FF5-F88A-4E4D-3C939C66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7AC5B-0484-F087-2917-A5C40E4D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22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940B4-89CD-AB39-0167-27DA8A8B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90B9F-234B-3120-8AAE-F60AC107C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E51B7-8AD8-2ECF-13B7-82D591974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654E93-AD63-A00C-78F2-7DB8E20FC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A9855-2E52-8B3D-9AE1-50B14579C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A564F-995B-3CF0-3DBD-CC749A00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F2680-E6A0-BE95-8EFF-BC659DD9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C4F64-C225-C600-D2E8-1C914734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3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054D-6AF2-B7A0-0831-E568B0097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ACE83-C1E9-0008-EAA4-70ABC8EB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23905-BEB1-0B7C-FC15-DBEAB013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D3E77-CA66-6F4F-90AA-B5A0887E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594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2B9670-678E-E13A-A4CC-107C587F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C0A41-B745-4617-05E2-E6F8A73D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3BE8B-201B-45FE-A795-79447068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5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713B-1F59-1AE3-68EE-A3C7A7B03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3A8D-822F-4FB9-9A62-E2DC855F8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AEAB3-A008-8B34-F1DF-28B1F6109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5C2A6-FEF3-6E6F-ECDF-177153D2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0BCA0-3B62-DB1A-26E5-0F37C8C7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A7B37-D2D8-E551-9AF4-E7875FC9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8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55AF-2544-4BAD-5BA2-32B32B52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BF682-1273-DCFA-577B-079A9784F9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04BB9-25F8-E2CC-EC54-60CBEBC77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FA495-2FBD-E181-6C41-04D3CE4D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E4635-0DED-DEBF-3609-9FC2D923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188C4-A7EC-AC44-9EA6-A167310C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8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235A-F189-5DF4-AAF2-DEB5BE31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D1E72B-D534-982C-35EA-29A9ACCAF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9C1B2-6468-82DC-9AEC-F95335D7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0F22E-2D4D-AE7B-26DD-085FADE6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75404-F8EB-6FEA-13FF-C1A7622F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2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34E431-600B-4218-89DF-1D1DC8B67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FD31E-15FB-8151-BB73-C21B74C53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AAC7-F6D2-078F-F4EA-4B3A25470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798BE-FA22-2A79-79F3-A42BB780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ACC26-C80A-CF3B-8483-2FC8DB96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4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78C5B7-D20B-838E-87F1-02CBF7DA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8B5F6-AFC6-8728-54D7-CB32D438B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BD12F-3DC4-EB94-182D-2D68CAB8EF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4FB1F-94D2-D940-842C-42A6565226FE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5A88-8112-2146-AC2F-311A7E6E7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CD659-2E6F-AF67-54CA-1D5575BC3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64643-B60A-2449-B7DA-539CBDB00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46FA-1FCC-3A8A-1984-DC339220D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Jenkins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8F84DF-AEE0-D0AD-1FCA-F346C2A25B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Practical</a:t>
            </a:r>
          </a:p>
        </p:txBody>
      </p:sp>
    </p:spTree>
    <p:extLst>
      <p:ext uri="{BB962C8B-B14F-4D97-AF65-F5344CB8AC3E}">
        <p14:creationId xmlns:p14="http://schemas.microsoft.com/office/powerpoint/2010/main" val="396148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3E9DD-DBCC-C58C-338A-781A1CCF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Practical: </a:t>
            </a:r>
            <a:r>
              <a:rPr lang="en-IN" dirty="0"/>
              <a:t>To create and compare </a:t>
            </a:r>
            <a:r>
              <a:rPr lang="en-IN" b="1" dirty="0"/>
              <a:t>Freestyle Job</a:t>
            </a:r>
            <a:r>
              <a:rPr lang="en-IN" dirty="0"/>
              <a:t> and </a:t>
            </a:r>
            <a:r>
              <a:rPr lang="en-IN" b="1" dirty="0"/>
              <a:t>Pipeline Job</a:t>
            </a:r>
            <a:r>
              <a:rPr lang="en-IN" dirty="0"/>
              <a:t> in Jenkins.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2857-5D79-343C-2B72-2029DB31B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Open Jenkins in browser: </a:t>
            </a:r>
          </a:p>
          <a:p>
            <a:r>
              <a:rPr lang="en-IN" dirty="0"/>
              <a:t>http://localhost:8080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46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38F96-34DB-9E21-873E-4CD5C5692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B: Freestyle Job Practical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085A-9AB0-EF47-B928-242115662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Create Freestyle Job</a:t>
            </a:r>
          </a:p>
          <a:p>
            <a:r>
              <a:rPr lang="en-IN" dirty="0"/>
              <a:t>Click </a:t>
            </a:r>
            <a:r>
              <a:rPr lang="en-IN" b="1" dirty="0"/>
              <a:t>New Item</a:t>
            </a:r>
            <a:r>
              <a:rPr lang="en-IN" dirty="0"/>
              <a:t>. </a:t>
            </a:r>
          </a:p>
          <a:p>
            <a:r>
              <a:rPr lang="en-IN" dirty="0"/>
              <a:t>Enter job name: </a:t>
            </a:r>
          </a:p>
          <a:p>
            <a:r>
              <a:rPr lang="en-IN" dirty="0"/>
              <a:t>Freestyle-Demo-Job</a:t>
            </a:r>
          </a:p>
          <a:p>
            <a:r>
              <a:rPr lang="en-IN" dirty="0"/>
              <a:t>Select </a:t>
            </a:r>
            <a:r>
              <a:rPr lang="en-IN" b="1" dirty="0"/>
              <a:t>Freestyle project</a:t>
            </a:r>
            <a:r>
              <a:rPr lang="en-IN" dirty="0"/>
              <a:t>. </a:t>
            </a:r>
          </a:p>
          <a:p>
            <a:r>
              <a:rPr lang="en-IN" dirty="0"/>
              <a:t>Click </a:t>
            </a:r>
            <a:r>
              <a:rPr lang="en-IN" b="1" dirty="0"/>
              <a:t>OK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59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CE3B4-44C9-7AB9-AB18-681471F0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63415-8FAB-B293-8366-38DCFDA6F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2: Add Description</a:t>
            </a:r>
          </a:p>
          <a:p>
            <a:r>
              <a:rPr lang="en-IN" dirty="0"/>
              <a:t>In description box write:</a:t>
            </a:r>
          </a:p>
          <a:p>
            <a:r>
              <a:rPr lang="en-IN" dirty="0"/>
              <a:t>This is a Jenkins Freestyle job practical on Windows.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177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E4BC-2BED-5862-791A-CDAAF764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0729-A2A7-9D92-6752-5FD844FBA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3: Add Build Step</a:t>
            </a:r>
          </a:p>
          <a:p>
            <a:r>
              <a:rPr lang="en-IN" dirty="0"/>
              <a:t>Scroll to </a:t>
            </a:r>
            <a:r>
              <a:rPr lang="en-IN" b="1" dirty="0"/>
              <a:t>Build Steps</a:t>
            </a:r>
            <a:r>
              <a:rPr lang="en-IN" dirty="0"/>
              <a:t>. </a:t>
            </a:r>
          </a:p>
          <a:p>
            <a:r>
              <a:rPr lang="en-IN" dirty="0"/>
              <a:t>Click </a:t>
            </a:r>
            <a:r>
              <a:rPr lang="en-IN" b="1" dirty="0"/>
              <a:t>Add build step</a:t>
            </a:r>
            <a:r>
              <a:rPr lang="en-IN" dirty="0"/>
              <a:t>. </a:t>
            </a:r>
          </a:p>
          <a:p>
            <a:r>
              <a:rPr lang="en-IN" dirty="0"/>
              <a:t>Select </a:t>
            </a:r>
            <a:r>
              <a:rPr lang="en-IN" b="1" dirty="0"/>
              <a:t>Execute Windows batch command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4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9AB9-0570-8873-3404-8514AD53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04220-75AD-D43F-65F3-594CE8A40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Step 4: Write Windows Commands</a:t>
            </a:r>
          </a:p>
          <a:p>
            <a:r>
              <a:rPr lang="en-IN" dirty="0"/>
              <a:t>Paste:</a:t>
            </a:r>
          </a:p>
          <a:p>
            <a:r>
              <a:rPr lang="en-IN" dirty="0"/>
              <a:t>echo Welcome to Jenkins Freestyle Job</a:t>
            </a:r>
            <a:br>
              <a:rPr lang="en-IN" dirty="0"/>
            </a:br>
            <a:r>
              <a:rPr lang="en-IN" dirty="0"/>
              <a:t>echo This job is running on Windows</a:t>
            </a:r>
            <a:br>
              <a:rPr lang="en-IN" dirty="0"/>
            </a:br>
            <a:r>
              <a:rPr lang="en-IN" dirty="0"/>
              <a:t>echo Current Date:</a:t>
            </a:r>
            <a:br>
              <a:rPr lang="en-IN" dirty="0"/>
            </a:br>
            <a:r>
              <a:rPr lang="en-IN" dirty="0"/>
              <a:t>date /t</a:t>
            </a:r>
            <a:br>
              <a:rPr lang="en-IN" dirty="0"/>
            </a:br>
            <a:r>
              <a:rPr lang="en-IN" dirty="0"/>
              <a:t>echo Current Time:</a:t>
            </a:r>
            <a:br>
              <a:rPr lang="en-IN" dirty="0"/>
            </a:br>
            <a:r>
              <a:rPr lang="en-IN" dirty="0"/>
              <a:t>time /t</a:t>
            </a:r>
            <a:br>
              <a:rPr lang="en-IN" dirty="0"/>
            </a:br>
            <a:r>
              <a:rPr lang="en-IN" dirty="0" err="1"/>
              <a:t>mkdir</a:t>
            </a:r>
            <a:r>
              <a:rPr lang="en-IN" dirty="0"/>
              <a:t> </a:t>
            </a:r>
            <a:r>
              <a:rPr lang="en-IN" dirty="0" err="1"/>
              <a:t>Jenkins_Freestyle_Output</a:t>
            </a:r>
            <a:br>
              <a:rPr lang="en-IN" dirty="0"/>
            </a:br>
            <a:r>
              <a:rPr lang="en-IN" dirty="0"/>
              <a:t>echo Freestyle job completed successfully &gt; </a:t>
            </a:r>
            <a:r>
              <a:rPr lang="en-IN" dirty="0" err="1"/>
              <a:t>Jenkins_Freestyle_Output</a:t>
            </a:r>
            <a:r>
              <a:rPr lang="en-IN" dirty="0"/>
              <a:t>\</a:t>
            </a:r>
            <a:r>
              <a:rPr lang="en-IN" dirty="0" err="1"/>
              <a:t>result.txt</a:t>
            </a:r>
            <a:br>
              <a:rPr lang="en-IN" dirty="0"/>
            </a:br>
            <a:r>
              <a:rPr lang="en-IN" dirty="0" err="1"/>
              <a:t>dir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54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AA42-79D4-A310-591E-5EC94C24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4BB16-7C21-A4C2-E2A4-54D2E28E7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Step 5: Save Job</a:t>
            </a:r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r>
              <a:rPr lang="en-IN" dirty="0"/>
              <a:t>.</a:t>
            </a:r>
          </a:p>
          <a:p>
            <a:r>
              <a:rPr lang="en-IN" b="1" dirty="0"/>
              <a:t>Step 6: Run Job</a:t>
            </a:r>
          </a:p>
          <a:p>
            <a:r>
              <a:rPr lang="en-IN" dirty="0"/>
              <a:t>Click </a:t>
            </a:r>
            <a:r>
              <a:rPr lang="en-IN" b="1" dirty="0"/>
              <a:t>Build Now</a:t>
            </a:r>
            <a:r>
              <a:rPr lang="en-IN" dirty="0"/>
              <a:t>. </a:t>
            </a:r>
          </a:p>
          <a:p>
            <a:r>
              <a:rPr lang="en-IN" dirty="0"/>
              <a:t>Click build number, for example </a:t>
            </a:r>
            <a:r>
              <a:rPr lang="en-IN" b="1" dirty="0"/>
              <a:t>#1</a:t>
            </a:r>
            <a:r>
              <a:rPr lang="en-IN" dirty="0"/>
              <a:t>. </a:t>
            </a:r>
          </a:p>
          <a:p>
            <a:r>
              <a:rPr lang="en-IN" dirty="0"/>
              <a:t>Click </a:t>
            </a:r>
            <a:r>
              <a:rPr lang="en-IN" b="1" dirty="0"/>
              <a:t>Console Output</a:t>
            </a:r>
            <a:r>
              <a:rPr lang="en-IN" dirty="0"/>
              <a:t>. </a:t>
            </a:r>
          </a:p>
          <a:p>
            <a:endParaRPr lang="en-IN" dirty="0"/>
          </a:p>
          <a:p>
            <a:r>
              <a:rPr lang="en-IN" b="1" dirty="0"/>
              <a:t>Expected Output</a:t>
            </a:r>
          </a:p>
          <a:p>
            <a:r>
              <a:rPr lang="en-IN" dirty="0"/>
              <a:t>Welcome to Jenkins Freestyle Job</a:t>
            </a:r>
            <a:br>
              <a:rPr lang="en-IN" dirty="0"/>
            </a:br>
            <a:r>
              <a:rPr lang="en-IN" dirty="0"/>
              <a:t>This job is running on Windows</a:t>
            </a:r>
            <a:br>
              <a:rPr lang="en-IN" dirty="0"/>
            </a:br>
            <a:r>
              <a:rPr lang="en-IN" dirty="0"/>
              <a:t>Freestyle job completed successfully</a:t>
            </a:r>
            <a:br>
              <a:rPr lang="en-IN" dirty="0"/>
            </a:br>
            <a:r>
              <a:rPr lang="en-IN" dirty="0"/>
              <a:t>Finished: SUCCESS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3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C1CA6-A013-080C-1146-BD34D0B35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C: Pipeline Job Practical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D825B-9042-8D83-3411-ED6DF8741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Create Pipeline Job</a:t>
            </a:r>
          </a:p>
          <a:p>
            <a:r>
              <a:rPr lang="en-IN" dirty="0"/>
              <a:t>Go to Jenkins Dashboard. </a:t>
            </a:r>
          </a:p>
          <a:p>
            <a:r>
              <a:rPr lang="en-IN" dirty="0"/>
              <a:t>Click </a:t>
            </a:r>
            <a:r>
              <a:rPr lang="en-IN" b="1" dirty="0"/>
              <a:t>New Item</a:t>
            </a:r>
            <a:r>
              <a:rPr lang="en-IN" dirty="0"/>
              <a:t>. </a:t>
            </a:r>
          </a:p>
          <a:p>
            <a:r>
              <a:rPr lang="en-IN" dirty="0"/>
              <a:t>Enter job name: </a:t>
            </a:r>
          </a:p>
          <a:p>
            <a:r>
              <a:rPr lang="en-IN" dirty="0"/>
              <a:t>Pipeline-Demo-Job</a:t>
            </a:r>
          </a:p>
          <a:p>
            <a:r>
              <a:rPr lang="en-IN" dirty="0"/>
              <a:t>Select </a:t>
            </a:r>
            <a:r>
              <a:rPr lang="en-IN" b="1" dirty="0"/>
              <a:t>Pipeline</a:t>
            </a:r>
            <a:r>
              <a:rPr lang="en-IN" dirty="0"/>
              <a:t>. </a:t>
            </a:r>
          </a:p>
          <a:p>
            <a:r>
              <a:rPr lang="en-IN" dirty="0"/>
              <a:t>Click </a:t>
            </a:r>
            <a:r>
              <a:rPr lang="en-IN" b="1" dirty="0"/>
              <a:t>OK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6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B4A9-E9C9-6BA5-8BED-B9BD58A66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D0AF-E65F-2914-70E8-0B4348A61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2: Add Description</a:t>
            </a:r>
          </a:p>
          <a:p>
            <a:r>
              <a:rPr lang="en-IN" dirty="0"/>
              <a:t>This is a Jenkins Pipeline job practical on Windows.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7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5C5D5-4442-5A72-D343-15AD3CEF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6AE27-552C-4937-9BD4-4A0826D0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2: Add Description</a:t>
            </a:r>
          </a:p>
          <a:p>
            <a:r>
              <a:rPr lang="en-IN" dirty="0"/>
              <a:t>This is a Jenkins Pipeline job practical on Windows.</a:t>
            </a:r>
          </a:p>
          <a:p>
            <a:r>
              <a:rPr lang="en-IN" b="1" dirty="0"/>
              <a:t>Step 3: Add Pipeline Script</a:t>
            </a:r>
          </a:p>
          <a:p>
            <a:r>
              <a:rPr lang="en-IN" dirty="0"/>
              <a:t>Scroll to </a:t>
            </a:r>
            <a:r>
              <a:rPr lang="en-IN" b="1" dirty="0"/>
              <a:t>Pipeline</a:t>
            </a:r>
            <a:r>
              <a:rPr lang="en-IN" dirty="0"/>
              <a:t> section.</a:t>
            </a:r>
          </a:p>
          <a:p>
            <a:r>
              <a:rPr lang="en-IN" dirty="0"/>
              <a:t>Select:</a:t>
            </a:r>
          </a:p>
          <a:p>
            <a:r>
              <a:rPr lang="en-IN" dirty="0"/>
              <a:t>Pipeline script</a:t>
            </a:r>
          </a:p>
          <a:p>
            <a:r>
              <a:rPr lang="en-US" dirty="0"/>
              <a:t>Text Form : </a:t>
            </a:r>
          </a:p>
        </p:txBody>
      </p:sp>
    </p:spTree>
    <p:extLst>
      <p:ext uri="{BB962C8B-B14F-4D97-AF65-F5344CB8AC3E}">
        <p14:creationId xmlns:p14="http://schemas.microsoft.com/office/powerpoint/2010/main" val="59483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C85E4-F803-194B-5838-3971E0961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0A0EE-474C-84E8-E173-924E82803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Step 4: Save Job</a:t>
            </a:r>
          </a:p>
          <a:p>
            <a:r>
              <a:rPr lang="en-IN" dirty="0"/>
              <a:t>Click </a:t>
            </a:r>
            <a:r>
              <a:rPr lang="en-IN" b="1" dirty="0"/>
              <a:t>Save</a:t>
            </a:r>
            <a:r>
              <a:rPr lang="en-IN" dirty="0"/>
              <a:t>.</a:t>
            </a:r>
          </a:p>
          <a:p>
            <a:r>
              <a:rPr lang="en-IN" b="1" dirty="0"/>
              <a:t>Step 5: Run Job</a:t>
            </a:r>
          </a:p>
          <a:p>
            <a:r>
              <a:rPr lang="en-IN" dirty="0"/>
              <a:t>Click </a:t>
            </a:r>
            <a:r>
              <a:rPr lang="en-IN" b="1" dirty="0"/>
              <a:t>Build Now</a:t>
            </a:r>
            <a:r>
              <a:rPr lang="en-IN" dirty="0"/>
              <a:t>. </a:t>
            </a:r>
          </a:p>
          <a:p>
            <a:r>
              <a:rPr lang="en-IN" dirty="0"/>
              <a:t>Open build number </a:t>
            </a:r>
            <a:r>
              <a:rPr lang="en-IN" b="1" dirty="0"/>
              <a:t>#1</a:t>
            </a:r>
            <a:r>
              <a:rPr lang="en-IN" dirty="0"/>
              <a:t>. </a:t>
            </a:r>
          </a:p>
          <a:p>
            <a:r>
              <a:rPr lang="en-IN" dirty="0"/>
              <a:t>Click </a:t>
            </a:r>
            <a:r>
              <a:rPr lang="en-IN" b="1" dirty="0"/>
              <a:t>Console Output</a:t>
            </a:r>
            <a:r>
              <a:rPr lang="en-IN" dirty="0"/>
              <a:t>. </a:t>
            </a:r>
          </a:p>
          <a:p>
            <a:r>
              <a:rPr lang="en-IN" b="1" dirty="0"/>
              <a:t>Expected Output</a:t>
            </a:r>
          </a:p>
          <a:p>
            <a:r>
              <a:rPr lang="en-IN"/>
              <a:t>Welcome to Jenkins Pipeline Job</a:t>
            </a:r>
            <a:br>
              <a:rPr lang="en-IN"/>
            </a:br>
            <a:r>
              <a:rPr lang="en-IN"/>
              <a:t>This pipeline is running on Windows</a:t>
            </a:r>
            <a:br>
              <a:rPr lang="en-IN"/>
            </a:br>
            <a:r>
              <a:rPr lang="en-IN"/>
              <a:t>Pipeline execution completed successfully</a:t>
            </a:r>
            <a:br>
              <a:rPr lang="en-IN"/>
            </a:br>
            <a:r>
              <a:rPr lang="en-IN"/>
              <a:t>Finished: SUCCESS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77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358</Words>
  <Application>Microsoft Macintosh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Jenkins</vt:lpstr>
      <vt:lpstr>Practical: To create and compare Freestyle Job and Pipeline Job in Jenkins.</vt:lpstr>
      <vt:lpstr>Part B: Freestyle Job Practical</vt:lpstr>
      <vt:lpstr>Continue…</vt:lpstr>
      <vt:lpstr>Continue…</vt:lpstr>
      <vt:lpstr>Continue…</vt:lpstr>
      <vt:lpstr>Continue…</vt:lpstr>
      <vt:lpstr>Part C: Pipeline Job Practical</vt:lpstr>
      <vt:lpstr>Continue…</vt:lpstr>
      <vt:lpstr>Continue..</vt:lpstr>
      <vt:lpstr>Continue….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Tiyas Sarkar</dc:creator>
  <cp:lastModifiedBy>Tiyas Sarkar</cp:lastModifiedBy>
  <cp:revision>2</cp:revision>
  <dcterms:created xsi:type="dcterms:W3CDTF">2026-05-13T20:14:15Z</dcterms:created>
  <dcterms:modified xsi:type="dcterms:W3CDTF">2026-05-13T20:43:20Z</dcterms:modified>
</cp:coreProperties>
</file>