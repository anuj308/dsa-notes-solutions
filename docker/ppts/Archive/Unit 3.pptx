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Unit 3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/>
              <a:t>Docker Microservices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Microservices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Microservices = breaking one big application into many small independent services</a:t>
            </a:r>
            <a:endParaRPr lang="en-US"/>
          </a:p>
          <a:p>
            <a:endParaRPr lang="en-US"/>
          </a:p>
          <a:p>
            <a:r>
              <a:rPr lang="en-US"/>
              <a:t>Docker = packaging each of those services into containers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PRACTICAL: Docker Compose (Build vs Image + Secrets/Configs)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🎯 Goal</a:t>
            </a:r>
            <a:endParaRPr lang="en-US"/>
          </a:p>
          <a:p>
            <a:endParaRPr lang="en-US"/>
          </a:p>
          <a:p>
            <a:r>
              <a:rPr lang="en-US"/>
              <a:t>By the end, students will:</a:t>
            </a:r>
            <a:endParaRPr lang="en-US"/>
          </a:p>
          <a:p>
            <a:endParaRPr lang="en-US"/>
          </a:p>
          <a:p>
            <a:r>
              <a:rPr lang="en-US"/>
              <a:t>Understand build vs image</a:t>
            </a:r>
            <a:endParaRPr lang="en-US"/>
          </a:p>
          <a:p>
            <a:r>
              <a:rPr lang="en-US"/>
              <a:t>Use environment variables</a:t>
            </a:r>
            <a:endParaRPr lang="en-US"/>
          </a:p>
          <a:p>
            <a:r>
              <a:rPr lang="en-US"/>
              <a:t>Use secrets/configs</a:t>
            </a:r>
            <a:endParaRPr lang="en-US"/>
          </a:p>
          <a:p>
            <a:r>
              <a:rPr lang="en-US"/>
              <a:t>Run a working app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⚙️ STEP 0: Prerequisites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Make sure students have:</a:t>
            </a:r>
            <a:endParaRPr lang="en-US"/>
          </a:p>
          <a:p>
            <a:endParaRPr lang="en-US"/>
          </a:p>
          <a:p>
            <a:r>
              <a:rPr lang="en-US"/>
              <a:t>Docker installed</a:t>
            </a:r>
            <a:endParaRPr lang="en-US"/>
          </a:p>
          <a:p>
            <a:r>
              <a:rPr lang="en-US"/>
              <a:t>Docker Compose (comes with Docker Desktop)</a:t>
            </a:r>
            <a:endParaRPr lang="en-US"/>
          </a:p>
          <a:p>
            <a:endParaRPr lang="en-US"/>
          </a:p>
          <a:p>
            <a:r>
              <a:rPr lang="en-US"/>
              <a:t>Check:</a:t>
            </a:r>
            <a:endParaRPr lang="en-US"/>
          </a:p>
          <a:p>
            <a:r>
              <a:rPr lang="en-US"/>
              <a:t>docker --version</a:t>
            </a:r>
            <a:endParaRPr lang="en-US"/>
          </a:p>
          <a:p>
            <a:r>
              <a:rPr lang="en-US"/>
              <a:t>docker compose version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 1: Create Project Structure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mkdir docker-practical</a:t>
            </a:r>
            <a:endParaRPr lang="en-US"/>
          </a:p>
          <a:p>
            <a:r>
              <a:rPr lang="en-US"/>
              <a:t>cd docker-practical</a:t>
            </a: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Create Files:</a:t>
            </a:r>
            <a:endParaRPr lang="en-US"/>
          </a:p>
          <a:p>
            <a:r>
              <a:rPr lang="en-US"/>
              <a:t>touch app.py Dockerfile docker-compose.yml .env secret.txt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>
                <a:sym typeface="+mn-ea"/>
              </a:rPr>
              <a:t>STEP 2: Simple Python App</a:t>
            </a:r>
            <a:br>
              <a:rPr lang="en-US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5880"/>
            <a:ext cx="10515600" cy="5266690"/>
          </a:xfrm>
        </p:spPr>
        <p:txBody>
          <a:bodyPr>
            <a:normAutofit fontScale="60000"/>
          </a:bodyPr>
          <a:p>
            <a:r>
              <a:rPr lang="en-US"/>
              <a:t>nano app.py</a:t>
            </a:r>
            <a:endParaRPr lang="en-US"/>
          </a:p>
          <a:p>
            <a:endParaRPr lang="en-US"/>
          </a:p>
          <a:p>
            <a:r>
              <a:rPr lang="en-US"/>
              <a:t>import os</a:t>
            </a:r>
            <a:endParaRPr lang="en-US"/>
          </a:p>
          <a:p>
            <a:r>
              <a:rPr lang="en-US"/>
              <a:t>print("App Started 🚀")</a:t>
            </a:r>
            <a:endParaRPr lang="en-US"/>
          </a:p>
          <a:p>
            <a:r>
              <a:rPr lang="en-US"/>
              <a:t># Read env variable</a:t>
            </a:r>
            <a:endParaRPr lang="en-US"/>
          </a:p>
          <a:p>
            <a:r>
              <a:rPr lang="en-US"/>
              <a:t>name = os.getenv("USER_NAME", "Guest")</a:t>
            </a:r>
            <a:endParaRPr lang="en-US"/>
          </a:p>
          <a:p>
            <a:r>
              <a:rPr lang="en-US"/>
              <a:t>print(f"Hello, {name}")</a:t>
            </a:r>
            <a:endParaRPr lang="en-US"/>
          </a:p>
          <a:p>
            <a:r>
              <a:rPr lang="en-US"/>
              <a:t># Read secret</a:t>
            </a:r>
            <a:endParaRPr lang="en-US"/>
          </a:p>
          <a:p>
            <a:r>
              <a:rPr lang="en-US"/>
              <a:t>try:</a:t>
            </a:r>
            <a:endParaRPr lang="en-US"/>
          </a:p>
          <a:p>
            <a:r>
              <a:rPr lang="en-US"/>
              <a:t>    with open("/run/secrets/my_secret", "r") as f:</a:t>
            </a:r>
            <a:endParaRPr lang="en-US"/>
          </a:p>
          <a:p>
            <a:r>
              <a:rPr lang="en-US"/>
              <a:t>        secret = f.read().strip()</a:t>
            </a:r>
            <a:endParaRPr lang="en-US"/>
          </a:p>
          <a:p>
            <a:r>
              <a:rPr lang="en-US"/>
              <a:t>        print(f"Secret is: {secret}")</a:t>
            </a:r>
            <a:endParaRPr lang="en-US"/>
          </a:p>
          <a:p>
            <a:r>
              <a:rPr lang="en-US"/>
              <a:t>except:</a:t>
            </a:r>
            <a:endParaRPr lang="en-US"/>
          </a:p>
          <a:p>
            <a:r>
              <a:rPr lang="en-US"/>
              <a:t>    print("No secret found")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 3: Create Secret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nano secret.txt</a:t>
            </a:r>
            <a:endParaRPr lang="en-US"/>
          </a:p>
          <a:p>
            <a:endParaRPr lang="en-US"/>
          </a:p>
          <a:p>
            <a:r>
              <a:rPr lang="en-US"/>
              <a:t>my_super_secret_password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 4: Create Dockerfile (for build)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/>
              <a:t>nano Dockerfile</a:t>
            </a:r>
            <a:endParaRPr lang="en-US"/>
          </a:p>
          <a:p>
            <a:endParaRPr lang="en-US"/>
          </a:p>
          <a:p>
            <a:r>
              <a:rPr lang="en-US"/>
              <a:t>FROM python:3.10-slim</a:t>
            </a:r>
            <a:endParaRPr lang="en-US"/>
          </a:p>
          <a:p>
            <a:endParaRPr lang="en-US"/>
          </a:p>
          <a:p>
            <a:r>
              <a:rPr lang="en-US"/>
              <a:t>WORKDIR /app</a:t>
            </a:r>
            <a:endParaRPr lang="en-US"/>
          </a:p>
          <a:p>
            <a:endParaRPr lang="en-US"/>
          </a:p>
          <a:p>
            <a:r>
              <a:rPr lang="en-US"/>
              <a:t>COPY app.py .</a:t>
            </a:r>
            <a:endParaRPr lang="en-US"/>
          </a:p>
          <a:p>
            <a:endParaRPr lang="en-US"/>
          </a:p>
          <a:p>
            <a:r>
              <a:rPr lang="en-US"/>
              <a:t>CMD ["python", "app.py"]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 5: Create .env file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nano .env</a:t>
            </a:r>
            <a:endParaRPr lang="en-US"/>
          </a:p>
          <a:p>
            <a:endParaRPr lang="en-US"/>
          </a:p>
          <a:p>
            <a:r>
              <a:rPr lang="en-US"/>
              <a:t>USER_NAME=Tiyas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 6: Docker Compose YAML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59865"/>
            <a:ext cx="10515600" cy="5266055"/>
          </a:xfrm>
        </p:spPr>
        <p:txBody>
          <a:bodyPr>
            <a:normAutofit fontScale="60000"/>
          </a:bodyPr>
          <a:p>
            <a:r>
              <a:rPr lang="en-US"/>
              <a:t>nano docker-compose.yml</a:t>
            </a:r>
            <a:endParaRPr lang="en-US"/>
          </a:p>
          <a:p>
            <a:endParaRPr lang="en-US"/>
          </a:p>
          <a:p>
            <a:r>
              <a:rPr lang="en-US"/>
              <a:t>version: "3.9"</a:t>
            </a:r>
            <a:endParaRPr lang="en-US"/>
          </a:p>
          <a:p>
            <a:r>
              <a:rPr lang="en-US"/>
              <a:t>services:</a:t>
            </a:r>
            <a:endParaRPr lang="en-US"/>
          </a:p>
          <a:p>
            <a:r>
              <a:rPr lang="en-US"/>
              <a:t>  app:</a:t>
            </a:r>
            <a:endParaRPr lang="en-US"/>
          </a:p>
          <a:p>
            <a:r>
              <a:rPr lang="en-US"/>
              <a:t>    build: .</a:t>
            </a:r>
            <a:endParaRPr lang="en-US"/>
          </a:p>
          <a:p>
            <a:r>
              <a:rPr lang="en-US"/>
              <a:t>    # image: my-python-app  # (we will use this later)</a:t>
            </a:r>
            <a:endParaRPr lang="en-US"/>
          </a:p>
          <a:p>
            <a:r>
              <a:rPr lang="en-US"/>
              <a:t>    environment:</a:t>
            </a:r>
            <a:endParaRPr lang="en-US"/>
          </a:p>
          <a:p>
            <a:r>
              <a:rPr lang="en-US"/>
              <a:t>      - USER_NAME=${USER_NAME}</a:t>
            </a:r>
            <a:endParaRPr lang="en-US"/>
          </a:p>
          <a:p>
            <a:r>
              <a:rPr lang="en-US"/>
              <a:t>    secrets:</a:t>
            </a:r>
            <a:endParaRPr lang="en-US"/>
          </a:p>
          <a:p>
            <a:r>
              <a:rPr lang="en-US"/>
              <a:t>      - my_secret</a:t>
            </a:r>
            <a:endParaRPr lang="en-US"/>
          </a:p>
          <a:p>
            <a:r>
              <a:rPr lang="en-US"/>
              <a:t>secrets:</a:t>
            </a:r>
            <a:endParaRPr lang="en-US"/>
          </a:p>
          <a:p>
            <a:r>
              <a:rPr lang="en-US"/>
              <a:t>  my_secret:</a:t>
            </a:r>
            <a:endParaRPr lang="en-US"/>
          </a:p>
          <a:p>
            <a:r>
              <a:rPr lang="en-US"/>
              <a:t>    file: ./secret.txt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 7: Run the Project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docker compose up --build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What is docker-compose.yml (quick intuition)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Think of it as a blueprint for running multiple containers together.</a:t>
            </a:r>
            <a:endParaRPr lang="en-US"/>
          </a:p>
          <a:p>
            <a:endParaRPr lang="en-US"/>
          </a:p>
          <a:p>
            <a:r>
              <a:rPr lang="en-US"/>
              <a:t>Instead of running long docker run ... commands, you define everything in one YAML file and run:</a:t>
            </a:r>
            <a:endParaRPr lang="en-US"/>
          </a:p>
          <a:p>
            <a:r>
              <a:rPr lang="en-US"/>
              <a:t>docker compose up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What you’re going to do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r>
              <a:rPr lang="en-US"/>
              <a:t>We’ll:</a:t>
            </a:r>
            <a:endParaRPr lang="en-US"/>
          </a:p>
          <a:p>
            <a:endParaRPr lang="en-US"/>
          </a:p>
          <a:p>
            <a:r>
              <a:rPr lang="en-US"/>
              <a:t>Install Docker (if not already)</a:t>
            </a:r>
            <a:endParaRPr lang="en-US"/>
          </a:p>
          <a:p>
            <a:r>
              <a:rPr lang="en-US"/>
              <a:t>Create a project folder</a:t>
            </a:r>
            <a:endParaRPr lang="en-US"/>
          </a:p>
          <a:p>
            <a:r>
              <a:rPr lang="en-US"/>
              <a:t>Create a docker-compose.yml</a:t>
            </a:r>
            <a:endParaRPr lang="en-US"/>
          </a:p>
          <a:p>
            <a:r>
              <a:rPr lang="en-US"/>
              <a:t>Run it</a:t>
            </a:r>
            <a:endParaRPr lang="en-US"/>
          </a:p>
          <a:p>
            <a:r>
              <a:rPr lang="en-US"/>
              <a:t>Verify it works</a:t>
            </a:r>
            <a:endParaRPr lang="en-US"/>
          </a:p>
          <a:p>
            <a:endParaRPr lang="en-US"/>
          </a:p>
          <a:p>
            <a:r>
              <a:rPr lang="en-US"/>
              <a:t>We’ll use a simple NGINX web server so you can see results in browser.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 1 — Check if Docker is installed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docker --version</a:t>
            </a:r>
            <a:endParaRPr lang="en-US"/>
          </a:p>
          <a:p>
            <a:endParaRPr lang="en-US"/>
          </a:p>
          <a:p>
            <a:r>
              <a:rPr lang="en-US"/>
              <a:t>Then verify:</a:t>
            </a:r>
            <a:endParaRPr lang="en-US"/>
          </a:p>
          <a:p>
            <a:r>
              <a:rPr lang="en-US"/>
              <a:t>docker compose version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 2 — Create a project folder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  <a:p>
            <a:r>
              <a:rPr lang="en-US"/>
              <a:t>Inside Terminal: </a:t>
            </a:r>
            <a:endParaRPr lang="en-US"/>
          </a:p>
          <a:p>
            <a:endParaRPr lang="en-US"/>
          </a:p>
          <a:p>
            <a:r>
              <a:rPr lang="en-US"/>
              <a:t>mkdir my-docker-app</a:t>
            </a:r>
            <a:endParaRPr lang="en-US"/>
          </a:p>
          <a:p>
            <a:r>
              <a:rPr lang="en-US"/>
              <a:t>cd my-docker-app</a:t>
            </a:r>
            <a:endParaRPr lang="en-US"/>
          </a:p>
          <a:p>
            <a:endParaRPr lang="en-US"/>
          </a:p>
          <a:p>
            <a:r>
              <a:rPr lang="en-US"/>
              <a:t>Check you're inside: pwd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 3 — Create docker-compose.yml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59865"/>
            <a:ext cx="10515600" cy="4717415"/>
          </a:xfrm>
        </p:spPr>
        <p:txBody>
          <a:bodyPr>
            <a:normAutofit fontScale="80000"/>
          </a:bodyPr>
          <a:p>
            <a:r>
              <a:rPr lang="en-US"/>
              <a:t>nano docker-compose.yml</a:t>
            </a:r>
            <a:endParaRPr lang="en-US"/>
          </a:p>
          <a:p>
            <a:endParaRPr lang="en-US"/>
          </a:p>
          <a:p>
            <a:r>
              <a:rPr lang="en-US"/>
              <a:t>This opens a text editor inside terminal</a:t>
            </a:r>
            <a:endParaRPr lang="en-US"/>
          </a:p>
          <a:p>
            <a:r>
              <a:rPr lang="en-US"/>
              <a:t>Paste:</a:t>
            </a:r>
            <a:endParaRPr lang="en-US"/>
          </a:p>
          <a:p>
            <a:endParaRPr lang="en-US"/>
          </a:p>
          <a:p>
            <a:r>
              <a:rPr lang="en-US"/>
              <a:t>version: '3.8'</a:t>
            </a:r>
            <a:endParaRPr lang="en-US"/>
          </a:p>
          <a:p>
            <a:r>
              <a:rPr lang="en-US"/>
              <a:t>services:</a:t>
            </a:r>
            <a:endParaRPr lang="en-US"/>
          </a:p>
          <a:p>
            <a:r>
              <a:rPr lang="en-US"/>
              <a:t>  web:</a:t>
            </a:r>
            <a:endParaRPr lang="en-US"/>
          </a:p>
          <a:p>
            <a:r>
              <a:rPr lang="en-US"/>
              <a:t>    image: nginx:latest</a:t>
            </a:r>
            <a:endParaRPr lang="en-US"/>
          </a:p>
          <a:p>
            <a:r>
              <a:rPr lang="en-US"/>
              <a:t>    ports:</a:t>
            </a:r>
            <a:endParaRPr lang="en-US"/>
          </a:p>
          <a:p>
            <a:r>
              <a:rPr lang="en-US"/>
              <a:t>      - "8080:80"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What this means (simple)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/>
              <a:t>services → things you want to run</a:t>
            </a:r>
            <a:endParaRPr lang="en-US"/>
          </a:p>
          <a:p>
            <a:r>
              <a:rPr lang="en-US"/>
              <a:t>web → name of your service</a:t>
            </a:r>
            <a:endParaRPr lang="en-US"/>
          </a:p>
          <a:p>
            <a:r>
              <a:rPr lang="en-US"/>
              <a:t>image → prebuilt container (NGINX)</a:t>
            </a:r>
            <a:endParaRPr lang="en-US"/>
          </a:p>
          <a:p>
            <a:r>
              <a:rPr lang="en-US"/>
              <a:t>ports → connect your Mac → container</a:t>
            </a:r>
            <a:endParaRPr lang="en-US"/>
          </a:p>
          <a:p>
            <a:endParaRPr lang="en-US"/>
          </a:p>
          <a:p>
            <a:r>
              <a:rPr lang="en-US"/>
              <a:t>👉 8080:80 means:</a:t>
            </a:r>
            <a:endParaRPr lang="en-US"/>
          </a:p>
          <a:p>
            <a:endParaRPr lang="en-US"/>
          </a:p>
          <a:p>
            <a:r>
              <a:rPr lang="en-US"/>
              <a:t>Your Mac: localhost:8080</a:t>
            </a:r>
            <a:endParaRPr lang="en-US"/>
          </a:p>
          <a:p>
            <a:r>
              <a:rPr lang="en-US"/>
              <a:t>Container: port 80</a:t>
            </a:r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 4 — Run docker-compose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docker compose up</a:t>
            </a:r>
            <a:endParaRPr lang="en-US"/>
          </a:p>
          <a:p>
            <a:endParaRPr lang="en-US"/>
          </a:p>
          <a:p>
            <a:r>
              <a:rPr lang="en-US"/>
              <a:t>STEP 5 — Test in browser</a:t>
            </a:r>
            <a:endParaRPr lang="en-US"/>
          </a:p>
          <a:p>
            <a:r>
              <a:rPr lang="en-US"/>
              <a:t>http://localhost:8080</a:t>
            </a:r>
            <a:endParaRPr lang="en-US"/>
          </a:p>
          <a:p>
            <a:r>
              <a:rPr lang="en-US"/>
              <a:t>You should see NGINX welcome page</a:t>
            </a:r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STEP 7 — Stop it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Stop: CTRL+C</a:t>
            </a:r>
            <a:endParaRPr lang="en-US"/>
          </a:p>
          <a:p>
            <a:endParaRPr lang="en-US"/>
          </a:p>
          <a:p>
            <a:r>
              <a:rPr lang="en-US"/>
              <a:t>STEP 8 — Run in background (optional)</a:t>
            </a:r>
            <a:endParaRPr lang="en-US"/>
          </a:p>
          <a:p>
            <a:r>
              <a:rPr lang="en-US"/>
              <a:t>docker compose up -d</a:t>
            </a:r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Use Case Deployments: Multi-container apps (database + backend + frontend)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What we’re building</a:t>
            </a:r>
            <a:endParaRPr lang="en-US"/>
          </a:p>
          <a:p>
            <a:endParaRPr lang="en-US"/>
          </a:p>
          <a:p>
            <a:r>
              <a:rPr lang="en-US"/>
              <a:t>A simple microservices setup:</a:t>
            </a:r>
            <a:endParaRPr lang="en-US"/>
          </a:p>
          <a:p>
            <a:endParaRPr lang="en-US"/>
          </a:p>
          <a:p>
            <a:r>
              <a:rPr lang="en-US"/>
              <a:t>🗄️ Database → PostgreSQL</a:t>
            </a:r>
            <a:endParaRPr lang="en-US"/>
          </a:p>
          <a:p>
            <a:r>
              <a:rPr lang="en-US"/>
              <a:t>⚙️ Backend → Node.js API</a:t>
            </a:r>
            <a:endParaRPr lang="en-US"/>
          </a:p>
          <a:p>
            <a:r>
              <a:rPr lang="en-US"/>
              <a:t>🎨 Frontend → React app</a:t>
            </a:r>
            <a:endParaRPr lang="en-US"/>
          </a:p>
          <a:p>
            <a:r>
              <a:rPr lang="en-US"/>
              <a:t>🔗 Managed with Docker Compose</a:t>
            </a:r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2958</Words>
  <Application>WPS Presentation</Application>
  <PresentationFormat>Widescreen</PresentationFormat>
  <Paragraphs>192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3" baseType="lpstr">
      <vt:lpstr>Arial</vt:lpstr>
      <vt:lpstr>SimSun</vt:lpstr>
      <vt:lpstr>Wingdings</vt:lpstr>
      <vt:lpstr>Arial Unicode MS</vt:lpstr>
      <vt:lpstr>Calibri Light</vt:lpstr>
      <vt:lpstr>Helvetica Neue</vt:lpstr>
      <vt:lpstr>Calibri</vt:lpstr>
      <vt:lpstr>Microsoft YaHei</vt:lpstr>
      <vt:lpstr>汉仪旗黑</vt:lpstr>
      <vt:lpstr>Apple Color Emoji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3</dc:title>
  <dc:creator>tiyassarkar</dc:creator>
  <cp:lastModifiedBy>tiyassarkar</cp:lastModifiedBy>
  <cp:revision>2</cp:revision>
  <dcterms:created xsi:type="dcterms:W3CDTF">2026-03-28T05:05:24Z</dcterms:created>
  <dcterms:modified xsi:type="dcterms:W3CDTF">2026-03-28T05:05:24Z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1033-5.0.0.7908</vt:lpwstr>
  </property>
</Properties>
</file>