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and importance in modern software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of Microservices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shift from traditional architectures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Monolithic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Scalability, maintenance, deployment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Monolithic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unified codebase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Monolithic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Tight coupling, slower updates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Independent, loosely coupled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Monolithic vs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differences and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Horizontal scaling advantages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Fault isolation and resilience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development and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 and benefits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benefits of microservices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 like Netflix, Amazon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of microservices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