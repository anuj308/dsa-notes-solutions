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Plugins &amp;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Compiler, Surefire, Shade &amp; Maven Wrapper (mvnw)</a:t>
            </a:r>
          </a:p>
          <a:p/>
          <a:p>
            <a:r>
              <a:t>Course: Software Engineering / Build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Maven Plugins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Plugins perform tasks like compile, test, package</a:t>
            </a:r>
          </a:p>
          <a:p>
            <a:r>
              <a:t>• Defined in pom.xml</a:t>
            </a:r>
          </a:p>
          <a:p>
            <a:r>
              <a:t>• Lifecycle phases: compile, test, package, install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Compiler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Compiles Java source code</a:t>
            </a:r>
          </a:p>
          <a:p>
            <a:r>
              <a:t>• Configure source/target versions</a:t>
            </a:r>
          </a:p>
          <a:p>
            <a:r>
              <a:t>• Runs in compile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Surefire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Runs unit tests (JUnit/TestNG)</a:t>
            </a:r>
          </a:p>
          <a:p>
            <a:r>
              <a:t>• Generates reports</a:t>
            </a:r>
          </a:p>
          <a:p>
            <a:r>
              <a:t>• Command: mvn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Shade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Creates Uber (fat) JAR</a:t>
            </a:r>
          </a:p>
          <a:p>
            <a:r>
              <a:t>• Includes all dependencies</a:t>
            </a:r>
          </a:p>
          <a:p>
            <a:r>
              <a:t>• Runs in package phase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Wrapper (mvnw)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Ensures consistent Maven version</a:t>
            </a:r>
          </a:p>
          <a:p>
            <a:r>
              <a:t>• No need to install Maven</a:t>
            </a:r>
          </a:p>
          <a:p>
            <a:r>
              <a:t>• Run: ./mvnw clean install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