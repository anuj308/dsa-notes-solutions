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0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8288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88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3000" y="1066800"/>
            <a:ext cx="2616200" cy="4876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1066800"/>
            <a:ext cx="7645400" cy="4876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vmlDrawing" Target="../drawings/vmlDrawing1.vml"/><Relationship Id="rId14" Type="http://schemas.openxmlformats.org/officeDocument/2006/relationships/image" Target="../media/image2.png"/><Relationship Id="rId13" Type="http://schemas.openxmlformats.org/officeDocument/2006/relationships/oleObject" Target="../embeddings/oleObject1.bin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6000" y="1066800"/>
            <a:ext cx="10363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07" tIns="45704" rIns="91407" bIns="45704" numCol="1" anchor="ctr" anchorCtr="0" compatLnSpc="1"/>
          <a:lstStyle/>
          <a:p>
            <a:pPr lvl="0"/>
            <a:r>
              <a:rPr lang="en-US"/>
              <a:t>Click Here to Add Title</a:t>
            </a:r>
            <a:endParaRPr lang="en-US"/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828800"/>
            <a:ext cx="10363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07" tIns="45704" rIns="91407" bIns="45704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3414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1722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07" tIns="45704" rIns="91407" bIns="45704" numCol="1" anchor="t" anchorCtr="0" compatLnSpc="1"/>
          <a:lstStyle>
            <a:lvl1pPr algn="r">
              <a:defRPr sz="1200" b="1">
                <a:latin typeface="+mn-lt"/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916517" y="152400"/>
          <a:ext cx="253788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Clip" r:id="rId13" imgW="3181350" imgH="1019175" progId="">
                  <p:embed/>
                </p:oleObj>
              </mc:Choice>
              <mc:Fallback>
                <p:oleObj name="Clip" r:id="rId13" imgW="3181350" imgH="1019175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517" y="152400"/>
                        <a:ext cx="2537883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50" name="Text Box 6"/>
          <p:cNvSpPr txBox="1">
            <a:spLocks noChangeArrowheads="1"/>
          </p:cNvSpPr>
          <p:nvPr/>
        </p:nvSpPr>
        <p:spPr bwMode="auto">
          <a:xfrm>
            <a:off x="5715001" y="304800"/>
            <a:ext cx="4575225" cy="33852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1407" tIns="45704" rIns="91407" bIns="45704">
            <a:spAutoFit/>
          </a:bodyPr>
          <a:lstStyle/>
          <a:p>
            <a:pPr>
              <a:defRPr/>
            </a:pPr>
            <a:r>
              <a:rPr lang="en-US" sz="1600" b="1">
                <a:latin typeface="Arial" panose="020B0604020202090204" pitchFamily="34" charset="0"/>
              </a:rPr>
              <a:t> Engineering H192  - Computer Programming</a:t>
            </a:r>
            <a:endParaRPr lang="en-US" sz="1600" b="1">
              <a:latin typeface="Arial" panose="020B0604020202090204" pitchFamily="34" charset="0"/>
            </a:endParaRPr>
          </a:p>
        </p:txBody>
      </p:sp>
      <p:sp>
        <p:nvSpPr>
          <p:cNvPr id="13415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14400" y="61722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07" tIns="45704" rIns="91407" bIns="45704" numCol="1" anchor="t" anchorCtr="0" compatLnSpc="1"/>
          <a:lstStyle>
            <a:lvl1pPr>
              <a:defRPr sz="1200" b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34152" name="Rectangle 8"/>
          <p:cNvSpPr>
            <a:spLocks noChangeArrowheads="1"/>
          </p:cNvSpPr>
          <p:nvPr/>
        </p:nvSpPr>
        <p:spPr bwMode="auto">
          <a:xfrm>
            <a:off x="4064000" y="6169025"/>
            <a:ext cx="3243129" cy="27696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1407" tIns="45704" rIns="91407" bIns="45704">
            <a:spAutoFit/>
          </a:bodyPr>
          <a:lstStyle/>
          <a:p>
            <a:pPr>
              <a:defRPr/>
            </a:pPr>
            <a:r>
              <a:rPr lang="en-US" sz="1200" b="1">
                <a:latin typeface="Arial" panose="020B0604020202090204" pitchFamily="34" charset="0"/>
              </a:rPr>
              <a:t>Gateway Engineering Education Coalition</a:t>
            </a:r>
            <a:endParaRPr lang="en-US" sz="1200" b="1">
              <a:latin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en-US"/>
              <a:t>Installation and Introduction to Docker Hub 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creenshot 2025-01-14 at 6.10.21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545" y="574040"/>
            <a:ext cx="5302250" cy="3214370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5131435"/>
            <a:ext cx="10515600" cy="1094740"/>
          </a:xfrm>
        </p:spPr>
        <p:txBody>
          <a:bodyPr/>
          <a:p>
            <a:r>
              <a:rPr lang="en-US">
                <a:sym typeface="+mn-ea"/>
              </a:rPr>
              <a:t> Link for installation : </a:t>
            </a:r>
            <a:endParaRPr lang="en-US">
              <a:sym typeface="+mn-ea"/>
            </a:endParaRPr>
          </a:p>
          <a:p>
            <a:pPr marL="0" indent="0">
              <a:buNone/>
            </a:pPr>
            <a:r>
              <a:rPr lang="en-US">
                <a:sym typeface="+mn-ea"/>
              </a:rPr>
              <a:t>	https://www.docker.com/products/docker-desktop/</a:t>
            </a:r>
            <a:endParaRPr lang="en-US"/>
          </a:p>
          <a:p>
            <a:endParaRPr lang="en-US"/>
          </a:p>
        </p:txBody>
      </p:sp>
      <p:pic>
        <p:nvPicPr>
          <p:cNvPr id="7" name="Picture 6" descr="Screenshot 2025-01-14 at 6.40.08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0" y="574040"/>
            <a:ext cx="5623560" cy="32143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creenshot 2025-01-14 at 6.31.34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6790"/>
          </a:xfrm>
        </p:spPr>
        <p:txBody>
          <a:bodyPr>
            <a:normAutofit fontScale="90000"/>
          </a:bodyPr>
          <a:p>
            <a:r>
              <a:rPr lang="en-US"/>
              <a:t>Commands  to check the docker installation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65935"/>
            <a:ext cx="10515600" cy="4411345"/>
          </a:xfrm>
        </p:spPr>
        <p:txBody>
          <a:bodyPr/>
          <a:p>
            <a:r>
              <a:rPr lang="en-US"/>
              <a:t>To check the installation:</a:t>
            </a:r>
            <a:endParaRPr lang="en-US"/>
          </a:p>
          <a:p>
            <a:pPr marL="0" indent="0">
              <a:buNone/>
            </a:pPr>
            <a:r>
              <a:rPr lang="en-US"/>
              <a:t>                               docker</a:t>
            </a:r>
            <a:endParaRPr lang="en-US"/>
          </a:p>
          <a:p>
            <a:r>
              <a:rPr lang="en-US"/>
              <a:t>To check version :</a:t>
            </a:r>
            <a:endParaRPr lang="en-US"/>
          </a:p>
          <a:p>
            <a:pPr marL="0" indent="457200">
              <a:buNone/>
            </a:pPr>
            <a:r>
              <a:rPr lang="en-US"/>
              <a:t>                         docker -v 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creenshot 2025-01-14 at 7.15.20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3185" y="0"/>
            <a:ext cx="122751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 fontScale="90000"/>
          </a:bodyPr>
          <a:p>
            <a:r>
              <a:rPr lang="en-US"/>
              <a:t>The Docker platform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9235"/>
            <a:ext cx="10515600" cy="4678045"/>
          </a:xfrm>
        </p:spPr>
        <p:txBody>
          <a:bodyPr/>
          <a:p>
            <a:r>
              <a:rPr lang="en-US"/>
              <a:t>Ability to package and run an application in a loosely isolated environment called a container.</a:t>
            </a:r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The isolation and security lets you run many containers simultaneously on a given host.</a:t>
            </a:r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Containers are lightweight and contain everything needed to run the application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sz="3200" b="1">
                <a:sym typeface="+mn-ea"/>
              </a:rPr>
              <a:t>Docker provides tooling and a platform to manage the lifecycle of your containers:</a:t>
            </a:r>
            <a:endParaRPr lang="en-US" sz="32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8015"/>
            <a:ext cx="10515600" cy="4279265"/>
          </a:xfrm>
        </p:spPr>
        <p:txBody>
          <a:bodyPr/>
          <a:p>
            <a:r>
              <a:rPr lang="en-US"/>
              <a:t>Develop your application and its supporting components using containers.</a:t>
            </a:r>
            <a:endParaRPr lang="en-US"/>
          </a:p>
          <a:p>
            <a:r>
              <a:rPr lang="en-US"/>
              <a:t>The container becomes the unit for distributing and testing your application.</a:t>
            </a:r>
            <a:endParaRPr lang="en-US"/>
          </a:p>
          <a:p>
            <a:r>
              <a:rPr lang="en-US"/>
              <a:t>When you're ready, deploy your application into your production environment, as a container or an orchestrated service. </a:t>
            </a:r>
            <a:endParaRPr lang="en-US"/>
          </a:p>
          <a:p>
            <a:r>
              <a:rPr lang="en-US"/>
              <a:t>This works the same whether your production environment is a local data center, a cloud provider, or a hybrid of the two.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12825"/>
            <a:ext cx="10515600" cy="647700"/>
          </a:xfrm>
        </p:spPr>
        <p:txBody>
          <a:bodyPr>
            <a:normAutofit fontScale="90000"/>
          </a:bodyPr>
          <a:p>
            <a:r>
              <a:rPr lang="en-US"/>
              <a:t>Uses of Docker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54325"/>
            <a:ext cx="10515600" cy="3322955"/>
          </a:xfrm>
        </p:spPr>
        <p:txBody>
          <a:bodyPr/>
          <a:p>
            <a:r>
              <a:rPr lang="en-US"/>
              <a:t>Fast, consistent delivery of your applications.</a:t>
            </a:r>
            <a:endParaRPr lang="en-US"/>
          </a:p>
          <a:p>
            <a:r>
              <a:rPr lang="en-US"/>
              <a:t>Responsive deployment and scaling</a:t>
            </a:r>
            <a:endParaRPr lang="en-US"/>
          </a:p>
          <a:p>
            <a:r>
              <a:rPr lang="en-US"/>
              <a:t>Running more workloads on the same hardware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7570"/>
          </a:xfrm>
        </p:spPr>
        <p:txBody>
          <a:bodyPr/>
          <a:p>
            <a:r>
              <a:rPr lang="en-US"/>
              <a:t>Docker Hub: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73935"/>
            <a:ext cx="10515600" cy="3346450"/>
          </a:xfrm>
        </p:spPr>
        <p:txBody>
          <a:bodyPr/>
          <a:p>
            <a:r>
              <a:rPr lang="en-US"/>
              <a:t>Docker Hub is a repository service and a cloud-based service.</a:t>
            </a:r>
            <a:endParaRPr lang="en-US"/>
          </a:p>
          <a:p>
            <a:r>
              <a:rPr lang="en-US"/>
              <a:t>Manage the sharing and storage of Docker images.</a:t>
            </a:r>
            <a:endParaRPr lang="en-US"/>
          </a:p>
          <a:p>
            <a:r>
              <a:rPr lang="en-US"/>
              <a:t>Contains the Push and Pull process for container images.</a:t>
            </a:r>
            <a:endParaRPr lang="en-US"/>
          </a:p>
          <a:p>
            <a:r>
              <a:rPr lang="en-US"/>
              <a:t>Can push your images as private or public.</a:t>
            </a:r>
            <a:endParaRPr lang="en-US"/>
          </a:p>
          <a:p>
            <a:r>
              <a:rPr lang="en-US"/>
              <a:t>Efficient Image Management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7245"/>
          </a:xfrm>
        </p:spPr>
        <p:txBody>
          <a:bodyPr>
            <a:normAutofit/>
          </a:bodyPr>
          <a:p>
            <a:r>
              <a:rPr lang="en-US"/>
              <a:t>Docker hub Working </a:t>
            </a:r>
            <a:endParaRPr lang="en-US"/>
          </a:p>
        </p:txBody>
      </p:sp>
      <p:pic>
        <p:nvPicPr>
          <p:cNvPr id="4" name="Picture 3" descr="Screenshot 2025-01-15 at 2.17.44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970" y="1433195"/>
            <a:ext cx="9585325" cy="51428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1_Blank Presentation 9">
      <a:dk1>
        <a:srgbClr val="000000"/>
      </a:dk1>
      <a:lt1>
        <a:srgbClr val="FFFFFF"/>
      </a:lt1>
      <a:dk2>
        <a:srgbClr val="0000FF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charset="0"/>
          </a:defRPr>
        </a:defPPr>
      </a:lstStyle>
    </a:lnDef>
  </a:objectDefaults>
  <a:extraClrSchemeLst>
    <a:extraClrScheme>
      <a:clrScheme name="1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8">
        <a:dk1>
          <a:srgbClr val="000000"/>
        </a:dk1>
        <a:lt1>
          <a:srgbClr val="FFFFFF"/>
        </a:lt1>
        <a:dk2>
          <a:srgbClr val="3399FF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9">
        <a:dk1>
          <a:srgbClr val="000000"/>
        </a:dk1>
        <a:lt1>
          <a:srgbClr val="FFFFFF"/>
        </a:lt1>
        <a:dk2>
          <a:srgbClr val="0000FF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1427</Words>
  <Application>WPS Presentation</Application>
  <PresentationFormat>Widescreen</PresentationFormat>
  <Paragraphs>47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Microsoft YaHei</vt:lpstr>
      <vt:lpstr>汉仪旗黑</vt:lpstr>
      <vt:lpstr>Arial Unicode MS</vt:lpstr>
      <vt:lpstr>Calibri</vt:lpstr>
      <vt:lpstr>Helvetica Neue</vt:lpstr>
      <vt:lpstr>宋体-简</vt:lpstr>
      <vt:lpstr>Theme1</vt:lpstr>
      <vt:lpstr>Installation and Introduction to Docker Hub </vt:lpstr>
      <vt:lpstr>PowerPoint 演示文稿</vt:lpstr>
      <vt:lpstr>PowerPoint 演示文稿</vt:lpstr>
      <vt:lpstr>Commands  to check the docker installation</vt:lpstr>
      <vt:lpstr>PowerPoint 演示文稿</vt:lpstr>
      <vt:lpstr>The Docker platform</vt:lpstr>
      <vt:lpstr>Docker provides tooling and a platform to manage the lifecycle of your containers:</vt:lpstr>
      <vt:lpstr>Uses of Docker</vt:lpstr>
      <vt:lpstr>Docker Hub:</vt:lpstr>
      <vt:lpstr>Docker hub Working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 for Data Science</dc:title>
  <dc:creator>91977</dc:creator>
  <cp:lastModifiedBy>divya</cp:lastModifiedBy>
  <cp:revision>11</cp:revision>
  <dcterms:created xsi:type="dcterms:W3CDTF">2025-01-31T04:02:12Z</dcterms:created>
  <dcterms:modified xsi:type="dcterms:W3CDTF">2025-01-31T04:02:12Z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E4DCC0BD64ACFEB8434B9C67F9281E0D_43</vt:lpwstr>
  </property>
  <property fmtid="{D5CDD505-2E9C-101B-9397-08002B2CF9AE}" pid="3" name="KSOProductBuildVer">
    <vt:lpwstr>1033-6.11.0.8615</vt:lpwstr>
  </property>
</Properties>
</file>