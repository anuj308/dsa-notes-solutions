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9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p>
            <a:r>
              <a:rPr lang="en-US"/>
              <a:t>Docker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Simple Explanations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Create a Docker Hub account</a:t>
            </a:r>
            <a:endParaRPr lang="en-US"/>
          </a:p>
          <a:p>
            <a:r>
              <a:rPr lang="en-US"/>
              <a:t>Push a Docker image to Docker Hub (container hub)</a:t>
            </a:r>
            <a:endParaRPr lang="en-US"/>
          </a:p>
          <a:p>
            <a:r>
              <a:rPr lang="en-US"/>
              <a:t>Save changes made inside a Docker container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Create a Docker Hub Account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Hub is an online repository where Docker images are stored and shared.</a:t>
            </a:r>
            <a:endParaRPr lang="en-US"/>
          </a:p>
          <a:p>
            <a:endParaRPr lang="en-US"/>
          </a:p>
          <a:p>
            <a:r>
              <a:rPr lang="en-US"/>
              <a:t>Think of it like GitHub but for Docker images.</a:t>
            </a:r>
            <a:endParaRPr lang="en-US"/>
          </a:p>
          <a:p>
            <a:endParaRPr lang="en-US"/>
          </a:p>
          <a:p>
            <a:r>
              <a:rPr lang="en-US"/>
              <a:t>Step 1: Open Docker Hub</a:t>
            </a:r>
            <a:endParaRPr lang="en-US"/>
          </a:p>
          <a:p>
            <a:endParaRPr lang="en-US"/>
          </a:p>
          <a:p>
            <a:r>
              <a:rPr lang="en-US"/>
              <a:t>Go to:https://hub.docker.com/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Step 2: Click Sign Up</a:t>
            </a:r>
            <a:endParaRPr lang="en-US"/>
          </a:p>
          <a:p>
            <a:endParaRPr lang="en-US"/>
          </a:p>
          <a:p>
            <a:r>
              <a:rPr lang="en-US"/>
              <a:t>You will see options:</a:t>
            </a:r>
            <a:endParaRPr lang="en-US"/>
          </a:p>
          <a:p>
            <a:endParaRPr lang="en-US"/>
          </a:p>
          <a:p>
            <a:r>
              <a:rPr lang="en-US"/>
              <a:t>Username</a:t>
            </a:r>
            <a:endParaRPr lang="en-US"/>
          </a:p>
          <a:p>
            <a:endParaRPr lang="en-US"/>
          </a:p>
          <a:p>
            <a:r>
              <a:rPr lang="en-US"/>
              <a:t>Email</a:t>
            </a:r>
            <a:endParaRPr lang="en-US"/>
          </a:p>
          <a:p>
            <a:endParaRPr lang="en-US"/>
          </a:p>
          <a:p>
            <a:r>
              <a:rPr lang="en-US"/>
              <a:t>Password ---- Click Create Account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Step 3: Verify Email</a:t>
            </a:r>
            <a:endParaRPr lang="en-US"/>
          </a:p>
          <a:p>
            <a:endParaRPr lang="en-US"/>
          </a:p>
          <a:p>
            <a:r>
              <a:rPr lang="en-US"/>
              <a:t>Docker will send a verification email.</a:t>
            </a:r>
            <a:endParaRPr lang="en-US"/>
          </a:p>
          <a:p>
            <a:endParaRPr lang="en-US"/>
          </a:p>
          <a:p>
            <a:r>
              <a:rPr lang="en-US"/>
              <a:t>Open your email</a:t>
            </a:r>
            <a:endParaRPr lang="en-US"/>
          </a:p>
          <a:p>
            <a:endParaRPr lang="en-US"/>
          </a:p>
          <a:p>
            <a:r>
              <a:rPr lang="en-US"/>
              <a:t>Click Verify Email</a:t>
            </a:r>
            <a:endParaRPr lang="en-US"/>
          </a:p>
          <a:p>
            <a:endParaRPr lang="en-US"/>
          </a:p>
          <a:p>
            <a:r>
              <a:rPr lang="en-US"/>
              <a:t>Your Docker Hub account is now ready.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2. Push a Docker Image to Docker Hub</a:t>
            </a:r>
            <a:endParaRPr lang="en-US"/>
          </a:p>
          <a:p>
            <a:r>
              <a:rPr lang="en-US"/>
              <a:t>Now we will upload (push) an image to Docker Hub.</a:t>
            </a:r>
            <a:endParaRPr lang="en-US"/>
          </a:p>
          <a:p>
            <a:endParaRPr lang="en-US"/>
          </a:p>
          <a:p>
            <a:r>
              <a:rPr lang="en-US"/>
              <a:t>Step 1: Check existing images</a:t>
            </a:r>
            <a:endParaRPr lang="en-US"/>
          </a:p>
          <a:p>
            <a:r>
              <a:rPr lang="en-US"/>
              <a:t>docker images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Step 2: Create your own image (example)</a:t>
            </a:r>
            <a:endParaRPr lang="en-US"/>
          </a:p>
          <a:p>
            <a:r>
              <a:rPr lang="en-US"/>
              <a:t>Run a container:</a:t>
            </a:r>
            <a:endParaRPr lang="en-US"/>
          </a:p>
          <a:p>
            <a:endParaRPr lang="en-US"/>
          </a:p>
          <a:p>
            <a:r>
              <a:rPr lang="en-US"/>
              <a:t>docker run -it ubuntu bash</a:t>
            </a:r>
            <a:endParaRPr lang="en-US"/>
          </a:p>
          <a:p>
            <a:r>
              <a:rPr lang="en-US"/>
              <a:t>You are now inside the container.</a:t>
            </a:r>
            <a:endParaRPr lang="en-US"/>
          </a:p>
          <a:p>
            <a:r>
              <a:rPr lang="en-US"/>
              <a:t>root@container:/#</a:t>
            </a:r>
            <a:endParaRPr lang="en-US"/>
          </a:p>
          <a:p>
            <a:r>
              <a:rPr lang="en-US"/>
              <a:t>Install something inside:</a:t>
            </a:r>
            <a:endParaRPr lang="en-US"/>
          </a:p>
          <a:p>
            <a:r>
              <a:rPr lang="en-US"/>
              <a:t>apt update</a:t>
            </a:r>
            <a:endParaRPr lang="en-US"/>
          </a:p>
          <a:p>
            <a:r>
              <a:rPr lang="en-US"/>
              <a:t>apt install nano ------ then Exit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3: Find container ID</a:t>
            </a:r>
            <a:endParaRPr lang="en-US"/>
          </a:p>
          <a:p>
            <a:endParaRPr lang="en-US"/>
          </a:p>
          <a:p>
            <a:r>
              <a:rPr lang="en-US"/>
              <a:t>docker ps -a</a:t>
            </a:r>
            <a:endParaRPr lang="en-US"/>
          </a:p>
          <a:p>
            <a:r>
              <a:rPr lang="en-US"/>
              <a:t>Remember the CONTAINER ID. ----- 04d00b66c854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4: Convert container to image</a:t>
            </a:r>
            <a:endParaRPr lang="en-US"/>
          </a:p>
          <a:p>
            <a:r>
              <a:rPr lang="en-US"/>
              <a:t>Use docker commit.</a:t>
            </a:r>
            <a:endParaRPr lang="en-US"/>
          </a:p>
          <a:p>
            <a:r>
              <a:rPr lang="en-US"/>
              <a:t>docker commit CONTAINER_ID username/image-name</a:t>
            </a:r>
            <a:endParaRPr lang="en-US"/>
          </a:p>
          <a:p>
            <a:r>
              <a:rPr lang="en-US"/>
              <a:t>docker commit 7a3c9f1d2b studentdocker123/myubuntu</a:t>
            </a:r>
            <a:endParaRPr lang="en-US"/>
          </a:p>
          <a:p>
            <a:endParaRPr lang="en-US"/>
          </a:p>
          <a:p>
            <a:r>
              <a:rPr lang="en-US"/>
              <a:t>Now check:----docker images -----studentdocker123/myubuntu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5: Tag the image</a:t>
            </a:r>
            <a:endParaRPr lang="en-US"/>
          </a:p>
          <a:p>
            <a:r>
              <a:rPr lang="en-US"/>
              <a:t>Docker Hub requires a tag.</a:t>
            </a:r>
            <a:endParaRPr lang="en-US"/>
          </a:p>
          <a:p>
            <a:endParaRPr lang="en-US"/>
          </a:p>
          <a:p>
            <a:r>
              <a:rPr lang="en-US"/>
              <a:t>Syntax:</a:t>
            </a:r>
            <a:endParaRPr lang="en-US"/>
          </a:p>
          <a:p>
            <a:r>
              <a:rPr lang="en-US"/>
              <a:t>docker tag IMAGE_NAME username/repository:tag</a:t>
            </a:r>
            <a:endParaRPr lang="en-US"/>
          </a:p>
          <a:p>
            <a:r>
              <a:rPr lang="en-US"/>
              <a:t>docker tag studentdocker123/myubuntu studentdocker123/myubuntu:v1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6: Push image to Docker Hub</a:t>
            </a:r>
            <a:endParaRPr lang="en-US"/>
          </a:p>
          <a:p>
            <a:r>
              <a:rPr lang="en-US"/>
              <a:t>Run:</a:t>
            </a:r>
            <a:endParaRPr lang="en-US"/>
          </a:p>
          <a:p>
            <a:r>
              <a:rPr lang="en-US"/>
              <a:t>docker push studentdocker123/myubuntu:v1</a:t>
            </a:r>
            <a:endParaRPr lang="en-US"/>
          </a:p>
          <a:p>
            <a:r>
              <a:rPr lang="en-US"/>
              <a:t>Docker will upload layers.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7: Verify on Docker Hub</a:t>
            </a:r>
            <a:endParaRPr lang="en-US"/>
          </a:p>
          <a:p>
            <a:endParaRPr lang="en-US"/>
          </a:p>
          <a:p>
            <a:r>
              <a:rPr lang="en-US"/>
              <a:t>Go to:</a:t>
            </a:r>
            <a:endParaRPr lang="en-US"/>
          </a:p>
          <a:p>
            <a:r>
              <a:rPr lang="en-US"/>
              <a:t>https://hub.docker.com/repositories/tiyas11901657</a:t>
            </a:r>
            <a:endParaRPr lang="en-US"/>
          </a:p>
          <a:p>
            <a:r>
              <a:rPr lang="en-US"/>
              <a:t>click - Repositories</a:t>
            </a:r>
            <a:endParaRPr lang="en-US"/>
          </a:p>
          <a:p>
            <a:r>
              <a:rPr lang="en-US"/>
              <a:t>Your image is now publicly stored online.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7805"/>
            <a:ext cx="10515600" cy="4689475"/>
          </a:xfrm>
        </p:spPr>
        <p:txBody>
          <a:bodyPr>
            <a:normAutofit fontScale="70000"/>
          </a:bodyPr>
          <a:p>
            <a:r>
              <a:rPr lang="en-US"/>
              <a:t>This practical task helps students understand how to view and analyze logs of a Docker container. First, run a container using the command docker run -d --name log-demo nginx. Then verify it is running with docker ps. To view logs, use docker logs log-demo, which displays output generated by the container, such as server startup messages.</a:t>
            </a:r>
            <a:endParaRPr lang="en-US"/>
          </a:p>
          <a:p>
            <a:r>
              <a:rPr lang="en-US"/>
              <a:t>Next, students can monitor logs in real time using docker logs -f log-demo. While this is running, open another terminal and execute curl localhost:80 to generate activity and observe live updates.</a:t>
            </a:r>
            <a:endParaRPr lang="en-US"/>
          </a:p>
          <a:p>
            <a:r>
              <a:rPr lang="en-US"/>
              <a:t>Students should also practice filtering logs using docker logs --tail 5 log-demo to see the last few entries, and docker logs -t log-demo to include timestamps.</a:t>
            </a:r>
            <a:endParaRPr lang="en-US"/>
          </a:p>
          <a:p>
            <a:endParaRPr lang="en-US"/>
          </a:p>
          <a:p>
            <a:r>
              <a:rPr lang="en-US"/>
              <a:t>Finally, stop the container with docker stop log-demo and check if logs are still accessible. This demonstrates how Docker preserves logs even after a container stops.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Storage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containers are temporary.</a:t>
            </a:r>
            <a:endParaRPr lang="en-US"/>
          </a:p>
          <a:p>
            <a:r>
              <a:rPr lang="en-US"/>
              <a:t>If a container stops or is deleted, data may be lost.</a:t>
            </a:r>
            <a:endParaRPr lang="en-US"/>
          </a:p>
          <a:p>
            <a:r>
              <a:rPr lang="en-US"/>
              <a:t>Docker provides storage mechanisms to save data.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Storage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Types of Docker Storage</a:t>
            </a:r>
            <a:endParaRPr lang="en-US"/>
          </a:p>
          <a:p>
            <a:r>
              <a:rPr lang="en-US"/>
              <a:t>There are three types of Docker storage.</a:t>
            </a:r>
            <a:endParaRPr lang="en-US"/>
          </a:p>
          <a:p>
            <a:endParaRPr lang="en-US"/>
          </a:p>
          <a:p>
            <a:r>
              <a:rPr lang="en-US"/>
              <a:t>| Type        | Description                   |</a:t>
            </a:r>
            <a:endParaRPr lang="en-US"/>
          </a:p>
          <a:p>
            <a:r>
              <a:rPr lang="en-US"/>
              <a:t>| ----------- | ----------------------------- |</a:t>
            </a:r>
            <a:endParaRPr lang="en-US"/>
          </a:p>
          <a:p>
            <a:r>
              <a:rPr lang="en-US"/>
              <a:t>| Volumes     | Docker managed storage        |</a:t>
            </a:r>
            <a:endParaRPr lang="en-US"/>
          </a:p>
          <a:p>
            <a:r>
              <a:rPr lang="en-US"/>
              <a:t>| Bind Mounts | Host machine directory linked |</a:t>
            </a:r>
            <a:endParaRPr lang="en-US"/>
          </a:p>
          <a:p>
            <a:r>
              <a:rPr lang="en-US"/>
              <a:t>| tmpfs       | Temporary memory storage      |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Volume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Volumes store persistent data outside containers.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Volume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1: Create volume</a:t>
            </a:r>
            <a:endParaRPr lang="en-US"/>
          </a:p>
          <a:p>
            <a:r>
              <a:rPr lang="en-US"/>
              <a:t>docker volume create myvolume</a:t>
            </a:r>
            <a:endParaRPr lang="en-US"/>
          </a:p>
          <a:p>
            <a:r>
              <a:rPr lang="en-US"/>
              <a:t>docker volume ls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Volume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2: Run container using volume</a:t>
            </a:r>
            <a:endParaRPr lang="en-US"/>
          </a:p>
          <a:p>
            <a:r>
              <a:rPr lang="en-US"/>
              <a:t>docker run -it -v myvolume:/data ubuntu</a:t>
            </a:r>
            <a:endParaRPr lang="en-US"/>
          </a:p>
          <a:p>
            <a:endParaRPr lang="en-US"/>
          </a:p>
          <a:p>
            <a:r>
              <a:rPr lang="en-US"/>
              <a:t>-v myvolume:/data</a:t>
            </a:r>
            <a:endParaRPr lang="en-US"/>
          </a:p>
          <a:p>
            <a:r>
              <a:rPr lang="en-US"/>
              <a:t>means -Host volume → Container folder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3: Create a file inside container</a:t>
            </a:r>
            <a:endParaRPr lang="en-US"/>
          </a:p>
          <a:p>
            <a:endParaRPr lang="en-US"/>
          </a:p>
          <a:p>
            <a:r>
              <a:rPr lang="en-US"/>
              <a:t>cd /data</a:t>
            </a:r>
            <a:endParaRPr lang="en-US"/>
          </a:p>
          <a:p>
            <a:r>
              <a:rPr lang="en-US"/>
              <a:t>touch testfile.txt ----exit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4: Run container again</a:t>
            </a:r>
            <a:endParaRPr lang="en-US"/>
          </a:p>
          <a:p>
            <a:r>
              <a:rPr lang="en-US"/>
              <a:t>docker run -it -v myvolume:/data ubuntu</a:t>
            </a:r>
            <a:endParaRPr lang="en-US"/>
          </a:p>
          <a:p>
            <a:endParaRPr lang="en-US"/>
          </a:p>
          <a:p>
            <a:r>
              <a:rPr lang="en-US"/>
              <a:t>Check:</a:t>
            </a:r>
            <a:endParaRPr lang="en-US"/>
          </a:p>
          <a:p>
            <a:r>
              <a:rPr lang="en-US"/>
              <a:t>cd /data</a:t>
            </a:r>
            <a:endParaRPr lang="en-US"/>
          </a:p>
          <a:p>
            <a:r>
              <a:rPr lang="en-US"/>
              <a:t>ls</a:t>
            </a:r>
            <a:endParaRPr lang="en-US"/>
          </a:p>
          <a:p>
            <a:endParaRPr lang="en-US"/>
          </a:p>
          <a:p>
            <a:r>
              <a:rPr lang="en-US"/>
              <a:t>This proves data is stored permanently.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Linking Docker Containers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Sometimes containers need to communicate with each other.</a:t>
            </a:r>
            <a:endParaRPr lang="en-US"/>
          </a:p>
          <a:p>
            <a:r>
              <a:rPr lang="en-US"/>
              <a:t>Example:</a:t>
            </a:r>
            <a:endParaRPr lang="en-US"/>
          </a:p>
          <a:p>
            <a:r>
              <a:rPr lang="en-US"/>
              <a:t>Web Server Container</a:t>
            </a:r>
            <a:endParaRPr lang="en-US"/>
          </a:p>
          <a:p>
            <a:r>
              <a:rPr lang="en-US"/>
              <a:t>        ↓</a:t>
            </a:r>
            <a:endParaRPr lang="en-US"/>
          </a:p>
          <a:p>
            <a:r>
              <a:rPr lang="en-US"/>
              <a:t>Database Container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Docker allows linking containers.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1: Create a network</a:t>
            </a:r>
            <a:endParaRPr lang="en-US"/>
          </a:p>
          <a:p>
            <a:endParaRPr lang="en-US"/>
          </a:p>
          <a:p>
            <a:r>
              <a:rPr lang="en-US"/>
              <a:t>docker network create mynetwork</a:t>
            </a:r>
            <a:endParaRPr lang="en-US"/>
          </a:p>
          <a:p>
            <a:r>
              <a:rPr lang="en-US"/>
              <a:t>docker network ls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2: Run database container</a:t>
            </a:r>
            <a:endParaRPr lang="en-US"/>
          </a:p>
          <a:p>
            <a:r>
              <a:rPr lang="en-US"/>
              <a:t>docker run -d --name mysqlcontainer --network=mynetwork mysql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 using MySQL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3: Run application container</a:t>
            </a:r>
            <a:endParaRPr lang="en-US"/>
          </a:p>
          <a:p>
            <a:endParaRPr lang="en-US"/>
          </a:p>
          <a:p>
            <a:r>
              <a:rPr lang="en-US"/>
              <a:t>docker run -it --network=mynetwork ubuntu</a:t>
            </a:r>
            <a:endParaRPr lang="en-US"/>
          </a:p>
          <a:p>
            <a:r>
              <a:rPr lang="en-US"/>
              <a:t>Now both containers are connected to the same network.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4: Test container communication</a:t>
            </a:r>
            <a:endParaRPr lang="en-US"/>
          </a:p>
          <a:p>
            <a:r>
              <a:rPr lang="en-US"/>
              <a:t>Inside second container:</a:t>
            </a:r>
            <a:endParaRPr lang="en-US"/>
          </a:p>
          <a:p>
            <a:r>
              <a:rPr lang="en-US"/>
              <a:t>ping mysqlcontainer</a:t>
            </a:r>
            <a:endParaRPr lang="en-US"/>
          </a:p>
          <a:p>
            <a:endParaRPr lang="en-US"/>
          </a:p>
          <a:p>
            <a:r>
              <a:rPr lang="en-US"/>
              <a:t>If successful:</a:t>
            </a:r>
            <a:endParaRPr lang="en-US"/>
          </a:p>
          <a:p>
            <a:r>
              <a:rPr lang="en-US"/>
              <a:t>PING mysqlcontainer</a:t>
            </a:r>
            <a:endParaRPr lang="en-US"/>
          </a:p>
          <a:p>
            <a:r>
              <a:rPr lang="en-US"/>
              <a:t>Containers are now linked and communicating.</a:t>
            </a:r>
            <a:endParaRPr lang="en-US"/>
          </a:p>
          <a:p>
            <a:r>
              <a:rPr lang="en-US"/>
              <a:t>(apt update---apt install iputils-ping -y) ---installation process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00-Main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 — Check Docker is working</a:t>
            </a:r>
            <a:endParaRPr lang="en-US"/>
          </a:p>
          <a:p>
            <a:r>
              <a:rPr lang="en-US"/>
              <a:t>docker --version</a:t>
            </a:r>
            <a:endParaRPr lang="en-US"/>
          </a:p>
          <a:p>
            <a:endParaRPr lang="en-US"/>
          </a:p>
          <a:p>
            <a:r>
              <a:rPr lang="en-US"/>
              <a:t>Then check containers:</a:t>
            </a:r>
            <a:endParaRPr lang="en-US"/>
          </a:p>
          <a:p>
            <a:r>
              <a:rPr lang="en-US"/>
              <a:t>docker ps -a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2 — Pull required images</a:t>
            </a:r>
            <a:endParaRPr lang="en-US"/>
          </a:p>
          <a:p>
            <a:r>
              <a:rPr lang="en-US"/>
              <a:t>Download MySQL and Ubuntu images.</a:t>
            </a:r>
            <a:endParaRPr lang="en-US"/>
          </a:p>
          <a:p>
            <a:endParaRPr lang="en-US"/>
          </a:p>
          <a:p>
            <a:r>
              <a:rPr lang="en-US"/>
              <a:t>docker pull mysql</a:t>
            </a:r>
            <a:endParaRPr lang="en-US"/>
          </a:p>
          <a:p>
            <a:r>
              <a:rPr lang="en-US"/>
              <a:t>docker pull ubuntu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3 — Create Docker network</a:t>
            </a:r>
            <a:endParaRPr lang="en-US"/>
          </a:p>
          <a:p>
            <a:r>
              <a:rPr lang="en-US"/>
              <a:t>Containers must be in the same network to communicate.</a:t>
            </a:r>
            <a:endParaRPr lang="en-US"/>
          </a:p>
          <a:p>
            <a:endParaRPr lang="en-US"/>
          </a:p>
          <a:p>
            <a:r>
              <a:rPr lang="en-US"/>
              <a:t>docker network create mynetwork</a:t>
            </a:r>
            <a:endParaRPr lang="en-US"/>
          </a:p>
          <a:p>
            <a:r>
              <a:rPr lang="en-US"/>
              <a:t>docker network ls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Step 4 — Run MySQL container</a:t>
            </a:r>
            <a:endParaRPr lang="en-US"/>
          </a:p>
          <a:p>
            <a:r>
              <a:rPr lang="en-US"/>
              <a:t>Start MySQL container with a name.</a:t>
            </a:r>
            <a:endParaRPr lang="en-US"/>
          </a:p>
          <a:p>
            <a:endParaRPr lang="en-US"/>
          </a:p>
          <a:p>
            <a:r>
              <a:rPr lang="en-US"/>
              <a:t>docker run -d \</a:t>
            </a:r>
            <a:endParaRPr lang="en-US"/>
          </a:p>
          <a:p>
            <a:r>
              <a:rPr lang="en-US"/>
              <a:t>--name mysqlcontainer \</a:t>
            </a:r>
            <a:endParaRPr lang="en-US"/>
          </a:p>
          <a:p>
            <a:r>
              <a:rPr lang="en-US"/>
              <a:t>--network mynetwork \</a:t>
            </a:r>
            <a:endParaRPr lang="en-US"/>
          </a:p>
          <a:p>
            <a:r>
              <a:rPr lang="en-US"/>
              <a:t>-e MYSQL_ROOT_PASSWORD=root \</a:t>
            </a:r>
            <a:endParaRPr lang="en-US"/>
          </a:p>
          <a:p>
            <a:r>
              <a:rPr lang="en-US"/>
              <a:t>mysql</a:t>
            </a:r>
            <a:endParaRPr lang="en-US"/>
          </a:p>
          <a:p>
            <a:endParaRPr lang="en-US"/>
          </a:p>
          <a:p>
            <a:r>
              <a:rPr lang="en-US"/>
              <a:t>docker ps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/>
              <a:t>Step 5 — Run Ubuntu container</a:t>
            </a:r>
            <a:endParaRPr lang="en-US"/>
          </a:p>
          <a:p>
            <a:r>
              <a:rPr lang="en-US"/>
              <a:t>Now start Ubuntu container in the same network.</a:t>
            </a:r>
            <a:endParaRPr lang="en-US"/>
          </a:p>
          <a:p>
            <a:endParaRPr lang="en-US"/>
          </a:p>
          <a:p>
            <a:r>
              <a:rPr lang="en-US"/>
              <a:t>docker run -it \</a:t>
            </a:r>
            <a:endParaRPr lang="en-US"/>
          </a:p>
          <a:p>
            <a:r>
              <a:rPr lang="en-US"/>
              <a:t>--name ubuntucontainer \</a:t>
            </a:r>
            <a:endParaRPr lang="en-US"/>
          </a:p>
          <a:p>
            <a:r>
              <a:rPr lang="en-US"/>
              <a:t>--network mynetwork \</a:t>
            </a:r>
            <a:endParaRPr lang="en-US"/>
          </a:p>
          <a:p>
            <a:r>
              <a:rPr lang="en-US"/>
              <a:t>ubuntu</a:t>
            </a:r>
            <a:endParaRPr lang="en-US"/>
          </a:p>
          <a:p>
            <a:endParaRPr lang="en-US"/>
          </a:p>
          <a:p>
            <a:r>
              <a:rPr lang="en-US"/>
              <a:t>Now you are inside the Ubuntu container.</a:t>
            </a:r>
            <a:endParaRPr lang="en-US"/>
          </a:p>
          <a:p>
            <a:r>
              <a:rPr lang="en-US"/>
              <a:t>Prompt will look like: root@container:/#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6 — Install ping</a:t>
            </a:r>
            <a:endParaRPr lang="en-US"/>
          </a:p>
          <a:p>
            <a:r>
              <a:rPr lang="en-US"/>
              <a:t>Ubuntu container does not include ping by default.</a:t>
            </a:r>
            <a:endParaRPr lang="en-US"/>
          </a:p>
          <a:p>
            <a:endParaRPr lang="en-US"/>
          </a:p>
          <a:p>
            <a:r>
              <a:rPr lang="en-US"/>
              <a:t>Run:</a:t>
            </a:r>
            <a:endParaRPr lang="en-US"/>
          </a:p>
          <a:p>
            <a:r>
              <a:rPr lang="en-US"/>
              <a:t>apt update</a:t>
            </a:r>
            <a:endParaRPr lang="en-US"/>
          </a:p>
          <a:p>
            <a:r>
              <a:rPr lang="en-US"/>
              <a:t>apt install iputils-ping -y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7 — Test connection</a:t>
            </a:r>
            <a:endParaRPr lang="en-US"/>
          </a:p>
          <a:p>
            <a:r>
              <a:rPr lang="en-US"/>
              <a:t>Now run:</a:t>
            </a:r>
            <a:endParaRPr lang="en-US"/>
          </a:p>
          <a:p>
            <a:endParaRPr lang="en-US"/>
          </a:p>
          <a:p>
            <a:r>
              <a:rPr lang="en-US"/>
              <a:t>ping mysqlcontainer</a:t>
            </a:r>
            <a:endParaRPr lang="en-US"/>
          </a:p>
          <a:p>
            <a:endParaRPr lang="en-US"/>
          </a:p>
          <a:p>
            <a:r>
              <a:rPr lang="en-US"/>
              <a:t>For Stop---CTRL + C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8 — Verify containers (from host)</a:t>
            </a:r>
            <a:endParaRPr lang="en-US"/>
          </a:p>
          <a:p>
            <a:r>
              <a:rPr lang="en-US"/>
              <a:t>Open another terminal and run:</a:t>
            </a:r>
            <a:endParaRPr lang="en-US"/>
          </a:p>
          <a:p>
            <a:endParaRPr lang="en-US"/>
          </a:p>
          <a:p>
            <a:r>
              <a:rPr lang="en-US"/>
              <a:t>docker ps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Run Container Using a Simple App and Show Through Local Host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1: Create Project Folder</a:t>
            </a:r>
            <a:endParaRPr lang="en-US"/>
          </a:p>
          <a:p>
            <a:endParaRPr lang="en-US"/>
          </a:p>
          <a:p>
            <a:r>
              <a:rPr lang="en-US"/>
              <a:t>mkdir docker-demo</a:t>
            </a:r>
            <a:endParaRPr lang="en-US"/>
          </a:p>
          <a:p>
            <a:r>
              <a:rPr lang="en-US"/>
              <a:t>cd docker-demo</a:t>
            </a:r>
            <a:endParaRPr lang="en-US"/>
          </a:p>
          <a:p>
            <a:endParaRPr lang="en-US"/>
          </a:p>
          <a:p>
            <a:r>
              <a:rPr lang="en-US"/>
              <a:t>Now you are inside your project folder for Check :</a:t>
            </a:r>
            <a:endParaRPr lang="en-US"/>
          </a:p>
          <a:p>
            <a:endParaRPr lang="en-US"/>
          </a:p>
          <a:p>
            <a:r>
              <a:rPr lang="en-US"/>
              <a:t>pwd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/>
              <a:t>STEP 2: Create app.js</a:t>
            </a:r>
            <a:endParaRPr lang="en-US"/>
          </a:p>
          <a:p>
            <a:endParaRPr lang="en-US"/>
          </a:p>
          <a:p>
            <a:r>
              <a:rPr lang="en-US"/>
              <a:t>nano app.js</a:t>
            </a:r>
            <a:endParaRPr lang="en-US"/>
          </a:p>
          <a:p>
            <a:r>
              <a:rPr lang="en-US"/>
              <a:t>You will see an empty editor.</a:t>
            </a:r>
            <a:endParaRPr lang="en-US"/>
          </a:p>
          <a:p>
            <a:r>
              <a:rPr lang="en-US"/>
              <a:t>Paste this code:</a:t>
            </a:r>
            <a:endParaRPr lang="en-US"/>
          </a:p>
          <a:p>
            <a:r>
              <a:rPr lang="en-US"/>
              <a:t>const http = require('http');</a:t>
            </a:r>
            <a:endParaRPr lang="en-US"/>
          </a:p>
          <a:p>
            <a:r>
              <a:rPr lang="en-US"/>
              <a:t>const server = http.createServer((req, res) =&gt; {</a:t>
            </a:r>
            <a:endParaRPr lang="en-US"/>
          </a:p>
          <a:p>
            <a:r>
              <a:rPr lang="en-US"/>
              <a:t>  res.end("Hello from Docker ");</a:t>
            </a:r>
            <a:endParaRPr lang="en-US"/>
          </a:p>
          <a:p>
            <a:r>
              <a:rPr lang="en-US"/>
              <a:t>});</a:t>
            </a:r>
            <a:endParaRPr lang="en-US"/>
          </a:p>
          <a:p>
            <a:r>
              <a:rPr lang="en-US"/>
              <a:t>server.listen(3000, () =&gt; {</a:t>
            </a:r>
            <a:endParaRPr lang="en-US"/>
          </a:p>
          <a:p>
            <a:r>
              <a:rPr lang="en-US"/>
              <a:t>  console.log("Server running on port 3000");</a:t>
            </a:r>
            <a:endParaRPr lang="en-US"/>
          </a:p>
          <a:p>
            <a:r>
              <a:rPr lang="en-US"/>
              <a:t>});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CTRL + X</a:t>
            </a:r>
            <a:endParaRPr lang="en-US"/>
          </a:p>
          <a:p>
            <a:r>
              <a:rPr lang="en-US"/>
              <a:t>Y</a:t>
            </a:r>
            <a:endParaRPr lang="en-US"/>
          </a:p>
          <a:p>
            <a:r>
              <a:rPr lang="en-US"/>
              <a:t>ENTER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STEP 3: Create package.json</a:t>
            </a:r>
            <a:endParaRPr lang="en-US"/>
          </a:p>
          <a:p>
            <a:endParaRPr lang="en-US"/>
          </a:p>
          <a:p>
            <a:r>
              <a:rPr lang="en-US"/>
              <a:t>Open file:</a:t>
            </a:r>
            <a:endParaRPr lang="en-US"/>
          </a:p>
          <a:p>
            <a:r>
              <a:rPr lang="en-US"/>
              <a:t>nano package.json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"name": "docker-demo",</a:t>
            </a:r>
            <a:endParaRPr lang="en-US"/>
          </a:p>
          <a:p>
            <a:r>
              <a:rPr lang="en-US"/>
              <a:t>  "version": "1.0.0",</a:t>
            </a:r>
            <a:endParaRPr lang="en-US"/>
          </a:p>
          <a:p>
            <a:r>
              <a:rPr lang="en-US"/>
              <a:t>  "main": "app.js"</a:t>
            </a:r>
            <a:endParaRPr lang="en-US"/>
          </a:p>
          <a:p>
            <a:r>
              <a:rPr lang="en-US"/>
              <a:t>}</a:t>
            </a:r>
            <a:endParaRPr lang="en-US"/>
          </a:p>
          <a:p>
            <a:r>
              <a:rPr lang="en-US"/>
              <a:t>Same Process ------ CTRL + X → Y → ENTER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/>
              <a:t>Create Dockerfile</a:t>
            </a:r>
            <a:endParaRPr lang="en-US"/>
          </a:p>
          <a:p>
            <a:r>
              <a:rPr lang="en-US"/>
              <a:t>Open: nano Dockerfile</a:t>
            </a:r>
            <a:endParaRPr lang="en-US"/>
          </a:p>
          <a:p>
            <a:endParaRPr lang="en-US"/>
          </a:p>
          <a:p>
            <a:r>
              <a:rPr lang="en-US"/>
              <a:t>FROM node:18</a:t>
            </a:r>
            <a:endParaRPr lang="en-US"/>
          </a:p>
          <a:p>
            <a:r>
              <a:rPr lang="en-US"/>
              <a:t>WORKDIR /app</a:t>
            </a:r>
            <a:endParaRPr lang="en-US"/>
          </a:p>
          <a:p>
            <a:r>
              <a:rPr lang="en-US"/>
              <a:t>COPY package.json .</a:t>
            </a:r>
            <a:endParaRPr lang="en-US"/>
          </a:p>
          <a:p>
            <a:r>
              <a:rPr lang="en-US"/>
              <a:t>COPY app.js .</a:t>
            </a:r>
            <a:endParaRPr lang="en-US"/>
          </a:p>
          <a:p>
            <a:r>
              <a:rPr lang="en-US"/>
              <a:t>RUN npm install</a:t>
            </a:r>
            <a:endParaRPr lang="en-US"/>
          </a:p>
          <a:p>
            <a:r>
              <a:rPr lang="en-US"/>
              <a:t>EXPOSE 3000</a:t>
            </a:r>
            <a:endParaRPr lang="en-US"/>
          </a:p>
          <a:p>
            <a:r>
              <a:rPr lang="en-US"/>
              <a:t>CMD ["node", "app.js"]</a:t>
            </a:r>
            <a:endParaRPr lang="en-US"/>
          </a:p>
          <a:p>
            <a:r>
              <a:rPr lang="en-US"/>
              <a:t>THEN -----CTRL + X → Y → ENTER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/>
              <a:t>STEP 5: Create .dockerignore</a:t>
            </a:r>
            <a:endParaRPr lang="en-US"/>
          </a:p>
          <a:p>
            <a:r>
              <a:rPr lang="en-US"/>
              <a:t>nano .dockerignore</a:t>
            </a:r>
            <a:endParaRPr lang="en-US"/>
          </a:p>
          <a:p>
            <a:r>
              <a:rPr lang="en-US"/>
              <a:t>Paste</a:t>
            </a:r>
            <a:endParaRPr lang="en-US"/>
          </a:p>
          <a:p>
            <a:r>
              <a:rPr lang="en-US"/>
              <a:t>node_modules</a:t>
            </a:r>
            <a:endParaRPr lang="en-US"/>
          </a:p>
          <a:p>
            <a:r>
              <a:rPr lang="en-US"/>
              <a:t>npm-debug.log ---- then ssame process  CTRL + X → Y → ENTER</a:t>
            </a:r>
            <a:endParaRPr lang="en-US"/>
          </a:p>
          <a:p>
            <a:r>
              <a:rPr lang="en-US"/>
              <a:t>STEP 6: Check Files</a:t>
            </a:r>
            <a:endParaRPr lang="en-US"/>
          </a:p>
          <a:p>
            <a:r>
              <a:rPr lang="en-US"/>
              <a:t>ls</a:t>
            </a:r>
            <a:endParaRPr lang="en-US"/>
          </a:p>
          <a:p>
            <a:endParaRPr lang="en-US"/>
          </a:p>
          <a:p>
            <a:r>
              <a:rPr lang="en-US"/>
              <a:t>JSON File: JSON file is a simple text file used to store and exchange data.</a:t>
            </a:r>
            <a:endParaRPr lang="en-US"/>
          </a:p>
          <a:p>
            <a:r>
              <a:rPr lang="en-US"/>
              <a:t>JavaScript Object Notation</a:t>
            </a:r>
            <a:endParaRPr lang="en-US"/>
          </a:p>
          <a:p>
            <a:r>
              <a:rPr lang="en-US"/>
              <a:t>ignore -Docker sends your entire folder to build the image.</a:t>
            </a:r>
            <a:endParaRPr lang="en-US"/>
          </a:p>
          <a:p>
            <a:r>
              <a:rPr lang="en-US"/>
              <a:t>But sometimes you don’t want everything inside.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7: Build Docker Image</a:t>
            </a:r>
            <a:endParaRPr lang="en-US"/>
          </a:p>
          <a:p>
            <a:r>
              <a:rPr lang="en-US"/>
              <a:t>Replace yourusername with your Docker Hub username</a:t>
            </a:r>
            <a:endParaRPr lang="en-US"/>
          </a:p>
          <a:p>
            <a:endParaRPr lang="en-US"/>
          </a:p>
          <a:p>
            <a:r>
              <a:rPr lang="en-US"/>
              <a:t>docker build -t yourusername/docker-demo:1.0 .</a:t>
            </a:r>
            <a:endParaRPr lang="en-US"/>
          </a:p>
          <a:p>
            <a:endParaRPr lang="en-US"/>
          </a:p>
          <a:p>
            <a:r>
              <a:rPr lang="en-US"/>
              <a:t>Docker will build the image.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STEP 8: Run Container</a:t>
            </a:r>
            <a:endParaRPr lang="en-US"/>
          </a:p>
          <a:p>
            <a:r>
              <a:rPr lang="en-US"/>
              <a:t>docker run -p 3000:3000 yourusername/docker-demo:1.0</a:t>
            </a:r>
            <a:endParaRPr lang="en-US"/>
          </a:p>
          <a:p>
            <a:endParaRPr lang="en-US"/>
          </a:p>
          <a:p>
            <a:r>
              <a:rPr lang="en-US"/>
              <a:t>http://localhost:3000</a:t>
            </a:r>
            <a:endParaRPr lang="en-US"/>
          </a:p>
          <a:p>
            <a:endParaRPr lang="en-US"/>
          </a:p>
          <a:p>
            <a:r>
              <a:rPr lang="en-US"/>
              <a:t>You should see:</a:t>
            </a:r>
            <a:endParaRPr lang="en-US"/>
          </a:p>
          <a:p>
            <a:r>
              <a:rPr lang="en-US"/>
              <a:t>Hello from Docker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6818</Words>
  <Application>WPS Presentation</Application>
  <PresentationFormat>Widescreen</PresentationFormat>
  <Paragraphs>379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Docker 2</vt:lpstr>
      <vt:lpstr>Simple Explanations</vt:lpstr>
      <vt:lpstr>Create a Docker Hub Account</vt:lpstr>
      <vt:lpstr>Continue.....</vt:lpstr>
      <vt:lpstr>Continue....</vt:lpstr>
      <vt:lpstr>Continue....</vt:lpstr>
      <vt:lpstr>Continue....</vt:lpstr>
      <vt:lpstr>Continue.....</vt:lpstr>
      <vt:lpstr>Continue....</vt:lpstr>
      <vt:lpstr>Continue....</vt:lpstr>
      <vt:lpstr>Continue....</vt:lpstr>
      <vt:lpstr>Continue....</vt:lpstr>
      <vt:lpstr>PowerPoint 演示文稿</vt:lpstr>
      <vt:lpstr>Docker Storage</vt:lpstr>
      <vt:lpstr>Docker Storage</vt:lpstr>
      <vt:lpstr>Docker Volume</vt:lpstr>
      <vt:lpstr>Docker Volume</vt:lpstr>
      <vt:lpstr>Docker Volume</vt:lpstr>
      <vt:lpstr>Continue....</vt:lpstr>
      <vt:lpstr>Continue...</vt:lpstr>
      <vt:lpstr>Linking Docker Containers</vt:lpstr>
      <vt:lpstr>Continue...</vt:lpstr>
      <vt:lpstr>Continue....</vt:lpstr>
      <vt:lpstr>Cotinue....</vt:lpstr>
      <vt:lpstr>Continue...</vt:lpstr>
      <vt:lpstr>00-Main Process</vt:lpstr>
      <vt:lpstr>Continue...</vt:lpstr>
      <vt:lpstr>Continue...</vt:lpstr>
      <vt:lpstr>Continue....</vt:lpstr>
      <vt:lpstr>Continue...</vt:lpstr>
      <vt:lpstr>Continue.....</vt:lpstr>
      <vt:lpstr>Continue....</vt:lpstr>
      <vt:lpstr>Continue....</vt:lpstr>
      <vt:lpstr>Run Container Using a Simple App and Show Through Local Host</vt:lpstr>
      <vt:lpstr>Continue...</vt:lpstr>
      <vt:lpstr>Continue.....</vt:lpstr>
      <vt:lpstr>Continue.....</vt:lpstr>
      <vt:lpstr>Continue.....</vt:lpstr>
      <vt:lpstr>Continue....</vt:lpstr>
      <vt:lpstr>Continue.....</vt:lpstr>
      <vt:lpstr>Continue.....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2</dc:title>
  <dc:creator>tiyassarkar</dc:creator>
  <cp:lastModifiedBy>tiyassarkar</cp:lastModifiedBy>
  <cp:revision>5</cp:revision>
  <dcterms:created xsi:type="dcterms:W3CDTF">2026-03-18T08:28:10Z</dcterms:created>
  <dcterms:modified xsi:type="dcterms:W3CDTF">2026-03-18T08:28:10Z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