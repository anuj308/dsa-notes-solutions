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Linux Basic Commands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Open-source operating system</a:t>
            </a:r>
          </a:p>
          <a:p>
            <a:r>
              <a:t>• Multi-user and multitasking</a:t>
            </a:r>
          </a:p>
          <a:p>
            <a:r>
              <a:t>• Used in servers, cloud, and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pwd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Show current directory</a:t>
            </a:r>
          </a:p>
          <a:p>
            <a:r>
              <a:t>Example:</a:t>
            </a:r>
          </a:p>
          <a:p>
            <a:r>
              <a:t>pwd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List files and folders</a:t>
            </a:r>
          </a:p>
          <a:p>
            <a:r>
              <a:t>Example:</a:t>
            </a:r>
          </a:p>
          <a:p>
            <a:r>
              <a:t>ls</a:t>
            </a:r>
          </a:p>
          <a:p>
            <a:r>
              <a:t>ls -l</a:t>
            </a:r>
          </a:p>
          <a:p>
            <a:r>
              <a:t>ls -a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Change directory</a:t>
            </a:r>
          </a:p>
          <a:p>
            <a:r>
              <a:t>Example:</a:t>
            </a:r>
          </a:p>
          <a:p>
            <a:r>
              <a:t>cd Documents</a:t>
            </a:r>
          </a:p>
          <a:p>
            <a:r>
              <a:t>cd 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mkdir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Create a new folder</a:t>
            </a:r>
          </a:p>
          <a:p>
            <a:r>
              <a:t>Example:</a:t>
            </a:r>
          </a:p>
          <a:p>
            <a:r>
              <a:t>mkdir testfolder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rmdir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Remove empty directory</a:t>
            </a:r>
          </a:p>
          <a:p>
            <a:r>
              <a:t>Example:</a:t>
            </a:r>
          </a:p>
          <a:p>
            <a:r>
              <a:t>rmdir testfolder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touch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Create empty file</a:t>
            </a:r>
          </a:p>
          <a:p>
            <a:r>
              <a:t>Example:</a:t>
            </a:r>
          </a:p>
          <a:p>
            <a:r>
              <a:t>touch file.txt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Copy files/folders</a:t>
            </a:r>
          </a:p>
          <a:p>
            <a:r>
              <a:t>Example:</a:t>
            </a:r>
          </a:p>
          <a:p>
            <a:r>
              <a:t>cp file1.txt file2.txt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Move or rename files</a:t>
            </a:r>
          </a:p>
          <a:p>
            <a:r>
              <a:t>Example:</a:t>
            </a:r>
          </a:p>
          <a:p>
            <a:r>
              <a:t>mv old.txt new.txt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Remove files/folders</a:t>
            </a:r>
          </a:p>
          <a:p>
            <a:r>
              <a:t>Example:</a:t>
            </a:r>
          </a:p>
          <a:p>
            <a:r>
              <a:t>rm file.txt</a:t>
            </a:r>
          </a:p>
          <a:p>
            <a:r>
              <a:t>rm -r foldername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View file content</a:t>
            </a:r>
          </a:p>
          <a:p>
            <a:r>
              <a:t>Example:</a:t>
            </a:r>
          </a:p>
          <a:p>
            <a:r>
              <a:t>cat notes.txt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nano / vi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Edit files</a:t>
            </a:r>
          </a:p>
          <a:p>
            <a:r>
              <a:t>Example:</a:t>
            </a:r>
          </a:p>
          <a:p>
            <a:r>
              <a:t>nano file.txt</a:t>
            </a:r>
          </a:p>
          <a:p>
            <a:r>
              <a:t>vi file.txt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Search text in file</a:t>
            </a:r>
          </a:p>
          <a:p>
            <a:r>
              <a:t>Example:</a:t>
            </a:r>
          </a:p>
          <a:p>
            <a:r>
              <a:t>grep hello file.txt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Search files/folders</a:t>
            </a:r>
          </a:p>
          <a:p>
            <a:r>
              <a:t>Example:</a:t>
            </a:r>
          </a:p>
          <a:p>
            <a:r>
              <a:t>find . -name file.txt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chmod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Change file permissions</a:t>
            </a:r>
          </a:p>
          <a:p>
            <a:r>
              <a:t>Example:</a:t>
            </a:r>
          </a:p>
          <a:p>
            <a:r>
              <a:t>chmod 755 script.sh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Monitor system processes</a:t>
            </a:r>
          </a:p>
          <a:p>
            <a:r>
              <a:t>Example:</a:t>
            </a:r>
          </a:p>
          <a:p>
            <a:r>
              <a:t>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 and du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df: Disk space usage</a:t>
            </a:r>
          </a:p>
          <a:p>
            <a:r>
              <a:t>Example:</a:t>
            </a:r>
          </a:p>
          <a:p>
            <a:r>
              <a:t>df -h</a:t>
            </a:r>
          </a:p>
          <a:p/>
          <a:p>
            <a:r>
              <a:t>du: File/folder size</a:t>
            </a:r>
          </a:p>
          <a:p>
            <a:r>
              <a:t>Example:</a:t>
            </a:r>
          </a:p>
          <a:p>
            <a:r>
              <a:t>du -sh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Open command manual</a:t>
            </a:r>
          </a:p>
          <a:p>
            <a:r>
              <a:t>Example:</a:t>
            </a:r>
          </a:p>
          <a:p>
            <a:r>
              <a:t>man 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Linux commands are essential for system administration</a:t>
            </a:r>
          </a:p>
          <a:p>
            <a:r>
              <a:t>• Practice commands regularly</a:t>
            </a:r>
          </a:p>
          <a:p>
            <a:r>
              <a:t>• Use terminal efficiently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57200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Linux Commands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