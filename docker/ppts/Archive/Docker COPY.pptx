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9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Docker - 2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Copy-on-Write (quick intuition)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/>
              <a:t>What is Copy-on-Write (quick intuition)</a:t>
            </a:r>
            <a:endParaRPr lang="en-US"/>
          </a:p>
          <a:p>
            <a:r>
              <a:rPr lang="en-US"/>
              <a:t>Docker images are read-only layers.</a:t>
            </a:r>
            <a:endParaRPr lang="en-US"/>
          </a:p>
          <a:p>
            <a:r>
              <a:rPr lang="en-US"/>
              <a:t>When a container runs, Docker adds a thin writable layer on top.</a:t>
            </a:r>
            <a:endParaRPr lang="en-US"/>
          </a:p>
          <a:p>
            <a:endParaRPr lang="en-US"/>
          </a:p>
          <a:p>
            <a:r>
              <a:rPr lang="en-US"/>
              <a:t>👉 If you modify a file:</a:t>
            </a:r>
            <a:endParaRPr lang="en-US"/>
          </a:p>
          <a:p>
            <a:endParaRPr lang="en-US"/>
          </a:p>
          <a:p>
            <a:r>
              <a:rPr lang="en-US"/>
              <a:t>Docker does NOT change the original layer</a:t>
            </a:r>
            <a:endParaRPr lang="en-US"/>
          </a:p>
          <a:p>
            <a:r>
              <a:rPr lang="en-US"/>
              <a:t>It copies the file into the container layer, then modifies it there</a:t>
            </a:r>
            <a:endParaRPr lang="en-US"/>
          </a:p>
          <a:p>
            <a:endParaRPr lang="en-US"/>
          </a:p>
          <a:p>
            <a:r>
              <a:rPr lang="en-US"/>
              <a:t>That’s Copy-on-Write.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1: Pull a base image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pull ubuntu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2: Run a container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run -it --name cow-demo ubuntu bash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3350"/>
            <a:ext cx="10515600" cy="4773930"/>
          </a:xfrm>
        </p:spPr>
        <p:txBody>
          <a:bodyPr>
            <a:normAutofit/>
          </a:bodyPr>
          <a:p>
            <a:r>
              <a:rPr lang="en-US"/>
              <a:t>Create a Docker volume named mydata. (2 marks)</a:t>
            </a:r>
            <a:endParaRPr lang="en-US"/>
          </a:p>
          <a:p>
            <a:r>
              <a:rPr lang="en-US"/>
              <a:t>Run a MySQL container with:</a:t>
            </a:r>
            <a:endParaRPr lang="en-US"/>
          </a:p>
          <a:p>
            <a:r>
              <a:rPr lang="en-US"/>
              <a:t>Container name: mysql-container</a:t>
            </a:r>
            <a:endParaRPr lang="en-US"/>
          </a:p>
          <a:p>
            <a:r>
              <a:rPr lang="en-US"/>
              <a:t>Root password: pass123</a:t>
            </a:r>
            <a:endParaRPr lang="en-US"/>
          </a:p>
          <a:p>
            <a:r>
              <a:rPr lang="en-US"/>
              <a:t>Volume mounted for persistent storage</a:t>
            </a:r>
            <a:endParaRPr lang="en-US"/>
          </a:p>
          <a:p>
            <a:r>
              <a:rPr lang="en-US"/>
              <a:t>(5 marks)</a:t>
            </a:r>
            <a:endParaRPr lang="en-US"/>
          </a:p>
          <a:p>
            <a:r>
              <a:rPr lang="en-US"/>
              <a:t>Run another container (Ubuntu) and link it with the MySQL container. (3 marks)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3: Inspect an existing file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cat /etc/hostname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4: Modify the file (this triggers CoW)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echo "modified-host" &gt; /etc/hostname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What just happened:</a:t>
            </a:r>
            <a:endParaRPr lang="en-US"/>
          </a:p>
          <a:p>
            <a:r>
              <a:rPr lang="en-US"/>
              <a:t>Docker copied /etc/hostname from image layer → container layer</a:t>
            </a:r>
            <a:endParaRPr lang="en-US"/>
          </a:p>
          <a:p>
            <a:r>
              <a:rPr lang="en-US"/>
              <a:t>Then applied your change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5: Verify change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cat /etc/hostname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6: Check from host (layer behavior)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diff cow-demo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You will see :</a:t>
            </a:r>
            <a:endParaRPr lang="en-US"/>
          </a:p>
          <a:p>
            <a:r>
              <a:rPr lang="en-US"/>
              <a:t>C = Changed (file copied + modified in writable layer)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7: Compare with a new container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Run a fresh container:</a:t>
            </a:r>
            <a:endParaRPr lang="en-US"/>
          </a:p>
          <a:p>
            <a:endParaRPr lang="en-US"/>
          </a:p>
          <a:p>
            <a:r>
              <a:rPr lang="en-US"/>
              <a:t>docker run -it ubuntu cat /etc/hostname</a:t>
            </a:r>
            <a:endParaRPr lang="en-US"/>
          </a:p>
          <a:p>
            <a:endParaRPr lang="en-US"/>
          </a:p>
          <a:p>
            <a:r>
              <a:rPr lang="en-US"/>
              <a:t>This proves:</a:t>
            </a:r>
            <a:endParaRPr lang="en-US"/>
          </a:p>
          <a:p>
            <a:r>
              <a:rPr lang="en-US"/>
              <a:t>Original image layer is untouched</a:t>
            </a:r>
            <a:endParaRPr lang="en-US"/>
          </a:p>
          <a:p>
            <a:r>
              <a:rPr lang="en-US"/>
              <a:t>Changes exist only in container layer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Step 8: Create a new file (no copy needed)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Inside Container:</a:t>
            </a:r>
            <a:endParaRPr lang="en-US"/>
          </a:p>
          <a:p>
            <a:r>
              <a:rPr lang="en-US"/>
              <a:t>touch /newfile.txt</a:t>
            </a:r>
            <a:endParaRPr lang="en-US"/>
          </a:p>
          <a:p>
            <a:endParaRPr lang="en-US"/>
          </a:p>
          <a:p>
            <a:r>
              <a:rPr lang="en-US"/>
              <a:t>Check: docker diff cow-demo</a:t>
            </a:r>
            <a:endParaRPr lang="en-US"/>
          </a:p>
          <a:p>
            <a:endParaRPr lang="en-US"/>
          </a:p>
          <a:p>
            <a:r>
              <a:rPr lang="en-US"/>
              <a:t>You will See: A = Added in writable layer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Final Conclusions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Container Layer (Writable)</a:t>
            </a:r>
            <a:endParaRPr lang="en-US"/>
          </a:p>
          <a:p>
            <a:r>
              <a:rPr lang="en-US"/>
              <a:t> ├── modified /etc/hostname   ← copied + changed</a:t>
            </a:r>
            <a:endParaRPr lang="en-US"/>
          </a:p>
          <a:p>
            <a:r>
              <a:rPr lang="en-US"/>
              <a:t> ├── /newfile.txt             ← new file</a:t>
            </a:r>
            <a:endParaRPr lang="en-US"/>
          </a:p>
          <a:p>
            <a:r>
              <a:rPr lang="en-US"/>
              <a:t> ───────────────────────────</a:t>
            </a:r>
            <a:endParaRPr lang="en-US"/>
          </a:p>
          <a:p>
            <a:r>
              <a:rPr lang="en-US"/>
              <a:t>Image Layers (Read-only)</a:t>
            </a:r>
            <a:endParaRPr lang="en-US"/>
          </a:p>
          <a:p>
            <a:r>
              <a:rPr lang="en-US"/>
              <a:t> ├── /etc/hostname (original)</a:t>
            </a:r>
            <a:endParaRPr lang="en-US"/>
          </a:p>
          <a:p>
            <a:r>
              <a:rPr lang="en-US"/>
              <a:t> ├── OS files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GitHub Container Registry (GHCR) + private registries + auth tokens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You’ll:</a:t>
            </a:r>
            <a:endParaRPr lang="en-US"/>
          </a:p>
          <a:p>
            <a:endParaRPr lang="en-US"/>
          </a:p>
          <a:p>
            <a:r>
              <a:rPr lang="en-US"/>
              <a:t>Build a Docker image</a:t>
            </a:r>
            <a:endParaRPr lang="en-US"/>
          </a:p>
          <a:p>
            <a:r>
              <a:rPr lang="en-US"/>
              <a:t>Push it to GHCR (private registry)</a:t>
            </a:r>
            <a:endParaRPr lang="en-US"/>
          </a:p>
          <a:p>
            <a:r>
              <a:rPr lang="en-US"/>
              <a:t>Secure it with GitHub Personal Access Token (PAT)</a:t>
            </a:r>
            <a:endParaRPr lang="en-US"/>
          </a:p>
          <a:p>
            <a:r>
              <a:rPr lang="en-US"/>
              <a:t>Pull &amp; use it securely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Create GitHub Token (IMPORTANT)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Go to:</a:t>
            </a:r>
            <a:endParaRPr lang="en-US"/>
          </a:p>
          <a:p>
            <a:r>
              <a:rPr lang="en-US"/>
              <a:t>👉 GitHub → Settings → Developer Settings → Personal Access Tokens</a:t>
            </a:r>
            <a:endParaRPr lang="en-US"/>
          </a:p>
          <a:p>
            <a:endParaRPr lang="en-US"/>
          </a:p>
          <a:p>
            <a:r>
              <a:rPr lang="en-US"/>
              <a:t>Create Classic Token with:</a:t>
            </a:r>
            <a:endParaRPr lang="en-US"/>
          </a:p>
          <a:p>
            <a:endParaRPr lang="en-US"/>
          </a:p>
          <a:p>
            <a:r>
              <a:rPr lang="en-US"/>
              <a:t>write:packages</a:t>
            </a:r>
            <a:endParaRPr lang="en-US"/>
          </a:p>
          <a:p>
            <a:r>
              <a:rPr lang="en-US"/>
              <a:t>read:packages</a:t>
            </a:r>
            <a:endParaRPr lang="en-US"/>
          </a:p>
          <a:p>
            <a:r>
              <a:rPr lang="en-US"/>
              <a:t>delete:packages (optional)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Login to GHCR (Authentication)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echo YOUR_TOKEN | docker login ghcr.io -u YOUR_GITHUB_USERNAME --password-stdin</a:t>
            </a:r>
            <a:endParaRPr lang="en-US"/>
          </a:p>
          <a:p>
            <a:endParaRPr lang="en-US"/>
          </a:p>
          <a:p>
            <a:r>
              <a:rPr lang="en-US"/>
              <a:t>Example: echo ghp_xxxxxx | docker login ghcr.io -u tiyas --password-stdin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Create a simple Docker app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1: Create project folder</a:t>
            </a:r>
            <a:endParaRPr lang="en-US"/>
          </a:p>
          <a:p>
            <a:endParaRPr lang="en-US"/>
          </a:p>
          <a:p>
            <a:r>
              <a:rPr lang="en-US"/>
              <a:t>mkdir my-docker-app</a:t>
            </a:r>
            <a:endParaRPr lang="en-US"/>
          </a:p>
          <a:p>
            <a:r>
              <a:rPr lang="en-US"/>
              <a:t>cd my-docker-app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2: Create index.js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/>
              <a:t>nano index.js</a:t>
            </a:r>
            <a:endParaRPr lang="en-US"/>
          </a:p>
          <a:p>
            <a:endParaRPr lang="en-US"/>
          </a:p>
          <a:p>
            <a:r>
              <a:rPr lang="en-US"/>
              <a:t>Paste this inside: </a:t>
            </a:r>
            <a:endParaRPr lang="en-US"/>
          </a:p>
          <a:p>
            <a:r>
              <a:rPr lang="en-US"/>
              <a:t>const http = require('http');</a:t>
            </a:r>
            <a:endParaRPr lang="en-US"/>
          </a:p>
          <a:p>
            <a:r>
              <a:rPr lang="en-US"/>
              <a:t>const server = http.createServer((req, res) =&gt; {</a:t>
            </a:r>
            <a:endParaRPr lang="en-US"/>
          </a:p>
          <a:p>
            <a:r>
              <a:rPr lang="en-US"/>
              <a:t>  res.end('Hello from Docker 🚀');</a:t>
            </a:r>
            <a:endParaRPr lang="en-US"/>
          </a:p>
          <a:p>
            <a:r>
              <a:rPr lang="en-US"/>
              <a:t>});</a:t>
            </a:r>
            <a:endParaRPr lang="en-US"/>
          </a:p>
          <a:p>
            <a:r>
              <a:rPr lang="en-US"/>
              <a:t>server.listen(3000, () =&gt; {</a:t>
            </a:r>
            <a:endParaRPr lang="en-US"/>
          </a:p>
          <a:p>
            <a:r>
              <a:rPr lang="en-US"/>
              <a:t>  console.log('Server running on port 3000');</a:t>
            </a:r>
            <a:endParaRPr lang="en-US"/>
          </a:p>
          <a:p>
            <a:r>
              <a:rPr lang="en-US"/>
              <a:t>});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3: Create package.json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nano package.json</a:t>
            </a:r>
            <a:endParaRPr lang="en-US"/>
          </a:p>
          <a:p>
            <a:endParaRPr lang="en-US"/>
          </a:p>
          <a:p>
            <a:r>
              <a:rPr lang="en-US"/>
              <a:t>Paste:</a:t>
            </a:r>
            <a:endParaRPr lang="en-US"/>
          </a:p>
          <a:p>
            <a:r>
              <a:rPr lang="en-US"/>
              <a:t>{</a:t>
            </a:r>
            <a:endParaRPr lang="en-US"/>
          </a:p>
          <a:p>
            <a:r>
              <a:rPr lang="en-US"/>
              <a:t>  "name": "docker-app",</a:t>
            </a:r>
            <a:endParaRPr lang="en-US"/>
          </a:p>
          <a:p>
            <a:r>
              <a:rPr lang="en-US"/>
              <a:t>  "version": "1.0.0",</a:t>
            </a:r>
            <a:endParaRPr lang="en-US"/>
          </a:p>
          <a:p>
            <a:r>
              <a:rPr lang="en-US"/>
              <a:t>  "main": "index.js",</a:t>
            </a:r>
            <a:endParaRPr lang="en-US"/>
          </a:p>
          <a:p>
            <a:r>
              <a:rPr lang="en-US"/>
              <a:t>  "dependencies": {}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4: Create Dockerfile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/>
              <a:t>nano Dockerfile</a:t>
            </a:r>
            <a:endParaRPr lang="en-US"/>
          </a:p>
          <a:p>
            <a:r>
              <a:rPr lang="en-US"/>
              <a:t>Paste this inside:</a:t>
            </a:r>
            <a:endParaRPr lang="en-US"/>
          </a:p>
          <a:p>
            <a:endParaRPr lang="en-US"/>
          </a:p>
          <a:p>
            <a:r>
              <a:rPr lang="en-US"/>
              <a:t>FROM node:18</a:t>
            </a:r>
            <a:endParaRPr lang="en-US"/>
          </a:p>
          <a:p>
            <a:r>
              <a:rPr lang="en-US"/>
              <a:t>WORKDIR /app</a:t>
            </a:r>
            <a:endParaRPr lang="en-US"/>
          </a:p>
          <a:p>
            <a:r>
              <a:rPr lang="en-US"/>
              <a:t>COPY package.json .</a:t>
            </a:r>
            <a:endParaRPr lang="en-US"/>
          </a:p>
          <a:p>
            <a:r>
              <a:rPr lang="en-US"/>
              <a:t>RUN npm install</a:t>
            </a:r>
            <a:endParaRPr lang="en-US"/>
          </a:p>
          <a:p>
            <a:r>
              <a:rPr lang="en-US"/>
              <a:t>COPY . .</a:t>
            </a:r>
            <a:endParaRPr lang="en-US"/>
          </a:p>
          <a:p>
            <a:r>
              <a:rPr lang="en-US"/>
              <a:t>EXPOSE 3000</a:t>
            </a:r>
            <a:endParaRPr lang="en-US"/>
          </a:p>
          <a:p>
            <a:r>
              <a:rPr lang="en-US"/>
              <a:t>CMD ["node", "index.js"]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Build Docker Image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build -t ghcr.io/USERNAME/IMAGE_NAME:latest .</a:t>
            </a:r>
            <a:endParaRPr lang="en-US"/>
          </a:p>
          <a:p>
            <a:endParaRPr lang="en-US"/>
          </a:p>
          <a:p>
            <a:r>
              <a:rPr lang="en-US"/>
              <a:t>Example : docker build -t ghcr.io/tiyas/my-app:latest .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Push to GHCR (Private Registry)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push ghcr.io/USERNAME/IMAGE_NAME:latest</a:t>
            </a:r>
            <a:endParaRPr lang="en-US"/>
          </a:p>
          <a:p>
            <a:endParaRPr lang="en-US"/>
          </a:p>
          <a:p>
            <a:r>
              <a:rPr lang="en-US"/>
              <a:t>Example: docker push ghcr.io/tiyas/my-app:latest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Make it PRIVATE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Go to:</a:t>
            </a:r>
            <a:endParaRPr lang="en-US"/>
          </a:p>
          <a:p>
            <a:r>
              <a:rPr lang="en-US"/>
              <a:t>👉 GitHub → Packages → Your Image</a:t>
            </a:r>
            <a:endParaRPr lang="en-US"/>
          </a:p>
          <a:p>
            <a:endParaRPr lang="en-US"/>
          </a:p>
          <a:p>
            <a:r>
              <a:rPr lang="en-US"/>
              <a:t>Set:</a:t>
            </a:r>
            <a:endParaRPr lang="en-US"/>
          </a:p>
          <a:p>
            <a:r>
              <a:rPr lang="en-US"/>
              <a:t>Visibility → Private</a:t>
            </a:r>
            <a:endParaRPr lang="en-US"/>
          </a:p>
          <a:p>
            <a:r>
              <a:rPr lang="en-US"/>
              <a:t>Now only authenticated users can pull it.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Pull from GHCR (with auth)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Use Your Token:</a:t>
            </a:r>
            <a:endParaRPr lang="en-US"/>
          </a:p>
          <a:p>
            <a:endParaRPr lang="en-US"/>
          </a:p>
          <a:p>
            <a:r>
              <a:rPr lang="en-US"/>
              <a:t>echo YOUR_TOKEN | docker login ghcr.io -u USERNAME --password-stdin</a:t>
            </a:r>
            <a:endParaRPr lang="en-US"/>
          </a:p>
          <a:p>
            <a:endParaRPr lang="en-US"/>
          </a:p>
          <a:p>
            <a:r>
              <a:rPr lang="en-US"/>
              <a:t>then:</a:t>
            </a:r>
            <a:endParaRPr lang="en-US"/>
          </a:p>
          <a:p>
            <a:r>
              <a:rPr lang="en-US"/>
              <a:t>docker pull ghcr.io/USERNAME/IMAGE_NAME:latest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Run the container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run -p 3000:3000 ghcr.io/USERNAME/IMAGE_NAME:latest</a:t>
            </a:r>
            <a:endParaRPr lang="en-US"/>
          </a:p>
          <a:p>
            <a:endParaRPr lang="en-US"/>
          </a:p>
          <a:p>
            <a:r>
              <a:rPr lang="en-US"/>
              <a:t>then run: http://localhost:3000/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DNS inside Docker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What “DNS inside Docker” really means</a:t>
            </a:r>
            <a:endParaRPr lang="en-US"/>
          </a:p>
          <a:p>
            <a:endParaRPr lang="en-US"/>
          </a:p>
          <a:p>
            <a:r>
              <a:rPr lang="en-US"/>
              <a:t>In simple terms:</a:t>
            </a:r>
            <a:endParaRPr lang="en-US"/>
          </a:p>
          <a:p>
            <a:endParaRPr lang="en-US"/>
          </a:p>
          <a:p>
            <a:r>
              <a:rPr lang="en-US"/>
              <a:t>Docker gives containers their own DNS system</a:t>
            </a:r>
            <a:endParaRPr lang="en-US"/>
          </a:p>
          <a:p>
            <a:r>
              <a:rPr lang="en-US"/>
              <a:t>Containers can:</a:t>
            </a:r>
            <a:endParaRPr lang="en-US"/>
          </a:p>
          <a:p>
            <a:r>
              <a:rPr lang="en-US"/>
              <a:t>Resolve domain names (like google.com)</a:t>
            </a:r>
            <a:endParaRPr lang="en-US"/>
          </a:p>
          <a:p>
            <a:r>
              <a:rPr lang="en-US"/>
              <a:t>Resolve other containers by name (super useful)</a:t>
            </a:r>
            <a:endParaRPr lang="en-US"/>
          </a:p>
          <a:p>
            <a:r>
              <a:rPr lang="en-US"/>
              <a:t>Domain Name System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Step 1: Run a basic container and test DNS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run -it --rm busybox sh</a:t>
            </a:r>
            <a:endParaRPr lang="en-US"/>
          </a:p>
          <a:p>
            <a:endParaRPr lang="en-US"/>
          </a:p>
          <a:p>
            <a:r>
              <a:rPr lang="en-US"/>
              <a:t>Inside the container:</a:t>
            </a:r>
            <a:endParaRPr lang="en-US"/>
          </a:p>
          <a:p>
            <a:r>
              <a:rPr lang="en-US"/>
              <a:t>nslookup google.com</a:t>
            </a:r>
            <a:endParaRPr lang="en-US"/>
          </a:p>
          <a:p>
            <a:endParaRPr lang="en-US"/>
          </a:p>
          <a:p>
            <a:r>
              <a:rPr lang="en-US"/>
              <a:t>You’ll see IP addresses returned — DNS is working.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Step 2: Check which DNS server Docker uses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Inside the container:</a:t>
            </a:r>
            <a:endParaRPr lang="en-US"/>
          </a:p>
          <a:p>
            <a:r>
              <a:rPr lang="en-US"/>
              <a:t>cat /etc/resolv.conf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You’ll usually see something like:</a:t>
            </a:r>
            <a:endParaRPr lang="en-US"/>
          </a:p>
          <a:p>
            <a:r>
              <a:rPr lang="en-US"/>
              <a:t>nameserver 127.0.0.11</a:t>
            </a:r>
            <a:endParaRPr lang="en-US"/>
          </a:p>
          <a:p>
            <a:r>
              <a:rPr lang="en-US"/>
              <a:t>This is Docker’s internal DNS server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3: Create a custom network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network create mynet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Step 4: Run two containers in the same network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run -dit --name container1 --network mynet busybox sh</a:t>
            </a:r>
            <a:endParaRPr lang="en-US"/>
          </a:p>
          <a:p>
            <a:r>
              <a:rPr lang="en-US"/>
              <a:t>docker run -dit --name container2 --network mynet busybox sh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Step 5: Resolve container names (THIS is the magic)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Enter container1:</a:t>
            </a:r>
            <a:endParaRPr lang="en-US"/>
          </a:p>
          <a:p>
            <a:r>
              <a:rPr lang="en-US"/>
              <a:t>docker exec -it container1 sh</a:t>
            </a:r>
            <a:endParaRPr lang="en-US"/>
          </a:p>
          <a:p>
            <a:r>
              <a:rPr lang="en-US"/>
              <a:t>ping container2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Docker Storage: Volumes vs bind mounts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Quick intuition first</a:t>
            </a:r>
            <a:endParaRPr lang="en-US"/>
          </a:p>
          <a:p>
            <a:r>
              <a:rPr lang="en-US"/>
              <a:t>Bind Mount → You map a specific folder from your system into the container</a:t>
            </a:r>
            <a:endParaRPr lang="en-US"/>
          </a:p>
          <a:p>
            <a:r>
              <a:rPr lang="en-US"/>
              <a:t>👉 “Use this exact folder on my machine”</a:t>
            </a:r>
            <a:endParaRPr lang="en-US"/>
          </a:p>
          <a:p>
            <a:r>
              <a:rPr lang="en-US"/>
              <a:t>Volume → Docker manages storage internally</a:t>
            </a:r>
            <a:endParaRPr lang="en-US"/>
          </a:p>
          <a:p>
            <a:r>
              <a:rPr lang="en-US"/>
              <a:t>👉 “Docker, you handle where this data lives”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0: Setup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Create a working folder:</a:t>
            </a:r>
            <a:endParaRPr lang="en-US"/>
          </a:p>
          <a:p>
            <a:endParaRPr lang="en-US"/>
          </a:p>
          <a:p>
            <a:r>
              <a:rPr lang="en-US"/>
              <a:t>mkdir docker-storage-demo</a:t>
            </a:r>
            <a:endParaRPr lang="en-US"/>
          </a:p>
          <a:p>
            <a:r>
              <a:rPr lang="en-US"/>
              <a:t>cd docker-storage-demo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PART 1: Bind Mount (Host-controlled)</a:t>
            </a:r>
            <a:br>
              <a:rPr lang="en-US"/>
            </a:br>
            <a:r>
              <a:rPr lang="en-US"/>
              <a:t>Step 1: Create a local folder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mkdir bind-data</a:t>
            </a:r>
            <a:endParaRPr lang="en-US"/>
          </a:p>
          <a:p>
            <a:r>
              <a:rPr lang="en-US"/>
              <a:t>echo "Hello from host" &gt; bind-data/file.txt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2: Run container with bind mount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run -it --name bind-test \</a:t>
            </a:r>
            <a:endParaRPr lang="en-US"/>
          </a:p>
          <a:p>
            <a:r>
              <a:rPr lang="en-US"/>
              <a:t>  -v $(pwd)/bind-data:/app \</a:t>
            </a:r>
            <a:endParaRPr lang="en-US"/>
          </a:p>
          <a:p>
            <a:r>
              <a:rPr lang="en-US"/>
              <a:t>  ubuntu bash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3: Inside container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cd /app</a:t>
            </a:r>
            <a:endParaRPr lang="en-US"/>
          </a:p>
          <a:p>
            <a:r>
              <a:rPr lang="en-US"/>
              <a:t>ls</a:t>
            </a:r>
            <a:endParaRPr lang="en-US"/>
          </a:p>
          <a:p>
            <a:r>
              <a:rPr lang="en-US"/>
              <a:t>cat file.txt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4: Modify inside container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echo "Updated from container" &gt;&gt; file.txt</a:t>
            </a:r>
            <a:endParaRPr lang="en-US"/>
          </a:p>
          <a:p>
            <a:r>
              <a:rPr lang="en-US"/>
              <a:t>exit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5: Check on host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cat bind-data/file.txt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Back up data from a Docker container to the host machine — step by step.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Method 1: Using docker cp (Quick &amp; Direct)</a:t>
            </a:r>
            <a:endParaRPr lang="en-US"/>
          </a:p>
          <a:p>
            <a:r>
              <a:rPr lang="en-US"/>
              <a:t>🔹 Step 1: Find your container</a:t>
            </a:r>
            <a:endParaRPr lang="en-US"/>
          </a:p>
          <a:p>
            <a:endParaRPr lang="en-US"/>
          </a:p>
          <a:p>
            <a:r>
              <a:rPr lang="en-US"/>
              <a:t>docker ps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2: Identify data inside container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Let’s say your data is in:</a:t>
            </a:r>
            <a:endParaRPr lang="en-US"/>
          </a:p>
          <a:p>
            <a:endParaRPr lang="en-US"/>
          </a:p>
          <a:p>
            <a:r>
              <a:rPr lang="en-US"/>
              <a:t>/var/lib/mysql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3: Copy data to host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cp my-db:/var/lib/mysql ./backup-mysql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This copies container data → current folder on host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4: Verify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ls backup-mysql</a:t>
            </a: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5502</Words>
  <Application>WPS Presentation</Application>
  <PresentationFormat>Widescreen</PresentationFormat>
  <Paragraphs>309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Apple Color Emoji</vt:lpstr>
      <vt:lpstr>宋体-简</vt:lpstr>
      <vt:lpstr>Office Theme</vt:lpstr>
      <vt:lpstr>Docker - 2</vt:lpstr>
      <vt:lpstr>What is Copy-on-Write (quick intuition)</vt:lpstr>
      <vt:lpstr>Step 1: Pull a base image</vt:lpstr>
      <vt:lpstr>Step 2: Run a container</vt:lpstr>
      <vt:lpstr>PowerPoint 演示文稿</vt:lpstr>
      <vt:lpstr>Step 3: Inspect an existing file</vt:lpstr>
      <vt:lpstr>Step 4: Modify the file (this triggers CoW)</vt:lpstr>
      <vt:lpstr>Step 5: Verify change</vt:lpstr>
      <vt:lpstr>Step 6: Check from host (layer behavior)</vt:lpstr>
      <vt:lpstr>Step 7: Compare with a new container</vt:lpstr>
      <vt:lpstr>Step 8: Create a new file (no copy needed)</vt:lpstr>
      <vt:lpstr>Final Conclusions</vt:lpstr>
      <vt:lpstr>GitHub Container Registry (GHCR) + private registries + auth tokens</vt:lpstr>
      <vt:lpstr>Create GitHub Token (IMPORTANT)</vt:lpstr>
      <vt:lpstr>Login to GHCR (Authentication)</vt:lpstr>
      <vt:lpstr>Create a simple Docker app</vt:lpstr>
      <vt:lpstr>Step 2: Create index.js</vt:lpstr>
      <vt:lpstr>Step 3: Create package.json</vt:lpstr>
      <vt:lpstr>Step 4: Create Dockerfile</vt:lpstr>
      <vt:lpstr>Build Docker Image</vt:lpstr>
      <vt:lpstr>Push to GHCR (Private Registry)</vt:lpstr>
      <vt:lpstr>Make it PRIVATE</vt:lpstr>
      <vt:lpstr>Pull from GHCR (with auth)</vt:lpstr>
      <vt:lpstr>Run the container</vt:lpstr>
      <vt:lpstr>DNS inside Docker</vt:lpstr>
      <vt:lpstr>Step 1: Run a basic container and test DNS</vt:lpstr>
      <vt:lpstr>Step 2: Check which DNS server Docker uses</vt:lpstr>
      <vt:lpstr>Step 3: Create a custom network</vt:lpstr>
      <vt:lpstr>Step 4: Run two containers in the same network</vt:lpstr>
      <vt:lpstr>Step 5: Resolve container names (THIS is the magic)</vt:lpstr>
      <vt:lpstr>Docker Storage: Volumes vs bind mounts</vt:lpstr>
      <vt:lpstr>Step 0: Setup</vt:lpstr>
      <vt:lpstr>PART 1: Bind Mount (Host-controlled) Step 1: Create a local folder</vt:lpstr>
      <vt:lpstr>Step 2: Run container with bind mount</vt:lpstr>
      <vt:lpstr>Step 3: Inside container</vt:lpstr>
      <vt:lpstr>Step 4: Modify inside container</vt:lpstr>
      <vt:lpstr>Step 5: Check on host</vt:lpstr>
      <vt:lpstr>Back up data from a Docker container to the host machine — step by step.</vt:lpstr>
      <vt:lpstr>Step 2: Identify data inside container</vt:lpstr>
      <vt:lpstr>Step 3: Copy data to host</vt:lpstr>
      <vt:lpstr>Step 4: Verify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- 2</dc:title>
  <dc:creator>tiyassarkar</dc:creator>
  <cp:lastModifiedBy>tiyassarkar</cp:lastModifiedBy>
  <cp:revision>4</cp:revision>
  <dcterms:created xsi:type="dcterms:W3CDTF">2026-03-24T08:13:42Z</dcterms:created>
  <dcterms:modified xsi:type="dcterms:W3CDTF">2026-03-24T08:13:42Z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