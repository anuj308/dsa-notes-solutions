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60"/>
  </p:notesMasterIdLst>
  <p:sldIdLst>
    <p:sldId id="4030" r:id="rId2"/>
    <p:sldId id="4105" r:id="rId3"/>
    <p:sldId id="4106" r:id="rId4"/>
    <p:sldId id="257" r:id="rId5"/>
    <p:sldId id="4031" r:id="rId6"/>
    <p:sldId id="4073" r:id="rId7"/>
    <p:sldId id="4081" r:id="rId8"/>
    <p:sldId id="4082" r:id="rId9"/>
    <p:sldId id="4083" r:id="rId10"/>
    <p:sldId id="4084" r:id="rId11"/>
    <p:sldId id="4085" r:id="rId12"/>
    <p:sldId id="4086" r:id="rId13"/>
    <p:sldId id="4087" r:id="rId14"/>
    <p:sldId id="4032" r:id="rId15"/>
    <p:sldId id="4033" r:id="rId16"/>
    <p:sldId id="4071" r:id="rId17"/>
    <p:sldId id="4072" r:id="rId18"/>
    <p:sldId id="4034" r:id="rId19"/>
    <p:sldId id="4074" r:id="rId20"/>
    <p:sldId id="4041" r:id="rId21"/>
    <p:sldId id="4075" r:id="rId22"/>
    <p:sldId id="4077" r:id="rId23"/>
    <p:sldId id="4078" r:id="rId24"/>
    <p:sldId id="4079" r:id="rId25"/>
    <p:sldId id="4095" r:id="rId26"/>
    <p:sldId id="4096" r:id="rId27"/>
    <p:sldId id="4097" r:id="rId28"/>
    <p:sldId id="4098" r:id="rId29"/>
    <p:sldId id="4099" r:id="rId30"/>
    <p:sldId id="4100" r:id="rId31"/>
    <p:sldId id="4101" r:id="rId32"/>
    <p:sldId id="4102" r:id="rId33"/>
    <p:sldId id="4090" r:id="rId34"/>
    <p:sldId id="4089" r:id="rId35"/>
    <p:sldId id="4091" r:id="rId36"/>
    <p:sldId id="4092" r:id="rId37"/>
    <p:sldId id="4093" r:id="rId38"/>
    <p:sldId id="4094" r:id="rId39"/>
    <p:sldId id="3874" r:id="rId40"/>
    <p:sldId id="303" r:id="rId41"/>
    <p:sldId id="3876" r:id="rId42"/>
    <p:sldId id="3877" r:id="rId43"/>
    <p:sldId id="327" r:id="rId44"/>
    <p:sldId id="3879" r:id="rId45"/>
    <p:sldId id="3880" r:id="rId46"/>
    <p:sldId id="3881" r:id="rId47"/>
    <p:sldId id="3882" r:id="rId48"/>
    <p:sldId id="3883" r:id="rId49"/>
    <p:sldId id="3884" r:id="rId50"/>
    <p:sldId id="3885" r:id="rId51"/>
    <p:sldId id="3886" r:id="rId52"/>
    <p:sldId id="3887" r:id="rId53"/>
    <p:sldId id="3888" r:id="rId54"/>
    <p:sldId id="3889" r:id="rId55"/>
    <p:sldId id="332" r:id="rId56"/>
    <p:sldId id="4103" r:id="rId57"/>
    <p:sldId id="4104" r:id="rId58"/>
    <p:sldId id="405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extLst>
      <p:ext uri="{BB962C8B-B14F-4D97-AF65-F5344CB8AC3E}">
        <p14:creationId xmlns:p14="http://schemas.microsoft.com/office/powerpoint/2010/main" val="360957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a:t>
            </a:fld>
            <a:endParaRPr lang="en-US"/>
          </a:p>
        </p:txBody>
      </p:sp>
    </p:spTree>
    <p:extLst>
      <p:ext uri="{BB962C8B-B14F-4D97-AF65-F5344CB8AC3E}">
        <p14:creationId xmlns:p14="http://schemas.microsoft.com/office/powerpoint/2010/main" val="1617692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F35501-1542-45B6-9AF4-9929E24FB64D}" type="slidenum">
              <a:rPr lang="en-US" smtClean="0"/>
              <a:t>14</a:t>
            </a:fld>
            <a:endParaRPr lang="en-US"/>
          </a:p>
        </p:txBody>
      </p:sp>
    </p:spTree>
    <p:extLst>
      <p:ext uri="{BB962C8B-B14F-4D97-AF65-F5344CB8AC3E}">
        <p14:creationId xmlns:p14="http://schemas.microsoft.com/office/powerpoint/2010/main" val="4013151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Date Placeholder 1"/>
          <p:cNvSpPr>
            <a:spLocks noGrp="1"/>
          </p:cNvSpPr>
          <p:nvPr>
            <p:ph type="dt" idx="10"/>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35C035-66C3-4887-AFB5-741198C05989}" type="datetime1">
              <a:rPr lang="en-IN" smtClean="0"/>
              <a:t>17-01-2026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48688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5DD95-F8C8-4514-86FA-F689F6E88E95}" type="datetime1">
              <a:rPr lang="en-IN" smtClean="0"/>
              <a:t>17-01-2026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75659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F81670-6007-4C62-8F59-41E1CC4F9BDC}" type="datetime1">
              <a:rPr lang="en-IN" smtClean="0"/>
              <a:t>17-01-2026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497412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0E668A-9FCB-47AB-ACD6-07FD44555D1C}" type="datetime1">
              <a:rPr lang="en-IN" smtClean="0"/>
              <a:t>17-01-2026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807190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3EC513F-6A83-4B3A-BB09-049F4E61F634}" type="datetime1">
              <a:rPr lang="en-IN" smtClean="0"/>
              <a:t>17-01-2026</a:t>
            </a:fld>
            <a:endParaRPr lang="en-IN"/>
          </a:p>
        </p:txBody>
      </p:sp>
      <p:sp>
        <p:nvSpPr>
          <p:cNvPr id="8" name="Footer Placeholder 7"/>
          <p:cNvSpPr>
            <a:spLocks noGrp="1"/>
          </p:cNvSpPr>
          <p:nvPr>
            <p:ph type="ftr" sz="quarter" idx="11"/>
          </p:nvPr>
        </p:nvSpPr>
        <p:spPr/>
        <p:txBody>
          <a:bodyPr/>
          <a:lstStyle/>
          <a:p>
            <a:r>
              <a:rPr lang="en-IN"/>
              <a:t>1/15</a:t>
            </a:r>
          </a:p>
        </p:txBody>
      </p:sp>
      <p:sp>
        <p:nvSpPr>
          <p:cNvPr id="9" name="Slide Number Placeholder 8"/>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41062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799FEFD-3C69-4305-A7B6-834AA69834DB}" type="datetime1">
              <a:rPr lang="en-IN" smtClean="0"/>
              <a:t>17-01-2026</a:t>
            </a:fld>
            <a:endParaRPr lang="en-IN"/>
          </a:p>
        </p:txBody>
      </p:sp>
      <p:sp>
        <p:nvSpPr>
          <p:cNvPr id="4" name="Footer Placeholder 3"/>
          <p:cNvSpPr>
            <a:spLocks noGrp="1"/>
          </p:cNvSpPr>
          <p:nvPr>
            <p:ph type="ftr" sz="quarter" idx="11"/>
          </p:nvPr>
        </p:nvSpPr>
        <p:spPr/>
        <p:txBody>
          <a:bodyPr/>
          <a:lstStyle/>
          <a:p>
            <a:r>
              <a:rPr lang="en-IN"/>
              <a:t>1/15</a:t>
            </a:r>
          </a:p>
        </p:txBody>
      </p:sp>
      <p:sp>
        <p:nvSpPr>
          <p:cNvPr id="5" name="Slide Number Placeholder 4"/>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202963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72B8A8-40AC-4BD4-B073-C21DF81FB59C}" type="datetime1">
              <a:rPr lang="en-IN" smtClean="0"/>
              <a:t>17-01-2026</a:t>
            </a:fld>
            <a:endParaRPr lang="en-IN"/>
          </a:p>
        </p:txBody>
      </p:sp>
      <p:sp>
        <p:nvSpPr>
          <p:cNvPr id="3" name="Footer Placeholder 2"/>
          <p:cNvSpPr>
            <a:spLocks noGrp="1"/>
          </p:cNvSpPr>
          <p:nvPr>
            <p:ph type="ftr" sz="quarter" idx="11"/>
          </p:nvPr>
        </p:nvSpPr>
        <p:spPr/>
        <p:txBody>
          <a:bodyPr/>
          <a:lstStyle/>
          <a:p>
            <a:r>
              <a:rPr lang="en-IN"/>
              <a:t>1/15</a:t>
            </a:r>
          </a:p>
        </p:txBody>
      </p:sp>
      <p:sp>
        <p:nvSpPr>
          <p:cNvPr id="4" name="Slide Number Placeholder 3"/>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48984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279324-6718-4C38-A249-E09CAC183CDE}" type="datetime1">
              <a:rPr lang="en-IN" smtClean="0"/>
              <a:t>17-01-2026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6713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9F1BC8-94F8-45FC-B95B-8E7D82B4A049}" type="datetime1">
              <a:rPr lang="en-IN" smtClean="0"/>
              <a:t>17-01-2026</a:t>
            </a:fld>
            <a:endParaRPr lang="en-IN"/>
          </a:p>
        </p:txBody>
      </p:sp>
      <p:sp>
        <p:nvSpPr>
          <p:cNvPr id="6" name="Footer Placeholder 5"/>
          <p:cNvSpPr>
            <a:spLocks noGrp="1"/>
          </p:cNvSpPr>
          <p:nvPr>
            <p:ph type="ftr" sz="quarter" idx="11"/>
          </p:nvPr>
        </p:nvSpPr>
        <p:spPr/>
        <p:txBody>
          <a:bodyPr/>
          <a:lstStyle/>
          <a:p>
            <a:r>
              <a:rPr lang="en-IN"/>
              <a:t>1/15</a:t>
            </a:r>
          </a:p>
        </p:txBody>
      </p:sp>
      <p:sp>
        <p:nvSpPr>
          <p:cNvPr id="7" name="Slide Number Placeholder 6"/>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9636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AC8DF-4781-438A-A2D9-AAF8FD8F57EF}" type="datetime1">
              <a:rPr lang="en-IN" smtClean="0"/>
              <a:t>17-01-2026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58871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5F1F87-1041-451E-898C-31740E1620AA}" type="datetime1">
              <a:rPr lang="en-IN" smtClean="0"/>
              <a:t>17-01-2026</a:t>
            </a:fld>
            <a:endParaRPr lang="en-IN"/>
          </a:p>
        </p:txBody>
      </p:sp>
      <p:sp>
        <p:nvSpPr>
          <p:cNvPr id="5" name="Footer Placeholder 4"/>
          <p:cNvSpPr>
            <a:spLocks noGrp="1"/>
          </p:cNvSpPr>
          <p:nvPr>
            <p:ph type="ftr" sz="quarter" idx="11"/>
          </p:nvPr>
        </p:nvSpPr>
        <p:spPr/>
        <p:txBody>
          <a:bodyPr/>
          <a:lstStyle/>
          <a:p>
            <a:r>
              <a:rPr lang="en-IN"/>
              <a:t>1/15</a:t>
            </a:r>
          </a:p>
        </p:txBody>
      </p:sp>
      <p:sp>
        <p:nvSpPr>
          <p:cNvPr id="6" name="Slide Number Placeholder 5"/>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954337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52495" y="165229"/>
            <a:ext cx="6287008" cy="498598"/>
          </a:xfrm>
          <a:prstGeom prst="rect">
            <a:avLst/>
          </a:prstGeom>
        </p:spPr>
        <p:txBody>
          <a:bodyPr wrap="square" lIns="0" tIns="0" rIns="0" bIns="0">
            <a:spAutoFit/>
          </a:bodyPr>
          <a:lstStyle>
            <a:lvl1pPr>
              <a:defRPr sz="3600" b="0" i="0">
                <a:solidFill>
                  <a:schemeClr val="bg1"/>
                </a:solidFill>
                <a:latin typeface="Microsoft Sans Serif"/>
                <a:cs typeface="Microsoft Sans Serif"/>
              </a:defRPr>
            </a:lvl1pPr>
          </a:lstStyle>
          <a:p>
            <a:endParaRPr/>
          </a:p>
        </p:txBody>
      </p:sp>
      <p:sp>
        <p:nvSpPr>
          <p:cNvPr id="3" name="Holder 3"/>
          <p:cNvSpPr>
            <a:spLocks noGrp="1"/>
          </p:cNvSpPr>
          <p:nvPr>
            <p:ph type="subTitle" idx="4"/>
          </p:nvPr>
        </p:nvSpPr>
        <p:spPr>
          <a:xfrm>
            <a:off x="1828800" y="3840480"/>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3092618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B74D95-0A6A-4FF0-A602-FE349279ABDC}" type="datetime1">
              <a:rPr lang="en-IN" smtClean="0"/>
              <a:t>17-01-2026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1/15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6"/>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7"/>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244386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72" r:id="rId12"/>
    <p:sldLayoutId id="2147483673" r:id="rId13"/>
    <p:sldLayoutId id="2147483686"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AutoShape 7"/>
          <p:cNvSpPr>
            <a:spLocks noChangeShapeType="1"/>
          </p:cNvSpPr>
          <p:nvPr/>
        </p:nvSpPr>
        <p:spPr bwMode="auto">
          <a:xfrm>
            <a:off x="685800" y="6425142"/>
            <a:ext cx="10820400" cy="0"/>
          </a:xfrm>
          <a:prstGeom prst="line">
            <a:avLst/>
          </a:prstGeom>
          <a:noFill/>
          <a:ln w="28575">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1200"/>
          </a:p>
        </p:txBody>
      </p:sp>
      <p:sp>
        <p:nvSpPr>
          <p:cNvPr id="10" name="TextBox 10"/>
          <p:cNvSpPr txBox="1"/>
          <p:nvPr/>
        </p:nvSpPr>
        <p:spPr>
          <a:xfrm>
            <a:off x="1143000" y="3936114"/>
            <a:ext cx="10220326" cy="1782539"/>
          </a:xfrm>
          <a:prstGeom prst="rect">
            <a:avLst/>
          </a:prstGeom>
        </p:spPr>
        <p:txBody>
          <a:bodyPr wrap="square" lIns="0" tIns="0" rIns="0" bIns="0">
            <a:spAutoFit/>
          </a:bodyPr>
          <a:lstStyle/>
          <a:p>
            <a:pPr algn="ctr">
              <a:lnSpc>
                <a:spcPts val="7334"/>
              </a:lnSpc>
              <a:defRPr/>
            </a:pPr>
            <a:r>
              <a:rPr lang="en-US" sz="4800" b="1" dirty="0">
                <a:solidFill>
                  <a:schemeClr val="accent1">
                    <a:lumMod val="50000"/>
                  </a:schemeClr>
                </a:solidFill>
                <a:latin typeface="Times New Roman" panose="02020603050405020304" pitchFamily="18" charset="0"/>
                <a:cs typeface="Times New Roman" panose="02020603050405020304" pitchFamily="18" charset="0"/>
              </a:rPr>
              <a:t>Devops Virtualization And Configuration Management</a:t>
            </a:r>
          </a:p>
        </p:txBody>
      </p:sp>
      <p:sp>
        <p:nvSpPr>
          <p:cNvPr id="11274" name="TextBox 12"/>
          <p:cNvSpPr txBox="1">
            <a:spLocks noChangeArrowheads="1"/>
          </p:cNvSpPr>
          <p:nvPr/>
        </p:nvSpPr>
        <p:spPr bwMode="auto">
          <a:xfrm>
            <a:off x="3124200" y="1398783"/>
            <a:ext cx="5943600" cy="2308324"/>
          </a:xfrm>
          <a:prstGeom prst="rect">
            <a:avLst/>
          </a:prstGeom>
          <a:noFill/>
          <a:ln w="9525">
            <a:noFill/>
            <a:miter lim="800000"/>
            <a:headEnd/>
            <a:tailEnd/>
          </a:ln>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INT332</a:t>
            </a:r>
          </a:p>
          <a:p>
            <a:pPr algn="ctr">
              <a:lnSpc>
                <a:spcPts val="4484"/>
              </a:lnSpc>
            </a:pPr>
            <a:b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br>
            <a:r>
              <a:rPr lang="en-US" altLang="en-US" sz="4800" b="1" dirty="0">
                <a:solidFill>
                  <a:schemeClr val="accent1">
                    <a:lumMod val="50000"/>
                  </a:schemeClr>
                </a:solidFill>
                <a:latin typeface="Times New Roman" panose="02020603050405020304" pitchFamily="18" charset="0"/>
                <a:cs typeface="Times New Roman" panose="02020603050405020304" pitchFamily="18" charset="0"/>
              </a:rPr>
              <a:t>Lecture Zero</a:t>
            </a:r>
          </a:p>
          <a:p>
            <a:pPr algn="ctr">
              <a:lnSpc>
                <a:spcPts val="4484"/>
              </a:lnSpc>
            </a:pPr>
            <a:endParaRPr lang="en-US" altLang="en-US" sz="48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Rectangle 2"/>
          <p:cNvSpPr/>
          <p:nvPr/>
        </p:nvSpPr>
        <p:spPr>
          <a:xfrm>
            <a:off x="6253719" y="4985739"/>
            <a:ext cx="184731" cy="1210396"/>
          </a:xfrm>
          <a:prstGeom prst="rect">
            <a:avLst/>
          </a:prstGeom>
        </p:spPr>
        <p:txBody>
          <a:bodyPr wrap="none">
            <a:spAutoFit/>
          </a:bodyPr>
          <a:lstStyle/>
          <a:p>
            <a:pPr algn="ctr">
              <a:lnSpc>
                <a:spcPts val="4484"/>
              </a:lnSpc>
            </a:pPr>
            <a:endParaRPr lang="en-US" altLang="en-US" sz="3600" b="1" dirty="0">
              <a:solidFill>
                <a:schemeClr val="accent1">
                  <a:lumMod val="50000"/>
                </a:schemeClr>
              </a:solidFill>
              <a:latin typeface="Times New Roman" panose="02020603050405020304" pitchFamily="18" charset="0"/>
              <a:cs typeface="Times New Roman" panose="02020603050405020304" pitchFamily="18" charset="0"/>
            </a:endParaRPr>
          </a:p>
          <a:p>
            <a:pPr algn="ctr">
              <a:lnSpc>
                <a:spcPts val="4484"/>
              </a:lnSpc>
            </a:pPr>
            <a:endParaRPr lang="en-US" altLang="en-US" sz="3600" b="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75161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F8B437-A913-39BB-B7C6-0CBB5F3F0D5D}"/>
              </a:ext>
            </a:extLst>
          </p:cNvPr>
          <p:cNvSpPr>
            <a:spLocks noGrp="1"/>
          </p:cNvSpPr>
          <p:nvPr>
            <p:ph type="ftr" sz="quarter" idx="11"/>
          </p:nvPr>
        </p:nvSpPr>
        <p:spPr/>
        <p:txBody>
          <a:bodyPr/>
          <a:lstStyle/>
          <a:p>
            <a:r>
              <a:rPr lang="en-IN"/>
              <a:t>1/15</a:t>
            </a:r>
          </a:p>
        </p:txBody>
      </p:sp>
      <p:sp>
        <p:nvSpPr>
          <p:cNvPr id="4" name="TextBox 3">
            <a:extLst>
              <a:ext uri="{FF2B5EF4-FFF2-40B4-BE49-F238E27FC236}">
                <a16:creationId xmlns:a16="http://schemas.microsoft.com/office/drawing/2014/main" id="{DFA451D1-06DE-8848-3CF0-09667665236C}"/>
              </a:ext>
            </a:extLst>
          </p:cNvPr>
          <p:cNvSpPr txBox="1"/>
          <p:nvPr/>
        </p:nvSpPr>
        <p:spPr>
          <a:xfrm>
            <a:off x="893134" y="2181079"/>
            <a:ext cx="9274249" cy="3508653"/>
          </a:xfrm>
          <a:prstGeom prst="rect">
            <a:avLst/>
          </a:prstGeom>
          <a:noFill/>
        </p:spPr>
        <p:txBody>
          <a:bodyPr wrap="square">
            <a:spAutoFit/>
          </a:bodyPr>
          <a:lstStyle/>
          <a:p>
            <a:pPr algn="ctr"/>
            <a:r>
              <a:rPr lang="en-US" altLang="en-US" sz="4400" b="1" dirty="0">
                <a:latin typeface="Times New Roman" panose="02020603050405020304" pitchFamily="18" charset="0"/>
                <a:cs typeface="Times New Roman" panose="02020603050405020304" pitchFamily="18" charset="0"/>
              </a:rPr>
              <a:t>VISION </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To be a globally recognized school through excellence in teaching, learning and research for creating Computer Science professionals, leaders and entrepreneurs of future contributing to society and industry for sustainable growth</a:t>
            </a:r>
            <a:endParaRPr lang="en-IN" sz="3200" dirty="0"/>
          </a:p>
        </p:txBody>
      </p:sp>
    </p:spTree>
    <p:extLst>
      <p:ext uri="{BB962C8B-B14F-4D97-AF65-F5344CB8AC3E}">
        <p14:creationId xmlns:p14="http://schemas.microsoft.com/office/powerpoint/2010/main" val="66928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0E6B9D-EED8-92F6-8BC7-CB046F8134B2}"/>
              </a:ext>
            </a:extLst>
          </p:cNvPr>
          <p:cNvSpPr>
            <a:spLocks noGrp="1"/>
          </p:cNvSpPr>
          <p:nvPr>
            <p:ph type="ftr" sz="quarter" idx="11"/>
          </p:nvPr>
        </p:nvSpPr>
        <p:spPr/>
        <p:txBody>
          <a:bodyPr/>
          <a:lstStyle/>
          <a:p>
            <a:r>
              <a:rPr lang="en-IN"/>
              <a:t>1/15</a:t>
            </a:r>
          </a:p>
        </p:txBody>
      </p:sp>
      <p:sp>
        <p:nvSpPr>
          <p:cNvPr id="3" name="Object 3">
            <a:extLst>
              <a:ext uri="{FF2B5EF4-FFF2-40B4-BE49-F238E27FC236}">
                <a16:creationId xmlns:a16="http://schemas.microsoft.com/office/drawing/2014/main" id="{C92658A4-E180-CF9A-57C4-DCF8CE53E9F1}"/>
              </a:ext>
            </a:extLst>
          </p:cNvPr>
          <p:cNvSpPr/>
          <p:nvPr/>
        </p:nvSpPr>
        <p:spPr>
          <a:xfrm>
            <a:off x="1153470" y="999460"/>
            <a:ext cx="8451273" cy="4758097"/>
          </a:xfrm>
          <a:prstGeom prst="rect">
            <a:avLst/>
          </a:prstGeom>
          <a:noFill/>
        </p:spPr>
        <p:txBody>
          <a:bodyPr wrap="square" lIns="0" tIns="0" rIns="0" bIns="0" rtlCol="0" anchor="t"/>
          <a:lstStyle/>
          <a:p>
            <a:pPr marL="351949" marR="3810" indent="-342900" algn="ctr">
              <a:spcBef>
                <a:spcPts val="75"/>
              </a:spcBef>
            </a:pPr>
            <a:r>
              <a:rPr lang="en-US" altLang="en-US" sz="2800" b="1" dirty="0">
                <a:latin typeface="Times New Roman" panose="02020603050405020304" pitchFamily="18" charset="0"/>
                <a:cs typeface="Times New Roman" panose="02020603050405020304" pitchFamily="18" charset="0"/>
              </a:rPr>
              <a:t>   MISSION </a:t>
            </a:r>
          </a:p>
          <a:p>
            <a:pPr marL="171450" indent="-171450" algn="just">
              <a:buFont typeface="Arial" charset="0"/>
              <a:buChar char="•"/>
              <a:defRPr/>
            </a:pPr>
            <a:r>
              <a:rPr lang="en-US" altLang="en-US" sz="2400" dirty="0">
                <a:latin typeface="Times New Roman" panose="02020603050405020304" pitchFamily="18" charset="0"/>
                <a:cs typeface="Times New Roman" panose="02020603050405020304" pitchFamily="18" charset="0"/>
              </a:rPr>
              <a:t>To build computational skills through hands-on and practice-based learning with measurable outcomes.</a:t>
            </a:r>
          </a:p>
          <a:p>
            <a:pPr marL="171450" indent="-171450" algn="just">
              <a:buFont typeface="Arial" charset="0"/>
              <a:buChar char="•"/>
              <a:defRPr/>
            </a:pPr>
            <a:r>
              <a:rPr lang="en-US" altLang="en-US" sz="2400" dirty="0">
                <a:latin typeface="Times New Roman" panose="02020603050405020304" pitchFamily="18" charset="0"/>
                <a:cs typeface="Times New Roman" panose="02020603050405020304" pitchFamily="18" charset="0"/>
              </a:rPr>
              <a:t>To establish a strong connect with industry for in-demand technology driven curriculum.</a:t>
            </a:r>
          </a:p>
          <a:p>
            <a:pPr marL="171450" indent="-171450" algn="just">
              <a:buFont typeface="Arial" charset="0"/>
              <a:buChar char="•"/>
              <a:defRPr/>
            </a:pPr>
            <a:r>
              <a:rPr lang="en-US" altLang="en-US" sz="2400" dirty="0">
                <a:latin typeface="Times New Roman" panose="02020603050405020304" pitchFamily="18" charset="0"/>
                <a:cs typeface="Times New Roman" panose="02020603050405020304" pitchFamily="18" charset="0"/>
              </a:rPr>
              <a:t>To build the infrastructure for meaningful research around societal problems.</a:t>
            </a:r>
          </a:p>
          <a:p>
            <a:pPr marL="171450" indent="-171450" algn="just">
              <a:buFont typeface="Arial" charset="0"/>
              <a:buChar char="•"/>
              <a:defRPr/>
            </a:pPr>
            <a:r>
              <a:rPr lang="en-US" altLang="en-US" sz="2400" dirty="0">
                <a:latin typeface="Times New Roman" panose="02020603050405020304" pitchFamily="18" charset="0"/>
                <a:cs typeface="Times New Roman" panose="02020603050405020304" pitchFamily="18" charset="0"/>
              </a:rPr>
              <a:t>To nurture future leaders through research-infused education and lifelong learning.</a:t>
            </a:r>
          </a:p>
          <a:p>
            <a:pPr marL="171450" indent="-171450" algn="just">
              <a:buFont typeface="Arial" charset="0"/>
              <a:buChar char="•"/>
              <a:defRPr/>
            </a:pPr>
            <a:r>
              <a:rPr lang="en-US" altLang="en-US" sz="2400" dirty="0">
                <a:latin typeface="Times New Roman" panose="02020603050405020304" pitchFamily="18" charset="0"/>
                <a:cs typeface="Times New Roman" panose="02020603050405020304" pitchFamily="18" charset="0"/>
              </a:rPr>
              <a:t>To create smart and ethical professionals and entrepreneurs who are recognized globally</a:t>
            </a:r>
          </a:p>
          <a:p>
            <a:pPr marL="351949" marR="3810" indent="-342900">
              <a:spcBef>
                <a:spcPts val="75"/>
              </a:spcBef>
            </a:pPr>
            <a:endParaRPr lang="en-US"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7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1457" y="1086803"/>
            <a:ext cx="8989343" cy="1143000"/>
          </a:xfrm>
        </p:spPr>
        <p:txBody>
          <a:bodyPr>
            <a:normAutofit/>
          </a:bodyPr>
          <a:lstStyle/>
          <a:p>
            <a:r>
              <a:rPr sz="4000" b="1" dirty="0">
                <a:latin typeface="Times New Roman" panose="02020603050405020304" pitchFamily="18" charset="0"/>
                <a:cs typeface="Times New Roman" panose="02020603050405020304" pitchFamily="18" charset="0"/>
              </a:rPr>
              <a:t>Course Overview</a:t>
            </a:r>
          </a:p>
        </p:txBody>
      </p:sp>
      <p:sp>
        <p:nvSpPr>
          <p:cNvPr id="3" name="Content Placeholder 2"/>
          <p:cNvSpPr>
            <a:spLocks noGrp="1"/>
          </p:cNvSpPr>
          <p:nvPr>
            <p:ph sz="half" idx="1"/>
          </p:nvPr>
        </p:nvSpPr>
        <p:spPr>
          <a:xfrm>
            <a:off x="1221457" y="1658303"/>
            <a:ext cx="9442826" cy="4526280"/>
          </a:xfrm>
        </p:spPr>
        <p:txBody>
          <a:bodyPr/>
          <a:lstStyle/>
          <a:p>
            <a:endParaRPr sz="2400" b="1" dirty="0"/>
          </a:p>
          <a:p>
            <a:endParaRPr sz="2400" b="1" dirty="0"/>
          </a:p>
          <a:p>
            <a:pPr algn="just"/>
            <a:r>
              <a:rPr lang="en-US" sz="2400" dirty="0">
                <a:latin typeface="Times New Roman" panose="02020603050405020304" pitchFamily="18" charset="0"/>
                <a:cs typeface="Times New Roman" panose="02020603050405020304" pitchFamily="18" charset="0"/>
              </a:rPr>
              <a:t>This course introduces students to DevOps foundations through containerization, virtualization, and automated software delivery pipelines.</a:t>
            </a:r>
          </a:p>
          <a:p>
            <a:pPr algn="just"/>
            <a:r>
              <a:rPr lang="en-US" sz="2400" dirty="0">
                <a:latin typeface="Times New Roman" panose="02020603050405020304" pitchFamily="18" charset="0"/>
                <a:cs typeface="Times New Roman" panose="02020603050405020304" pitchFamily="18" charset="0"/>
              </a:rPr>
              <a:t>Focus on Docker, microservices, and CI/CD workflows using tools such as Docker Compose, Maven, GitHub Actions, and Jenkins for building and deploying modern applications.</a:t>
            </a:r>
            <a:endParaRPr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524000" y="123826"/>
            <a:ext cx="1791500" cy="481051"/>
          </a:xfrm>
          <a:prstGeom prst="rect">
            <a:avLst/>
          </a:prstGeom>
        </p:spPr>
      </p:pic>
      <p:graphicFrame>
        <p:nvGraphicFramePr>
          <p:cNvPr id="5" name="Object 1"/>
          <p:cNvGraphicFramePr>
            <a:graphicFrameLocks noGrp="1" noChangeAspect="1"/>
          </p:cNvGraphicFramePr>
          <p:nvPr>
            <p:ph sz="half" idx="2"/>
          </p:nvPr>
        </p:nvGraphicFramePr>
        <p:xfrm>
          <a:off x="8666799" y="123985"/>
          <a:ext cx="1772285" cy="711835"/>
        </p:xfrm>
        <a:graphic>
          <a:graphicData uri="http://schemas.openxmlformats.org/presentationml/2006/ole">
            <mc:AlternateContent xmlns:mc="http://schemas.openxmlformats.org/markup-compatibility/2006">
              <mc:Choice xmlns:v="urn:schemas-microsoft-com:vml" Requires="v">
                <p:oleObj r:id="rId3" imgW="13935075" imgH="5410200" progId="">
                  <p:embed/>
                </p:oleObj>
              </mc:Choice>
              <mc:Fallback>
                <p:oleObj r:id="rId3" imgW="13935075" imgH="5410200" progId="">
                  <p:embed/>
                  <p:pic>
                    <p:nvPicPr>
                      <p:cNvPr id="5"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6799" y="123985"/>
                        <a:ext cx="1772285" cy="711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2849033"/>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3873500"/>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4897967"/>
            <a:ext cx="516467" cy="51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L T P</a:t>
            </a:r>
          </a:p>
        </p:txBody>
      </p:sp>
      <p:sp>
        <p:nvSpPr>
          <p:cNvPr id="12300" name="TextBox 14"/>
          <p:cNvSpPr txBox="1">
            <a:spLocks noChangeArrowheads="1"/>
          </p:cNvSpPr>
          <p:nvPr/>
        </p:nvSpPr>
        <p:spPr bwMode="auto">
          <a:xfrm>
            <a:off x="2497667" y="1778000"/>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Lecture -   2</a:t>
            </a:r>
          </a:p>
        </p:txBody>
      </p:sp>
      <p:sp>
        <p:nvSpPr>
          <p:cNvPr id="12301" name="TextBox 15"/>
          <p:cNvSpPr txBox="1">
            <a:spLocks noChangeArrowheads="1"/>
          </p:cNvSpPr>
          <p:nvPr/>
        </p:nvSpPr>
        <p:spPr bwMode="auto">
          <a:xfrm>
            <a:off x="2497667" y="2772834"/>
            <a:ext cx="2234353"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Tutorial -  0</a:t>
            </a:r>
          </a:p>
        </p:txBody>
      </p:sp>
      <p:sp>
        <p:nvSpPr>
          <p:cNvPr id="12302" name="TextBox 16"/>
          <p:cNvSpPr txBox="1">
            <a:spLocks noChangeArrowheads="1"/>
          </p:cNvSpPr>
          <p:nvPr/>
        </p:nvSpPr>
        <p:spPr bwMode="auto">
          <a:xfrm>
            <a:off x="2497667" y="3810000"/>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Practical - 2</a:t>
            </a:r>
          </a:p>
        </p:txBody>
      </p:sp>
      <p:sp>
        <p:nvSpPr>
          <p:cNvPr id="12303" name="TextBox 17"/>
          <p:cNvSpPr txBox="1">
            <a:spLocks noChangeArrowheads="1"/>
          </p:cNvSpPr>
          <p:nvPr/>
        </p:nvSpPr>
        <p:spPr bwMode="auto">
          <a:xfrm>
            <a:off x="2497667" y="4801659"/>
            <a:ext cx="2211493" cy="110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Credits –   3</a:t>
            </a:r>
          </a:p>
          <a:p>
            <a:pPr>
              <a:lnSpc>
                <a:spcPts val="4484"/>
              </a:lnSpc>
            </a:pPr>
            <a:r>
              <a:rPr lang="en-US" altLang="en-US" sz="3200" dirty="0">
                <a:solidFill>
                  <a:srgbClr val="222222"/>
                </a:solidFill>
                <a:latin typeface="Times Neue Roman" charset="0"/>
              </a:rPr>
              <a:t> </a:t>
            </a:r>
          </a:p>
        </p:txBody>
      </p:sp>
    </p:spTree>
    <p:extLst>
      <p:ext uri="{BB962C8B-B14F-4D97-AF65-F5344CB8AC3E}">
        <p14:creationId xmlns:p14="http://schemas.microsoft.com/office/powerpoint/2010/main" val="1972666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A9E3D-0A39-F672-17EE-483EC98333D8}"/>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AAE3EA30-A9F8-B988-0B80-6963A130D44E}"/>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GB" sz="5400" b="1" dirty="0"/>
              <a:t>Revised Bloom’s Taxonomy</a:t>
            </a:r>
            <a:endParaRPr lang="en-US" altLang="en-US" sz="5334" b="1" dirty="0">
              <a:latin typeface="Times New Roman" panose="02020603050405020304" pitchFamily="18" charset="0"/>
              <a:cs typeface="Times New Roman" panose="02020603050405020304" pitchFamily="18" charset="0"/>
            </a:endParaRPr>
          </a:p>
        </p:txBody>
      </p:sp>
      <p:pic>
        <p:nvPicPr>
          <p:cNvPr id="2" name="Picture 2" descr="Melding Bloom's Taxonomy and Universal Design for Learning">
            <a:extLst>
              <a:ext uri="{FF2B5EF4-FFF2-40B4-BE49-F238E27FC236}">
                <a16:creationId xmlns:a16="http://schemas.microsoft.com/office/drawing/2014/main" id="{3B1D4CA2-2B88-6331-EB3D-3E258454C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308"/>
          <a:stretch>
            <a:fillRect/>
          </a:stretch>
        </p:blipFill>
        <p:spPr bwMode="auto">
          <a:xfrm>
            <a:off x="1831159" y="1674766"/>
            <a:ext cx="8891270" cy="464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498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620B-E86A-A3CF-9A36-C635F587AE05}"/>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B42C3E8D-6B65-19E8-2B94-CAD1A2AD851E}"/>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Unit:-1 Basics of DevOps Infrastructure</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503024E-1267-3994-92C5-92C511F93C38}"/>
              </a:ext>
            </a:extLst>
          </p:cNvPr>
          <p:cNvSpPr txBox="1"/>
          <p:nvPr/>
        </p:nvSpPr>
        <p:spPr>
          <a:xfrm>
            <a:off x="925416" y="1859340"/>
            <a:ext cx="10428383" cy="2308324"/>
          </a:xfrm>
          <a:prstGeom prst="rect">
            <a:avLst/>
          </a:prstGeom>
          <a:noFill/>
        </p:spPr>
        <p:txBody>
          <a:bodyPr wrap="square">
            <a:spAutoFit/>
          </a:bodyPr>
          <a:lstStyle/>
          <a:p>
            <a:pPr algn="just"/>
            <a:r>
              <a:rPr lang="en-US" sz="2400" b="1" i="0" u="none" strike="noStrike" baseline="0" dirty="0">
                <a:latin typeface="Times New Roman" panose="02020603050405020304" pitchFamily="18" charset="0"/>
                <a:cs typeface="Times New Roman" panose="02020603050405020304" pitchFamily="18" charset="0"/>
              </a:rPr>
              <a:t>Introduction to Containers</a:t>
            </a:r>
            <a:r>
              <a:rPr lang="en-US" sz="2400" b="0" i="0" u="none" strike="noStrike" baseline="0" dirty="0">
                <a:latin typeface="Times New Roman" panose="02020603050405020304" pitchFamily="18" charset="0"/>
                <a:cs typeface="Times New Roman" panose="02020603050405020304" pitchFamily="18" charset="0"/>
              </a:rPr>
              <a:t> (Origin of containers, Emergence of Modern Containerization and Integration into DevOps), Container runtime, Process isolation &amp; </a:t>
            </a:r>
            <a:r>
              <a:rPr lang="en-IN" sz="2400" b="0" i="0" u="none" strike="noStrike" baseline="0" dirty="0">
                <a:latin typeface="Times New Roman" panose="02020603050405020304" pitchFamily="18" charset="0"/>
                <a:cs typeface="Times New Roman" panose="02020603050405020304" pitchFamily="18" charset="0"/>
              </a:rPr>
              <a:t>namespaces, Control Groups (</a:t>
            </a:r>
            <a:r>
              <a:rPr lang="en-IN" sz="2400" b="0" i="0" u="none" strike="noStrike" baseline="0" dirty="0" err="1">
                <a:latin typeface="Times New Roman" panose="02020603050405020304" pitchFamily="18" charset="0"/>
                <a:cs typeface="Times New Roman" panose="02020603050405020304" pitchFamily="18" charset="0"/>
              </a:rPr>
              <a:t>cgroups</a:t>
            </a:r>
            <a:r>
              <a:rPr lang="en-IN" sz="2400" b="0" i="0" u="none" strike="noStrike" baseline="0" dirty="0">
                <a:latin typeface="Times New Roman" panose="02020603050405020304" pitchFamily="18" charset="0"/>
                <a:cs typeface="Times New Roman" panose="02020603050405020304" pitchFamily="18" charset="0"/>
              </a:rPr>
              <a:t>) for resource limits, Container images &amp; layers, Image </a:t>
            </a:r>
            <a:r>
              <a:rPr lang="en-US" sz="2400" b="0" i="0" u="none" strike="noStrike" baseline="0" dirty="0">
                <a:latin typeface="Times New Roman" panose="02020603050405020304" pitchFamily="18" charset="0"/>
                <a:cs typeface="Times New Roman" panose="02020603050405020304" pitchFamily="18" charset="0"/>
              </a:rPr>
              <a:t>registries &amp; distribution, Introduction to Docker, Docker Architecture, Docker daemon, Docker CLI, Docker registry &amp; Hub, Object types: container, image, network, volume, Docker layering &amp; </a:t>
            </a:r>
            <a:r>
              <a:rPr lang="en-IN" sz="2400" b="0" i="0" u="none" strike="noStrike" baseline="0" dirty="0">
                <a:latin typeface="Times New Roman" panose="02020603050405020304" pitchFamily="18" charset="0"/>
                <a:cs typeface="Times New Roman" panose="02020603050405020304" pitchFamily="18" charset="0"/>
              </a:rPr>
              <a:t>filesystem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37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9365C-64EE-9500-C5EB-205560391648}"/>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7E5D096F-FAEE-3181-EE3A-5AB2DF6588D6}"/>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Unit:-2 Image Building &amp; Container Management</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28C217-2212-C038-9828-C1A5C24C401B}"/>
              </a:ext>
            </a:extLst>
          </p:cNvPr>
          <p:cNvSpPr txBox="1"/>
          <p:nvPr/>
        </p:nvSpPr>
        <p:spPr>
          <a:xfrm>
            <a:off x="903382" y="1859340"/>
            <a:ext cx="10450417" cy="3416320"/>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Docker file Core Concepts: </a:t>
            </a:r>
            <a:r>
              <a:rPr lang="en-US" sz="2400" dirty="0">
                <a:latin typeface="Times New Roman" panose="02020603050405020304" pitchFamily="18" charset="0"/>
                <a:cs typeface="Times New Roman" panose="02020603050405020304" pitchFamily="18" charset="0"/>
              </a:rPr>
              <a:t>Image layering, Build context &amp; .</a:t>
            </a:r>
            <a:r>
              <a:rPr lang="en-US" sz="2400" dirty="0" err="1">
                <a:latin typeface="Times New Roman" panose="02020603050405020304" pitchFamily="18" charset="0"/>
                <a:cs typeface="Times New Roman" panose="02020603050405020304" pitchFamily="18" charset="0"/>
              </a:rPr>
              <a:t>dockerignore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writing, Basic instructions ( FROM, RUN, COPY, ADD, CMD, ENTRYPOINT, WORKDIR, ENV, EXPOSE, VOLUME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Image Creation in Detail: docker build process, Images Tagging /versioning, Inspecting images (history, layers), Docker Networking: Bridge network, Host &amp; overlay networks, DNS inside Docker, Linking containers, Port mapping between host and container, Docker Storage: Volumes vs bind mounts, backing data on host, , Copy-on-write </a:t>
            </a:r>
            <a:r>
              <a:rPr lang="en-IN" sz="2400" dirty="0">
                <a:latin typeface="Times New Roman" panose="02020603050405020304" pitchFamily="18" charset="0"/>
                <a:cs typeface="Times New Roman" panose="02020603050405020304" pitchFamily="18" charset="0"/>
              </a:rPr>
              <a:t>mechanism, Registries: Docker Hub, GitHub Container Registry (GHCR),, Private registries, Authentication &amp; access tokens.</a:t>
            </a:r>
          </a:p>
        </p:txBody>
      </p:sp>
    </p:spTree>
    <p:extLst>
      <p:ext uri="{BB962C8B-B14F-4D97-AF65-F5344CB8AC3E}">
        <p14:creationId xmlns:p14="http://schemas.microsoft.com/office/powerpoint/2010/main" val="2641726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511CC-6FA6-2199-98E2-788FE22A548C}"/>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CED65A07-D738-1BBD-3F3F-4516FF4959B4}"/>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Unit:-3 Microservices with Docker Compose</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C195549-C9A3-7460-3924-5BADA3FBB738}"/>
              </a:ext>
            </a:extLst>
          </p:cNvPr>
          <p:cNvSpPr txBox="1"/>
          <p:nvPr/>
        </p:nvSpPr>
        <p:spPr>
          <a:xfrm>
            <a:off x="1090670" y="1859340"/>
            <a:ext cx="10263130" cy="2677656"/>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Microservices Architecture: </a:t>
            </a:r>
            <a:r>
              <a:rPr lang="en-US" sz="2400" dirty="0">
                <a:latin typeface="Times New Roman" panose="02020603050405020304" pitchFamily="18" charset="0"/>
                <a:cs typeface="Times New Roman" panose="02020603050405020304" pitchFamily="18" charset="0"/>
              </a:rPr>
              <a:t>Need for microservices, Monolithic vs microservices, Advantages: scalability, isolation, agility, API Gateway., Docker Compose: YAML Structure, Writing docker-</a:t>
            </a:r>
            <a:r>
              <a:rPr lang="en-US" sz="2400" dirty="0" err="1">
                <a:latin typeface="Times New Roman" panose="02020603050405020304" pitchFamily="18" charset="0"/>
                <a:cs typeface="Times New Roman" panose="02020603050405020304" pitchFamily="18" charset="0"/>
              </a:rPr>
              <a:t>compose.yml</a:t>
            </a:r>
            <a:r>
              <a:rPr lang="en-US" sz="2400" dirty="0">
                <a:latin typeface="Times New Roman" panose="02020603050405020304" pitchFamily="18" charset="0"/>
                <a:cs typeface="Times New Roman" panose="02020603050405020304" pitchFamily="18" charset="0"/>
              </a:rPr>
              <a:t>, version, services, volumes, networks, Environment variables, Secrets and configs, Build vs image fields in YAML, Service dependency ordering., Use Case Deployments: Multi-container apps (database + backend + frontend), WordPress </a:t>
            </a:r>
            <a:r>
              <a:rPr lang="en-IN" sz="2400" dirty="0">
                <a:latin typeface="Times New Roman" panose="02020603050405020304" pitchFamily="18" charset="0"/>
                <a:cs typeface="Times New Roman" panose="02020603050405020304" pitchFamily="18" charset="0"/>
              </a:rPr>
              <a:t>+ MySQL, Node.js + MongoDB, Java Spring Boot + PostgreSQL.</a:t>
            </a:r>
          </a:p>
        </p:txBody>
      </p:sp>
    </p:spTree>
    <p:extLst>
      <p:ext uri="{BB962C8B-B14F-4D97-AF65-F5344CB8AC3E}">
        <p14:creationId xmlns:p14="http://schemas.microsoft.com/office/powerpoint/2010/main" val="3811491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B97D-98B1-0F8D-017B-6ACD120FEE5C}"/>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4C7C3F85-D001-8CDA-2CEE-3F5E7F8BFFDE}"/>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Unit:-4 Maven Build Automation</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BA0EE5-8365-38CC-772F-F9D2C7426496}"/>
              </a:ext>
            </a:extLst>
          </p:cNvPr>
          <p:cNvSpPr txBox="1"/>
          <p:nvPr/>
        </p:nvSpPr>
        <p:spPr>
          <a:xfrm>
            <a:off x="848298" y="1859340"/>
            <a:ext cx="10287787" cy="3046988"/>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Why build tools exist, Problems solved by automated builds, Project Object Model (POM), Directory structure, Build lifecycle phases, validate, compile, test, package, verify, install, deploy, Parent POM, Dependency scope, Transitive dependencies, Version conflicts &amp; resolution, Using dependency Management, Maven Plugins &amp; Execution: Compiler plugin, Surefire </a:t>
            </a:r>
            <a:r>
              <a:rPr lang="en-IN" sz="2400" dirty="0">
                <a:latin typeface="Times New Roman" panose="02020603050405020304" pitchFamily="18" charset="0"/>
                <a:cs typeface="Times New Roman" panose="02020603050405020304" pitchFamily="18" charset="0"/>
              </a:rPr>
              <a:t>plugin (unit testing), Shade plugin (uber jar), Maven wrapper (</a:t>
            </a:r>
            <a:r>
              <a:rPr lang="en-IN" sz="2400" dirty="0" err="1">
                <a:latin typeface="Times New Roman" panose="02020603050405020304" pitchFamily="18" charset="0"/>
                <a:cs typeface="Times New Roman" panose="02020603050405020304" pitchFamily="18" charset="0"/>
              </a:rPr>
              <a:t>mvnw</a:t>
            </a:r>
            <a:r>
              <a:rPr lang="en-IN" sz="2400" dirty="0">
                <a:latin typeface="Times New Roman" panose="02020603050405020304" pitchFamily="18" charset="0"/>
                <a:cs typeface="Times New Roman" panose="02020603050405020304" pitchFamily="18" charset="0"/>
              </a:rPr>
              <a:t>), Maven and Docker Integration: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-maven-plugin, </a:t>
            </a:r>
            <a:r>
              <a:rPr lang="en-US" sz="2400" dirty="0" err="1">
                <a:latin typeface="Times New Roman" panose="02020603050405020304" pitchFamily="18" charset="0"/>
                <a:cs typeface="Times New Roman" panose="02020603050405020304" pitchFamily="18" charset="0"/>
              </a:rPr>
              <a:t>Dockerizing</a:t>
            </a:r>
            <a:r>
              <a:rPr lang="en-US" sz="2400" dirty="0">
                <a:latin typeface="Times New Roman" panose="02020603050405020304" pitchFamily="18" charset="0"/>
                <a:cs typeface="Times New Roman" panose="02020603050405020304" pitchFamily="18" charset="0"/>
              </a:rPr>
              <a:t> Maven-based applications, Pushing artifacts to registries.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6954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9C3B-A143-EF4F-8BBD-721F39B02057}"/>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A3D53A18-8C49-6334-8718-410A68E98FE3}"/>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Unit:-5 </a:t>
            </a:r>
            <a:r>
              <a:rPr lang="en-US" sz="2800" b="1" dirty="0">
                <a:latin typeface="Times New Roman" panose="02020603050405020304" pitchFamily="18" charset="0"/>
                <a:cs typeface="Times New Roman" panose="02020603050405020304" pitchFamily="18" charset="0"/>
              </a:rPr>
              <a:t>Continuous Integration (CI) with GitHub Actions</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41D8BD0-702D-EA16-5D98-89B24DF13BDA}"/>
              </a:ext>
            </a:extLst>
          </p:cNvPr>
          <p:cNvSpPr txBox="1"/>
          <p:nvPr/>
        </p:nvSpPr>
        <p:spPr>
          <a:xfrm>
            <a:off x="685800" y="1500112"/>
            <a:ext cx="10722428" cy="3416320"/>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Understanding workflow automation</a:t>
            </a:r>
            <a:r>
              <a:rPr lang="en-IN" sz="2400" dirty="0">
                <a:latin typeface="Times New Roman" panose="02020603050405020304" pitchFamily="18" charset="0"/>
                <a:cs typeface="Times New Roman" panose="02020603050405020304" pitchFamily="18" charset="0"/>
              </a:rPr>
              <a:t>, Events, </a:t>
            </a:r>
            <a:r>
              <a:rPr lang="en-US" sz="2400" dirty="0">
                <a:latin typeface="Times New Roman" panose="02020603050405020304" pitchFamily="18" charset="0"/>
                <a:cs typeface="Times New Roman" panose="02020603050405020304" pitchFamily="18" charset="0"/>
              </a:rPr>
              <a:t>triggers, workflow directory structure, Key components: workflows, Key components: jobs, steps, actions, runners, Workflow triggers: push, pull request, schedule, , manual workflow, Jobs &amp; matrix strategies, Steps &amp; shell commands, Using marketplace actions, Language-specific actions, Using caching for faster builds, Multi-job workflows, Deploying to servers/cloud using Actions, Runners: GitHub-hosted runners, </a:t>
            </a:r>
            <a:r>
              <a:rPr lang="en-US" sz="2400" dirty="0" err="1">
                <a:latin typeface="Times New Roman" panose="02020603050405020304" pitchFamily="18" charset="0"/>
                <a:cs typeface="Times New Roman" panose="02020603050405020304" pitchFamily="18" charset="0"/>
              </a:rPr>
              <a:t>Runners:Self-hosted</a:t>
            </a:r>
            <a:r>
              <a:rPr lang="en-US" sz="2400" dirty="0">
                <a:latin typeface="Times New Roman" panose="02020603050405020304" pitchFamily="18" charset="0"/>
                <a:cs typeface="Times New Roman" panose="02020603050405020304" pitchFamily="18" charset="0"/>
              </a:rPr>
              <a:t> runners ,Runner security &amp; management, Docker &amp;GitHub Actions: Building Docker images in CI, Pushing to Docker Hub, Pushing to GitHub Container  Registry (GHCR), Deployments to servers/clouds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885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5AA10-1744-EFEB-FBE0-38E0A43743CA}"/>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521957A4-B81C-0E3B-1D8A-63F0CFE75331}"/>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Unit:-6 CI/CD with Jenkins</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EAF8A94-4E22-1457-E3B8-C6F1C8C3EF7C}"/>
              </a:ext>
            </a:extLst>
          </p:cNvPr>
          <p:cNvSpPr txBox="1"/>
          <p:nvPr/>
        </p:nvSpPr>
        <p:spPr>
          <a:xfrm>
            <a:off x="848298" y="1500112"/>
            <a:ext cx="10559929" cy="3170099"/>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Jenkins architecture (Master/Agent model), Installation </a:t>
            </a:r>
            <a:r>
              <a:rPr lang="en-IN" sz="2000" b="1" dirty="0">
                <a:latin typeface="Times New Roman" panose="02020603050405020304" pitchFamily="18" charset="0"/>
                <a:cs typeface="Times New Roman" panose="02020603050405020304" pitchFamily="18" charset="0"/>
              </a:rPr>
              <a:t>&amp; UI overview</a:t>
            </a:r>
            <a:r>
              <a:rPr lang="en-IN" sz="2000" dirty="0">
                <a:latin typeface="Times New Roman" panose="02020603050405020304" pitchFamily="18" charset="0"/>
                <a:cs typeface="Times New Roman" panose="02020603050405020304" pitchFamily="18" charset="0"/>
              </a:rPr>
              <a:t>, Plugins management, Security, users, roles, Jenkins Pipelines: Freestyle vs Pipeline jobs, Declarative pipeline syntax, Scripted pipeline syntax, </a:t>
            </a:r>
            <a:r>
              <a:rPr lang="en-IN" sz="2000" dirty="0" err="1">
                <a:latin typeface="Times New Roman" panose="02020603050405020304" pitchFamily="18" charset="0"/>
                <a:cs typeface="Times New Roman" panose="02020603050405020304" pitchFamily="18" charset="0"/>
              </a:rPr>
              <a:t>Jenkinsfile</a:t>
            </a:r>
            <a:r>
              <a:rPr lang="en-IN" sz="2000" dirty="0">
                <a:latin typeface="Times New Roman" panose="02020603050405020304" pitchFamily="18" charset="0"/>
                <a:cs typeface="Times New Roman" panose="02020603050405020304" pitchFamily="18" charset="0"/>
              </a:rPr>
              <a:t> structure, </a:t>
            </a:r>
            <a:r>
              <a:rPr lang="en-IN" sz="2000" dirty="0" err="1">
                <a:latin typeface="Times New Roman" panose="02020603050405020304" pitchFamily="18" charset="0"/>
                <a:cs typeface="Times New Roman" panose="02020603050405020304" pitchFamily="18" charset="0"/>
              </a:rPr>
              <a:t>Parameters,environment</a:t>
            </a:r>
            <a:r>
              <a:rPr lang="en-IN" sz="2000" dirty="0">
                <a:latin typeface="Times New Roman" panose="02020603050405020304" pitchFamily="18" charset="0"/>
                <a:cs typeface="Times New Roman" panose="02020603050405020304" pitchFamily="18" charset="0"/>
              </a:rPr>
              <a:t> variables, Jenkins multi-branch pipelines, Pipeline Stages: Checkout code from Git,</a:t>
            </a:r>
            <a:r>
              <a:rPr lang="en-US" sz="2000" dirty="0">
                <a:latin typeface="Times New Roman" panose="02020603050405020304" pitchFamily="18" charset="0"/>
                <a:cs typeface="Times New Roman" panose="02020603050405020304" pitchFamily="18" charset="0"/>
              </a:rPr>
              <a:t>Build, Test, Package, Post actions, Managing artifacts, Docker and Jenkins Integration: Building </a:t>
            </a:r>
            <a:r>
              <a:rPr lang="en-IN" sz="2000" dirty="0">
                <a:latin typeface="Times New Roman" panose="02020603050405020304" pitchFamily="18" charset="0"/>
                <a:cs typeface="Times New Roman" panose="02020603050405020304" pitchFamily="18" charset="0"/>
              </a:rPr>
              <a:t>Docker images using Jenkins, Docker inside Jenkins agents, Using Docker plugins, Publishing images </a:t>
            </a:r>
            <a:r>
              <a:rPr lang="en-US" sz="2000" dirty="0">
                <a:latin typeface="Times New Roman" panose="02020603050405020304" pitchFamily="18" charset="0"/>
                <a:cs typeface="Times New Roman" panose="02020603050405020304" pitchFamily="18" charset="0"/>
              </a:rPr>
              <a:t>to Docker Hub/GHCR, Jenkins and GitHub integration, Backup &amp; restore, Pipeline best practices., Jenkins and Maven: Maven installation in Jenkins, Global tool configuration, Running Maven builds in pipelines, Code coverage &amp; test reports, Jenkins CI/CD Deployment Flows: Triggering builds (</a:t>
            </a:r>
            <a:r>
              <a:rPr lang="en-US" sz="2000" dirty="0" err="1">
                <a:latin typeface="Times New Roman" panose="02020603050405020304" pitchFamily="18" charset="0"/>
                <a:cs typeface="Times New Roman" panose="02020603050405020304" pitchFamily="18" charset="0"/>
              </a:rPr>
              <a:t>pollSCM</a:t>
            </a:r>
            <a:r>
              <a:rPr lang="en-US" sz="2000" dirty="0">
                <a:latin typeface="Times New Roman" panose="02020603050405020304" pitchFamily="18" charset="0"/>
                <a:cs typeface="Times New Roman" panose="02020603050405020304" pitchFamily="18" charset="0"/>
              </a:rPr>
              <a:t>, webhook), Pipeline libraries, Jenkins agents (SSH/SFTP/Container-based), Deployments to </a:t>
            </a:r>
            <a:r>
              <a:rPr lang="en-IN" sz="2000" dirty="0">
                <a:latin typeface="Times New Roman" panose="02020603050405020304" pitchFamily="18" charset="0"/>
                <a:cs typeface="Times New Roman" panose="02020603050405020304" pitchFamily="18" charset="0"/>
              </a:rPr>
              <a:t>servers/clouds</a:t>
            </a:r>
          </a:p>
        </p:txBody>
      </p:sp>
    </p:spTree>
    <p:extLst>
      <p:ext uri="{BB962C8B-B14F-4D97-AF65-F5344CB8AC3E}">
        <p14:creationId xmlns:p14="http://schemas.microsoft.com/office/powerpoint/2010/main" val="17440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AB17-A4D2-FFDE-07E5-024458465981}"/>
            </a:ext>
          </a:extLst>
        </p:cNvPr>
        <p:cNvGrpSpPr/>
        <p:nvPr/>
      </p:nvGrpSpPr>
      <p:grpSpPr>
        <a:xfrm>
          <a:off x="0" y="0"/>
          <a:ext cx="0" cy="0"/>
          <a:chOff x="0" y="0"/>
          <a:chExt cx="0" cy="0"/>
        </a:xfrm>
      </p:grpSpPr>
      <p:sp>
        <p:nvSpPr>
          <p:cNvPr id="12299" name="TextBox 13">
            <a:extLst>
              <a:ext uri="{FF2B5EF4-FFF2-40B4-BE49-F238E27FC236}">
                <a16:creationId xmlns:a16="http://schemas.microsoft.com/office/drawing/2014/main" id="{8B345A10-DB48-AF8E-2B45-4C4616346F31}"/>
              </a:ext>
            </a:extLst>
          </p:cNvPr>
          <p:cNvSpPr txBox="1">
            <a:spLocks noChangeArrowheads="1"/>
          </p:cNvSpPr>
          <p:nvPr/>
        </p:nvSpPr>
        <p:spPr bwMode="auto">
          <a:xfrm>
            <a:off x="685800" y="723901"/>
            <a:ext cx="10820400" cy="651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2800" b="1" dirty="0">
                <a:latin typeface="Times New Roman" panose="02020603050405020304" pitchFamily="18" charset="0"/>
                <a:cs typeface="Times New Roman" panose="02020603050405020304" pitchFamily="18" charset="0"/>
              </a:rPr>
              <a:t>List of </a:t>
            </a:r>
            <a:r>
              <a:rPr lang="en-IN" sz="2800" b="1" dirty="0" err="1">
                <a:latin typeface="Times New Roman" panose="02020603050405020304" pitchFamily="18" charset="0"/>
                <a:cs typeface="Times New Roman" panose="02020603050405020304" pitchFamily="18" charset="0"/>
              </a:rPr>
              <a:t>Practicals</a:t>
            </a:r>
            <a:endParaRPr lang="en-US" altLang="en-US" sz="2800" b="1" dirty="0">
              <a:solidFill>
                <a:srgbClr val="222222"/>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9E6B410-6390-26F6-1782-7B95768EF404}"/>
              </a:ext>
            </a:extLst>
          </p:cNvPr>
          <p:cNvSpPr txBox="1"/>
          <p:nvPr/>
        </p:nvSpPr>
        <p:spPr>
          <a:xfrm>
            <a:off x="590454" y="1500112"/>
            <a:ext cx="11038114" cy="4708981"/>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Installing Docker on Windows/Linux, Concept of Hyper-V, Basic Docker commands.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 a Docker-hub account, Pushing the Docker to container-hub, Saving changes to a Docker</a:t>
            </a:r>
          </a:p>
          <a:p>
            <a:pPr algn="just"/>
            <a:r>
              <a:rPr lang="en-IN" sz="2000" dirty="0">
                <a:latin typeface="Times New Roman" panose="02020603050405020304" pitchFamily="18" charset="0"/>
                <a:cs typeface="Times New Roman" panose="02020603050405020304" pitchFamily="18" charset="0"/>
              </a:rPr>
              <a:t>container.</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Creating a Docker file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Types of Docker storage, Linking docker container</a:t>
            </a:r>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 to micro services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Docker compose installation, Introduction to YAML files, Writing a Docker Compose file, deploying</a:t>
            </a:r>
          </a:p>
          <a:p>
            <a:pPr algn="just"/>
            <a:r>
              <a:rPr lang="en-IN" sz="2000" dirty="0">
                <a:latin typeface="Times New Roman" panose="02020603050405020304" pitchFamily="18" charset="0"/>
                <a:cs typeface="Times New Roman" panose="02020603050405020304" pitchFamily="18" charset="0"/>
              </a:rPr>
              <a:t>WordPress using docker compose.</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 to container orchestration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Creating a Docker swarm cluster, Initializing Docker Swarm create a service in a Docker Swarm.</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to Docker networks, Creating a service.</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 to continuous integration.</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Jenkins Architecture, Installing Jenkins.</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Managing nodes on Jenkins.</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Understanding CI / CD Pipelines, Creating CI / CD Pipelines.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799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Box 8"/>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COURSE OUTCOMES</a:t>
            </a:r>
          </a:p>
        </p:txBody>
      </p:sp>
      <p:sp>
        <p:nvSpPr>
          <p:cNvPr id="13319" name="TextBox 9"/>
          <p:cNvSpPr txBox="1">
            <a:spLocks noChangeArrowheads="1"/>
          </p:cNvSpPr>
          <p:nvPr/>
        </p:nvSpPr>
        <p:spPr bwMode="auto">
          <a:xfrm>
            <a:off x="519642" y="1793875"/>
            <a:ext cx="11338983"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tabLst>
                <a:tab pos="811213" algn="l"/>
              </a:tabLst>
            </a:pPr>
            <a:r>
              <a:rPr lang="en-US" altLang="en-US" sz="2400" b="1" dirty="0">
                <a:latin typeface="Times New Roman" panose="02020603050405020304" pitchFamily="18" charset="0"/>
                <a:cs typeface="Times New Roman" panose="02020603050405020304" pitchFamily="18" charset="0"/>
              </a:rPr>
              <a:t>CO1</a:t>
            </a:r>
            <a:r>
              <a:rPr lang="en-US" altLang="en-US" sz="2400" dirty="0">
                <a:latin typeface="Times New Roman" panose="02020603050405020304" pitchFamily="18" charset="0"/>
                <a:cs typeface="Times New Roman" panose="02020603050405020304" pitchFamily="18" charset="0"/>
              </a:rPr>
              <a:t> :: Explain DevOps infrastructure concepts including containerization, runtimes, process isolation, namespaces, and resource management mechanisms.</a:t>
            </a:r>
          </a:p>
          <a:p>
            <a:pPr algn="just" defTabSz="982663">
              <a:tabLst>
                <a:tab pos="811213" algn="l"/>
              </a:tabLst>
            </a:pPr>
            <a:r>
              <a:rPr lang="en-US" altLang="en-US" sz="2400" b="1" dirty="0">
                <a:latin typeface="Times New Roman" panose="02020603050405020304" pitchFamily="18" charset="0"/>
                <a:cs typeface="Times New Roman" panose="02020603050405020304" pitchFamily="18" charset="0"/>
              </a:rPr>
              <a:t>CO2</a:t>
            </a:r>
            <a:r>
              <a:rPr lang="en-US" altLang="en-US" sz="2400" dirty="0">
                <a:latin typeface="Times New Roman" panose="02020603050405020304" pitchFamily="18" charset="0"/>
                <a:cs typeface="Times New Roman" panose="02020603050405020304" pitchFamily="18" charset="0"/>
              </a:rPr>
              <a:t> :: Apply Docker concepts to build, manage, and distribute container images using networking, storage, and registries.</a:t>
            </a:r>
          </a:p>
          <a:p>
            <a:pPr algn="just" defTabSz="982663">
              <a:tabLst>
                <a:tab pos="811213" algn="l"/>
              </a:tabLst>
            </a:pPr>
            <a:r>
              <a:rPr lang="en-US" altLang="en-US" sz="2400" b="1" dirty="0">
                <a:latin typeface="Times New Roman" panose="02020603050405020304" pitchFamily="18" charset="0"/>
                <a:cs typeface="Times New Roman" panose="02020603050405020304" pitchFamily="18" charset="0"/>
              </a:rPr>
              <a:t>CO3 </a:t>
            </a:r>
            <a:r>
              <a:rPr lang="en-US" altLang="en-US" sz="2400" dirty="0">
                <a:latin typeface="Times New Roman" panose="02020603050405020304" pitchFamily="18" charset="0"/>
                <a:cs typeface="Times New Roman" panose="02020603050405020304" pitchFamily="18" charset="0"/>
              </a:rPr>
              <a:t>:: Construct microservices applications using Docker Compose with multi-container services and dependency configuration.</a:t>
            </a:r>
          </a:p>
          <a:p>
            <a:pPr algn="just" defTabSz="982663">
              <a:tabLst>
                <a:tab pos="811213" algn="l"/>
              </a:tabLst>
            </a:pPr>
            <a:r>
              <a:rPr lang="en-US" altLang="en-US" sz="2400" b="1" dirty="0">
                <a:latin typeface="Times New Roman" panose="02020603050405020304" pitchFamily="18" charset="0"/>
                <a:cs typeface="Times New Roman" panose="02020603050405020304" pitchFamily="18" charset="0"/>
              </a:rPr>
              <a:t>CO4</a:t>
            </a:r>
            <a:r>
              <a:rPr lang="en-US" altLang="en-US" sz="2400" dirty="0">
                <a:latin typeface="Times New Roman" panose="02020603050405020304" pitchFamily="18" charset="0"/>
                <a:cs typeface="Times New Roman" panose="02020603050405020304" pitchFamily="18" charset="0"/>
              </a:rPr>
              <a:t> :: Analyze and implement automated builds using Maven through lifecycle management, dependency control, plugins, and Docker integration.</a:t>
            </a:r>
          </a:p>
          <a:p>
            <a:pPr algn="just">
              <a:tabLst>
                <a:tab pos="811213" algn="l"/>
              </a:tabLst>
            </a:pPr>
            <a:r>
              <a:rPr lang="en-US" altLang="en-US" sz="2400" b="1" dirty="0">
                <a:latin typeface="Times New Roman" panose="02020603050405020304" pitchFamily="18" charset="0"/>
                <a:cs typeface="Times New Roman" panose="02020603050405020304" pitchFamily="18" charset="0"/>
              </a:rPr>
              <a:t>CO5</a:t>
            </a:r>
            <a:r>
              <a:rPr lang="en-US" altLang="en-US" sz="2400" dirty="0">
                <a:latin typeface="Times New Roman" panose="02020603050405020304" pitchFamily="18" charset="0"/>
                <a:cs typeface="Times New Roman" panose="02020603050405020304" pitchFamily="18" charset="0"/>
              </a:rPr>
              <a:t> ::  Apply Continuous Integration workflows using GitHub Actions for automated builds, testing, image creation, and deployment.</a:t>
            </a:r>
          </a:p>
          <a:p>
            <a:pPr algn="just"/>
            <a:r>
              <a:rPr lang="en-US" altLang="en-US" sz="2400" b="1" dirty="0">
                <a:latin typeface="Times New Roman" panose="02020603050405020304" pitchFamily="18" charset="0"/>
                <a:cs typeface="Times New Roman" panose="02020603050405020304" pitchFamily="18" charset="0"/>
              </a:rPr>
              <a:t>CO6</a:t>
            </a:r>
            <a:r>
              <a:rPr lang="en-US" altLang="en-US" sz="2400" dirty="0">
                <a:latin typeface="Times New Roman" panose="02020603050405020304" pitchFamily="18" charset="0"/>
                <a:cs typeface="Times New Roman" panose="02020603050405020304" pitchFamily="18" charset="0"/>
              </a:rPr>
              <a:t> ::  Develop  end-to-end CI/CD pipelines using Jenkins integrating source control, build tools, containers, and deployments</a:t>
            </a:r>
          </a:p>
          <a:p>
            <a:pPr algn="just"/>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25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Box 8"/>
          <p:cNvSpPr txBox="1">
            <a:spLocks noChangeArrowheads="1"/>
          </p:cNvSpPr>
          <p:nvPr/>
        </p:nvSpPr>
        <p:spPr bwMode="auto">
          <a:xfrm>
            <a:off x="685800" y="418266"/>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PROGRAM OUTCOMES</a:t>
            </a:r>
          </a:p>
        </p:txBody>
      </p:sp>
      <p:sp>
        <p:nvSpPr>
          <p:cNvPr id="15367" name="TextBox 9"/>
          <p:cNvSpPr txBox="1">
            <a:spLocks noChangeArrowheads="1"/>
          </p:cNvSpPr>
          <p:nvPr/>
        </p:nvSpPr>
        <p:spPr bwMode="auto">
          <a:xfrm>
            <a:off x="276657" y="1051486"/>
            <a:ext cx="11524385" cy="501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PO-1</a:t>
            </a:r>
            <a:r>
              <a:rPr lang="en-US" altLang="en-US" sz="1600" dirty="0">
                <a:solidFill>
                  <a:srgbClr val="222222"/>
                </a:solidFill>
                <a:latin typeface="Times New Roman" panose="02020603050405020304" pitchFamily="18" charset="0"/>
                <a:cs typeface="Times New Roman" panose="02020603050405020304" pitchFamily="18" charset="0"/>
              </a:rPr>
              <a:t> Engineering knowledge::Apply the knowledge of mathematics, science, engineering fundamentals, and an engineering specialization to the solution of complex engineering problems.</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PO-2</a:t>
            </a:r>
            <a:r>
              <a:rPr lang="en-US" altLang="en-US" sz="1600" dirty="0">
                <a:solidFill>
                  <a:srgbClr val="222222"/>
                </a:solidFill>
                <a:latin typeface="Times New Roman" panose="02020603050405020304" pitchFamily="18" charset="0"/>
                <a:cs typeface="Times New Roman" panose="02020603050405020304" pitchFamily="18" charset="0"/>
              </a:rPr>
              <a:t>  Problem analysis::Identify, formulate, research literature, and analyze complex engineering problems reaching substantiated conclusions using first principles of mathematics, natural sciences, and engineering sciences.</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PO-3</a:t>
            </a:r>
            <a:r>
              <a:rPr lang="en-US" altLang="en-US" sz="1600" dirty="0">
                <a:solidFill>
                  <a:srgbClr val="222222"/>
                </a:solidFill>
                <a:latin typeface="Times New Roman" panose="02020603050405020304" pitchFamily="18" charset="0"/>
                <a:cs typeface="Times New Roman" panose="02020603050405020304" pitchFamily="18" charset="0"/>
              </a:rPr>
              <a:t> Design/development of solutions::Design solutions for complex engineering problems and design system components or processes that meet the specified needs with appropriate consideration for the public health and safety, and the cultural, societal, and environmental considerations.</a:t>
            </a:r>
          </a:p>
          <a:p>
            <a:pPr algn="just">
              <a:lnSpc>
                <a:spcPts val="3550"/>
              </a:lnSpc>
            </a:pPr>
            <a:r>
              <a:rPr lang="en-US" altLang="en-US" sz="1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PO-4 </a:t>
            </a:r>
            <a:r>
              <a:rPr lang="en-US" altLang="en-US"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Conduct investigations of complex problems::Use research-based knowledge and research methods including design of experiments, analysis and interpretation of data, and synthesis of the information to provide valid conclusions. </a:t>
            </a:r>
          </a:p>
          <a:p>
            <a:pPr algn="just">
              <a:lnSpc>
                <a:spcPts val="3550"/>
              </a:lnSpc>
            </a:pPr>
            <a:r>
              <a:rPr lang="en-US" altLang="en-US" sz="1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PO-5 </a:t>
            </a:r>
            <a:r>
              <a:rPr lang="en-US" altLang="en-US" sz="16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Modern tool usage::Create, select, and apply appropriate techniques, resources, and modern engineering and IT tools including prediction and modeling to complex engineering activities with an understanding of the limitations.</a:t>
            </a:r>
            <a:endParaRPr lang="en-US" altLang="en-US" sz="1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488116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7364B6-776B-A69E-4E18-5909A519A7DE}"/>
              </a:ext>
            </a:extLst>
          </p:cNvPr>
          <p:cNvSpPr txBox="1"/>
          <p:nvPr/>
        </p:nvSpPr>
        <p:spPr>
          <a:xfrm>
            <a:off x="468086" y="870857"/>
            <a:ext cx="11027228" cy="5118645"/>
          </a:xfrm>
          <a:prstGeom prst="rect">
            <a:avLst/>
          </a:prstGeom>
          <a:noFill/>
        </p:spPr>
        <p:txBody>
          <a:bodyPr wrap="square">
            <a:spAutoFit/>
          </a:bodyPr>
          <a:lstStyle/>
          <a:p>
            <a:pPr algn="just">
              <a:lnSpc>
                <a:spcPts val="3550"/>
              </a:lnSpc>
            </a:pPr>
            <a:r>
              <a:rPr lang="en-US" altLang="en-US" sz="2000" b="1" dirty="0">
                <a:solidFill>
                  <a:srgbClr val="222222"/>
                </a:solidFill>
                <a:latin typeface="Times New Roman" panose="02020603050405020304" pitchFamily="18" charset="0"/>
                <a:cs typeface="Times New Roman" panose="02020603050405020304" pitchFamily="18" charset="0"/>
              </a:rPr>
              <a:t>PO-6</a:t>
            </a:r>
            <a:r>
              <a:rPr lang="en-US" altLang="en-US" sz="2000" dirty="0">
                <a:solidFill>
                  <a:srgbClr val="222222"/>
                </a:solidFill>
                <a:latin typeface="Times New Roman" panose="02020603050405020304" pitchFamily="18" charset="0"/>
                <a:cs typeface="Times New Roman" panose="02020603050405020304" pitchFamily="18" charset="0"/>
              </a:rPr>
              <a:t> The engineer and society::Apply reasoning informed by the contextual knowledge to assess societal, health, safety, legal and cultural issues and the consequent responsibilities relevant to the professional engineering practice.</a:t>
            </a:r>
            <a:endParaRPr lang="en-US" altLang="en-US" sz="20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gn="just">
              <a:lnSpc>
                <a:spcPts val="3550"/>
              </a:lnSpc>
            </a:pPr>
            <a:r>
              <a:rPr lang="en-US" altLang="en-US" sz="20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PO-7 </a:t>
            </a:r>
            <a:r>
              <a:rPr lang="en-US"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Environment and sustainability::Understand the impact of the professional engineering solutions in societal and environmental contexts, and demonstrate the knowledge of, and need for sustainable development. </a:t>
            </a:r>
          </a:p>
          <a:p>
            <a:pPr algn="just">
              <a:lnSpc>
                <a:spcPts val="3550"/>
              </a:lnSpc>
            </a:pPr>
            <a:r>
              <a:rPr lang="en-US" altLang="en-US" sz="20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PO-8 </a:t>
            </a:r>
            <a:r>
              <a:rPr lang="en-US"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Ethics::Apply ethical principles and commit to professional ethics and responsibilities and norms of the engineering practice. </a:t>
            </a:r>
          </a:p>
          <a:p>
            <a:pPr algn="just">
              <a:lnSpc>
                <a:spcPts val="3550"/>
              </a:lnSpc>
            </a:pPr>
            <a:r>
              <a:rPr lang="en-US" altLang="en-US" sz="20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PO-9 </a:t>
            </a:r>
            <a:r>
              <a:rPr lang="en-US"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Individual and team work::Function effectively as an individual, and as a member or leader in diverse teams, and in multidisciplinary settings. </a:t>
            </a:r>
          </a:p>
          <a:p>
            <a:pPr algn="just">
              <a:lnSpc>
                <a:spcPct val="107000"/>
              </a:lnSpc>
              <a:spcBef>
                <a:spcPts val="800"/>
              </a:spcBef>
              <a:buClrTx/>
              <a:buSzTx/>
              <a:buFontTx/>
              <a:buNone/>
            </a:pPr>
            <a:r>
              <a:rPr lang="en-US" altLang="en-US" sz="20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en-US" altLang="en-US" sz="20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248486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0B1D04-8334-8465-43FA-BE051E34F87C}"/>
              </a:ext>
            </a:extLst>
          </p:cNvPr>
          <p:cNvSpPr txBox="1"/>
          <p:nvPr/>
        </p:nvSpPr>
        <p:spPr>
          <a:xfrm>
            <a:off x="740228" y="1589315"/>
            <a:ext cx="11005457" cy="4244303"/>
          </a:xfrm>
          <a:prstGeom prst="rect">
            <a:avLst/>
          </a:prstGeom>
          <a:noFill/>
        </p:spPr>
        <p:txBody>
          <a:bodyPr wrap="square">
            <a:spAutoFit/>
          </a:bodyPr>
          <a:lstStyle/>
          <a:p>
            <a:pPr algn="just">
              <a:lnSpc>
                <a:spcPct val="107000"/>
              </a:lnSpc>
              <a:spcBef>
                <a:spcPts val="800"/>
              </a:spcBef>
              <a:buClrTx/>
              <a:buSzTx/>
              <a:buFontTx/>
              <a:buNone/>
            </a:pPr>
            <a:r>
              <a:rPr lang="en-US" altLang="en-US" sz="18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PO-10 </a:t>
            </a:r>
            <a:r>
              <a:rPr lang="en-US"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Communication::Communicate effectively on complex engineering activities with the engineering community and with society at large, such as, being able to comprehend and write effective reports and design documentation, make effective presentations, and give and receive clear instructions. </a:t>
            </a:r>
          </a:p>
          <a:p>
            <a:pPr algn="just">
              <a:lnSpc>
                <a:spcPct val="107000"/>
              </a:lnSpc>
              <a:spcBef>
                <a:spcPts val="800"/>
              </a:spcBef>
              <a:buClrTx/>
              <a:buSzTx/>
              <a:buFontTx/>
              <a:buNone/>
            </a:pPr>
            <a:endParaRPr lang="en-US" altLang="en-US" sz="1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gn="just">
              <a:lnSpc>
                <a:spcPct val="107000"/>
              </a:lnSpc>
              <a:spcBef>
                <a:spcPts val="800"/>
              </a:spcBef>
            </a:pPr>
            <a:r>
              <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PO-11 </a:t>
            </a:r>
            <a:r>
              <a:rPr lang="en-US" altLang="en-US"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Project management and finance::Demonstrate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a:t>
            </a:r>
            <a:r>
              <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 </a:t>
            </a:r>
          </a:p>
          <a:p>
            <a:pPr algn="just">
              <a:lnSpc>
                <a:spcPct val="107000"/>
              </a:lnSpc>
              <a:spcBef>
                <a:spcPts val="800"/>
              </a:spcBef>
            </a:pPr>
            <a:endPar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gn="just">
              <a:lnSpc>
                <a:spcPct val="107000"/>
              </a:lnSpc>
              <a:spcBef>
                <a:spcPts val="800"/>
              </a:spcBef>
            </a:pPr>
            <a:r>
              <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PO-12 </a:t>
            </a:r>
            <a:r>
              <a:rPr lang="en-US" altLang="en-US"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Life-long learning::Recognize the need for, and have the preparation and ability to engage in independent and life-long learning in the broadest context of technological change.</a:t>
            </a:r>
            <a:endPar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07000"/>
              </a:lnSpc>
              <a:spcBef>
                <a:spcPts val="800"/>
              </a:spcBef>
            </a:pPr>
            <a:endPar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a:lnSpc>
                <a:spcPct val="107000"/>
              </a:lnSpc>
              <a:spcBef>
                <a:spcPts val="800"/>
              </a:spcBef>
              <a:buClrTx/>
              <a:buSzTx/>
              <a:buFontTx/>
              <a:buNone/>
            </a:pPr>
            <a:endParaRPr lang="en-US" altLang="en-US"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589223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Box 8"/>
          <p:cNvSpPr txBox="1">
            <a:spLocks noChangeArrowheads="1"/>
          </p:cNvSpPr>
          <p:nvPr/>
        </p:nvSpPr>
        <p:spPr bwMode="auto">
          <a:xfrm>
            <a:off x="353482" y="1096347"/>
            <a:ext cx="11152717"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000" b="1" dirty="0">
                <a:solidFill>
                  <a:srgbClr val="222222"/>
                </a:solidFill>
                <a:latin typeface="Times New Roman" panose="02020603050405020304" pitchFamily="18" charset="0"/>
                <a:cs typeface="Times New Roman" panose="02020603050405020304" pitchFamily="18" charset="0"/>
              </a:rPr>
              <a:t>PROGRAM SPECIFIC OUTCOMES</a:t>
            </a:r>
          </a:p>
        </p:txBody>
      </p:sp>
      <p:sp>
        <p:nvSpPr>
          <p:cNvPr id="15367" name="TextBox 9"/>
          <p:cNvSpPr txBox="1">
            <a:spLocks noChangeArrowheads="1"/>
          </p:cNvSpPr>
          <p:nvPr/>
        </p:nvSpPr>
        <p:spPr bwMode="auto">
          <a:xfrm>
            <a:off x="353482" y="2306268"/>
            <a:ext cx="1104852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sz="2400" b="1" dirty="0">
                <a:solidFill>
                  <a:srgbClr val="222222"/>
                </a:solidFill>
                <a:latin typeface="Open Sans" pitchFamily="34" charset="0"/>
              </a:rPr>
              <a:t>PSO1:</a:t>
            </a:r>
            <a:r>
              <a:rPr lang="en-US" altLang="en-US" sz="2400" dirty="0">
                <a:solidFill>
                  <a:srgbClr val="222222"/>
                </a:solidFill>
                <a:latin typeface="Open Sans" pitchFamily="34" charset="0"/>
              </a:rPr>
              <a:t> Apply basic knowledge in areas such as Software Engineering, Networking and Security, Database Management Systems, Intelligent Systems, Operating Systems, and System Architecture for building Software products.</a:t>
            </a:r>
          </a:p>
          <a:p>
            <a:pPr algn="just">
              <a:lnSpc>
                <a:spcPts val="3550"/>
              </a:lnSpc>
            </a:pPr>
            <a:endParaRPr lang="en-US" altLang="en-US" sz="2400" dirty="0">
              <a:solidFill>
                <a:srgbClr val="222222"/>
              </a:solidFill>
              <a:latin typeface="Open Sans" pitchFamily="34" charset="0"/>
            </a:endParaRPr>
          </a:p>
          <a:p>
            <a:pPr algn="just">
              <a:lnSpc>
                <a:spcPts val="3550"/>
              </a:lnSpc>
            </a:pPr>
            <a:r>
              <a:rPr lang="en-US" altLang="en-US" sz="2400" b="1" dirty="0">
                <a:solidFill>
                  <a:srgbClr val="222222"/>
                </a:solidFill>
                <a:latin typeface="Open Sans" pitchFamily="34" charset="0"/>
              </a:rPr>
              <a:t>PSO2:</a:t>
            </a:r>
            <a:r>
              <a:rPr lang="en-US" altLang="en-US" sz="2400" dirty="0">
                <a:solidFill>
                  <a:srgbClr val="222222"/>
                </a:solidFill>
                <a:latin typeface="Open Sans" pitchFamily="34" charset="0"/>
              </a:rPr>
              <a:t> Provide effective and efficient real-time solutions using attained knowledge in interdisciplinary domains for societal benefits through projects.</a:t>
            </a:r>
          </a:p>
        </p:txBody>
      </p:sp>
    </p:spTree>
    <p:extLst>
      <p:ext uri="{BB962C8B-B14F-4D97-AF65-F5344CB8AC3E}">
        <p14:creationId xmlns:p14="http://schemas.microsoft.com/office/powerpoint/2010/main" val="2184795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23EA5-277C-4241-EA06-32690DB8D8C1}"/>
            </a:ext>
          </a:extLst>
        </p:cNvPr>
        <p:cNvGrpSpPr/>
        <p:nvPr/>
      </p:nvGrpSpPr>
      <p:grpSpPr>
        <a:xfrm>
          <a:off x="0" y="0"/>
          <a:ext cx="0" cy="0"/>
          <a:chOff x="0" y="0"/>
          <a:chExt cx="0" cy="0"/>
        </a:xfrm>
      </p:grpSpPr>
      <p:sp>
        <p:nvSpPr>
          <p:cNvPr id="15366" name="TextBox 8">
            <a:extLst>
              <a:ext uri="{FF2B5EF4-FFF2-40B4-BE49-F238E27FC236}">
                <a16:creationId xmlns:a16="http://schemas.microsoft.com/office/drawing/2014/main" id="{C430FBFF-5461-5DC9-A3F0-A7173EEC65E2}"/>
              </a:ext>
            </a:extLst>
          </p:cNvPr>
          <p:cNvSpPr txBox="1">
            <a:spLocks noChangeArrowheads="1"/>
          </p:cNvSpPr>
          <p:nvPr/>
        </p:nvSpPr>
        <p:spPr bwMode="auto">
          <a:xfrm>
            <a:off x="0" y="650033"/>
            <a:ext cx="11152717"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000" b="1" dirty="0">
                <a:latin typeface="Times New Roman" panose="02020603050405020304" pitchFamily="18" charset="0"/>
                <a:cs typeface="Times New Roman" panose="02020603050405020304" pitchFamily="18" charset="0"/>
              </a:rPr>
              <a:t>Detail of Academic Tasks</a:t>
            </a:r>
          </a:p>
        </p:txBody>
      </p:sp>
      <p:sp>
        <p:nvSpPr>
          <p:cNvPr id="15367" name="TextBox 9">
            <a:extLst>
              <a:ext uri="{FF2B5EF4-FFF2-40B4-BE49-F238E27FC236}">
                <a16:creationId xmlns:a16="http://schemas.microsoft.com/office/drawing/2014/main" id="{EA03E75A-647C-FE98-6B3D-5B5E11C6EFF5}"/>
              </a:ext>
            </a:extLst>
          </p:cNvPr>
          <p:cNvSpPr txBox="1">
            <a:spLocks noChangeArrowheads="1"/>
          </p:cNvSpPr>
          <p:nvPr/>
        </p:nvSpPr>
        <p:spPr bwMode="auto">
          <a:xfrm>
            <a:off x="353482" y="2306268"/>
            <a:ext cx="11048526" cy="328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dirty="0">
                <a:latin typeface="Times New Roman" panose="02020603050405020304" pitchFamily="18" charset="0"/>
                <a:cs typeface="Times New Roman" panose="02020603050405020304" pitchFamily="18" charset="0"/>
              </a:rPr>
              <a:t>AT1 : BYOD Practical  (Before Midterm)</a:t>
            </a:r>
          </a:p>
          <a:p>
            <a:pPr algn="ctr"/>
            <a:r>
              <a:rPr lang="en-US" altLang="en-US" sz="2800" dirty="0">
                <a:latin typeface="Times New Roman" panose="02020603050405020304" pitchFamily="18" charset="0"/>
                <a:cs typeface="Times New Roman" panose="02020603050405020304" pitchFamily="18" charset="0"/>
              </a:rPr>
              <a:t>AT2 : Project (After </a:t>
            </a:r>
            <a:r>
              <a:rPr lang="en-US" altLang="en-US" sz="2800" dirty="0" err="1">
                <a:latin typeface="Times New Roman" panose="02020603050405020304" pitchFamily="18" charset="0"/>
                <a:cs typeface="Times New Roman" panose="02020603050405020304" pitchFamily="18" charset="0"/>
              </a:rPr>
              <a:t>MidTerm</a:t>
            </a:r>
            <a:r>
              <a:rPr lang="en-US" altLang="en-US" sz="2800" dirty="0">
                <a:latin typeface="Times New Roman" panose="02020603050405020304" pitchFamily="18" charset="0"/>
                <a:cs typeface="Times New Roman" panose="02020603050405020304" pitchFamily="18" charset="0"/>
              </a:rPr>
              <a:t>)</a:t>
            </a:r>
          </a:p>
          <a:p>
            <a:pPr algn="ctr"/>
            <a:r>
              <a:rPr lang="en-US" sz="2800" dirty="0">
                <a:latin typeface="Times New Roman" panose="02020603050405020304" pitchFamily="18" charset="0"/>
                <a:cs typeface="Times New Roman" panose="02020603050405020304" pitchFamily="18" charset="0"/>
              </a:rPr>
              <a:t>End Term Practical </a:t>
            </a:r>
          </a:p>
          <a:p>
            <a:endParaRPr lang="en-US" altLang="en-US" sz="2400" dirty="0"/>
          </a:p>
          <a:p>
            <a:endParaRPr lang="en-US" altLang="en-US" sz="2400" dirty="0"/>
          </a:p>
          <a:p>
            <a:pPr algn="ctr"/>
            <a:r>
              <a:rPr lang="en-US" altLang="en-US" sz="2400" dirty="0"/>
              <a:t>**** Both ATs are Compulsory****</a:t>
            </a:r>
          </a:p>
          <a:p>
            <a:pPr algn="just">
              <a:lnSpc>
                <a:spcPts val="3550"/>
              </a:lnSpc>
            </a:pPr>
            <a:endParaRPr lang="en-US" altLang="en-US" sz="2400" dirty="0">
              <a:solidFill>
                <a:srgbClr val="222222"/>
              </a:solidFill>
              <a:latin typeface="Open Sans" pitchFamily="34" charset="0"/>
            </a:endParaRPr>
          </a:p>
          <a:p>
            <a:pPr algn="just">
              <a:lnSpc>
                <a:spcPts val="3550"/>
              </a:lnSpc>
            </a:pPr>
            <a:endParaRPr lang="en-US" altLang="en-US" sz="2400" dirty="0">
              <a:solidFill>
                <a:srgbClr val="222222"/>
              </a:solidFill>
              <a:latin typeface="Open Sans" pitchFamily="34" charset="0"/>
            </a:endParaRPr>
          </a:p>
        </p:txBody>
      </p:sp>
    </p:spTree>
    <p:extLst>
      <p:ext uri="{BB962C8B-B14F-4D97-AF65-F5344CB8AC3E}">
        <p14:creationId xmlns:p14="http://schemas.microsoft.com/office/powerpoint/2010/main" val="35125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7143" y="3340523"/>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4897967"/>
            <a:ext cx="516467" cy="51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Weightage Division</a:t>
            </a:r>
          </a:p>
        </p:txBody>
      </p:sp>
      <p:sp>
        <p:nvSpPr>
          <p:cNvPr id="17420" name="TextBox 14"/>
          <p:cNvSpPr txBox="1">
            <a:spLocks noChangeArrowheads="1"/>
          </p:cNvSpPr>
          <p:nvPr/>
        </p:nvSpPr>
        <p:spPr bwMode="auto">
          <a:xfrm>
            <a:off x="2497667" y="1778000"/>
            <a:ext cx="3884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Attendance - 5 marks</a:t>
            </a:r>
          </a:p>
        </p:txBody>
      </p:sp>
      <p:sp>
        <p:nvSpPr>
          <p:cNvPr id="17421" name="TextBox 15"/>
          <p:cNvSpPr txBox="1">
            <a:spLocks noChangeArrowheads="1"/>
          </p:cNvSpPr>
          <p:nvPr/>
        </p:nvSpPr>
        <p:spPr bwMode="auto">
          <a:xfrm>
            <a:off x="2600537" y="3298614"/>
            <a:ext cx="3137401"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CA - 45 marks</a:t>
            </a:r>
          </a:p>
        </p:txBody>
      </p:sp>
      <p:sp>
        <p:nvSpPr>
          <p:cNvPr id="17423" name="TextBox 17"/>
          <p:cNvSpPr txBox="1">
            <a:spLocks noChangeArrowheads="1"/>
          </p:cNvSpPr>
          <p:nvPr/>
        </p:nvSpPr>
        <p:spPr bwMode="auto">
          <a:xfrm>
            <a:off x="2497667" y="4801659"/>
            <a:ext cx="2995806"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ETP - 50 marks</a:t>
            </a:r>
          </a:p>
        </p:txBody>
      </p:sp>
    </p:spTree>
    <p:extLst>
      <p:ext uri="{BB962C8B-B14F-4D97-AF65-F5344CB8AC3E}">
        <p14:creationId xmlns:p14="http://schemas.microsoft.com/office/powerpoint/2010/main" val="3235496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547E-1512-ED5B-5842-9D3C5D9B2588}"/>
            </a:ext>
          </a:extLst>
        </p:cNvPr>
        <p:cNvGrpSpPr/>
        <p:nvPr/>
      </p:nvGrpSpPr>
      <p:grpSpPr>
        <a:xfrm>
          <a:off x="0" y="0"/>
          <a:ext cx="0" cy="0"/>
          <a:chOff x="0" y="0"/>
          <a:chExt cx="0" cy="0"/>
        </a:xfrm>
      </p:grpSpPr>
      <p:pic>
        <p:nvPicPr>
          <p:cNvPr id="17412" name="Picture 4">
            <a:extLst>
              <a:ext uri="{FF2B5EF4-FFF2-40B4-BE49-F238E27FC236}">
                <a16:creationId xmlns:a16="http://schemas.microsoft.com/office/drawing/2014/main" id="{CF4D6088-C7BB-8694-ED84-A4F414B87E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68" y="1778000"/>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a:extLst>
              <a:ext uri="{FF2B5EF4-FFF2-40B4-BE49-F238E27FC236}">
                <a16:creationId xmlns:a16="http://schemas.microsoft.com/office/drawing/2014/main" id="{1A568635-D5E8-497C-BC80-15EC3B179D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68" y="3298614"/>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TextBox 13">
            <a:extLst>
              <a:ext uri="{FF2B5EF4-FFF2-40B4-BE49-F238E27FC236}">
                <a16:creationId xmlns:a16="http://schemas.microsoft.com/office/drawing/2014/main" id="{B333EB81-E979-72A6-1382-902A7AAB031E}"/>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Resources</a:t>
            </a:r>
          </a:p>
        </p:txBody>
      </p:sp>
      <p:sp>
        <p:nvSpPr>
          <p:cNvPr id="17420" name="TextBox 14">
            <a:extLst>
              <a:ext uri="{FF2B5EF4-FFF2-40B4-BE49-F238E27FC236}">
                <a16:creationId xmlns:a16="http://schemas.microsoft.com/office/drawing/2014/main" id="{C8539847-ABCF-A3B4-074E-2763939DE24D}"/>
              </a:ext>
            </a:extLst>
          </p:cNvPr>
          <p:cNvSpPr txBox="1">
            <a:spLocks noChangeArrowheads="1"/>
          </p:cNvSpPr>
          <p:nvPr/>
        </p:nvSpPr>
        <p:spPr bwMode="auto">
          <a:xfrm>
            <a:off x="1994054" y="1778000"/>
            <a:ext cx="8846544" cy="129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ts val="1000"/>
              </a:spcBef>
              <a:spcAft>
                <a:spcPct val="0"/>
              </a:spcAft>
              <a:buClr>
                <a:schemeClr val="accent1"/>
              </a:buClr>
              <a:buSzPct val="80000"/>
            </a:pP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Text Book: </a:t>
            </a:r>
          </a:p>
          <a:p>
            <a:pPr>
              <a:lnSpc>
                <a:spcPct val="90000"/>
              </a:lnSpc>
              <a:spcBef>
                <a:spcPts val="1000"/>
              </a:spcBef>
              <a:spcAft>
                <a:spcPct val="0"/>
              </a:spcAft>
              <a:buClr>
                <a:schemeClr val="accent1"/>
              </a:buClr>
              <a:buSzPct val="80000"/>
            </a:pP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DOCKER DEEP DIVE by NIGEL POULTON, SHROFF/O'REILLY</a:t>
            </a:r>
          </a:p>
        </p:txBody>
      </p:sp>
      <p:sp>
        <p:nvSpPr>
          <p:cNvPr id="17421" name="TextBox 15">
            <a:extLst>
              <a:ext uri="{FF2B5EF4-FFF2-40B4-BE49-F238E27FC236}">
                <a16:creationId xmlns:a16="http://schemas.microsoft.com/office/drawing/2014/main" id="{54EB085C-73A1-B5E4-041A-C7F97A35322C}"/>
              </a:ext>
            </a:extLst>
          </p:cNvPr>
          <p:cNvSpPr txBox="1">
            <a:spLocks noChangeArrowheads="1"/>
          </p:cNvSpPr>
          <p:nvPr/>
        </p:nvSpPr>
        <p:spPr bwMode="auto">
          <a:xfrm>
            <a:off x="1994054" y="3298614"/>
            <a:ext cx="9904163" cy="311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ts val="1000"/>
              </a:spcBef>
              <a:spcAft>
                <a:spcPct val="0"/>
              </a:spcAft>
              <a:buClr>
                <a:schemeClr val="accent1"/>
              </a:buClr>
              <a:buSzPct val="80000"/>
            </a:pP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References: </a:t>
            </a:r>
            <a:br>
              <a:rPr lang="en-US" altLang="en-US" sz="2800" dirty="0">
                <a:latin typeface="Times New Roman" panose="02020603050405020304" pitchFamily="18" charset="0"/>
                <a:cs typeface="Times New Roman" panose="02020603050405020304" pitchFamily="18" charset="0"/>
                <a:sym typeface="Arial" panose="020B0604020202020204" pitchFamily="34" charset="0"/>
              </a:rPr>
            </a:b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1. DOCKER: UP AND RUNNING by KARL</a:t>
            </a:r>
          </a:p>
          <a:p>
            <a:pPr>
              <a:lnSpc>
                <a:spcPct val="90000"/>
              </a:lnSpc>
              <a:spcBef>
                <a:spcPts val="1000"/>
              </a:spcBef>
              <a:spcAft>
                <a:spcPct val="0"/>
              </a:spcAft>
              <a:buClr>
                <a:schemeClr val="accent1"/>
              </a:buClr>
              <a:buSzPct val="80000"/>
            </a:pP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 MATTHIAS, SEAN P. KANE, O'REILLY</a:t>
            </a:r>
          </a:p>
          <a:p>
            <a:pPr>
              <a:lnSpc>
                <a:spcPct val="90000"/>
              </a:lnSpc>
              <a:spcBef>
                <a:spcPts val="1000"/>
              </a:spcBef>
              <a:spcAft>
                <a:spcPct val="0"/>
              </a:spcAft>
              <a:buClr>
                <a:schemeClr val="accent1"/>
              </a:buClr>
              <a:buSzPct val="80000"/>
            </a:pPr>
            <a:r>
              <a:rPr lang="en-US" altLang="en-US" sz="2800" dirty="0">
                <a:latin typeface="Times New Roman" panose="02020603050405020304" pitchFamily="18" charset="0"/>
                <a:cs typeface="Times New Roman" panose="02020603050405020304" pitchFamily="18" charset="0"/>
                <a:sym typeface="Arial" panose="020B0604020202020204" pitchFamily="34" charset="0"/>
              </a:rPr>
              <a:t>2. JENKINS CONTINUOUS INTEGRATION COOKBOOK by ALAN MARK BERG, O'REILLY 3. JENKINS 2 UP AND RUNNING by BRENT LASTER, O'REILLY </a:t>
            </a:r>
          </a:p>
          <a:p>
            <a:pPr>
              <a:lnSpc>
                <a:spcPts val="4484"/>
              </a:lnSpc>
            </a:pPr>
            <a:endParaRPr lang="en-US" altLang="en-US" sz="3200" dirty="0">
              <a:solidFill>
                <a:srgbClr val="222222"/>
              </a:solidFill>
              <a:latin typeface="Times Neue Roman" charset="0"/>
            </a:endParaRPr>
          </a:p>
        </p:txBody>
      </p:sp>
      <p:pic>
        <p:nvPicPr>
          <p:cNvPr id="2" name="Picture 3">
            <a:extLst>
              <a:ext uri="{FF2B5EF4-FFF2-40B4-BE49-F238E27FC236}">
                <a16:creationId xmlns:a16="http://schemas.microsoft.com/office/drawing/2014/main" id="{1EB045A9-24F5-1D9A-52AD-0A8478AC1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7784" y="960665"/>
            <a:ext cx="2536825"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9192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071A7-7D21-3AA4-AC68-5107BABB9617}"/>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DCA0C3FE-BE95-3984-2D22-1787922FDC83}"/>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4000" b="1" dirty="0">
                <a:latin typeface="Times New Roman" panose="02020603050405020304" pitchFamily="18" charset="0"/>
                <a:cs typeface="Times New Roman" panose="02020603050405020304" pitchFamily="18" charset="0"/>
              </a:rPr>
              <a:t>Tools &amp; Platforms Used</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79F46C-D84A-122C-92EF-2F7C1D03D5C4}"/>
              </a:ext>
            </a:extLst>
          </p:cNvPr>
          <p:cNvSpPr txBox="1"/>
          <p:nvPr/>
        </p:nvSpPr>
        <p:spPr>
          <a:xfrm>
            <a:off x="1426029" y="1411590"/>
            <a:ext cx="7720725" cy="4154984"/>
          </a:xfrm>
          <a:prstGeom prst="rect">
            <a:avLst/>
          </a:prstGeom>
          <a:noFill/>
        </p:spPr>
        <p:txBody>
          <a:bodyPr wrap="square">
            <a:spAutoFit/>
          </a:bodyPr>
          <a:lstStyle/>
          <a:p>
            <a:pPr marL="285750" indent="-285750" eaLnBrk="1" fontAlgn="auto" hangingPunct="1">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Docker Desktop/AWS platform</a:t>
            </a:r>
          </a:p>
          <a:p>
            <a:pPr marL="285750" indent="-285750" eaLnBrk="1" fontAlgn="auto" hangingPunct="1">
              <a:buFont typeface="Arial" panose="020B0604020202020204" pitchFamily="34" charset="0"/>
              <a:buChar char="•"/>
              <a:defRPr/>
            </a:pPr>
            <a:endParaRPr lang="en-US" sz="2400" dirty="0">
              <a:latin typeface="Times New Roman" panose="02020603050405020304" pitchFamily="18" charset="0"/>
              <a:cs typeface="Times New Roman" panose="02020603050405020304" pitchFamily="18" charset="0"/>
            </a:endParaRPr>
          </a:p>
          <a:p>
            <a:pPr marL="285750" indent="-285750" eaLnBrk="1" fontAlgn="auto" hangingPunct="1">
              <a:buFont typeface="Arial" panose="020B0604020202020204" pitchFamily="34" charset="0"/>
              <a:buChar char="•"/>
              <a:defRPr/>
            </a:pPr>
            <a:endParaRPr lang="en-US" sz="2400" dirty="0">
              <a:latin typeface="Times New Roman" panose="02020603050405020304" pitchFamily="18" charset="0"/>
              <a:cs typeface="Times New Roman" panose="02020603050405020304" pitchFamily="18" charset="0"/>
            </a:endParaRPr>
          </a:p>
          <a:p>
            <a:pPr marL="285750" indent="-285750" eaLnBrk="1" fontAlgn="auto" hangingPunct="1">
              <a:buFont typeface="Arial" panose="020B0604020202020204" pitchFamily="34" charset="0"/>
              <a:buChar char="•"/>
              <a:defRPr/>
            </a:pPr>
            <a:endParaRPr lang="en-US" sz="2400" dirty="0">
              <a:latin typeface="Times New Roman" panose="02020603050405020304" pitchFamily="18" charset="0"/>
              <a:cs typeface="Times New Roman" panose="02020603050405020304" pitchFamily="18" charset="0"/>
            </a:endParaRPr>
          </a:p>
          <a:p>
            <a:pPr>
              <a:defRP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a:pPr>
            <a:r>
              <a:rPr lang="en-US" sz="2400" dirty="0"/>
              <a:t>Jenkins for CI/CD</a:t>
            </a:r>
          </a:p>
          <a:p>
            <a:pPr marL="285750" indent="-285750">
              <a:buFont typeface="Arial" panose="020B0604020202020204" pitchFamily="34" charset="0"/>
              <a:buChar char="•"/>
              <a:defRPr/>
            </a:pPr>
            <a:endParaRPr lang="en-US" sz="2400" dirty="0"/>
          </a:p>
          <a:p>
            <a:pPr marL="285750" indent="-285750">
              <a:buFont typeface="Arial" panose="020B0604020202020204" pitchFamily="34" charset="0"/>
              <a:buChar char="•"/>
              <a:defRPr/>
            </a:pPr>
            <a:endParaRPr lang="en-US" sz="2400" dirty="0"/>
          </a:p>
          <a:p>
            <a:pPr marL="342900" indent="-342900">
              <a:buFont typeface="Arial" panose="020B0604020202020204" pitchFamily="34" charset="0"/>
              <a:buChar char="•"/>
              <a:defRPr/>
            </a:pPr>
            <a:endParaRPr lang="en-US" sz="2400" dirty="0"/>
          </a:p>
          <a:p>
            <a:pPr marL="342900" indent="-342900">
              <a:buFont typeface="Arial" panose="020B0604020202020204" pitchFamily="34" charset="0"/>
              <a:buChar char="•"/>
              <a:defRPr/>
            </a:pPr>
            <a:r>
              <a:rPr lang="en-US" sz="2400" dirty="0"/>
              <a:t>Maven </a:t>
            </a:r>
          </a:p>
          <a:p>
            <a:pPr eaLnBrk="1" fontAlgn="auto" hangingPunct="1">
              <a:defRPr/>
            </a:pP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DD7557-BDD7-7640-6EC8-A9F8D13EFC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7087" y="1422969"/>
            <a:ext cx="3109913"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Jenkins DevOps Continuous integration Software development Installation, selenium, text, hand, logo png thumbnail">
            <a:extLst>
              <a:ext uri="{FF2B5EF4-FFF2-40B4-BE49-F238E27FC236}">
                <a16:creationId xmlns:a16="http://schemas.microsoft.com/office/drawing/2014/main" id="{579EE7F0-C073-56A3-B341-C2FE58B11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7086" y="3196991"/>
            <a:ext cx="3109913" cy="1494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0A90ECB7-16E2-0847-B240-C6C9BF7D42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7086" y="4814765"/>
            <a:ext cx="3109913" cy="1651000"/>
          </a:xfrm>
          <a:prstGeom prst="rect">
            <a:avLst/>
          </a:prstGeom>
        </p:spPr>
      </p:pic>
    </p:spTree>
    <p:extLst>
      <p:ext uri="{BB962C8B-B14F-4D97-AF65-F5344CB8AC3E}">
        <p14:creationId xmlns:p14="http://schemas.microsoft.com/office/powerpoint/2010/main" val="2645926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DF9B-80A6-76FF-062C-D3B6A2239924}"/>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5BDAC3FE-0E06-894F-2B53-B709F02367B1}"/>
              </a:ext>
            </a:extLst>
          </p:cNvPr>
          <p:cNvSpPr txBox="1">
            <a:spLocks noChangeArrowheads="1"/>
          </p:cNvSpPr>
          <p:nvPr/>
        </p:nvSpPr>
        <p:spPr bwMode="auto">
          <a:xfrm>
            <a:off x="685800" y="723901"/>
            <a:ext cx="10820400" cy="68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4000" b="1" dirty="0"/>
              <a:t>Innovative Pedagogy</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B9C3227-42F9-2398-E64A-B87BCB786001}"/>
              </a:ext>
            </a:extLst>
          </p:cNvPr>
          <p:cNvSpPr txBox="1"/>
          <p:nvPr/>
        </p:nvSpPr>
        <p:spPr>
          <a:xfrm>
            <a:off x="1090670" y="1651279"/>
            <a:ext cx="9914787" cy="5016758"/>
          </a:xfrm>
          <a:prstGeom prst="rect">
            <a:avLst/>
          </a:prstGeom>
          <a:noFill/>
        </p:spPr>
        <p:txBody>
          <a:bodyPr wrap="square">
            <a:spAutoFit/>
          </a:bodyPr>
          <a:lstStyle/>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Discussion-based learning</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Hands-on Practice</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Case studies on real-world deployments with docker compose</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CI/CD Pipeline through </a:t>
            </a:r>
            <a:r>
              <a:rPr lang="en-US" sz="3200" dirty="0" err="1">
                <a:latin typeface="Times New Roman" panose="02020603050405020304" pitchFamily="18" charset="0"/>
                <a:cs typeface="Times New Roman" panose="02020603050405020304" pitchFamily="18" charset="0"/>
              </a:rPr>
              <a:t>Github</a:t>
            </a:r>
            <a:r>
              <a:rPr lang="en-US" sz="3200" dirty="0">
                <a:latin typeface="Times New Roman" panose="02020603050405020304" pitchFamily="18" charset="0"/>
                <a:cs typeface="Times New Roman" panose="02020603050405020304" pitchFamily="18" charset="0"/>
              </a:rPr>
              <a:t> actions and Jenkins</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BYOD practical approach</a:t>
            </a:r>
          </a:p>
        </p:txBody>
      </p:sp>
    </p:spTree>
    <p:extLst>
      <p:ext uri="{BB962C8B-B14F-4D97-AF65-F5344CB8AC3E}">
        <p14:creationId xmlns:p14="http://schemas.microsoft.com/office/powerpoint/2010/main" val="844486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7FAA-F647-1593-F93A-EF55E5E1AD79}"/>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C39D893A-277E-4AAB-D0C4-888FB87FD490}"/>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AC284AF-86AE-B334-A66F-B0F458F9806F}"/>
              </a:ext>
            </a:extLst>
          </p:cNvPr>
          <p:cNvSpPr txBox="1"/>
          <p:nvPr/>
        </p:nvSpPr>
        <p:spPr>
          <a:xfrm>
            <a:off x="1090670" y="1651279"/>
            <a:ext cx="9981282" cy="3120854"/>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1 – Practical Applications</a:t>
            </a:r>
          </a:p>
          <a:p>
            <a:r>
              <a:rPr lang="en-US" sz="2400" b="1" dirty="0">
                <a:latin typeface="Times New Roman" panose="02020603050405020304" pitchFamily="18" charset="0"/>
                <a:cs typeface="Times New Roman" panose="02020603050405020304" pitchFamily="18" charset="0"/>
              </a:rPr>
              <a:t>Containers &amp; DevOps Infrastructure</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Deploying isolated applications using Docker on Linux/Windows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in industry by companies like Netflix, Uber, Walmart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Real-world use: Package once and run anywhere without conflicts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Docker Hub enables global sharing &amp; versioning of application images</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10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F46B-C885-D68A-24E1-6421E2236704}"/>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62E864CD-BA0D-33D2-20D7-1C2336832D3D}"/>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A9A55A6-1F92-E210-5B53-11B27ED8C6F2}"/>
              </a:ext>
            </a:extLst>
          </p:cNvPr>
          <p:cNvSpPr txBox="1"/>
          <p:nvPr/>
        </p:nvSpPr>
        <p:spPr>
          <a:xfrm>
            <a:off x="1090670" y="1651279"/>
            <a:ext cx="9981282" cy="3120854"/>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2– Practical Applications</a:t>
            </a:r>
          </a:p>
          <a:p>
            <a:r>
              <a:rPr lang="en-US" sz="2400" b="1" dirty="0">
                <a:latin typeface="Times New Roman" panose="02020603050405020304" pitchFamily="18" charset="0"/>
                <a:cs typeface="Times New Roman" panose="02020603050405020304" pitchFamily="18" charset="0"/>
              </a:rPr>
              <a:t>Image Building, Networking &amp; Storage</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Building portable application containers using Docker file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Managing real projects with versioned container image repositories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Real-world use: Secure, repeatable deployments across teams and machines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Multi-host connectivity using Docker networks for backend + database</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6281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D676D-1801-D0EE-CB5C-CBA778E7F4A9}"/>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ED5B9D95-1381-32F4-B334-149719EC031A}"/>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1B499BC-0101-E760-2C2B-B9EAD93B5DE2}"/>
              </a:ext>
            </a:extLst>
          </p:cNvPr>
          <p:cNvSpPr txBox="1"/>
          <p:nvPr/>
        </p:nvSpPr>
        <p:spPr>
          <a:xfrm>
            <a:off x="1090670" y="1651279"/>
            <a:ext cx="9981282" cy="3120854"/>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3– Practical Applications</a:t>
            </a:r>
          </a:p>
          <a:p>
            <a:pPr algn="just"/>
            <a:r>
              <a:rPr lang="en-IN" sz="2400" b="1" dirty="0">
                <a:latin typeface="Times New Roman" panose="02020603050405020304" pitchFamily="18" charset="0"/>
                <a:cs typeface="Times New Roman" panose="02020603050405020304" pitchFamily="18" charset="0"/>
              </a:rPr>
              <a:t>Microservices &amp; Docker Compose</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Running multi-service apps (frontend/API/database) in one command</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by modern platforms like Amazon, Swiggy, Meesho</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Real-world use: Independent scaling, zero downtime updates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WordPress + MySQL deployment for blogging and e-commerce solutions</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518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64536-122B-424B-2631-0B0254C2F558}"/>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DC9F57FA-39C0-384C-964D-7388EBD2925B}"/>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3DFD238-ACD4-148B-0E28-1886FA24D9FD}"/>
              </a:ext>
            </a:extLst>
          </p:cNvPr>
          <p:cNvSpPr txBox="1"/>
          <p:nvPr/>
        </p:nvSpPr>
        <p:spPr>
          <a:xfrm>
            <a:off x="1090670" y="1651279"/>
            <a:ext cx="9981282" cy="3490186"/>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4– Practical Applications</a:t>
            </a:r>
          </a:p>
          <a:p>
            <a:pPr algn="just"/>
            <a:r>
              <a:rPr lang="en-IN" sz="2400" b="1" dirty="0">
                <a:latin typeface="Times New Roman" panose="02020603050405020304" pitchFamily="18" charset="0"/>
                <a:cs typeface="Times New Roman" panose="02020603050405020304" pitchFamily="18" charset="0"/>
              </a:rPr>
              <a:t>Maven Build Automation</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Packaging complete Java applications for production release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by enterprise software companies (TCS, Infosys, Capgemini)</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Real-world use: Automatic dependency management &amp; conflict resolution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CI-ready builds using Maven plugins, JUnit tests &amp; packaged JAR/WAR files</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3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B4A00-4CAB-56B3-0614-BC97A7C19CDE}"/>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5F43431A-E2D8-D9F3-4BE9-FE9E98546A72}"/>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186578-79C6-481A-78EC-8ECD1D6C0771}"/>
              </a:ext>
            </a:extLst>
          </p:cNvPr>
          <p:cNvSpPr txBox="1"/>
          <p:nvPr/>
        </p:nvSpPr>
        <p:spPr>
          <a:xfrm>
            <a:off x="1090670" y="1651279"/>
            <a:ext cx="9981282" cy="3120854"/>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5– Practical Applications</a:t>
            </a:r>
          </a:p>
          <a:p>
            <a:pPr algn="just"/>
            <a:r>
              <a:rPr lang="en-US" sz="2400" b="1" dirty="0">
                <a:latin typeface="Times New Roman" panose="02020603050405020304" pitchFamily="18" charset="0"/>
                <a:cs typeface="Times New Roman" panose="02020603050405020304" pitchFamily="18" charset="0"/>
              </a:rPr>
              <a:t>GitHub Actions – Continuous Integration</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Automating build, test &amp; deploy pipelines from GitHub repositories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by startups and open-source communities for fast releases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Real-world use: Automated testing prevents bugs from reaching production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Deploy containers to Docker Hub, AWS, Azure or Kubernetes clusters</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7914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AAF33-7A86-57DC-D1B7-3873C841C62C}"/>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B26AD958-83FE-4DD1-DFF0-11DFAE7F8B60}"/>
              </a:ext>
            </a:extLst>
          </p:cNvPr>
          <p:cNvSpPr txBox="1">
            <a:spLocks noChangeArrowheads="1"/>
          </p:cNvSpPr>
          <p:nvPr/>
        </p:nvSpPr>
        <p:spPr bwMode="auto">
          <a:xfrm>
            <a:off x="685800" y="723901"/>
            <a:ext cx="10820400"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sz="4000" b="1" dirty="0">
                <a:latin typeface="Times New Roman" panose="02020603050405020304"/>
                <a:ea typeface="Times New Roman" panose="02020603050405020304"/>
                <a:sym typeface="+mn-ea"/>
              </a:rPr>
              <a:t>Practical Applications of the course </a:t>
            </a:r>
            <a:endParaRPr lang="en-US" altLang="en-US"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1F2EFB-0C1C-E076-46F3-096BDE76E985}"/>
              </a:ext>
            </a:extLst>
          </p:cNvPr>
          <p:cNvSpPr txBox="1"/>
          <p:nvPr/>
        </p:nvSpPr>
        <p:spPr>
          <a:xfrm>
            <a:off x="1090670" y="1651279"/>
            <a:ext cx="9981282" cy="3490186"/>
          </a:xfrm>
          <a:prstGeom prst="rect">
            <a:avLst/>
          </a:prstGeom>
          <a:noFill/>
        </p:spPr>
        <p:txBody>
          <a:bodyPr wrap="square">
            <a:spAutoFit/>
          </a:bodyPr>
          <a:lstStyle/>
          <a:p>
            <a:pPr>
              <a:spcAft>
                <a:spcPct val="60000"/>
              </a:spcAft>
            </a:pPr>
            <a:r>
              <a:rPr lang="en-IN" sz="2800" b="1" dirty="0">
                <a:latin typeface="Times New Roman" panose="02020603050405020304" pitchFamily="18" charset="0"/>
                <a:cs typeface="Times New Roman" panose="02020603050405020304" pitchFamily="18" charset="0"/>
              </a:rPr>
              <a:t>Unit 6– Practical Applications</a:t>
            </a:r>
          </a:p>
          <a:p>
            <a:pPr algn="just"/>
            <a:r>
              <a:rPr lang="en-IN" sz="2400" b="1" dirty="0">
                <a:latin typeface="Times New Roman" panose="02020603050405020304" pitchFamily="18" charset="0"/>
                <a:cs typeface="Times New Roman" panose="02020603050405020304" pitchFamily="18" charset="0"/>
              </a:rPr>
              <a:t>Jenkins CI/CD Pipelines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Orchestrating enterprise-level build → test → deploy pipelines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in large organizations like banks, telecom &amp; SaaS platforms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Real-world use: Automatic deployments after every code commit</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Jenkins plugins integrate with Docker, Maven &amp; cloud servers for end-to-end delivery</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209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9B3FD-5EA9-18E3-0A75-EC57E2988E70}"/>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09E9BDC3-5D50-CE33-2485-EBBB6684117C}"/>
              </a:ext>
            </a:extLst>
          </p:cNvPr>
          <p:cNvSpPr txBox="1">
            <a:spLocks noChangeArrowheads="1"/>
          </p:cNvSpPr>
          <p:nvPr/>
        </p:nvSpPr>
        <p:spPr bwMode="auto">
          <a:xfrm>
            <a:off x="685800" y="723901"/>
            <a:ext cx="10820400" cy="68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3600" b="1" dirty="0">
                <a:latin typeface="Times New Roman" panose="02020603050405020304" pitchFamily="18" charset="0"/>
                <a:cs typeface="Times New Roman" panose="02020603050405020304" pitchFamily="18" charset="0"/>
                <a:sym typeface="+mn-ea"/>
              </a:rPr>
              <a:t>Competitions &amp; Recruitment Exams</a:t>
            </a:r>
            <a:endParaRPr lang="en-US" alt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E20B484-3909-C075-5818-5F076326EFA1}"/>
              </a:ext>
            </a:extLst>
          </p:cNvPr>
          <p:cNvSpPr txBox="1"/>
          <p:nvPr/>
        </p:nvSpPr>
        <p:spPr>
          <a:xfrm>
            <a:off x="1101556" y="1651279"/>
            <a:ext cx="9981282" cy="5386090"/>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sv-SE" sz="2400" dirty="0">
                <a:latin typeface="Times New Roman" panose="02020603050405020304" pitchFamily="18" charset="0"/>
                <a:cs typeface="Times New Roman" panose="02020603050405020304" pitchFamily="18" charset="0"/>
              </a:rPr>
              <a:t>Hackathons: Smart India Hackathon, DevOps Hackathons</a:t>
            </a: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Recruitment Roles: DevOps Engineer, Cloud Engineer, SRE,</a:t>
            </a:r>
            <a:r>
              <a:rPr lang="en-IN" sz="2400" dirty="0">
                <a:latin typeface="Times New Roman" panose="02020603050405020304" pitchFamily="18" charset="0"/>
                <a:cs typeface="Times New Roman" panose="02020603050405020304" pitchFamily="18" charset="0"/>
              </a:rPr>
              <a:t> Automation Engineer</a:t>
            </a:r>
            <a:endParaRPr lang="en-US" sz="24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Eligibility Exams: GATE (CS/IT), Company-specific coding rounds</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Certifications: AWS DevOps Engineer, Docker Certified Associate (DCA), GitHub Actions Certification.</a:t>
            </a:r>
          </a:p>
          <a:p>
            <a:pPr marL="342900" indent="-342900" algn="just">
              <a:buFont typeface="Arial" panose="020B0604020202020204" pitchFamily="34" charset="0"/>
              <a:buChar char="•"/>
            </a:pPr>
            <a:endParaRPr lang="sv-SE" sz="2400" dirty="0"/>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391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A891-EDDC-9CB0-0C5D-27F7916002A6}"/>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41BE6B97-2F23-6AD6-B2D9-12B2DB1661E5}"/>
              </a:ext>
            </a:extLst>
          </p:cNvPr>
          <p:cNvSpPr txBox="1">
            <a:spLocks noChangeArrowheads="1"/>
          </p:cNvSpPr>
          <p:nvPr/>
        </p:nvSpPr>
        <p:spPr bwMode="auto">
          <a:xfrm>
            <a:off x="685800" y="723901"/>
            <a:ext cx="10820400" cy="68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3600" b="1" dirty="0">
                <a:latin typeface="Times New Roman" panose="02020603050405020304" pitchFamily="18" charset="0"/>
                <a:cs typeface="Times New Roman" panose="02020603050405020304" pitchFamily="18" charset="0"/>
                <a:sym typeface="+mn-ea"/>
              </a:rPr>
              <a:t>Skill Attainment Through INT332</a:t>
            </a:r>
            <a:endParaRPr lang="en-US" alt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870882E-BE98-7298-FF4F-FF2D15DC7CC7}"/>
              </a:ext>
            </a:extLst>
          </p:cNvPr>
          <p:cNvSpPr txBox="1"/>
          <p:nvPr/>
        </p:nvSpPr>
        <p:spPr>
          <a:xfrm>
            <a:off x="1101556" y="1651279"/>
            <a:ext cx="9981282" cy="501675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Docker and Containerization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Image building &amp; registry management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Microservices deployment using Compose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Maven lifecycle automation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GitHub Actions CI workflows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Jenkins CI/CD pipelines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DevOps pipelines from build to deploy</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Practical cloud-ready DevOps skills</a:t>
            </a:r>
            <a:endParaRPr lang="sv-SE" sz="24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07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D7EB-7E7A-CA40-A356-6DDE251160CE}"/>
            </a:ext>
          </a:extLst>
        </p:cNvPr>
        <p:cNvGrpSpPr/>
        <p:nvPr/>
      </p:nvGrpSpPr>
      <p:grpSpPr>
        <a:xfrm>
          <a:off x="0" y="0"/>
          <a:ext cx="0" cy="0"/>
          <a:chOff x="0" y="0"/>
          <a:chExt cx="0" cy="0"/>
        </a:xfrm>
      </p:grpSpPr>
      <p:sp>
        <p:nvSpPr>
          <p:cNvPr id="17419" name="TextBox 13">
            <a:extLst>
              <a:ext uri="{FF2B5EF4-FFF2-40B4-BE49-F238E27FC236}">
                <a16:creationId xmlns:a16="http://schemas.microsoft.com/office/drawing/2014/main" id="{4583F801-F17B-FB03-BC35-8719F7CAC2F7}"/>
              </a:ext>
            </a:extLst>
          </p:cNvPr>
          <p:cNvSpPr txBox="1">
            <a:spLocks noChangeArrowheads="1"/>
          </p:cNvSpPr>
          <p:nvPr/>
        </p:nvSpPr>
        <p:spPr bwMode="auto">
          <a:xfrm>
            <a:off x="685800" y="723901"/>
            <a:ext cx="10820400" cy="675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IN" sz="3600" b="1" dirty="0">
                <a:latin typeface="Times New Roman" panose="02020603050405020304" pitchFamily="18" charset="0"/>
                <a:cs typeface="Times New Roman" panose="02020603050405020304" pitchFamily="18" charset="0"/>
              </a:rPr>
              <a:t>Outcome of Zero Lecture</a:t>
            </a:r>
            <a:endParaRPr lang="en-US" altLang="en-US"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E4101CD-9C4C-E3DA-43D6-DABF741404D5}"/>
              </a:ext>
            </a:extLst>
          </p:cNvPr>
          <p:cNvSpPr txBox="1"/>
          <p:nvPr/>
        </p:nvSpPr>
        <p:spPr>
          <a:xfrm>
            <a:off x="533400" y="1651279"/>
            <a:ext cx="10549438" cy="3970318"/>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understand course roadmap, units, and learning objectives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 to core DevOps tools: Docker, Maven, GitHub Actions, Jenkins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Awareness of evaluation pattern, labs, assignments, and project requirements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Real-world relevance of containerization and CI/CD in modern software delivery</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recognize industry demand and career opportunities in DevOps &amp; Cloud</a:t>
            </a:r>
          </a:p>
        </p:txBody>
      </p:sp>
    </p:spTree>
    <p:extLst>
      <p:ext uri="{BB962C8B-B14F-4D97-AF65-F5344CB8AC3E}">
        <p14:creationId xmlns:p14="http://schemas.microsoft.com/office/powerpoint/2010/main" val="2516777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FCB6E-6C6A-5DC4-3F34-3DEB41DDA9F7}"/>
              </a:ext>
            </a:extLst>
          </p:cNvPr>
          <p:cNvSpPr>
            <a:spLocks noGrp="1"/>
          </p:cNvSpPr>
          <p:nvPr>
            <p:ph type="title"/>
          </p:nvPr>
        </p:nvSpPr>
        <p:spPr>
          <a:xfrm>
            <a:off x="838200" y="2633031"/>
            <a:ext cx="10515600" cy="1112703"/>
          </a:xfrm>
        </p:spPr>
        <p:txBody>
          <a:bodyPr>
            <a:normAutofit/>
          </a:bodyPr>
          <a:lstStyle/>
          <a:p>
            <a:pPr algn="ctr"/>
            <a:r>
              <a:rPr lang="en-US" altLang="en-US" sz="3200" b="1" dirty="0">
                <a:latin typeface="Times New Roman" panose="02020603050405020304" pitchFamily="18" charset="0"/>
                <a:cs typeface="Times New Roman" panose="02020603050405020304" pitchFamily="18" charset="0"/>
              </a:rPr>
              <a:t>Need to Learn Docker</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1141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9C844-C64D-D12E-0962-004212C2298B}"/>
              </a:ext>
            </a:extLst>
          </p:cNvPr>
          <p:cNvSpPr>
            <a:spLocks noGrp="1"/>
          </p:cNvSpPr>
          <p:nvPr>
            <p:ph type="title"/>
          </p:nvPr>
        </p:nvSpPr>
        <p:spPr>
          <a:xfrm>
            <a:off x="838200" y="837282"/>
            <a:ext cx="10515600" cy="853406"/>
          </a:xfrm>
        </p:spPr>
        <p:txBody>
          <a:bodyPr>
            <a:normAutofit/>
          </a:bodyPr>
          <a:lstStyle/>
          <a:p>
            <a:r>
              <a:rPr lang="en-US" altLang="en-US" sz="3200" b="1" dirty="0">
                <a:latin typeface="Times New Roman" panose="02020603050405020304" pitchFamily="18" charset="0"/>
                <a:cs typeface="Times New Roman" panose="02020603050405020304" pitchFamily="18" charset="0"/>
              </a:rPr>
              <a:t>Virtualization  and containerization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975C6F-2D02-A862-62C7-EDE5C4712E5F}"/>
              </a:ext>
            </a:extLst>
          </p:cNvPr>
          <p:cNvSpPr>
            <a:spLocks noGrp="1"/>
          </p:cNvSpPr>
          <p:nvPr>
            <p:ph idx="1"/>
          </p:nvPr>
        </p:nvSpPr>
        <p:spPr/>
        <p:txBody>
          <a:bodyPr/>
          <a:lstStyle/>
          <a:p>
            <a:pPr marL="274320" indent="-274320" algn="just">
              <a:buFont typeface="Wingdings 2"/>
              <a:buChar char=""/>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With the changing times, businesses started looking for solutions to reduce overhead costs, enhance scalability, and standardize application deployment process. </a:t>
            </a:r>
          </a:p>
          <a:p>
            <a:pPr marL="274320" indent="-274320" algn="just">
              <a:buFont typeface="Wingdings 2"/>
              <a:buChar char=""/>
              <a:defRPr/>
            </a:pPr>
            <a:endParaRPr 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74320" indent="-274320" algn="just">
              <a:buFont typeface="Wingdings 2"/>
              <a:buChar char=""/>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They started considering the following two approaches to reduce costs −</a:t>
            </a:r>
          </a:p>
          <a:p>
            <a:pPr marL="514350" indent="-514350" algn="just">
              <a:buFont typeface="Wingdings 2"/>
              <a:buAutoNum type="arabicPeriod"/>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Virtualization</a:t>
            </a:r>
          </a:p>
          <a:p>
            <a:pPr marL="514350" indent="-514350" algn="just">
              <a:buFont typeface="Wingdings 2"/>
              <a:buAutoNum type="arabicPeriod"/>
              <a:defRPr/>
            </a:pPr>
            <a:r>
              <a:rPr lang="en-US" sz="2400" dirty="0">
                <a:solidFill>
                  <a:schemeClr val="tx1">
                    <a:lumMod val="75000"/>
                    <a:lumOff val="25000"/>
                  </a:schemeClr>
                </a:solidFill>
                <a:latin typeface="Times New Roman" panose="02020603050405020304" pitchFamily="18" charset="0"/>
                <a:cs typeface="Times New Roman" panose="02020603050405020304" pitchFamily="18" charset="0"/>
              </a:rPr>
              <a:t>Containerization</a:t>
            </a:r>
          </a:p>
          <a:p>
            <a:pPr marL="0" indent="0">
              <a:buNone/>
            </a:pPr>
            <a:endParaRPr lang="en-IN" dirty="0"/>
          </a:p>
        </p:txBody>
      </p:sp>
    </p:spTree>
    <p:extLst>
      <p:ext uri="{BB962C8B-B14F-4D97-AF65-F5344CB8AC3E}">
        <p14:creationId xmlns:p14="http://schemas.microsoft.com/office/powerpoint/2010/main" val="283399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55359-2996-7398-B76C-5B246115025A}"/>
              </a:ext>
            </a:extLst>
          </p:cNvPr>
          <p:cNvSpPr>
            <a:spLocks noGrp="1"/>
          </p:cNvSpPr>
          <p:nvPr>
            <p:ph type="title"/>
          </p:nvPr>
        </p:nvSpPr>
        <p:spPr>
          <a:xfrm>
            <a:off x="838200" y="681037"/>
            <a:ext cx="10515600" cy="1009651"/>
          </a:xfrm>
        </p:spPr>
        <p:txBody>
          <a:bodyPr>
            <a:normAutofit fontScale="90000"/>
          </a:bodyPr>
          <a:lstStyle/>
          <a:p>
            <a:r>
              <a:rPr lang="en-US" sz="3600" b="1" dirty="0">
                <a:latin typeface="Times New Roman" panose="02020603050405020304" pitchFamily="18" charset="0"/>
                <a:cs typeface="Times New Roman" panose="02020603050405020304" pitchFamily="18" charset="0"/>
              </a:rPr>
              <a:t>What is Virtualization?</a:t>
            </a:r>
            <a:br>
              <a:rPr lang="en-US" dirty="0"/>
            </a:br>
            <a:endParaRPr lang="en-IN" dirty="0"/>
          </a:p>
        </p:txBody>
      </p:sp>
      <p:sp>
        <p:nvSpPr>
          <p:cNvPr id="3" name="Content Placeholder 2">
            <a:extLst>
              <a:ext uri="{FF2B5EF4-FFF2-40B4-BE49-F238E27FC236}">
                <a16:creationId xmlns:a16="http://schemas.microsoft.com/office/drawing/2014/main" id="{AF82BFD2-5652-4A17-42D6-64768850E568}"/>
              </a:ext>
            </a:extLst>
          </p:cNvPr>
          <p:cNvSpPr>
            <a:spLocks noGrp="1"/>
          </p:cNvSpPr>
          <p:nvPr>
            <p:ph idx="1"/>
          </p:nvPr>
        </p:nvSpPr>
        <p:spPr>
          <a:xfrm>
            <a:off x="838200" y="1322024"/>
            <a:ext cx="10515600" cy="4854939"/>
          </a:xfrm>
        </p:spPr>
        <p:txBody>
          <a:bodyPr>
            <a:normAutofit fontScale="92500" lnSpcReduction="10000"/>
          </a:bodyPr>
          <a:lstStyle/>
          <a:p>
            <a:pPr marL="273050" indent="-273050" algn="just">
              <a:buFont typeface="Wingdings 2" panose="05020102010507070707" pitchFamily="18" charset="2"/>
              <a:buChar char=""/>
            </a:pPr>
            <a:r>
              <a:rPr lang="en-US" altLang="en-US" dirty="0"/>
              <a:t>Virtualization is the process of </a:t>
            </a:r>
            <a:r>
              <a:rPr lang="en-US" altLang="en-US" dirty="0">
                <a:solidFill>
                  <a:srgbClr val="FF0000"/>
                </a:solidFill>
              </a:rPr>
              <a:t>partitioning</a:t>
            </a:r>
            <a:r>
              <a:rPr lang="en-US" altLang="en-US" dirty="0"/>
              <a:t> a physical server into multiple virtual servers.</a:t>
            </a:r>
          </a:p>
          <a:p>
            <a:pPr marL="273050" indent="-273050" algn="just">
              <a:buFont typeface="Wingdings 2" panose="05020102010507070707" pitchFamily="18" charset="2"/>
              <a:buChar char=""/>
            </a:pPr>
            <a:endParaRPr lang="en-US" altLang="en-US" dirty="0"/>
          </a:p>
          <a:p>
            <a:pPr marL="273050" indent="-273050" algn="just">
              <a:buFont typeface="Wingdings 2" panose="05020102010507070707" pitchFamily="18" charset="2"/>
              <a:buChar char=""/>
            </a:pPr>
            <a:r>
              <a:rPr lang="en-US" altLang="en-US" dirty="0"/>
              <a:t> The process of partitioning is carried out using a software called </a:t>
            </a:r>
            <a:r>
              <a:rPr lang="en-US" altLang="en-US" dirty="0">
                <a:solidFill>
                  <a:srgbClr val="FF0000"/>
                </a:solidFill>
              </a:rPr>
              <a:t>'hypervisor'</a:t>
            </a:r>
            <a:r>
              <a:rPr lang="en-US" altLang="en-US" dirty="0"/>
              <a:t>.</a:t>
            </a:r>
          </a:p>
          <a:p>
            <a:pPr marL="273050" indent="-273050" algn="just">
              <a:buFont typeface="Wingdings 2" panose="05020102010507070707" pitchFamily="18" charset="2"/>
              <a:buChar char=""/>
            </a:pPr>
            <a:endParaRPr lang="en-US" altLang="en-US" dirty="0"/>
          </a:p>
          <a:p>
            <a:pPr marL="273050" indent="-273050" algn="just">
              <a:buFont typeface="Wingdings 2" panose="05020102010507070707" pitchFamily="18" charset="2"/>
              <a:buChar char=""/>
            </a:pPr>
            <a:r>
              <a:rPr lang="en-US" altLang="en-US" dirty="0"/>
              <a:t> After partitioning, the virtual servers act and perform just as a physical server. </a:t>
            </a:r>
          </a:p>
          <a:p>
            <a:pPr marL="273050" indent="-273050" algn="just">
              <a:buFont typeface="Wingdings 2" panose="05020102010507070707" pitchFamily="18" charset="2"/>
              <a:buChar char=""/>
            </a:pPr>
            <a:endParaRPr lang="en-US" altLang="en-US" dirty="0"/>
          </a:p>
          <a:p>
            <a:pPr marL="273050" indent="-273050" algn="just">
              <a:buFont typeface="Wingdings 2" panose="05020102010507070707" pitchFamily="18" charset="2"/>
              <a:buChar char=""/>
            </a:pPr>
            <a:r>
              <a:rPr lang="en-US" altLang="en-US" dirty="0"/>
              <a:t>Essentially, it means </a:t>
            </a:r>
            <a:r>
              <a:rPr lang="en-US" altLang="en-US" dirty="0">
                <a:solidFill>
                  <a:srgbClr val="FF0000"/>
                </a:solidFill>
              </a:rPr>
              <a:t>using the same hardware </a:t>
            </a:r>
            <a:r>
              <a:rPr lang="en-US" altLang="en-US" dirty="0"/>
              <a:t>set-up more efficiently, thereby freeing the resources for other tasks or retiring the resources altogether.</a:t>
            </a:r>
          </a:p>
          <a:p>
            <a:endParaRPr lang="en-IN" dirty="0"/>
          </a:p>
        </p:txBody>
      </p:sp>
    </p:spTree>
    <p:extLst>
      <p:ext uri="{BB962C8B-B14F-4D97-AF65-F5344CB8AC3E}">
        <p14:creationId xmlns:p14="http://schemas.microsoft.com/office/powerpoint/2010/main" val="1008053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43F7-8B88-B0E7-8B6E-7CA475A5B632}"/>
              </a:ext>
            </a:extLst>
          </p:cNvPr>
          <p:cNvSpPr>
            <a:spLocks noGrp="1"/>
          </p:cNvSpPr>
          <p:nvPr>
            <p:ph type="title"/>
          </p:nvPr>
        </p:nvSpPr>
        <p:spPr>
          <a:xfrm>
            <a:off x="1013552" y="1222872"/>
            <a:ext cx="10340248" cy="275422"/>
          </a:xfrm>
        </p:spPr>
        <p:txBody>
          <a:bodyPr>
            <a:normAutofit fontScale="90000"/>
          </a:bodyPr>
          <a:lstStyle/>
          <a:p>
            <a:r>
              <a:rPr lang="en-US" sz="3100" b="1" dirty="0">
                <a:latin typeface="Times New Roman" panose="02020603050405020304" pitchFamily="18" charset="0"/>
                <a:cs typeface="Times New Roman" panose="02020603050405020304" pitchFamily="18" charset="0"/>
              </a:rPr>
              <a:t>Advantages of Virtualization</a:t>
            </a:r>
            <a:br>
              <a:rPr lang="en-US" dirty="0"/>
            </a:br>
            <a:endParaRPr lang="en-IN" dirty="0"/>
          </a:p>
        </p:txBody>
      </p:sp>
      <p:sp>
        <p:nvSpPr>
          <p:cNvPr id="3" name="Content Placeholder 2">
            <a:extLst>
              <a:ext uri="{FF2B5EF4-FFF2-40B4-BE49-F238E27FC236}">
                <a16:creationId xmlns:a16="http://schemas.microsoft.com/office/drawing/2014/main" id="{41D077F7-57B9-FD87-D8D8-9A1E113D5A49}"/>
              </a:ext>
            </a:extLst>
          </p:cNvPr>
          <p:cNvSpPr>
            <a:spLocks noGrp="1"/>
          </p:cNvSpPr>
          <p:nvPr>
            <p:ph idx="1"/>
          </p:nvPr>
        </p:nvSpPr>
        <p:spPr/>
        <p:txBody>
          <a:bodyPr>
            <a:normAutofit/>
          </a:bodyPr>
          <a:lstStyle/>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Enhanced performance</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Promotes agile IT infrastructure</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Promotes use of resources in optimum manner</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Better disaster management if any physical hazards take place to resources</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Better security as the infected VM can be isolated from other VMs and the host server</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Space saving</a:t>
            </a:r>
          </a:p>
          <a:p>
            <a:pPr marL="273050" indent="-273050">
              <a:buFont typeface="Wingdings 2" panose="05020102010507070707" pitchFamily="18" charset="2"/>
              <a:buChar char=""/>
            </a:pPr>
            <a:r>
              <a:rPr lang="en-US" altLang="en-US" sz="2400" dirty="0">
                <a:latin typeface="Times New Roman" panose="02020603050405020304" pitchFamily="18" charset="0"/>
                <a:cs typeface="Times New Roman" panose="02020603050405020304" pitchFamily="18" charset="0"/>
              </a:rPr>
              <a:t>The capital investment cost on hardware is saved, and thereby maintenance cost is saved, hence overall cost savings for a business.</a:t>
            </a:r>
          </a:p>
          <a:p>
            <a:pPr marL="0" indent="0">
              <a:buNone/>
            </a:pPr>
            <a:endParaRPr lang="en-IN" dirty="0"/>
          </a:p>
        </p:txBody>
      </p:sp>
      <p:sp>
        <p:nvSpPr>
          <p:cNvPr id="4" name="Footer Placeholder 3">
            <a:extLst>
              <a:ext uri="{FF2B5EF4-FFF2-40B4-BE49-F238E27FC236}">
                <a16:creationId xmlns:a16="http://schemas.microsoft.com/office/drawing/2014/main" id="{F20562F9-C8A7-43E7-9478-C344C1398F31}"/>
              </a:ext>
            </a:extLst>
          </p:cNvPr>
          <p:cNvSpPr>
            <a:spLocks noGrp="1"/>
          </p:cNvSpPr>
          <p:nvPr>
            <p:ph type="ftr" sz="quarter" idx="11"/>
          </p:nvPr>
        </p:nvSpPr>
        <p:spPr/>
        <p:txBody>
          <a:bodyPr/>
          <a:lstStyle/>
          <a:p>
            <a:r>
              <a:rPr lang="en-IN"/>
              <a:t>1/15</a:t>
            </a:r>
          </a:p>
        </p:txBody>
      </p:sp>
    </p:spTree>
    <p:extLst>
      <p:ext uri="{BB962C8B-B14F-4D97-AF65-F5344CB8AC3E}">
        <p14:creationId xmlns:p14="http://schemas.microsoft.com/office/powerpoint/2010/main" val="3737405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2D15F-2932-E8EB-F33C-DD2E22A1F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847C4-04B7-FBA2-5A0D-217715DFAE4C}"/>
              </a:ext>
            </a:extLst>
          </p:cNvPr>
          <p:cNvSpPr>
            <a:spLocks noGrp="1"/>
          </p:cNvSpPr>
          <p:nvPr>
            <p:ph type="title"/>
          </p:nvPr>
        </p:nvSpPr>
        <p:spPr>
          <a:xfrm>
            <a:off x="936434" y="2875402"/>
            <a:ext cx="10417366" cy="1255922"/>
          </a:xfrm>
        </p:spPr>
        <p:txBody>
          <a:bodyPr>
            <a:normAutofit fontScale="90000"/>
          </a:bodyPr>
          <a:lstStyle/>
          <a:p>
            <a:pPr algn="just"/>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For example, instead of dedicating 1 server and 1 operating system to execute 1 dedicated task, the same server is partitioned such as 1 server and 2 operating systems, which can allow independent tasks running on each of them.</a:t>
            </a:r>
            <a:br>
              <a:rPr lang="en-US" altLang="en-US" dirty="0"/>
            </a:br>
            <a:br>
              <a:rPr lang="en-US" dirty="0"/>
            </a:br>
            <a:endParaRPr lang="en-IN" dirty="0"/>
          </a:p>
        </p:txBody>
      </p:sp>
    </p:spTree>
    <p:extLst>
      <p:ext uri="{BB962C8B-B14F-4D97-AF65-F5344CB8AC3E}">
        <p14:creationId xmlns:p14="http://schemas.microsoft.com/office/powerpoint/2010/main" val="1967034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7E6F-707A-75A5-0F40-9AC6340A8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F1904-762A-CF28-D285-32ECB79F34C0}"/>
              </a:ext>
            </a:extLst>
          </p:cNvPr>
          <p:cNvSpPr>
            <a:spLocks noGrp="1"/>
          </p:cNvSpPr>
          <p:nvPr>
            <p:ph type="title"/>
          </p:nvPr>
        </p:nvSpPr>
        <p:spPr>
          <a:xfrm>
            <a:off x="936434" y="2875402"/>
            <a:ext cx="10417366" cy="1255922"/>
          </a:xfrm>
        </p:spPr>
        <p:txBody>
          <a:bodyPr>
            <a:normAutofit fontScale="90000"/>
          </a:bodyPr>
          <a:lstStyle/>
          <a:p>
            <a:br>
              <a:rPr lang="en-US" altLang="en-US" dirty="0"/>
            </a:br>
            <a:r>
              <a:rPr lang="en-US" sz="4900" b="1" dirty="0">
                <a:latin typeface="Times New Roman" panose="02020603050405020304" pitchFamily="18" charset="0"/>
                <a:cs typeface="Times New Roman" panose="02020603050405020304" pitchFamily="18" charset="0"/>
              </a:rPr>
              <a:t>What is Containerization?</a:t>
            </a:r>
            <a:br>
              <a:rPr lang="en-US" sz="4900" dirty="0"/>
            </a:br>
            <a:br>
              <a:rPr lang="en-US" sz="4900" dirty="0"/>
            </a:br>
            <a:endParaRPr lang="en-IN" sz="4900" dirty="0"/>
          </a:p>
        </p:txBody>
      </p:sp>
    </p:spTree>
    <p:extLst>
      <p:ext uri="{BB962C8B-B14F-4D97-AF65-F5344CB8AC3E}">
        <p14:creationId xmlns:p14="http://schemas.microsoft.com/office/powerpoint/2010/main" val="30133493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563667" y="1015844"/>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Revenue Generation</a:t>
            </a:r>
          </a:p>
        </p:txBody>
      </p:sp>
      <p:sp>
        <p:nvSpPr>
          <p:cNvPr id="5" name="Rounded Rectangle 4"/>
          <p:cNvSpPr/>
          <p:nvPr/>
        </p:nvSpPr>
        <p:spPr>
          <a:xfrm>
            <a:off x="6211016" y="1015844"/>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Social Media Presence</a:t>
            </a:r>
          </a:p>
        </p:txBody>
      </p:sp>
      <p:sp>
        <p:nvSpPr>
          <p:cNvPr id="6" name="Rounded Rectangle 5"/>
          <p:cNvSpPr/>
          <p:nvPr/>
        </p:nvSpPr>
        <p:spPr>
          <a:xfrm>
            <a:off x="7875867" y="101298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Project</a:t>
            </a:r>
          </a:p>
        </p:txBody>
      </p:sp>
      <p:sp>
        <p:nvSpPr>
          <p:cNvPr id="7" name="Rounded Rectangle 6"/>
          <p:cNvSpPr/>
          <p:nvPr/>
        </p:nvSpPr>
        <p:spPr>
          <a:xfrm>
            <a:off x="4563667" y="219027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Recognition of Prior Learning</a:t>
            </a:r>
          </a:p>
        </p:txBody>
      </p:sp>
      <p:sp>
        <p:nvSpPr>
          <p:cNvPr id="8" name="Rounded Rectangle 7"/>
          <p:cNvSpPr/>
          <p:nvPr/>
        </p:nvSpPr>
        <p:spPr>
          <a:xfrm>
            <a:off x="6211016" y="219027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NPTEL/MOOC</a:t>
            </a:r>
          </a:p>
        </p:txBody>
      </p:sp>
      <p:sp>
        <p:nvSpPr>
          <p:cNvPr id="9" name="Rounded Rectangle 8"/>
          <p:cNvSpPr/>
          <p:nvPr/>
        </p:nvSpPr>
        <p:spPr>
          <a:xfrm>
            <a:off x="7875867" y="219027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dirty="0">
                <a:solidFill>
                  <a:schemeClr val="tx1"/>
                </a:solidFill>
                <a:sym typeface="+mn-ea"/>
              </a:rPr>
              <a:t>Grade Upgradation (Core/Non-Core)</a:t>
            </a:r>
          </a:p>
        </p:txBody>
      </p:sp>
      <p:sp>
        <p:nvSpPr>
          <p:cNvPr id="10" name="Rounded Rectangle 9"/>
          <p:cNvSpPr/>
          <p:nvPr/>
        </p:nvSpPr>
        <p:spPr>
          <a:xfrm>
            <a:off x="4563667" y="3364709"/>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Internship Beyond the Curriculum</a:t>
            </a:r>
          </a:p>
        </p:txBody>
      </p:sp>
      <p:sp>
        <p:nvSpPr>
          <p:cNvPr id="11" name="Rounded Rectangle 10"/>
          <p:cNvSpPr/>
          <p:nvPr/>
        </p:nvSpPr>
        <p:spPr>
          <a:xfrm>
            <a:off x="6211016" y="3364709"/>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Community Service</a:t>
            </a:r>
          </a:p>
        </p:txBody>
      </p:sp>
      <p:sp>
        <p:nvSpPr>
          <p:cNvPr id="12" name="Rounded Rectangle 11"/>
          <p:cNvSpPr/>
          <p:nvPr/>
        </p:nvSpPr>
        <p:spPr>
          <a:xfrm>
            <a:off x="7875867" y="336756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Co-curricular/Extra curricular activities</a:t>
            </a:r>
          </a:p>
        </p:txBody>
      </p:sp>
      <p:sp>
        <p:nvSpPr>
          <p:cNvPr id="13" name="Rounded Rectangle 12"/>
          <p:cNvSpPr/>
          <p:nvPr/>
        </p:nvSpPr>
        <p:spPr>
          <a:xfrm>
            <a:off x="7875867" y="4544857"/>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Earn Extra Credit</a:t>
            </a:r>
          </a:p>
        </p:txBody>
      </p:sp>
      <p:sp>
        <p:nvSpPr>
          <p:cNvPr id="14" name="Rounded Rectangle 13"/>
          <p:cNvSpPr/>
          <p:nvPr/>
        </p:nvSpPr>
        <p:spPr>
          <a:xfrm>
            <a:off x="6211016" y="4539142"/>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Duty Leave</a:t>
            </a:r>
          </a:p>
        </p:txBody>
      </p:sp>
      <p:sp>
        <p:nvSpPr>
          <p:cNvPr id="15" name="Rounded Rectangle 14"/>
          <p:cNvSpPr/>
          <p:nvPr/>
        </p:nvSpPr>
        <p:spPr>
          <a:xfrm>
            <a:off x="4563667" y="4539142"/>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10% Attendance Benefit</a:t>
            </a:r>
          </a:p>
        </p:txBody>
      </p:sp>
      <p:sp>
        <p:nvSpPr>
          <p:cNvPr id="2" name="Rounded Rectangle 1"/>
          <p:cNvSpPr/>
          <p:nvPr/>
        </p:nvSpPr>
        <p:spPr>
          <a:xfrm>
            <a:off x="2423593" y="1016321"/>
            <a:ext cx="1892901" cy="4479131"/>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solidFill>
                  <a:schemeClr val="tx1"/>
                </a:solidFill>
              </a:rPr>
              <a:t>EDU-Revolution Categories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00000000-1234-1234-1234-123412341234}" type="slidenum">
              <a:rPr lang="en-US" smtClean="0"/>
              <a:t>40</a:t>
            </a:fld>
            <a:endParaRPr lang="en-US"/>
          </a:p>
        </p:txBody>
      </p:sp>
      <p:pic>
        <p:nvPicPr>
          <p:cNvPr id="8" name="Picture 7"/>
          <p:cNvPicPr>
            <a:picLocks noChangeAspect="1"/>
          </p:cNvPicPr>
          <p:nvPr/>
        </p:nvPicPr>
        <p:blipFill>
          <a:blip r:embed="rId2"/>
          <a:stretch>
            <a:fillRect/>
          </a:stretch>
        </p:blipFill>
        <p:spPr>
          <a:xfrm>
            <a:off x="2962751" y="1715452"/>
            <a:ext cx="6484620" cy="3309938"/>
          </a:xfrm>
          <a:prstGeom prst="rect">
            <a:avLst/>
          </a:prstGeom>
        </p:spPr>
      </p:pic>
      <p:sp>
        <p:nvSpPr>
          <p:cNvPr id="9" name="Google Shape;107;p3"/>
          <p:cNvSpPr txBox="1"/>
          <p:nvPr/>
        </p:nvSpPr>
        <p:spPr>
          <a:xfrm>
            <a:off x="1524000" y="5643291"/>
            <a:ext cx="9144000" cy="623217"/>
          </a:xfrm>
          <a:prstGeom prst="rect">
            <a:avLst/>
          </a:prstGeom>
          <a:solidFill>
            <a:srgbClr val="F79646"/>
          </a:solidFill>
          <a:ln>
            <a:noFill/>
          </a:ln>
        </p:spPr>
        <p:txBody>
          <a:bodyPr spcFirstLastPara="1" wrap="square" lIns="68569" tIns="34275" rIns="68569" bIns="34275" anchor="t" anchorCtr="0">
            <a:spAutoFit/>
          </a:bodyPr>
          <a:lstStyle/>
          <a:p>
            <a:pPr algn="r">
              <a:buClr>
                <a:schemeClr val="lt1"/>
              </a:buClr>
              <a:buSzPts val="2400"/>
            </a:pPr>
            <a:r>
              <a:rPr lang="en-US"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www.lpu.in                                    			     	         Lovely Professional University </a:t>
            </a:r>
            <a:endParaRPr sz="2400" dirty="0"/>
          </a:p>
        </p:txBody>
      </p:sp>
      <p:pic>
        <p:nvPicPr>
          <p:cNvPr id="10" name="Google Shape;163;p8" descr="Lovely Professional University - Wikipedia"/>
          <p:cNvPicPr preferRelativeResize="0"/>
          <p:nvPr/>
        </p:nvPicPr>
        <p:blipFill rotWithShape="1">
          <a:blip r:embed="rId3"/>
          <a:srcRect/>
          <a:stretch>
            <a:fillRect/>
          </a:stretch>
        </p:blipFill>
        <p:spPr>
          <a:xfrm>
            <a:off x="10000074" y="913591"/>
            <a:ext cx="528638" cy="526256"/>
          </a:xfrm>
          <a:prstGeom prst="rect">
            <a:avLst/>
          </a:prstGeom>
          <a:noFill/>
          <a:ln>
            <a:noFill/>
          </a:ln>
        </p:spPr>
      </p:pic>
      <p:pic>
        <p:nvPicPr>
          <p:cNvPr id="11" name="Picture 10" descr="LPUNEST 2024 - LPU Admission 2024 Entrace Exam, Apply N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6534" y="868494"/>
            <a:ext cx="1002030" cy="2713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5"/>
          <a:stretch>
            <a:fillRect/>
          </a:stretch>
        </p:blipFill>
        <p:spPr>
          <a:xfrm>
            <a:off x="2595246" y="1153161"/>
            <a:ext cx="7218045" cy="41192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262936" y="2156282"/>
            <a:ext cx="7666126" cy="505908"/>
          </a:xfrm>
          <a:prstGeom prst="rect">
            <a:avLst/>
          </a:prstGeom>
        </p:spPr>
        <p:txBody>
          <a:bodyPr vert="horz" wrap="square" lIns="0" tIns="13335" rIns="0" bIns="0" rtlCol="0" anchor="ctr">
            <a:spAutoFit/>
          </a:bodyPr>
          <a:lstStyle/>
          <a:p>
            <a:pPr marL="12700">
              <a:lnSpc>
                <a:spcPct val="100000"/>
              </a:lnSpc>
              <a:spcBef>
                <a:spcPts val="105"/>
              </a:spcBef>
            </a:pPr>
            <a:r>
              <a:rPr sz="3200" b="1" dirty="0">
                <a:latin typeface="Calibri"/>
                <a:cs typeface="Calibri"/>
              </a:rPr>
              <a:t>THEME</a:t>
            </a:r>
            <a:r>
              <a:rPr sz="3200" b="1" spc="-75" dirty="0">
                <a:latin typeface="Calibri"/>
                <a:cs typeface="Calibri"/>
              </a:rPr>
              <a:t> </a:t>
            </a:r>
            <a:r>
              <a:rPr sz="3200" b="1" dirty="0">
                <a:latin typeface="Calibri"/>
                <a:cs typeface="Calibri"/>
              </a:rPr>
              <a:t>OF</a:t>
            </a:r>
            <a:r>
              <a:rPr sz="3200" b="1" spc="-65" dirty="0">
                <a:latin typeface="Calibri"/>
                <a:cs typeface="Calibri"/>
              </a:rPr>
              <a:t> </a:t>
            </a:r>
            <a:r>
              <a:rPr sz="3200" b="1" spc="-25" dirty="0">
                <a:latin typeface="Calibri"/>
                <a:cs typeface="Calibri"/>
              </a:rPr>
              <a:t>EDUCATION</a:t>
            </a:r>
            <a:r>
              <a:rPr sz="3200" b="1" spc="-65" dirty="0">
                <a:latin typeface="Calibri"/>
                <a:cs typeface="Calibri"/>
              </a:rPr>
              <a:t> </a:t>
            </a:r>
            <a:r>
              <a:rPr sz="3200" b="1" spc="-10" dirty="0">
                <a:latin typeface="Calibri"/>
                <a:cs typeface="Calibri"/>
              </a:rPr>
              <a:t>REVOLUTION</a:t>
            </a:r>
            <a:endParaRPr sz="3200">
              <a:latin typeface="Calibri"/>
              <a:cs typeface="Calibri"/>
            </a:endParaRPr>
          </a:p>
        </p:txBody>
      </p:sp>
      <p:sp>
        <p:nvSpPr>
          <p:cNvPr id="3" name="object 3"/>
          <p:cNvSpPr txBox="1"/>
          <p:nvPr/>
        </p:nvSpPr>
        <p:spPr>
          <a:xfrm>
            <a:off x="5706638" y="3339363"/>
            <a:ext cx="3913823" cy="1490152"/>
          </a:xfrm>
          <a:prstGeom prst="rect">
            <a:avLst/>
          </a:prstGeom>
        </p:spPr>
        <p:txBody>
          <a:bodyPr vert="horz" wrap="square" lIns="0" tIns="12700" rIns="0" bIns="0" rtlCol="0">
            <a:spAutoFit/>
          </a:bodyPr>
          <a:lstStyle/>
          <a:p>
            <a:pPr marL="12700">
              <a:spcBef>
                <a:spcPts val="100"/>
              </a:spcBef>
            </a:pPr>
            <a:r>
              <a:rPr sz="4800" dirty="0">
                <a:solidFill>
                  <a:srgbClr val="FF0000"/>
                </a:solidFill>
                <a:latin typeface="Calibri"/>
                <a:cs typeface="Calibri"/>
              </a:rPr>
              <a:t>GAMIFIED</a:t>
            </a:r>
            <a:r>
              <a:rPr sz="4800" spc="-150" dirty="0">
                <a:solidFill>
                  <a:srgbClr val="FF0000"/>
                </a:solidFill>
                <a:latin typeface="Calibri"/>
                <a:cs typeface="Calibri"/>
              </a:rPr>
              <a:t> </a:t>
            </a:r>
            <a:r>
              <a:rPr sz="4800" spc="-10" dirty="0">
                <a:solidFill>
                  <a:srgbClr val="FF0000"/>
                </a:solidFill>
                <a:latin typeface="Calibri"/>
                <a:cs typeface="Calibri"/>
              </a:rPr>
              <a:t>LEARNING</a:t>
            </a:r>
            <a:endParaRPr sz="4800">
              <a:latin typeface="Calibri"/>
              <a:cs typeface="Calibri"/>
            </a:endParaRPr>
          </a:p>
        </p:txBody>
      </p:sp>
      <p:pic>
        <p:nvPicPr>
          <p:cNvPr id="4" name="object 4"/>
          <p:cNvPicPr/>
          <p:nvPr/>
        </p:nvPicPr>
        <p:blipFill>
          <a:blip r:embed="rId2" cstate="print"/>
          <a:stretch>
            <a:fillRect/>
          </a:stretch>
        </p:blipFill>
        <p:spPr>
          <a:xfrm>
            <a:off x="1524001" y="0"/>
            <a:ext cx="3176397"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3513" y="639584"/>
            <a:ext cx="7769544" cy="627736"/>
          </a:xfrm>
          <a:prstGeom prst="rect">
            <a:avLst/>
          </a:prstGeom>
        </p:spPr>
        <p:txBody>
          <a:bodyPr vert="horz" wrap="square" lIns="0" tIns="12065" rIns="0" bIns="0" rtlCol="0" anchor="ctr">
            <a:spAutoFit/>
          </a:bodyPr>
          <a:lstStyle/>
          <a:p>
            <a:pPr marL="12700">
              <a:lnSpc>
                <a:spcPct val="100000"/>
              </a:lnSpc>
              <a:spcBef>
                <a:spcPts val="95"/>
              </a:spcBef>
            </a:pPr>
            <a:r>
              <a:rPr sz="4000" dirty="0"/>
              <a:t>The</a:t>
            </a:r>
            <a:r>
              <a:rPr sz="4000" spc="-60" dirty="0"/>
              <a:t> </a:t>
            </a:r>
            <a:r>
              <a:rPr sz="4000" dirty="0"/>
              <a:t>Beginning:</a:t>
            </a:r>
            <a:r>
              <a:rPr lang="en-IN" sz="4000" dirty="0"/>
              <a:t> </a:t>
            </a:r>
            <a:r>
              <a:rPr sz="4000" b="1" dirty="0">
                <a:solidFill>
                  <a:srgbClr val="333333"/>
                </a:solidFill>
                <a:latin typeface="Trebuchet MS"/>
                <a:cs typeface="Trebuchet MS"/>
              </a:rPr>
              <a:t>BE</a:t>
            </a:r>
            <a:r>
              <a:rPr sz="4000" b="1" spc="-130" dirty="0">
                <a:solidFill>
                  <a:srgbClr val="333333"/>
                </a:solidFill>
                <a:latin typeface="Trebuchet MS"/>
                <a:cs typeface="Trebuchet MS"/>
              </a:rPr>
              <a:t> </a:t>
            </a:r>
            <a:r>
              <a:rPr sz="4000" b="1" dirty="0">
                <a:solidFill>
                  <a:srgbClr val="333333"/>
                </a:solidFill>
                <a:latin typeface="Trebuchet MS"/>
                <a:cs typeface="Trebuchet MS"/>
              </a:rPr>
              <a:t>THE</a:t>
            </a:r>
            <a:r>
              <a:rPr sz="4000" b="1" spc="-60" dirty="0">
                <a:solidFill>
                  <a:srgbClr val="333333"/>
                </a:solidFill>
                <a:latin typeface="Trebuchet MS"/>
                <a:cs typeface="Trebuchet MS"/>
              </a:rPr>
              <a:t> </a:t>
            </a:r>
            <a:r>
              <a:rPr sz="4000" b="1" spc="-10" dirty="0">
                <a:solidFill>
                  <a:srgbClr val="333333"/>
                </a:solidFill>
                <a:latin typeface="Trebuchet MS"/>
                <a:cs typeface="Trebuchet MS"/>
              </a:rPr>
              <a:t>CHANGE</a:t>
            </a:r>
            <a:endParaRPr sz="4000" dirty="0">
              <a:latin typeface="Trebuchet MS"/>
              <a:cs typeface="Trebuchet MS"/>
            </a:endParaRPr>
          </a:p>
        </p:txBody>
      </p:sp>
      <p:sp>
        <p:nvSpPr>
          <p:cNvPr id="4" name="object 4"/>
          <p:cNvSpPr txBox="1"/>
          <p:nvPr/>
        </p:nvSpPr>
        <p:spPr>
          <a:xfrm>
            <a:off x="2258845" y="1233068"/>
            <a:ext cx="7769543" cy="5511800"/>
          </a:xfrm>
          <a:prstGeom prst="rect">
            <a:avLst/>
          </a:prstGeom>
        </p:spPr>
        <p:txBody>
          <a:bodyPr vert="horz" wrap="square" lIns="0" tIns="12700" rIns="0" bIns="0" rtlCol="0">
            <a:spAutoFit/>
          </a:bodyPr>
          <a:lstStyle/>
          <a:p>
            <a:pPr marL="12700" marR="5080">
              <a:lnSpc>
                <a:spcPct val="150000"/>
              </a:lnSpc>
              <a:spcBef>
                <a:spcPts val="100"/>
              </a:spcBef>
            </a:pPr>
            <a:r>
              <a:rPr sz="2000" b="1" u="sng" dirty="0">
                <a:uFill>
                  <a:solidFill>
                    <a:srgbClr val="000000"/>
                  </a:solidFill>
                </a:uFill>
                <a:latin typeface="Arial"/>
                <a:cs typeface="Arial"/>
              </a:rPr>
              <a:t>Personalized,</a:t>
            </a:r>
            <a:r>
              <a:rPr sz="2000" b="1" u="sng" spc="50" dirty="0">
                <a:uFill>
                  <a:solidFill>
                    <a:srgbClr val="000000"/>
                  </a:solidFill>
                </a:uFill>
                <a:latin typeface="Arial"/>
                <a:cs typeface="Arial"/>
              </a:rPr>
              <a:t> </a:t>
            </a:r>
            <a:r>
              <a:rPr sz="2000" b="1" u="sng" dirty="0">
                <a:uFill>
                  <a:solidFill>
                    <a:srgbClr val="000000"/>
                  </a:solidFill>
                </a:uFill>
                <a:latin typeface="Arial"/>
                <a:cs typeface="Arial"/>
              </a:rPr>
              <a:t>Student-Centric</a:t>
            </a:r>
            <a:r>
              <a:rPr sz="2000" b="1" u="sng" spc="60" dirty="0">
                <a:uFill>
                  <a:solidFill>
                    <a:srgbClr val="000000"/>
                  </a:solidFill>
                </a:uFill>
                <a:latin typeface="Arial"/>
                <a:cs typeface="Arial"/>
              </a:rPr>
              <a:t> </a:t>
            </a:r>
            <a:r>
              <a:rPr sz="2000" b="1" u="sng" dirty="0">
                <a:uFill>
                  <a:solidFill>
                    <a:srgbClr val="000000"/>
                  </a:solidFill>
                </a:uFill>
                <a:latin typeface="Arial"/>
                <a:cs typeface="Arial"/>
              </a:rPr>
              <a:t>Learning:</a:t>
            </a:r>
            <a:r>
              <a:rPr sz="2000" b="1" u="sng" spc="65" dirty="0">
                <a:uFill>
                  <a:solidFill>
                    <a:srgbClr val="000000"/>
                  </a:solidFill>
                </a:uFill>
                <a:latin typeface="Arial"/>
                <a:cs typeface="Arial"/>
              </a:rPr>
              <a:t> </a:t>
            </a:r>
            <a:r>
              <a:rPr sz="2000" dirty="0">
                <a:latin typeface="Arial MT"/>
                <a:cs typeface="Arial MT"/>
              </a:rPr>
              <a:t>Tailored</a:t>
            </a:r>
            <a:r>
              <a:rPr sz="2000" spc="55" dirty="0">
                <a:latin typeface="Arial MT"/>
                <a:cs typeface="Arial MT"/>
              </a:rPr>
              <a:t> </a:t>
            </a:r>
            <a:r>
              <a:rPr sz="2000" dirty="0">
                <a:latin typeface="Arial MT"/>
                <a:cs typeface="Arial MT"/>
              </a:rPr>
              <a:t>academic</a:t>
            </a:r>
            <a:r>
              <a:rPr sz="2000" spc="65" dirty="0">
                <a:latin typeface="Arial MT"/>
                <a:cs typeface="Arial MT"/>
              </a:rPr>
              <a:t> </a:t>
            </a:r>
            <a:r>
              <a:rPr sz="2000" dirty="0">
                <a:latin typeface="Arial MT"/>
                <a:cs typeface="Arial MT"/>
              </a:rPr>
              <a:t>pathways</a:t>
            </a:r>
            <a:r>
              <a:rPr sz="2000" spc="65" dirty="0">
                <a:latin typeface="Arial MT"/>
                <a:cs typeface="Arial MT"/>
              </a:rPr>
              <a:t> </a:t>
            </a:r>
            <a:r>
              <a:rPr sz="2000" dirty="0">
                <a:latin typeface="Arial MT"/>
                <a:cs typeface="Arial MT"/>
              </a:rPr>
              <a:t>to</a:t>
            </a:r>
            <a:r>
              <a:rPr sz="2000" spc="60" dirty="0">
                <a:latin typeface="Arial MT"/>
                <a:cs typeface="Arial MT"/>
              </a:rPr>
              <a:t> </a:t>
            </a:r>
            <a:r>
              <a:rPr sz="2000" dirty="0">
                <a:latin typeface="Arial MT"/>
                <a:cs typeface="Arial MT"/>
              </a:rPr>
              <a:t>meet</a:t>
            </a:r>
            <a:r>
              <a:rPr sz="2000" spc="60" dirty="0">
                <a:latin typeface="Arial MT"/>
                <a:cs typeface="Arial MT"/>
              </a:rPr>
              <a:t> </a:t>
            </a:r>
            <a:r>
              <a:rPr sz="2000" spc="-10" dirty="0">
                <a:latin typeface="Arial MT"/>
                <a:cs typeface="Arial MT"/>
              </a:rPr>
              <a:t>individual </a:t>
            </a:r>
            <a:r>
              <a:rPr sz="2000" dirty="0">
                <a:latin typeface="Arial MT"/>
                <a:cs typeface="Arial MT"/>
              </a:rPr>
              <a:t>learning</a:t>
            </a:r>
            <a:r>
              <a:rPr sz="2000" spc="-85" dirty="0">
                <a:latin typeface="Arial MT"/>
                <a:cs typeface="Arial MT"/>
              </a:rPr>
              <a:t> </a:t>
            </a:r>
            <a:r>
              <a:rPr sz="2000" spc="-10" dirty="0">
                <a:latin typeface="Arial MT"/>
                <a:cs typeface="Arial MT"/>
              </a:rPr>
              <a:t>needs.</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Beyond</a:t>
            </a:r>
            <a:r>
              <a:rPr sz="2000" b="1" u="sng" spc="65" dirty="0">
                <a:uFill>
                  <a:solidFill>
                    <a:srgbClr val="000000"/>
                  </a:solidFill>
                </a:uFill>
                <a:latin typeface="Arial"/>
                <a:cs typeface="Arial"/>
              </a:rPr>
              <a:t> </a:t>
            </a:r>
            <a:r>
              <a:rPr sz="2000" b="1" u="sng" dirty="0">
                <a:uFill>
                  <a:solidFill>
                    <a:srgbClr val="000000"/>
                  </a:solidFill>
                </a:uFill>
                <a:latin typeface="Arial"/>
                <a:cs typeface="Arial"/>
              </a:rPr>
              <a:t>the</a:t>
            </a:r>
            <a:r>
              <a:rPr sz="2000" b="1" u="sng" spc="70" dirty="0">
                <a:uFill>
                  <a:solidFill>
                    <a:srgbClr val="000000"/>
                  </a:solidFill>
                </a:uFill>
                <a:latin typeface="Arial"/>
                <a:cs typeface="Arial"/>
              </a:rPr>
              <a:t> </a:t>
            </a:r>
            <a:r>
              <a:rPr sz="2000" b="1" u="sng" dirty="0">
                <a:uFill>
                  <a:solidFill>
                    <a:srgbClr val="000000"/>
                  </a:solidFill>
                </a:uFill>
                <a:latin typeface="Arial"/>
                <a:cs typeface="Arial"/>
              </a:rPr>
              <a:t>Classroom:</a:t>
            </a:r>
            <a:r>
              <a:rPr sz="2000" b="1" u="sng" spc="85" dirty="0">
                <a:uFill>
                  <a:solidFill>
                    <a:srgbClr val="000000"/>
                  </a:solidFill>
                </a:uFill>
                <a:latin typeface="Arial"/>
                <a:cs typeface="Arial"/>
              </a:rPr>
              <a:t> </a:t>
            </a:r>
            <a:r>
              <a:rPr sz="2000" dirty="0">
                <a:latin typeface="Arial MT"/>
                <a:cs typeface="Arial MT"/>
              </a:rPr>
              <a:t>Enabling</a:t>
            </a:r>
            <a:r>
              <a:rPr sz="2000" spc="75" dirty="0">
                <a:latin typeface="Arial MT"/>
                <a:cs typeface="Arial MT"/>
              </a:rPr>
              <a:t> </a:t>
            </a:r>
            <a:r>
              <a:rPr sz="2000" dirty="0">
                <a:latin typeface="Arial MT"/>
                <a:cs typeface="Arial MT"/>
              </a:rPr>
              <a:t>students</a:t>
            </a:r>
            <a:r>
              <a:rPr sz="2000" spc="85" dirty="0">
                <a:latin typeface="Arial MT"/>
                <a:cs typeface="Arial MT"/>
              </a:rPr>
              <a:t> </a:t>
            </a:r>
            <a:r>
              <a:rPr sz="2000" dirty="0">
                <a:latin typeface="Arial MT"/>
                <a:cs typeface="Arial MT"/>
              </a:rPr>
              <a:t>to</a:t>
            </a:r>
            <a:r>
              <a:rPr sz="2000" spc="80" dirty="0">
                <a:latin typeface="Arial MT"/>
                <a:cs typeface="Arial MT"/>
              </a:rPr>
              <a:t> </a:t>
            </a:r>
            <a:r>
              <a:rPr sz="2000" dirty="0">
                <a:latin typeface="Arial MT"/>
                <a:cs typeface="Arial MT"/>
              </a:rPr>
              <a:t>explore,</a:t>
            </a:r>
            <a:r>
              <a:rPr sz="2000" spc="85" dirty="0">
                <a:latin typeface="Arial MT"/>
                <a:cs typeface="Arial MT"/>
              </a:rPr>
              <a:t> </a:t>
            </a:r>
            <a:r>
              <a:rPr sz="2000" dirty="0">
                <a:latin typeface="Arial MT"/>
                <a:cs typeface="Arial MT"/>
              </a:rPr>
              <a:t>engage,</a:t>
            </a:r>
            <a:r>
              <a:rPr sz="2000" spc="85" dirty="0">
                <a:latin typeface="Arial MT"/>
                <a:cs typeface="Arial MT"/>
              </a:rPr>
              <a:t> </a:t>
            </a:r>
            <a:r>
              <a:rPr sz="2000" dirty="0">
                <a:latin typeface="Arial MT"/>
                <a:cs typeface="Arial MT"/>
              </a:rPr>
              <a:t>and</a:t>
            </a:r>
            <a:r>
              <a:rPr sz="2000" spc="75" dirty="0">
                <a:latin typeface="Arial MT"/>
                <a:cs typeface="Arial MT"/>
              </a:rPr>
              <a:t> </a:t>
            </a:r>
            <a:r>
              <a:rPr sz="2000" dirty="0">
                <a:latin typeface="Arial MT"/>
                <a:cs typeface="Arial MT"/>
              </a:rPr>
              <a:t>excel</a:t>
            </a:r>
            <a:r>
              <a:rPr sz="2000" spc="85" dirty="0">
                <a:latin typeface="Arial MT"/>
                <a:cs typeface="Arial MT"/>
              </a:rPr>
              <a:t> </a:t>
            </a:r>
            <a:r>
              <a:rPr sz="2000" dirty="0">
                <a:latin typeface="Arial MT"/>
                <a:cs typeface="Arial MT"/>
              </a:rPr>
              <a:t>through</a:t>
            </a:r>
            <a:r>
              <a:rPr sz="2000" spc="80" dirty="0">
                <a:latin typeface="Arial MT"/>
                <a:cs typeface="Arial MT"/>
              </a:rPr>
              <a:t> </a:t>
            </a:r>
            <a:r>
              <a:rPr sz="2000" spc="-10" dirty="0">
                <a:latin typeface="Arial MT"/>
                <a:cs typeface="Arial MT"/>
              </a:rPr>
              <a:t>flexible </a:t>
            </a:r>
            <a:r>
              <a:rPr sz="2000" dirty="0">
                <a:latin typeface="Arial MT"/>
                <a:cs typeface="Arial MT"/>
              </a:rPr>
              <a:t>learning</a:t>
            </a:r>
            <a:r>
              <a:rPr sz="2000" spc="-85" dirty="0">
                <a:latin typeface="Arial MT"/>
                <a:cs typeface="Arial MT"/>
              </a:rPr>
              <a:t> </a:t>
            </a:r>
            <a:r>
              <a:rPr sz="2000" spc="-10" dirty="0">
                <a:latin typeface="Arial MT"/>
                <a:cs typeface="Arial MT"/>
              </a:rPr>
              <a:t>platforms.</a:t>
            </a:r>
            <a:endParaRPr sz="2000" dirty="0">
              <a:latin typeface="Arial MT"/>
              <a:cs typeface="Arial MT"/>
            </a:endParaRPr>
          </a:p>
          <a:p>
            <a:pPr marL="12700" marR="5080">
              <a:lnSpc>
                <a:spcPct val="150000"/>
              </a:lnSpc>
            </a:pPr>
            <a:r>
              <a:rPr sz="2000" b="1" u="sng" spc="65" dirty="0">
                <a:uFill>
                  <a:solidFill>
                    <a:srgbClr val="000000"/>
                  </a:solidFill>
                </a:uFill>
                <a:latin typeface="Arial"/>
                <a:cs typeface="Arial"/>
              </a:rPr>
              <a:t>Academic</a:t>
            </a:r>
            <a:r>
              <a:rPr sz="2000" b="1" u="sng" spc="125" dirty="0">
                <a:uFill>
                  <a:solidFill>
                    <a:srgbClr val="000000"/>
                  </a:solidFill>
                </a:uFill>
                <a:latin typeface="Arial"/>
                <a:cs typeface="Arial"/>
              </a:rPr>
              <a:t> </a:t>
            </a:r>
            <a:r>
              <a:rPr sz="2000" b="1" u="sng" spc="70" dirty="0">
                <a:uFill>
                  <a:solidFill>
                    <a:srgbClr val="000000"/>
                  </a:solidFill>
                </a:uFill>
                <a:latin typeface="Arial"/>
                <a:cs typeface="Arial"/>
              </a:rPr>
              <a:t>Agility:</a:t>
            </a:r>
            <a:r>
              <a:rPr sz="2000" b="1" u="sng" spc="210" dirty="0">
                <a:uFill>
                  <a:solidFill>
                    <a:srgbClr val="000000"/>
                  </a:solidFill>
                </a:uFill>
                <a:latin typeface="Arial"/>
                <a:cs typeface="Arial"/>
              </a:rPr>
              <a:t> </a:t>
            </a:r>
            <a:r>
              <a:rPr sz="2000" spc="65" dirty="0">
                <a:latin typeface="Arial MT"/>
                <a:cs typeface="Arial MT"/>
              </a:rPr>
              <a:t>Freedom</a:t>
            </a:r>
            <a:r>
              <a:rPr sz="2000" spc="200" dirty="0">
                <a:latin typeface="Arial MT"/>
                <a:cs typeface="Arial MT"/>
              </a:rPr>
              <a:t> </a:t>
            </a:r>
            <a:r>
              <a:rPr sz="2000" dirty="0">
                <a:latin typeface="Arial MT"/>
                <a:cs typeface="Arial MT"/>
              </a:rPr>
              <a:t>to</a:t>
            </a:r>
            <a:r>
              <a:rPr sz="2000" spc="204" dirty="0">
                <a:latin typeface="Arial MT"/>
                <a:cs typeface="Arial MT"/>
              </a:rPr>
              <a:t> </a:t>
            </a:r>
            <a:r>
              <a:rPr sz="2000" spc="65" dirty="0">
                <a:latin typeface="Arial MT"/>
                <a:cs typeface="Arial MT"/>
              </a:rPr>
              <a:t>choose</a:t>
            </a:r>
            <a:r>
              <a:rPr sz="2000" spc="204" dirty="0">
                <a:latin typeface="Arial MT"/>
                <a:cs typeface="Arial MT"/>
              </a:rPr>
              <a:t> </a:t>
            </a:r>
            <a:r>
              <a:rPr sz="2000" spc="50" dirty="0">
                <a:latin typeface="Arial MT"/>
                <a:cs typeface="Arial MT"/>
              </a:rPr>
              <a:t>and</a:t>
            </a:r>
            <a:r>
              <a:rPr sz="2000" spc="204" dirty="0">
                <a:latin typeface="Arial MT"/>
                <a:cs typeface="Arial MT"/>
              </a:rPr>
              <a:t> </a:t>
            </a:r>
            <a:r>
              <a:rPr sz="2000" spc="70" dirty="0">
                <a:latin typeface="Arial MT"/>
                <a:cs typeface="Arial MT"/>
              </a:rPr>
              <a:t>customize</a:t>
            </a:r>
            <a:r>
              <a:rPr sz="2000" spc="204" dirty="0">
                <a:latin typeface="Arial MT"/>
                <a:cs typeface="Arial MT"/>
              </a:rPr>
              <a:t> </a:t>
            </a:r>
            <a:r>
              <a:rPr sz="2000" spc="55" dirty="0">
                <a:latin typeface="Arial MT"/>
                <a:cs typeface="Arial MT"/>
              </a:rPr>
              <a:t>key</a:t>
            </a:r>
            <a:r>
              <a:rPr sz="2000" spc="210" dirty="0">
                <a:latin typeface="Arial MT"/>
                <a:cs typeface="Arial MT"/>
              </a:rPr>
              <a:t> </a:t>
            </a:r>
            <a:r>
              <a:rPr sz="2000" spc="70" dirty="0">
                <a:latin typeface="Arial MT"/>
                <a:cs typeface="Arial MT"/>
              </a:rPr>
              <a:t>academic</a:t>
            </a:r>
            <a:r>
              <a:rPr sz="2000" spc="220" dirty="0">
                <a:latin typeface="Arial MT"/>
                <a:cs typeface="Arial MT"/>
              </a:rPr>
              <a:t> </a:t>
            </a:r>
            <a:r>
              <a:rPr sz="2000" spc="65" dirty="0">
                <a:latin typeface="Arial MT"/>
                <a:cs typeface="Arial MT"/>
              </a:rPr>
              <a:t>areas</a:t>
            </a:r>
            <a:r>
              <a:rPr sz="2000" spc="220" dirty="0">
                <a:latin typeface="Arial MT"/>
                <a:cs typeface="Arial MT"/>
              </a:rPr>
              <a:t> </a:t>
            </a:r>
            <a:r>
              <a:rPr sz="2000" dirty="0">
                <a:latin typeface="Arial MT"/>
                <a:cs typeface="Arial MT"/>
              </a:rPr>
              <a:t>to</a:t>
            </a:r>
            <a:r>
              <a:rPr sz="2000" spc="210" dirty="0">
                <a:latin typeface="Arial MT"/>
                <a:cs typeface="Arial MT"/>
              </a:rPr>
              <a:t> </a:t>
            </a:r>
            <a:r>
              <a:rPr sz="2000" spc="60" dirty="0">
                <a:latin typeface="Arial MT"/>
                <a:cs typeface="Arial MT"/>
              </a:rPr>
              <a:t>match </a:t>
            </a:r>
            <a:r>
              <a:rPr sz="2000" dirty="0">
                <a:latin typeface="Arial MT"/>
                <a:cs typeface="Arial MT"/>
              </a:rPr>
              <a:t>students'</a:t>
            </a:r>
            <a:r>
              <a:rPr sz="2000" spc="-65" dirty="0">
                <a:latin typeface="Arial MT"/>
                <a:cs typeface="Arial MT"/>
              </a:rPr>
              <a:t> </a:t>
            </a:r>
            <a:r>
              <a:rPr sz="2000" spc="-10" dirty="0">
                <a:latin typeface="Arial MT"/>
                <a:cs typeface="Arial MT"/>
              </a:rPr>
              <a:t>aspirations.</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Real-World</a:t>
            </a:r>
            <a:r>
              <a:rPr sz="2000" b="1" u="sng" spc="200" dirty="0">
                <a:uFill>
                  <a:solidFill>
                    <a:srgbClr val="000000"/>
                  </a:solidFill>
                </a:uFill>
                <a:latin typeface="Arial"/>
                <a:cs typeface="Arial"/>
              </a:rPr>
              <a:t> </a:t>
            </a:r>
            <a:r>
              <a:rPr sz="2000" b="1" u="sng" dirty="0">
                <a:uFill>
                  <a:solidFill>
                    <a:srgbClr val="000000"/>
                  </a:solidFill>
                </a:uFill>
                <a:latin typeface="Arial"/>
                <a:cs typeface="Arial"/>
              </a:rPr>
              <a:t>Integration:</a:t>
            </a:r>
            <a:r>
              <a:rPr sz="2000" b="1" u="sng" spc="220" dirty="0">
                <a:uFill>
                  <a:solidFill>
                    <a:srgbClr val="000000"/>
                  </a:solidFill>
                </a:uFill>
                <a:latin typeface="Arial"/>
                <a:cs typeface="Arial"/>
              </a:rPr>
              <a:t> </a:t>
            </a:r>
            <a:r>
              <a:rPr sz="2000" dirty="0">
                <a:latin typeface="Arial MT"/>
                <a:cs typeface="Arial MT"/>
              </a:rPr>
              <a:t>Moving</a:t>
            </a:r>
            <a:r>
              <a:rPr sz="2000" spc="215" dirty="0">
                <a:latin typeface="Arial MT"/>
                <a:cs typeface="Arial MT"/>
              </a:rPr>
              <a:t> </a:t>
            </a:r>
            <a:r>
              <a:rPr sz="2000" dirty="0">
                <a:latin typeface="Arial MT"/>
                <a:cs typeface="Arial MT"/>
              </a:rPr>
              <a:t>beyond</a:t>
            </a:r>
            <a:r>
              <a:rPr sz="2000" spc="215" dirty="0">
                <a:latin typeface="Arial MT"/>
                <a:cs typeface="Arial MT"/>
              </a:rPr>
              <a:t> </a:t>
            </a:r>
            <a:r>
              <a:rPr sz="2000" dirty="0">
                <a:latin typeface="Arial MT"/>
                <a:cs typeface="Arial MT"/>
              </a:rPr>
              <a:t>traditional</a:t>
            </a:r>
            <a:r>
              <a:rPr sz="2000" spc="220" dirty="0">
                <a:latin typeface="Arial MT"/>
                <a:cs typeface="Arial MT"/>
              </a:rPr>
              <a:t> </a:t>
            </a:r>
            <a:r>
              <a:rPr sz="2000" dirty="0">
                <a:latin typeface="Arial MT"/>
                <a:cs typeface="Arial MT"/>
              </a:rPr>
              <a:t>pen-and-paper</a:t>
            </a:r>
            <a:r>
              <a:rPr sz="2000" spc="220" dirty="0">
                <a:latin typeface="Arial MT"/>
                <a:cs typeface="Arial MT"/>
              </a:rPr>
              <a:t> </a:t>
            </a:r>
            <a:r>
              <a:rPr sz="2000" dirty="0">
                <a:latin typeface="Arial MT"/>
                <a:cs typeface="Arial MT"/>
              </a:rPr>
              <a:t>methods</a:t>
            </a:r>
            <a:r>
              <a:rPr sz="2000" spc="220" dirty="0">
                <a:latin typeface="Arial MT"/>
                <a:cs typeface="Arial MT"/>
              </a:rPr>
              <a:t> </a:t>
            </a:r>
            <a:r>
              <a:rPr sz="2000" dirty="0">
                <a:latin typeface="Arial MT"/>
                <a:cs typeface="Arial MT"/>
              </a:rPr>
              <a:t>to</a:t>
            </a:r>
            <a:r>
              <a:rPr sz="2000" spc="215" dirty="0">
                <a:latin typeface="Arial MT"/>
                <a:cs typeface="Arial MT"/>
              </a:rPr>
              <a:t> </a:t>
            </a:r>
            <a:r>
              <a:rPr sz="2000" dirty="0">
                <a:latin typeface="Arial MT"/>
                <a:cs typeface="Arial MT"/>
              </a:rPr>
              <a:t>hands-</a:t>
            </a:r>
            <a:r>
              <a:rPr sz="2000" spc="-25" dirty="0">
                <a:latin typeface="Arial MT"/>
                <a:cs typeface="Arial MT"/>
              </a:rPr>
              <a:t>on, </a:t>
            </a:r>
            <a:r>
              <a:rPr sz="2000" dirty="0">
                <a:latin typeface="Arial MT"/>
                <a:cs typeface="Arial MT"/>
              </a:rPr>
              <a:t>practical</a:t>
            </a:r>
            <a:r>
              <a:rPr sz="2000" spc="-75" dirty="0">
                <a:latin typeface="Arial MT"/>
                <a:cs typeface="Arial MT"/>
              </a:rPr>
              <a:t> </a:t>
            </a:r>
            <a:r>
              <a:rPr sz="2000" spc="-10" dirty="0">
                <a:latin typeface="Arial MT"/>
                <a:cs typeface="Arial MT"/>
              </a:rPr>
              <a:t>learning.</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Experiential</a:t>
            </a:r>
            <a:r>
              <a:rPr sz="2000" b="1" u="sng" spc="270" dirty="0">
                <a:uFill>
                  <a:solidFill>
                    <a:srgbClr val="000000"/>
                  </a:solidFill>
                </a:uFill>
                <a:latin typeface="Arial"/>
                <a:cs typeface="Arial"/>
              </a:rPr>
              <a:t> </a:t>
            </a:r>
            <a:r>
              <a:rPr sz="2000" b="1" u="sng" dirty="0">
                <a:uFill>
                  <a:solidFill>
                    <a:srgbClr val="000000"/>
                  </a:solidFill>
                </a:uFill>
                <a:latin typeface="Arial"/>
                <a:cs typeface="Arial"/>
              </a:rPr>
              <a:t>Learning</a:t>
            </a:r>
            <a:r>
              <a:rPr sz="2000" b="1" u="sng" spc="265" dirty="0">
                <a:uFill>
                  <a:solidFill>
                    <a:srgbClr val="000000"/>
                  </a:solidFill>
                </a:uFill>
                <a:latin typeface="Arial"/>
                <a:cs typeface="Arial"/>
              </a:rPr>
              <a:t> </a:t>
            </a:r>
            <a:r>
              <a:rPr sz="2000" b="1" u="sng" dirty="0">
                <a:uFill>
                  <a:solidFill>
                    <a:srgbClr val="000000"/>
                  </a:solidFill>
                </a:uFill>
                <a:latin typeface="Arial"/>
                <a:cs typeface="Arial"/>
              </a:rPr>
              <a:t>Focus:</a:t>
            </a:r>
            <a:r>
              <a:rPr sz="2000" b="1" u="sng" spc="270" dirty="0">
                <a:uFill>
                  <a:solidFill>
                    <a:srgbClr val="000000"/>
                  </a:solidFill>
                </a:uFill>
                <a:latin typeface="Arial"/>
                <a:cs typeface="Arial"/>
              </a:rPr>
              <a:t> </a:t>
            </a:r>
            <a:r>
              <a:rPr sz="2000" dirty="0">
                <a:latin typeface="Arial MT"/>
                <a:cs typeface="Arial MT"/>
              </a:rPr>
              <a:t>Bridging</a:t>
            </a:r>
            <a:r>
              <a:rPr sz="2000" spc="265" dirty="0">
                <a:latin typeface="Arial MT"/>
                <a:cs typeface="Arial MT"/>
              </a:rPr>
              <a:t> </a:t>
            </a:r>
            <a:r>
              <a:rPr sz="2000" dirty="0">
                <a:latin typeface="Arial MT"/>
                <a:cs typeface="Arial MT"/>
              </a:rPr>
              <a:t>theory</a:t>
            </a:r>
            <a:r>
              <a:rPr sz="2000" spc="270" dirty="0">
                <a:latin typeface="Arial MT"/>
                <a:cs typeface="Arial MT"/>
              </a:rPr>
              <a:t> </a:t>
            </a:r>
            <a:r>
              <a:rPr sz="2000" dirty="0">
                <a:latin typeface="Arial MT"/>
                <a:cs typeface="Arial MT"/>
              </a:rPr>
              <a:t>with</a:t>
            </a:r>
            <a:r>
              <a:rPr sz="2000" spc="280" dirty="0">
                <a:latin typeface="Arial MT"/>
                <a:cs typeface="Arial MT"/>
              </a:rPr>
              <a:t> </a:t>
            </a:r>
            <a:r>
              <a:rPr sz="2000" dirty="0">
                <a:latin typeface="Arial MT"/>
                <a:cs typeface="Arial MT"/>
              </a:rPr>
              <a:t>real-world</a:t>
            </a:r>
            <a:r>
              <a:rPr sz="2000" spc="280" dirty="0">
                <a:latin typeface="Arial MT"/>
                <a:cs typeface="Arial MT"/>
              </a:rPr>
              <a:t> </a:t>
            </a:r>
            <a:r>
              <a:rPr sz="2000" dirty="0">
                <a:latin typeface="Arial MT"/>
                <a:cs typeface="Arial MT"/>
              </a:rPr>
              <a:t>practice</a:t>
            </a:r>
            <a:r>
              <a:rPr sz="2000" spc="275" dirty="0">
                <a:latin typeface="Arial MT"/>
                <a:cs typeface="Arial MT"/>
              </a:rPr>
              <a:t> </a:t>
            </a:r>
            <a:r>
              <a:rPr sz="2000" dirty="0">
                <a:latin typeface="Arial MT"/>
                <a:cs typeface="Arial MT"/>
              </a:rPr>
              <a:t>to</a:t>
            </a:r>
            <a:r>
              <a:rPr sz="2000" spc="280" dirty="0">
                <a:latin typeface="Arial MT"/>
                <a:cs typeface="Arial MT"/>
              </a:rPr>
              <a:t> </a:t>
            </a:r>
            <a:r>
              <a:rPr sz="2000" dirty="0">
                <a:latin typeface="Arial MT"/>
                <a:cs typeface="Arial MT"/>
              </a:rPr>
              <a:t>enhance</a:t>
            </a:r>
            <a:r>
              <a:rPr sz="2000" spc="275" dirty="0">
                <a:latin typeface="Arial MT"/>
                <a:cs typeface="Arial MT"/>
              </a:rPr>
              <a:t> </a:t>
            </a:r>
            <a:r>
              <a:rPr sz="2000" spc="-10" dirty="0">
                <a:latin typeface="Arial MT"/>
                <a:cs typeface="Arial MT"/>
              </a:rPr>
              <a:t>skills </a:t>
            </a:r>
            <a:r>
              <a:rPr sz="2000" dirty="0">
                <a:latin typeface="Arial MT"/>
                <a:cs typeface="Arial MT"/>
              </a:rPr>
              <a:t>and</a:t>
            </a:r>
            <a:r>
              <a:rPr sz="2000" spc="-40" dirty="0">
                <a:latin typeface="Arial MT"/>
                <a:cs typeface="Arial MT"/>
              </a:rPr>
              <a:t> </a:t>
            </a:r>
            <a:r>
              <a:rPr sz="2000" spc="-10" dirty="0">
                <a:latin typeface="Arial MT"/>
                <a:cs typeface="Arial MT"/>
              </a:rPr>
              <a:t>competencies.</a:t>
            </a:r>
            <a:endParaRPr sz="2000" dirty="0">
              <a:latin typeface="Arial MT"/>
              <a:cs typeface="Arial MT"/>
            </a:endParaRPr>
          </a:p>
          <a:p>
            <a:pPr marL="12700" marR="31750">
              <a:lnSpc>
                <a:spcPct val="150000"/>
              </a:lnSpc>
            </a:pPr>
            <a:r>
              <a:rPr sz="2000" b="1" u="sng" dirty="0">
                <a:uFill>
                  <a:solidFill>
                    <a:srgbClr val="000000"/>
                  </a:solidFill>
                </a:uFill>
                <a:latin typeface="Arial"/>
                <a:cs typeface="Arial"/>
              </a:rPr>
              <a:t>Holistic</a:t>
            </a:r>
            <a:r>
              <a:rPr sz="2000" b="1" u="sng" spc="-70" dirty="0">
                <a:uFill>
                  <a:solidFill>
                    <a:srgbClr val="000000"/>
                  </a:solidFill>
                </a:uFill>
                <a:latin typeface="Arial"/>
                <a:cs typeface="Arial"/>
              </a:rPr>
              <a:t> </a:t>
            </a:r>
            <a:r>
              <a:rPr sz="2000" b="1" u="sng" dirty="0">
                <a:uFill>
                  <a:solidFill>
                    <a:srgbClr val="000000"/>
                  </a:solidFill>
                </a:uFill>
                <a:latin typeface="Arial"/>
                <a:cs typeface="Arial"/>
              </a:rPr>
              <a:t>Development:</a:t>
            </a:r>
            <a:r>
              <a:rPr sz="2000" b="1" u="sng" spc="-60" dirty="0">
                <a:uFill>
                  <a:solidFill>
                    <a:srgbClr val="000000"/>
                  </a:solidFill>
                </a:uFill>
                <a:latin typeface="Arial"/>
                <a:cs typeface="Arial"/>
              </a:rPr>
              <a:t> </a:t>
            </a:r>
            <a:r>
              <a:rPr sz="2000" dirty="0">
                <a:latin typeface="Arial MT"/>
                <a:cs typeface="Arial MT"/>
              </a:rPr>
              <a:t>Fostering</a:t>
            </a:r>
            <a:r>
              <a:rPr sz="2000" spc="-70" dirty="0">
                <a:latin typeface="Arial MT"/>
                <a:cs typeface="Arial MT"/>
              </a:rPr>
              <a:t> </a:t>
            </a:r>
            <a:r>
              <a:rPr sz="2000" dirty="0">
                <a:latin typeface="Arial MT"/>
                <a:cs typeface="Arial MT"/>
              </a:rPr>
              <a:t>intellectual,</a:t>
            </a:r>
            <a:r>
              <a:rPr sz="2000" spc="-60" dirty="0">
                <a:latin typeface="Arial MT"/>
                <a:cs typeface="Arial MT"/>
              </a:rPr>
              <a:t> </a:t>
            </a:r>
            <a:r>
              <a:rPr sz="2000" dirty="0">
                <a:latin typeface="Arial MT"/>
                <a:cs typeface="Arial MT"/>
              </a:rPr>
              <a:t>emotional,</a:t>
            </a:r>
            <a:r>
              <a:rPr sz="2000" spc="-65" dirty="0">
                <a:latin typeface="Arial MT"/>
                <a:cs typeface="Arial MT"/>
              </a:rPr>
              <a:t> </a:t>
            </a:r>
            <a:r>
              <a:rPr sz="2000" dirty="0">
                <a:latin typeface="Arial MT"/>
                <a:cs typeface="Arial MT"/>
              </a:rPr>
              <a:t>and</a:t>
            </a:r>
            <a:r>
              <a:rPr sz="2000" spc="-65" dirty="0">
                <a:latin typeface="Arial MT"/>
                <a:cs typeface="Arial MT"/>
              </a:rPr>
              <a:t> </a:t>
            </a:r>
            <a:r>
              <a:rPr sz="2000" dirty="0">
                <a:latin typeface="Arial MT"/>
                <a:cs typeface="Arial MT"/>
              </a:rPr>
              <a:t>social</a:t>
            </a:r>
            <a:r>
              <a:rPr sz="2000" spc="-65" dirty="0">
                <a:latin typeface="Arial MT"/>
                <a:cs typeface="Arial MT"/>
              </a:rPr>
              <a:t> </a:t>
            </a:r>
            <a:r>
              <a:rPr sz="2000" dirty="0">
                <a:latin typeface="Arial MT"/>
                <a:cs typeface="Arial MT"/>
              </a:rPr>
              <a:t>growth</a:t>
            </a:r>
            <a:r>
              <a:rPr sz="2000" spc="-65" dirty="0">
                <a:latin typeface="Arial MT"/>
                <a:cs typeface="Arial MT"/>
              </a:rPr>
              <a:t> </a:t>
            </a:r>
            <a:r>
              <a:rPr sz="2000" dirty="0">
                <a:latin typeface="Arial MT"/>
                <a:cs typeface="Arial MT"/>
              </a:rPr>
              <a:t>for</a:t>
            </a:r>
            <a:r>
              <a:rPr sz="2000" spc="-65" dirty="0">
                <a:latin typeface="Arial MT"/>
                <a:cs typeface="Arial MT"/>
              </a:rPr>
              <a:t> </a:t>
            </a:r>
            <a:r>
              <a:rPr sz="2000" spc="-20" dirty="0">
                <a:latin typeface="Arial MT"/>
                <a:cs typeface="Arial MT"/>
              </a:rPr>
              <a:t>well-</a:t>
            </a:r>
            <a:r>
              <a:rPr sz="2000" spc="-10" dirty="0">
                <a:latin typeface="Arial MT"/>
                <a:cs typeface="Arial MT"/>
              </a:rPr>
              <a:t>rounded graduates.</a:t>
            </a:r>
            <a:endParaRPr sz="2000" dirty="0">
              <a:latin typeface="Arial MT"/>
              <a:cs typeface="Arial M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17650" y="525146"/>
            <a:ext cx="9150350" cy="611568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1705" y="1415600"/>
            <a:ext cx="5175885" cy="863697"/>
          </a:xfrm>
          <a:prstGeom prst="rect">
            <a:avLst/>
          </a:prstGeom>
        </p:spPr>
        <p:txBody>
          <a:bodyPr vert="horz" wrap="square" lIns="0" tIns="55244" rIns="0" bIns="0" rtlCol="0">
            <a:spAutoFit/>
          </a:bodyPr>
          <a:lstStyle/>
          <a:p>
            <a:pPr marL="12700">
              <a:spcBef>
                <a:spcPts val="434"/>
              </a:spcBef>
            </a:pPr>
            <a:r>
              <a:rPr b="1" dirty="0">
                <a:latin typeface="Segoe UI"/>
                <a:cs typeface="Segoe UI"/>
              </a:rPr>
              <a:t>Step</a:t>
            </a:r>
            <a:r>
              <a:rPr b="1" spc="-45" dirty="0">
                <a:latin typeface="Segoe UI"/>
                <a:cs typeface="Segoe UI"/>
              </a:rPr>
              <a:t> </a:t>
            </a:r>
            <a:r>
              <a:rPr b="1" dirty="0">
                <a:latin typeface="Segoe UI"/>
                <a:cs typeface="Segoe UI"/>
              </a:rPr>
              <a:t>2:</a:t>
            </a:r>
            <a:r>
              <a:rPr b="1" spc="-35" dirty="0">
                <a:latin typeface="Segoe UI"/>
                <a:cs typeface="Segoe UI"/>
              </a:rPr>
              <a:t> </a:t>
            </a:r>
            <a:r>
              <a:rPr b="1" dirty="0">
                <a:latin typeface="Segoe UI"/>
                <a:cs typeface="Segoe UI"/>
              </a:rPr>
              <a:t>Choose</a:t>
            </a:r>
            <a:r>
              <a:rPr b="1" spc="-40" dirty="0">
                <a:latin typeface="Segoe UI"/>
                <a:cs typeface="Segoe UI"/>
              </a:rPr>
              <a:t> </a:t>
            </a:r>
            <a:r>
              <a:rPr b="1" dirty="0">
                <a:latin typeface="Segoe UI"/>
                <a:cs typeface="Segoe UI"/>
              </a:rPr>
              <a:t>a</a:t>
            </a:r>
            <a:r>
              <a:rPr b="1" spc="-40" dirty="0">
                <a:latin typeface="Segoe UI"/>
                <a:cs typeface="Segoe UI"/>
              </a:rPr>
              <a:t> </a:t>
            </a:r>
            <a:r>
              <a:rPr b="1" spc="-10" dirty="0">
                <a:latin typeface="Segoe UI"/>
                <a:cs typeface="Segoe UI"/>
              </a:rPr>
              <a:t>Category</a:t>
            </a:r>
            <a:endParaRPr>
              <a:latin typeface="Segoe UI"/>
              <a:cs typeface="Segoe UI"/>
            </a:endParaRPr>
          </a:p>
          <a:p>
            <a:pPr marL="469900">
              <a:spcBef>
                <a:spcPts val="295"/>
              </a:spcBef>
            </a:pPr>
            <a:r>
              <a:rPr sz="1600" b="1" dirty="0">
                <a:latin typeface="Segoe UI"/>
                <a:cs typeface="Segoe UI"/>
              </a:rPr>
              <a:t>Select</a:t>
            </a:r>
            <a:r>
              <a:rPr sz="1600" b="1" spc="-20" dirty="0">
                <a:latin typeface="Segoe UI"/>
                <a:cs typeface="Segoe UI"/>
              </a:rPr>
              <a:t> </a:t>
            </a:r>
            <a:r>
              <a:rPr sz="1600" b="1" dirty="0">
                <a:latin typeface="Segoe UI"/>
                <a:cs typeface="Segoe UI"/>
              </a:rPr>
              <a:t>the</a:t>
            </a:r>
            <a:r>
              <a:rPr sz="1600" b="1" spc="-15" dirty="0">
                <a:latin typeface="Segoe UI"/>
                <a:cs typeface="Segoe UI"/>
              </a:rPr>
              <a:t> </a:t>
            </a:r>
            <a:r>
              <a:rPr sz="1600" b="1" dirty="0">
                <a:latin typeface="Segoe UI"/>
                <a:cs typeface="Segoe UI"/>
              </a:rPr>
              <a:t>category</a:t>
            </a:r>
            <a:r>
              <a:rPr sz="1600" b="1" spc="-20" dirty="0">
                <a:latin typeface="Segoe UI"/>
                <a:cs typeface="Segoe UI"/>
              </a:rPr>
              <a:t> </a:t>
            </a:r>
            <a:r>
              <a:rPr sz="1600" b="1" dirty="0">
                <a:latin typeface="Segoe UI"/>
                <a:cs typeface="Segoe UI"/>
              </a:rPr>
              <a:t>for</a:t>
            </a:r>
            <a:r>
              <a:rPr sz="1600" b="1" spc="-20" dirty="0">
                <a:latin typeface="Segoe UI"/>
                <a:cs typeface="Segoe UI"/>
              </a:rPr>
              <a:t> </a:t>
            </a:r>
            <a:r>
              <a:rPr sz="1600" b="1" dirty="0">
                <a:latin typeface="Segoe UI"/>
                <a:cs typeface="Segoe UI"/>
              </a:rPr>
              <a:t>which</a:t>
            </a:r>
            <a:r>
              <a:rPr sz="1600" b="1" spc="-15" dirty="0">
                <a:latin typeface="Segoe UI"/>
                <a:cs typeface="Segoe UI"/>
              </a:rPr>
              <a:t> </a:t>
            </a:r>
            <a:r>
              <a:rPr sz="1600" b="1" dirty="0">
                <a:latin typeface="Segoe UI"/>
                <a:cs typeface="Segoe UI"/>
              </a:rPr>
              <a:t>you</a:t>
            </a:r>
            <a:r>
              <a:rPr sz="1600" b="1" spc="-20" dirty="0">
                <a:latin typeface="Segoe UI"/>
                <a:cs typeface="Segoe UI"/>
              </a:rPr>
              <a:t> </a:t>
            </a:r>
            <a:r>
              <a:rPr sz="1600" b="1" dirty="0">
                <a:latin typeface="Segoe UI"/>
                <a:cs typeface="Segoe UI"/>
              </a:rPr>
              <a:t>want</a:t>
            </a:r>
            <a:r>
              <a:rPr sz="1600" b="1" spc="-15" dirty="0">
                <a:latin typeface="Segoe UI"/>
                <a:cs typeface="Segoe UI"/>
              </a:rPr>
              <a:t> </a:t>
            </a:r>
            <a:r>
              <a:rPr sz="1600" b="1" dirty="0">
                <a:latin typeface="Segoe UI"/>
                <a:cs typeface="Segoe UI"/>
              </a:rPr>
              <a:t>to</a:t>
            </a:r>
            <a:r>
              <a:rPr sz="1600" b="1" spc="-20" dirty="0">
                <a:latin typeface="Segoe UI"/>
                <a:cs typeface="Segoe UI"/>
              </a:rPr>
              <a:t> </a:t>
            </a:r>
            <a:r>
              <a:rPr sz="1600" b="1" dirty="0">
                <a:latin typeface="Segoe UI"/>
                <a:cs typeface="Segoe UI"/>
              </a:rPr>
              <a:t>submit</a:t>
            </a:r>
            <a:r>
              <a:rPr sz="1600" b="1" spc="-15" dirty="0">
                <a:latin typeface="Segoe UI"/>
                <a:cs typeface="Segoe UI"/>
              </a:rPr>
              <a:t> </a:t>
            </a:r>
            <a:r>
              <a:rPr sz="1600" b="1" dirty="0">
                <a:latin typeface="Segoe UI"/>
                <a:cs typeface="Segoe UI"/>
              </a:rPr>
              <a:t>your</a:t>
            </a:r>
            <a:r>
              <a:rPr sz="1600" b="1" spc="-20" dirty="0">
                <a:latin typeface="Segoe UI"/>
                <a:cs typeface="Segoe UI"/>
              </a:rPr>
              <a:t> </a:t>
            </a:r>
            <a:r>
              <a:rPr sz="1600" b="1" spc="-10" dirty="0">
                <a:latin typeface="Segoe UI"/>
                <a:cs typeface="Segoe UI"/>
              </a:rPr>
              <a:t>nomination.</a:t>
            </a:r>
            <a:endParaRPr sz="1600">
              <a:latin typeface="Segoe UI"/>
              <a:cs typeface="Segoe UI"/>
            </a:endParaRPr>
          </a:p>
        </p:txBody>
      </p:sp>
      <p:grpSp>
        <p:nvGrpSpPr>
          <p:cNvPr id="3" name="object 3"/>
          <p:cNvGrpSpPr/>
          <p:nvPr/>
        </p:nvGrpSpPr>
        <p:grpSpPr>
          <a:xfrm>
            <a:off x="1774318" y="2769107"/>
            <a:ext cx="8502015" cy="3558540"/>
            <a:chOff x="333756" y="2769107"/>
            <a:chExt cx="11336020" cy="3558540"/>
          </a:xfrm>
        </p:grpSpPr>
        <p:sp>
          <p:nvSpPr>
            <p:cNvPr id="4" name="object 4"/>
            <p:cNvSpPr/>
            <p:nvPr/>
          </p:nvSpPr>
          <p:spPr>
            <a:xfrm>
              <a:off x="4417695" y="4601844"/>
              <a:ext cx="1830070" cy="643255"/>
            </a:xfrm>
            <a:custGeom>
              <a:avLst/>
              <a:gdLst/>
              <a:ahLst/>
              <a:cxnLst/>
              <a:rect l="l" t="t" r="r" b="b"/>
              <a:pathLst>
                <a:path w="1830070" h="643254">
                  <a:moveTo>
                    <a:pt x="1830069" y="643254"/>
                  </a:moveTo>
                  <a:lnTo>
                    <a:pt x="0" y="643254"/>
                  </a:lnTo>
                  <a:lnTo>
                    <a:pt x="0" y="0"/>
                  </a:lnTo>
                  <a:lnTo>
                    <a:pt x="1830069" y="0"/>
                  </a:lnTo>
                  <a:lnTo>
                    <a:pt x="1830069" y="28575"/>
                  </a:lnTo>
                  <a:lnTo>
                    <a:pt x="57150" y="28575"/>
                  </a:lnTo>
                  <a:lnTo>
                    <a:pt x="28575" y="57150"/>
                  </a:lnTo>
                  <a:lnTo>
                    <a:pt x="57150" y="57150"/>
                  </a:lnTo>
                  <a:lnTo>
                    <a:pt x="57150" y="586104"/>
                  </a:lnTo>
                  <a:lnTo>
                    <a:pt x="28575" y="586104"/>
                  </a:lnTo>
                  <a:lnTo>
                    <a:pt x="57150" y="614679"/>
                  </a:lnTo>
                  <a:lnTo>
                    <a:pt x="1830069" y="614679"/>
                  </a:lnTo>
                  <a:lnTo>
                    <a:pt x="1830069" y="643254"/>
                  </a:lnTo>
                  <a:close/>
                </a:path>
                <a:path w="1830070" h="643254">
                  <a:moveTo>
                    <a:pt x="57150" y="57150"/>
                  </a:moveTo>
                  <a:lnTo>
                    <a:pt x="28575" y="57150"/>
                  </a:lnTo>
                  <a:lnTo>
                    <a:pt x="57150" y="28575"/>
                  </a:lnTo>
                  <a:lnTo>
                    <a:pt x="57150" y="57150"/>
                  </a:lnTo>
                  <a:close/>
                </a:path>
                <a:path w="1830070" h="643254">
                  <a:moveTo>
                    <a:pt x="1772919" y="57150"/>
                  </a:moveTo>
                  <a:lnTo>
                    <a:pt x="57150" y="57150"/>
                  </a:lnTo>
                  <a:lnTo>
                    <a:pt x="57150" y="28575"/>
                  </a:lnTo>
                  <a:lnTo>
                    <a:pt x="1772919" y="28575"/>
                  </a:lnTo>
                  <a:lnTo>
                    <a:pt x="1772919" y="57150"/>
                  </a:lnTo>
                  <a:close/>
                </a:path>
                <a:path w="1830070" h="643254">
                  <a:moveTo>
                    <a:pt x="1772919" y="614679"/>
                  </a:moveTo>
                  <a:lnTo>
                    <a:pt x="1772919" y="28575"/>
                  </a:lnTo>
                  <a:lnTo>
                    <a:pt x="1801494" y="57150"/>
                  </a:lnTo>
                  <a:lnTo>
                    <a:pt x="1830069" y="57150"/>
                  </a:lnTo>
                  <a:lnTo>
                    <a:pt x="1830069" y="586104"/>
                  </a:lnTo>
                  <a:lnTo>
                    <a:pt x="1801494" y="586104"/>
                  </a:lnTo>
                  <a:lnTo>
                    <a:pt x="1772919" y="614679"/>
                  </a:lnTo>
                  <a:close/>
                </a:path>
                <a:path w="1830070" h="643254">
                  <a:moveTo>
                    <a:pt x="1830069" y="57150"/>
                  </a:moveTo>
                  <a:lnTo>
                    <a:pt x="1801494" y="57150"/>
                  </a:lnTo>
                  <a:lnTo>
                    <a:pt x="1772919" y="28575"/>
                  </a:lnTo>
                  <a:lnTo>
                    <a:pt x="1830069" y="28575"/>
                  </a:lnTo>
                  <a:lnTo>
                    <a:pt x="1830069" y="57150"/>
                  </a:lnTo>
                  <a:close/>
                </a:path>
                <a:path w="1830070" h="643254">
                  <a:moveTo>
                    <a:pt x="57150" y="614679"/>
                  </a:moveTo>
                  <a:lnTo>
                    <a:pt x="28575" y="586104"/>
                  </a:lnTo>
                  <a:lnTo>
                    <a:pt x="57150" y="586104"/>
                  </a:lnTo>
                  <a:lnTo>
                    <a:pt x="57150" y="614679"/>
                  </a:lnTo>
                  <a:close/>
                </a:path>
                <a:path w="1830070" h="643254">
                  <a:moveTo>
                    <a:pt x="1772919" y="614679"/>
                  </a:moveTo>
                  <a:lnTo>
                    <a:pt x="57150" y="614679"/>
                  </a:lnTo>
                  <a:lnTo>
                    <a:pt x="57150" y="586104"/>
                  </a:lnTo>
                  <a:lnTo>
                    <a:pt x="1772919" y="586104"/>
                  </a:lnTo>
                  <a:lnTo>
                    <a:pt x="1772919" y="614679"/>
                  </a:lnTo>
                  <a:close/>
                </a:path>
                <a:path w="1830070" h="643254">
                  <a:moveTo>
                    <a:pt x="1830069" y="614679"/>
                  </a:moveTo>
                  <a:lnTo>
                    <a:pt x="1772919" y="614679"/>
                  </a:lnTo>
                  <a:lnTo>
                    <a:pt x="1801494" y="586104"/>
                  </a:lnTo>
                  <a:lnTo>
                    <a:pt x="1830069" y="586104"/>
                  </a:lnTo>
                  <a:lnTo>
                    <a:pt x="1830069" y="614679"/>
                  </a:lnTo>
                  <a:close/>
                </a:path>
              </a:pathLst>
            </a:custGeom>
            <a:solidFill>
              <a:srgbClr val="FF0000"/>
            </a:solidFill>
          </p:spPr>
          <p:txBody>
            <a:bodyPr wrap="square" lIns="0" tIns="0" rIns="0" bIns="0" rtlCol="0"/>
            <a:lstStyle/>
            <a:p>
              <a:endParaRPr/>
            </a:p>
          </p:txBody>
        </p:sp>
        <p:pic>
          <p:nvPicPr>
            <p:cNvPr id="5" name="object 5"/>
            <p:cNvPicPr/>
            <p:nvPr/>
          </p:nvPicPr>
          <p:blipFill>
            <a:blip r:embed="rId2" cstate="print"/>
            <a:stretch>
              <a:fillRect/>
            </a:stretch>
          </p:blipFill>
          <p:spPr>
            <a:xfrm>
              <a:off x="333756" y="2769107"/>
              <a:ext cx="11335512" cy="3558540"/>
            </a:xfrm>
            <a:prstGeom prst="rect">
              <a:avLst/>
            </a:prstGeom>
          </p:spPr>
        </p:pic>
        <p:sp>
          <p:nvSpPr>
            <p:cNvPr id="6" name="object 6"/>
            <p:cNvSpPr/>
            <p:nvPr/>
          </p:nvSpPr>
          <p:spPr>
            <a:xfrm>
              <a:off x="4159250" y="2837814"/>
              <a:ext cx="3818890" cy="3289300"/>
            </a:xfrm>
            <a:custGeom>
              <a:avLst/>
              <a:gdLst/>
              <a:ahLst/>
              <a:cxnLst/>
              <a:rect l="l" t="t" r="r" b="b"/>
              <a:pathLst>
                <a:path w="3818890" h="3289300">
                  <a:moveTo>
                    <a:pt x="3384372" y="12700"/>
                  </a:moveTo>
                  <a:lnTo>
                    <a:pt x="434517" y="12700"/>
                  </a:lnTo>
                  <a:lnTo>
                    <a:pt x="448157" y="0"/>
                  </a:lnTo>
                  <a:lnTo>
                    <a:pt x="3370732" y="0"/>
                  </a:lnTo>
                  <a:lnTo>
                    <a:pt x="3384372" y="12700"/>
                  </a:lnTo>
                  <a:close/>
                </a:path>
                <a:path w="3818890" h="3289300">
                  <a:moveTo>
                    <a:pt x="3437648" y="25400"/>
                  </a:moveTo>
                  <a:lnTo>
                    <a:pt x="381241" y="25400"/>
                  </a:lnTo>
                  <a:lnTo>
                    <a:pt x="394360" y="12700"/>
                  </a:lnTo>
                  <a:lnTo>
                    <a:pt x="3424529" y="12700"/>
                  </a:lnTo>
                  <a:lnTo>
                    <a:pt x="3437648" y="25400"/>
                  </a:lnTo>
                  <a:close/>
                </a:path>
                <a:path w="3818890" h="3289300">
                  <a:moveTo>
                    <a:pt x="3463442" y="38100"/>
                  </a:moveTo>
                  <a:lnTo>
                    <a:pt x="355447" y="38100"/>
                  </a:lnTo>
                  <a:lnTo>
                    <a:pt x="368274" y="25400"/>
                  </a:lnTo>
                  <a:lnTo>
                    <a:pt x="3450615" y="25400"/>
                  </a:lnTo>
                  <a:lnTo>
                    <a:pt x="3463442" y="38100"/>
                  </a:lnTo>
                  <a:close/>
                </a:path>
                <a:path w="3818890" h="3289300">
                  <a:moveTo>
                    <a:pt x="442849" y="50800"/>
                  </a:moveTo>
                  <a:lnTo>
                    <a:pt x="317906" y="50800"/>
                  </a:lnTo>
                  <a:lnTo>
                    <a:pt x="330263" y="38100"/>
                  </a:lnTo>
                  <a:lnTo>
                    <a:pt x="456031" y="38100"/>
                  </a:lnTo>
                  <a:lnTo>
                    <a:pt x="442849" y="50800"/>
                  </a:lnTo>
                  <a:close/>
                </a:path>
                <a:path w="3818890" h="3289300">
                  <a:moveTo>
                    <a:pt x="3500983" y="50800"/>
                  </a:moveTo>
                  <a:lnTo>
                    <a:pt x="3376041" y="50800"/>
                  </a:lnTo>
                  <a:lnTo>
                    <a:pt x="3362858" y="38100"/>
                  </a:lnTo>
                  <a:lnTo>
                    <a:pt x="3488626" y="38100"/>
                  </a:lnTo>
                  <a:lnTo>
                    <a:pt x="3500983" y="50800"/>
                  </a:lnTo>
                  <a:close/>
                </a:path>
                <a:path w="3818890" h="3289300">
                  <a:moveTo>
                    <a:pt x="393230" y="63500"/>
                  </a:moveTo>
                  <a:lnTo>
                    <a:pt x="293712" y="63500"/>
                  </a:lnTo>
                  <a:lnTo>
                    <a:pt x="305727" y="50800"/>
                  </a:lnTo>
                  <a:lnTo>
                    <a:pt x="405891" y="50800"/>
                  </a:lnTo>
                  <a:lnTo>
                    <a:pt x="393230" y="63500"/>
                  </a:lnTo>
                  <a:close/>
                </a:path>
                <a:path w="3818890" h="3289300">
                  <a:moveTo>
                    <a:pt x="3525177" y="63500"/>
                  </a:moveTo>
                  <a:lnTo>
                    <a:pt x="3425659" y="63500"/>
                  </a:lnTo>
                  <a:lnTo>
                    <a:pt x="3412998" y="50800"/>
                  </a:lnTo>
                  <a:lnTo>
                    <a:pt x="3513162" y="50800"/>
                  </a:lnTo>
                  <a:lnTo>
                    <a:pt x="3525177" y="63500"/>
                  </a:lnTo>
                  <a:close/>
                </a:path>
                <a:path w="3818890" h="3289300">
                  <a:moveTo>
                    <a:pt x="357403" y="76200"/>
                  </a:moveTo>
                  <a:lnTo>
                    <a:pt x="270205" y="76200"/>
                  </a:lnTo>
                  <a:lnTo>
                    <a:pt x="281863" y="63500"/>
                  </a:lnTo>
                  <a:lnTo>
                    <a:pt x="369646" y="63500"/>
                  </a:lnTo>
                  <a:lnTo>
                    <a:pt x="357403" y="76200"/>
                  </a:lnTo>
                  <a:close/>
                </a:path>
                <a:path w="3818890" h="3289300">
                  <a:moveTo>
                    <a:pt x="3548684" y="76200"/>
                  </a:moveTo>
                  <a:lnTo>
                    <a:pt x="3461486" y="76200"/>
                  </a:lnTo>
                  <a:lnTo>
                    <a:pt x="3449243" y="63500"/>
                  </a:lnTo>
                  <a:lnTo>
                    <a:pt x="3537026" y="63500"/>
                  </a:lnTo>
                  <a:lnTo>
                    <a:pt x="3548684" y="76200"/>
                  </a:lnTo>
                  <a:close/>
                </a:path>
                <a:path w="3818890" h="3289300">
                  <a:moveTo>
                    <a:pt x="300659" y="101600"/>
                  </a:moveTo>
                  <a:lnTo>
                    <a:pt x="236334" y="101600"/>
                  </a:lnTo>
                  <a:lnTo>
                    <a:pt x="247434" y="88900"/>
                  </a:lnTo>
                  <a:lnTo>
                    <a:pt x="258724" y="76200"/>
                  </a:lnTo>
                  <a:lnTo>
                    <a:pt x="346176" y="76200"/>
                  </a:lnTo>
                  <a:lnTo>
                    <a:pt x="334238" y="88900"/>
                  </a:lnTo>
                  <a:lnTo>
                    <a:pt x="312102" y="88900"/>
                  </a:lnTo>
                  <a:lnTo>
                    <a:pt x="300659" y="101600"/>
                  </a:lnTo>
                  <a:close/>
                </a:path>
                <a:path w="3818890" h="3289300">
                  <a:moveTo>
                    <a:pt x="3582555" y="101600"/>
                  </a:moveTo>
                  <a:lnTo>
                    <a:pt x="3518230" y="101600"/>
                  </a:lnTo>
                  <a:lnTo>
                    <a:pt x="3506787" y="88900"/>
                  </a:lnTo>
                  <a:lnTo>
                    <a:pt x="3484651" y="88900"/>
                  </a:lnTo>
                  <a:lnTo>
                    <a:pt x="3472713" y="76200"/>
                  </a:lnTo>
                  <a:lnTo>
                    <a:pt x="3560165" y="76200"/>
                  </a:lnTo>
                  <a:lnTo>
                    <a:pt x="3571455" y="88900"/>
                  </a:lnTo>
                  <a:lnTo>
                    <a:pt x="3582555" y="101600"/>
                  </a:lnTo>
                  <a:close/>
                </a:path>
                <a:path w="3818890" h="3289300">
                  <a:moveTo>
                    <a:pt x="268566" y="127000"/>
                  </a:moveTo>
                  <a:lnTo>
                    <a:pt x="204228" y="127000"/>
                  </a:lnTo>
                  <a:lnTo>
                    <a:pt x="214731" y="114300"/>
                  </a:lnTo>
                  <a:lnTo>
                    <a:pt x="225425" y="101600"/>
                  </a:lnTo>
                  <a:lnTo>
                    <a:pt x="290182" y="101600"/>
                  </a:lnTo>
                  <a:lnTo>
                    <a:pt x="279095" y="114300"/>
                  </a:lnTo>
                  <a:lnTo>
                    <a:pt x="279476" y="114300"/>
                  </a:lnTo>
                  <a:lnTo>
                    <a:pt x="268566" y="127000"/>
                  </a:lnTo>
                  <a:close/>
                </a:path>
                <a:path w="3818890" h="3289300">
                  <a:moveTo>
                    <a:pt x="3614661" y="127000"/>
                  </a:moveTo>
                  <a:lnTo>
                    <a:pt x="3550323" y="127000"/>
                  </a:lnTo>
                  <a:lnTo>
                    <a:pt x="3539413" y="114300"/>
                  </a:lnTo>
                  <a:lnTo>
                    <a:pt x="3539794" y="114300"/>
                  </a:lnTo>
                  <a:lnTo>
                    <a:pt x="3528707" y="101600"/>
                  </a:lnTo>
                  <a:lnTo>
                    <a:pt x="3593465" y="101600"/>
                  </a:lnTo>
                  <a:lnTo>
                    <a:pt x="3604158" y="114300"/>
                  </a:lnTo>
                  <a:lnTo>
                    <a:pt x="3614661" y="127000"/>
                  </a:lnTo>
                  <a:close/>
                </a:path>
                <a:path w="3818890" h="3289300">
                  <a:moveTo>
                    <a:pt x="228307" y="152400"/>
                  </a:moveTo>
                  <a:lnTo>
                    <a:pt x="174015" y="152400"/>
                  </a:lnTo>
                  <a:lnTo>
                    <a:pt x="183870" y="139700"/>
                  </a:lnTo>
                  <a:lnTo>
                    <a:pt x="193941" y="127000"/>
                  </a:lnTo>
                  <a:lnTo>
                    <a:pt x="258597" y="127000"/>
                  </a:lnTo>
                  <a:lnTo>
                    <a:pt x="248069" y="139700"/>
                  </a:lnTo>
                  <a:lnTo>
                    <a:pt x="238455" y="139700"/>
                  </a:lnTo>
                  <a:lnTo>
                    <a:pt x="228307" y="152400"/>
                  </a:lnTo>
                  <a:close/>
                </a:path>
                <a:path w="3818890" h="3289300">
                  <a:moveTo>
                    <a:pt x="3644874" y="152400"/>
                  </a:moveTo>
                  <a:lnTo>
                    <a:pt x="3590582" y="152400"/>
                  </a:lnTo>
                  <a:lnTo>
                    <a:pt x="3580434" y="139700"/>
                  </a:lnTo>
                  <a:lnTo>
                    <a:pt x="3570820" y="139700"/>
                  </a:lnTo>
                  <a:lnTo>
                    <a:pt x="3560292" y="127000"/>
                  </a:lnTo>
                  <a:lnTo>
                    <a:pt x="3624948" y="127000"/>
                  </a:lnTo>
                  <a:lnTo>
                    <a:pt x="3635019" y="139700"/>
                  </a:lnTo>
                  <a:lnTo>
                    <a:pt x="3644874" y="152400"/>
                  </a:lnTo>
                  <a:close/>
                </a:path>
                <a:path w="3818890" h="3289300">
                  <a:moveTo>
                    <a:pt x="173850" y="203200"/>
                  </a:moveTo>
                  <a:lnTo>
                    <a:pt x="128168" y="203200"/>
                  </a:lnTo>
                  <a:lnTo>
                    <a:pt x="136867" y="190500"/>
                  </a:lnTo>
                  <a:lnTo>
                    <a:pt x="145808" y="177800"/>
                  </a:lnTo>
                  <a:lnTo>
                    <a:pt x="154978" y="165100"/>
                  </a:lnTo>
                  <a:lnTo>
                    <a:pt x="164388" y="152400"/>
                  </a:lnTo>
                  <a:lnTo>
                    <a:pt x="228663" y="152400"/>
                  </a:lnTo>
                  <a:lnTo>
                    <a:pt x="218719" y="165100"/>
                  </a:lnTo>
                  <a:lnTo>
                    <a:pt x="209664" y="165100"/>
                  </a:lnTo>
                  <a:lnTo>
                    <a:pt x="200139" y="177800"/>
                  </a:lnTo>
                  <a:lnTo>
                    <a:pt x="200469" y="177800"/>
                  </a:lnTo>
                  <a:lnTo>
                    <a:pt x="191160" y="190500"/>
                  </a:lnTo>
                  <a:lnTo>
                    <a:pt x="182714" y="190500"/>
                  </a:lnTo>
                  <a:lnTo>
                    <a:pt x="173850" y="203200"/>
                  </a:lnTo>
                  <a:close/>
                </a:path>
                <a:path w="3818890" h="3289300">
                  <a:moveTo>
                    <a:pt x="3690721" y="203200"/>
                  </a:moveTo>
                  <a:lnTo>
                    <a:pt x="3645039" y="203200"/>
                  </a:lnTo>
                  <a:lnTo>
                    <a:pt x="3636175" y="190500"/>
                  </a:lnTo>
                  <a:lnTo>
                    <a:pt x="3627729" y="190500"/>
                  </a:lnTo>
                  <a:lnTo>
                    <a:pt x="3618420" y="177800"/>
                  </a:lnTo>
                  <a:lnTo>
                    <a:pt x="3618750" y="177800"/>
                  </a:lnTo>
                  <a:lnTo>
                    <a:pt x="3609225" y="165100"/>
                  </a:lnTo>
                  <a:lnTo>
                    <a:pt x="3600170" y="165100"/>
                  </a:lnTo>
                  <a:lnTo>
                    <a:pt x="3590226" y="152400"/>
                  </a:lnTo>
                  <a:lnTo>
                    <a:pt x="3654501" y="152400"/>
                  </a:lnTo>
                  <a:lnTo>
                    <a:pt x="3663911" y="165100"/>
                  </a:lnTo>
                  <a:lnTo>
                    <a:pt x="3673081" y="177800"/>
                  </a:lnTo>
                  <a:lnTo>
                    <a:pt x="3682022" y="190500"/>
                  </a:lnTo>
                  <a:lnTo>
                    <a:pt x="3690721" y="203200"/>
                  </a:lnTo>
                  <a:close/>
                </a:path>
                <a:path w="3818890" h="3289300">
                  <a:moveTo>
                    <a:pt x="89573" y="330200"/>
                  </a:moveTo>
                  <a:lnTo>
                    <a:pt x="49580" y="330200"/>
                  </a:lnTo>
                  <a:lnTo>
                    <a:pt x="55359" y="317500"/>
                  </a:lnTo>
                  <a:lnTo>
                    <a:pt x="74371" y="279400"/>
                  </a:lnTo>
                  <a:lnTo>
                    <a:pt x="95859" y="241300"/>
                  </a:lnTo>
                  <a:lnTo>
                    <a:pt x="119710" y="203200"/>
                  </a:lnTo>
                  <a:lnTo>
                    <a:pt x="174155" y="203200"/>
                  </a:lnTo>
                  <a:lnTo>
                    <a:pt x="165519" y="215900"/>
                  </a:lnTo>
                  <a:lnTo>
                    <a:pt x="157695" y="215900"/>
                  </a:lnTo>
                  <a:lnTo>
                    <a:pt x="149529" y="228600"/>
                  </a:lnTo>
                  <a:lnTo>
                    <a:pt x="149809" y="228600"/>
                  </a:lnTo>
                  <a:lnTo>
                    <a:pt x="141884" y="241300"/>
                  </a:lnTo>
                  <a:lnTo>
                    <a:pt x="142151" y="241300"/>
                  </a:lnTo>
                  <a:lnTo>
                    <a:pt x="134467" y="254000"/>
                  </a:lnTo>
                  <a:lnTo>
                    <a:pt x="134734" y="254000"/>
                  </a:lnTo>
                  <a:lnTo>
                    <a:pt x="127304" y="266700"/>
                  </a:lnTo>
                  <a:lnTo>
                    <a:pt x="120624" y="266700"/>
                  </a:lnTo>
                  <a:lnTo>
                    <a:pt x="113703" y="279400"/>
                  </a:lnTo>
                  <a:lnTo>
                    <a:pt x="113944" y="279400"/>
                  </a:lnTo>
                  <a:lnTo>
                    <a:pt x="107276" y="292100"/>
                  </a:lnTo>
                  <a:lnTo>
                    <a:pt x="107518" y="292100"/>
                  </a:lnTo>
                  <a:lnTo>
                    <a:pt x="101117" y="304800"/>
                  </a:lnTo>
                  <a:lnTo>
                    <a:pt x="101333" y="304800"/>
                  </a:lnTo>
                  <a:lnTo>
                    <a:pt x="95211" y="317500"/>
                  </a:lnTo>
                  <a:lnTo>
                    <a:pt x="95427" y="317500"/>
                  </a:lnTo>
                  <a:lnTo>
                    <a:pt x="89573" y="330200"/>
                  </a:lnTo>
                  <a:close/>
                </a:path>
                <a:path w="3818890" h="3289300">
                  <a:moveTo>
                    <a:pt x="3769309" y="330200"/>
                  </a:moveTo>
                  <a:lnTo>
                    <a:pt x="3729316" y="330200"/>
                  </a:lnTo>
                  <a:lnTo>
                    <a:pt x="3723462" y="317500"/>
                  </a:lnTo>
                  <a:lnTo>
                    <a:pt x="3723678" y="317500"/>
                  </a:lnTo>
                  <a:lnTo>
                    <a:pt x="3717556" y="304800"/>
                  </a:lnTo>
                  <a:lnTo>
                    <a:pt x="3717772" y="304800"/>
                  </a:lnTo>
                  <a:lnTo>
                    <a:pt x="3711371" y="292100"/>
                  </a:lnTo>
                  <a:lnTo>
                    <a:pt x="3711613" y="292100"/>
                  </a:lnTo>
                  <a:lnTo>
                    <a:pt x="3704945" y="279400"/>
                  </a:lnTo>
                  <a:lnTo>
                    <a:pt x="3705186" y="279400"/>
                  </a:lnTo>
                  <a:lnTo>
                    <a:pt x="3698265" y="266700"/>
                  </a:lnTo>
                  <a:lnTo>
                    <a:pt x="3691585" y="266700"/>
                  </a:lnTo>
                  <a:lnTo>
                    <a:pt x="3684155" y="254000"/>
                  </a:lnTo>
                  <a:lnTo>
                    <a:pt x="3684422" y="254000"/>
                  </a:lnTo>
                  <a:lnTo>
                    <a:pt x="3676738" y="241300"/>
                  </a:lnTo>
                  <a:lnTo>
                    <a:pt x="3677005" y="241300"/>
                  </a:lnTo>
                  <a:lnTo>
                    <a:pt x="3669080" y="228600"/>
                  </a:lnTo>
                  <a:lnTo>
                    <a:pt x="3669360" y="228600"/>
                  </a:lnTo>
                  <a:lnTo>
                    <a:pt x="3661194" y="215900"/>
                  </a:lnTo>
                  <a:lnTo>
                    <a:pt x="3653370" y="215900"/>
                  </a:lnTo>
                  <a:lnTo>
                    <a:pt x="3644734" y="203200"/>
                  </a:lnTo>
                  <a:lnTo>
                    <a:pt x="3699179" y="203200"/>
                  </a:lnTo>
                  <a:lnTo>
                    <a:pt x="3707383" y="215900"/>
                  </a:lnTo>
                  <a:lnTo>
                    <a:pt x="3730459" y="254000"/>
                  </a:lnTo>
                  <a:lnTo>
                    <a:pt x="3751135" y="292100"/>
                  </a:lnTo>
                  <a:lnTo>
                    <a:pt x="3763530" y="317500"/>
                  </a:lnTo>
                  <a:lnTo>
                    <a:pt x="3769309" y="330200"/>
                  </a:lnTo>
                  <a:close/>
                </a:path>
                <a:path w="3818890" h="3289300">
                  <a:moveTo>
                    <a:pt x="157403" y="228600"/>
                  </a:moveTo>
                  <a:lnTo>
                    <a:pt x="157695" y="215900"/>
                  </a:lnTo>
                  <a:lnTo>
                    <a:pt x="165811" y="215900"/>
                  </a:lnTo>
                  <a:lnTo>
                    <a:pt x="157403" y="228600"/>
                  </a:lnTo>
                  <a:close/>
                </a:path>
                <a:path w="3818890" h="3289300">
                  <a:moveTo>
                    <a:pt x="3661486" y="228600"/>
                  </a:moveTo>
                  <a:lnTo>
                    <a:pt x="3653078" y="215900"/>
                  </a:lnTo>
                  <a:lnTo>
                    <a:pt x="3661194" y="215900"/>
                  </a:lnTo>
                  <a:lnTo>
                    <a:pt x="3661486" y="228600"/>
                  </a:lnTo>
                  <a:close/>
                </a:path>
                <a:path w="3818890" h="3289300">
                  <a:moveTo>
                    <a:pt x="120383" y="279400"/>
                  </a:moveTo>
                  <a:lnTo>
                    <a:pt x="120624" y="266700"/>
                  </a:lnTo>
                  <a:lnTo>
                    <a:pt x="127558" y="266700"/>
                  </a:lnTo>
                  <a:lnTo>
                    <a:pt x="120383" y="279400"/>
                  </a:lnTo>
                  <a:close/>
                </a:path>
                <a:path w="3818890" h="3289300">
                  <a:moveTo>
                    <a:pt x="3698506" y="279400"/>
                  </a:moveTo>
                  <a:lnTo>
                    <a:pt x="3691331" y="266700"/>
                  </a:lnTo>
                  <a:lnTo>
                    <a:pt x="3698265" y="266700"/>
                  </a:lnTo>
                  <a:lnTo>
                    <a:pt x="3698506" y="279400"/>
                  </a:lnTo>
                  <a:close/>
                </a:path>
                <a:path w="3818890" h="3289300">
                  <a:moveTo>
                    <a:pt x="113944" y="2997200"/>
                  </a:moveTo>
                  <a:lnTo>
                    <a:pt x="67754" y="2997200"/>
                  </a:lnTo>
                  <a:lnTo>
                    <a:pt x="61404" y="2984500"/>
                  </a:lnTo>
                  <a:lnTo>
                    <a:pt x="44107" y="2946400"/>
                  </a:lnTo>
                  <a:lnTo>
                    <a:pt x="29489" y="2908300"/>
                  </a:lnTo>
                  <a:lnTo>
                    <a:pt x="17665" y="2870200"/>
                  </a:lnTo>
                  <a:lnTo>
                    <a:pt x="14376" y="2844800"/>
                  </a:lnTo>
                  <a:lnTo>
                    <a:pt x="11404" y="2832100"/>
                  </a:lnTo>
                  <a:lnTo>
                    <a:pt x="4508" y="2794000"/>
                  </a:lnTo>
                  <a:lnTo>
                    <a:pt x="723" y="2755900"/>
                  </a:lnTo>
                  <a:lnTo>
                    <a:pt x="0" y="2717800"/>
                  </a:lnTo>
                  <a:lnTo>
                    <a:pt x="0" y="558800"/>
                  </a:lnTo>
                  <a:lnTo>
                    <a:pt x="723" y="520700"/>
                  </a:lnTo>
                  <a:lnTo>
                    <a:pt x="4508" y="482600"/>
                  </a:lnTo>
                  <a:lnTo>
                    <a:pt x="11404" y="444500"/>
                  </a:lnTo>
                  <a:lnTo>
                    <a:pt x="21297" y="406400"/>
                  </a:lnTo>
                  <a:lnTo>
                    <a:pt x="29489" y="381000"/>
                  </a:lnTo>
                  <a:lnTo>
                    <a:pt x="34061" y="355600"/>
                  </a:lnTo>
                  <a:lnTo>
                    <a:pt x="38938" y="342900"/>
                  </a:lnTo>
                  <a:lnTo>
                    <a:pt x="44107" y="330200"/>
                  </a:lnTo>
                  <a:lnTo>
                    <a:pt x="89776" y="330200"/>
                  </a:lnTo>
                  <a:lnTo>
                    <a:pt x="84200" y="342900"/>
                  </a:lnTo>
                  <a:lnTo>
                    <a:pt x="84404" y="342900"/>
                  </a:lnTo>
                  <a:lnTo>
                    <a:pt x="79108" y="355600"/>
                  </a:lnTo>
                  <a:lnTo>
                    <a:pt x="79298" y="355600"/>
                  </a:lnTo>
                  <a:lnTo>
                    <a:pt x="74295" y="368300"/>
                  </a:lnTo>
                  <a:lnTo>
                    <a:pt x="74460" y="368300"/>
                  </a:lnTo>
                  <a:lnTo>
                    <a:pt x="69761" y="381000"/>
                  </a:lnTo>
                  <a:lnTo>
                    <a:pt x="65659" y="381000"/>
                  </a:lnTo>
                  <a:lnTo>
                    <a:pt x="61557" y="393659"/>
                  </a:lnTo>
                  <a:lnTo>
                    <a:pt x="61696" y="393659"/>
                  </a:lnTo>
                  <a:lnTo>
                    <a:pt x="57873" y="406400"/>
                  </a:lnTo>
                  <a:lnTo>
                    <a:pt x="58013" y="406400"/>
                  </a:lnTo>
                  <a:lnTo>
                    <a:pt x="48780" y="444500"/>
                  </a:lnTo>
                  <a:lnTo>
                    <a:pt x="42329" y="482600"/>
                  </a:lnTo>
                  <a:lnTo>
                    <a:pt x="39636" y="520700"/>
                  </a:lnTo>
                  <a:lnTo>
                    <a:pt x="38785" y="533400"/>
                  </a:lnTo>
                  <a:lnTo>
                    <a:pt x="38277" y="546100"/>
                  </a:lnTo>
                  <a:lnTo>
                    <a:pt x="38100" y="558800"/>
                  </a:lnTo>
                  <a:lnTo>
                    <a:pt x="38100" y="2717800"/>
                  </a:lnTo>
                  <a:lnTo>
                    <a:pt x="38773" y="2755900"/>
                  </a:lnTo>
                  <a:lnTo>
                    <a:pt x="42278" y="2794000"/>
                  </a:lnTo>
                  <a:lnTo>
                    <a:pt x="48679" y="2832100"/>
                  </a:lnTo>
                  <a:lnTo>
                    <a:pt x="58013" y="2870200"/>
                  </a:lnTo>
                  <a:lnTo>
                    <a:pt x="57873" y="2870200"/>
                  </a:lnTo>
                  <a:lnTo>
                    <a:pt x="61683" y="2882900"/>
                  </a:lnTo>
                  <a:lnTo>
                    <a:pt x="61544" y="2882900"/>
                  </a:lnTo>
                  <a:lnTo>
                    <a:pt x="65659" y="2895600"/>
                  </a:lnTo>
                  <a:lnTo>
                    <a:pt x="65506" y="2895600"/>
                  </a:lnTo>
                  <a:lnTo>
                    <a:pt x="69913" y="2908300"/>
                  </a:lnTo>
                  <a:lnTo>
                    <a:pt x="69761" y="2908300"/>
                  </a:lnTo>
                  <a:lnTo>
                    <a:pt x="74460" y="2921000"/>
                  </a:lnTo>
                  <a:lnTo>
                    <a:pt x="74295" y="2921000"/>
                  </a:lnTo>
                  <a:lnTo>
                    <a:pt x="79298" y="2933700"/>
                  </a:lnTo>
                  <a:lnTo>
                    <a:pt x="84200" y="2933700"/>
                  </a:lnTo>
                  <a:lnTo>
                    <a:pt x="89776" y="2946400"/>
                  </a:lnTo>
                  <a:lnTo>
                    <a:pt x="89573" y="2946400"/>
                  </a:lnTo>
                  <a:lnTo>
                    <a:pt x="95427" y="2959100"/>
                  </a:lnTo>
                  <a:lnTo>
                    <a:pt x="95211" y="2959100"/>
                  </a:lnTo>
                  <a:lnTo>
                    <a:pt x="101333" y="2971800"/>
                  </a:lnTo>
                  <a:lnTo>
                    <a:pt x="101117" y="2971800"/>
                  </a:lnTo>
                  <a:lnTo>
                    <a:pt x="107518" y="2984500"/>
                  </a:lnTo>
                  <a:lnTo>
                    <a:pt x="107276" y="2984500"/>
                  </a:lnTo>
                  <a:lnTo>
                    <a:pt x="113944" y="2997200"/>
                  </a:lnTo>
                  <a:close/>
                </a:path>
                <a:path w="3818890" h="3289300">
                  <a:moveTo>
                    <a:pt x="3793641" y="393659"/>
                  </a:moveTo>
                  <a:lnTo>
                    <a:pt x="3757332" y="393659"/>
                  </a:lnTo>
                  <a:lnTo>
                    <a:pt x="3753230" y="381000"/>
                  </a:lnTo>
                  <a:lnTo>
                    <a:pt x="3749128" y="381000"/>
                  </a:lnTo>
                  <a:lnTo>
                    <a:pt x="3744429" y="368300"/>
                  </a:lnTo>
                  <a:lnTo>
                    <a:pt x="3744595" y="368300"/>
                  </a:lnTo>
                  <a:lnTo>
                    <a:pt x="3739591" y="355600"/>
                  </a:lnTo>
                  <a:lnTo>
                    <a:pt x="3739781" y="355600"/>
                  </a:lnTo>
                  <a:lnTo>
                    <a:pt x="3734485" y="342900"/>
                  </a:lnTo>
                  <a:lnTo>
                    <a:pt x="3734689" y="342900"/>
                  </a:lnTo>
                  <a:lnTo>
                    <a:pt x="3729113" y="330200"/>
                  </a:lnTo>
                  <a:lnTo>
                    <a:pt x="3774782" y="330200"/>
                  </a:lnTo>
                  <a:lnTo>
                    <a:pt x="3779951" y="342900"/>
                  </a:lnTo>
                  <a:lnTo>
                    <a:pt x="3784828" y="355600"/>
                  </a:lnTo>
                  <a:lnTo>
                    <a:pt x="3789400" y="381000"/>
                  </a:lnTo>
                  <a:lnTo>
                    <a:pt x="3793641" y="393659"/>
                  </a:lnTo>
                  <a:close/>
                </a:path>
                <a:path w="3818890" h="3289300">
                  <a:moveTo>
                    <a:pt x="61696" y="393659"/>
                  </a:moveTo>
                  <a:lnTo>
                    <a:pt x="61557" y="393659"/>
                  </a:lnTo>
                  <a:lnTo>
                    <a:pt x="63430" y="387879"/>
                  </a:lnTo>
                  <a:lnTo>
                    <a:pt x="61696" y="393659"/>
                  </a:lnTo>
                  <a:close/>
                </a:path>
                <a:path w="3818890" h="3289300">
                  <a:moveTo>
                    <a:pt x="3756014" y="2887008"/>
                  </a:moveTo>
                  <a:lnTo>
                    <a:pt x="3767340" y="2844800"/>
                  </a:lnTo>
                  <a:lnTo>
                    <a:pt x="3774732" y="2806700"/>
                  </a:lnTo>
                  <a:lnTo>
                    <a:pt x="3779240" y="2768600"/>
                  </a:lnTo>
                  <a:lnTo>
                    <a:pt x="3780790" y="2717800"/>
                  </a:lnTo>
                  <a:lnTo>
                    <a:pt x="3780790" y="558800"/>
                  </a:lnTo>
                  <a:lnTo>
                    <a:pt x="3780624" y="546100"/>
                  </a:lnTo>
                  <a:lnTo>
                    <a:pt x="3780116" y="533400"/>
                  </a:lnTo>
                  <a:lnTo>
                    <a:pt x="3779278" y="520700"/>
                  </a:lnTo>
                  <a:lnTo>
                    <a:pt x="3778110" y="495300"/>
                  </a:lnTo>
                  <a:lnTo>
                    <a:pt x="3772661" y="457200"/>
                  </a:lnTo>
                  <a:lnTo>
                    <a:pt x="3764381" y="419100"/>
                  </a:lnTo>
                  <a:lnTo>
                    <a:pt x="3755459" y="387879"/>
                  </a:lnTo>
                  <a:lnTo>
                    <a:pt x="3757332" y="393659"/>
                  </a:lnTo>
                  <a:lnTo>
                    <a:pt x="3793642" y="393659"/>
                  </a:lnTo>
                  <a:lnTo>
                    <a:pt x="3797592" y="406400"/>
                  </a:lnTo>
                  <a:lnTo>
                    <a:pt x="3807485" y="444500"/>
                  </a:lnTo>
                  <a:lnTo>
                    <a:pt x="3814381" y="482600"/>
                  </a:lnTo>
                  <a:lnTo>
                    <a:pt x="3818166" y="520700"/>
                  </a:lnTo>
                  <a:lnTo>
                    <a:pt x="3818890" y="558800"/>
                  </a:lnTo>
                  <a:lnTo>
                    <a:pt x="3818890" y="2717800"/>
                  </a:lnTo>
                  <a:lnTo>
                    <a:pt x="3818166" y="2755900"/>
                  </a:lnTo>
                  <a:lnTo>
                    <a:pt x="3814381" y="2794000"/>
                  </a:lnTo>
                  <a:lnTo>
                    <a:pt x="3807485" y="2832100"/>
                  </a:lnTo>
                  <a:lnTo>
                    <a:pt x="3804513" y="2844800"/>
                  </a:lnTo>
                  <a:lnTo>
                    <a:pt x="3801224" y="2870200"/>
                  </a:lnTo>
                  <a:lnTo>
                    <a:pt x="3797592" y="2882900"/>
                  </a:lnTo>
                  <a:lnTo>
                    <a:pt x="3757345" y="2882900"/>
                  </a:lnTo>
                  <a:lnTo>
                    <a:pt x="3756014" y="2887008"/>
                  </a:lnTo>
                  <a:close/>
                </a:path>
                <a:path w="3818890" h="3289300">
                  <a:moveTo>
                    <a:pt x="62916" y="2887008"/>
                  </a:moveTo>
                  <a:lnTo>
                    <a:pt x="61544" y="2882900"/>
                  </a:lnTo>
                  <a:lnTo>
                    <a:pt x="61683" y="2882900"/>
                  </a:lnTo>
                  <a:lnTo>
                    <a:pt x="62916" y="2887008"/>
                  </a:lnTo>
                  <a:close/>
                </a:path>
                <a:path w="3818890" h="3289300">
                  <a:moveTo>
                    <a:pt x="3751135" y="2997200"/>
                  </a:moveTo>
                  <a:lnTo>
                    <a:pt x="3704945" y="2997200"/>
                  </a:lnTo>
                  <a:lnTo>
                    <a:pt x="3711613" y="2984500"/>
                  </a:lnTo>
                  <a:lnTo>
                    <a:pt x="3711371" y="2984500"/>
                  </a:lnTo>
                  <a:lnTo>
                    <a:pt x="3717772" y="2971800"/>
                  </a:lnTo>
                  <a:lnTo>
                    <a:pt x="3717556" y="2971800"/>
                  </a:lnTo>
                  <a:lnTo>
                    <a:pt x="3723678" y="2959100"/>
                  </a:lnTo>
                  <a:lnTo>
                    <a:pt x="3723462" y="2959100"/>
                  </a:lnTo>
                  <a:lnTo>
                    <a:pt x="3729316" y="2946400"/>
                  </a:lnTo>
                  <a:lnTo>
                    <a:pt x="3729113" y="2946400"/>
                  </a:lnTo>
                  <a:lnTo>
                    <a:pt x="3734689" y="2933700"/>
                  </a:lnTo>
                  <a:lnTo>
                    <a:pt x="3739591" y="2933700"/>
                  </a:lnTo>
                  <a:lnTo>
                    <a:pt x="3744595" y="2921000"/>
                  </a:lnTo>
                  <a:lnTo>
                    <a:pt x="3744429" y="2921000"/>
                  </a:lnTo>
                  <a:lnTo>
                    <a:pt x="3749128" y="2908300"/>
                  </a:lnTo>
                  <a:lnTo>
                    <a:pt x="3748976" y="2908300"/>
                  </a:lnTo>
                  <a:lnTo>
                    <a:pt x="3753383" y="2895600"/>
                  </a:lnTo>
                  <a:lnTo>
                    <a:pt x="3753230" y="2895600"/>
                  </a:lnTo>
                  <a:lnTo>
                    <a:pt x="3757345" y="2882900"/>
                  </a:lnTo>
                  <a:lnTo>
                    <a:pt x="3797592" y="2882900"/>
                  </a:lnTo>
                  <a:lnTo>
                    <a:pt x="3793655" y="2895600"/>
                  </a:lnTo>
                  <a:lnTo>
                    <a:pt x="3779951" y="2933700"/>
                  </a:lnTo>
                  <a:lnTo>
                    <a:pt x="3763530" y="2971800"/>
                  </a:lnTo>
                  <a:lnTo>
                    <a:pt x="3757485" y="2984500"/>
                  </a:lnTo>
                  <a:lnTo>
                    <a:pt x="3751135" y="2997200"/>
                  </a:lnTo>
                  <a:close/>
                </a:path>
                <a:path w="3818890" h="3289300">
                  <a:moveTo>
                    <a:pt x="84404" y="2933700"/>
                  </a:moveTo>
                  <a:lnTo>
                    <a:pt x="79298" y="2933700"/>
                  </a:lnTo>
                  <a:lnTo>
                    <a:pt x="79108" y="2921000"/>
                  </a:lnTo>
                  <a:lnTo>
                    <a:pt x="84404" y="2933700"/>
                  </a:lnTo>
                  <a:close/>
                </a:path>
                <a:path w="3818890" h="3289300">
                  <a:moveTo>
                    <a:pt x="3739591" y="2933700"/>
                  </a:moveTo>
                  <a:lnTo>
                    <a:pt x="3734485" y="2933700"/>
                  </a:lnTo>
                  <a:lnTo>
                    <a:pt x="3739781" y="2921000"/>
                  </a:lnTo>
                  <a:lnTo>
                    <a:pt x="3739591" y="2933700"/>
                  </a:lnTo>
                  <a:close/>
                </a:path>
                <a:path w="3818890" h="3289300">
                  <a:moveTo>
                    <a:pt x="182714" y="3086100"/>
                  </a:moveTo>
                  <a:lnTo>
                    <a:pt x="128168" y="3086100"/>
                  </a:lnTo>
                  <a:lnTo>
                    <a:pt x="119710" y="3073400"/>
                  </a:lnTo>
                  <a:lnTo>
                    <a:pt x="95859" y="3035300"/>
                  </a:lnTo>
                  <a:lnTo>
                    <a:pt x="74371" y="2997200"/>
                  </a:lnTo>
                  <a:lnTo>
                    <a:pt x="113703" y="2997200"/>
                  </a:lnTo>
                  <a:lnTo>
                    <a:pt x="120624" y="3009900"/>
                  </a:lnTo>
                  <a:lnTo>
                    <a:pt x="120383" y="3009900"/>
                  </a:lnTo>
                  <a:lnTo>
                    <a:pt x="127558" y="3022600"/>
                  </a:lnTo>
                  <a:lnTo>
                    <a:pt x="134467" y="3022600"/>
                  </a:lnTo>
                  <a:lnTo>
                    <a:pt x="142151" y="3035300"/>
                  </a:lnTo>
                  <a:lnTo>
                    <a:pt x="141884" y="3035300"/>
                  </a:lnTo>
                  <a:lnTo>
                    <a:pt x="149809" y="3048000"/>
                  </a:lnTo>
                  <a:lnTo>
                    <a:pt x="149529" y="3048000"/>
                  </a:lnTo>
                  <a:lnTo>
                    <a:pt x="157695" y="3060700"/>
                  </a:lnTo>
                  <a:lnTo>
                    <a:pt x="165519" y="3060700"/>
                  </a:lnTo>
                  <a:lnTo>
                    <a:pt x="174155" y="3073400"/>
                  </a:lnTo>
                  <a:lnTo>
                    <a:pt x="173850" y="3073400"/>
                  </a:lnTo>
                  <a:lnTo>
                    <a:pt x="182714" y="3086100"/>
                  </a:lnTo>
                  <a:close/>
                </a:path>
                <a:path w="3818890" h="3289300">
                  <a:moveTo>
                    <a:pt x="3690721" y="3086100"/>
                  </a:moveTo>
                  <a:lnTo>
                    <a:pt x="3636175" y="3086100"/>
                  </a:lnTo>
                  <a:lnTo>
                    <a:pt x="3645039" y="3073400"/>
                  </a:lnTo>
                  <a:lnTo>
                    <a:pt x="3644734" y="3073400"/>
                  </a:lnTo>
                  <a:lnTo>
                    <a:pt x="3653370" y="3060700"/>
                  </a:lnTo>
                  <a:lnTo>
                    <a:pt x="3661194" y="3060700"/>
                  </a:lnTo>
                  <a:lnTo>
                    <a:pt x="3669360" y="3048000"/>
                  </a:lnTo>
                  <a:lnTo>
                    <a:pt x="3669080" y="3048000"/>
                  </a:lnTo>
                  <a:lnTo>
                    <a:pt x="3677005" y="3035300"/>
                  </a:lnTo>
                  <a:lnTo>
                    <a:pt x="3676738" y="3035300"/>
                  </a:lnTo>
                  <a:lnTo>
                    <a:pt x="3684422" y="3022600"/>
                  </a:lnTo>
                  <a:lnTo>
                    <a:pt x="3691331" y="3022600"/>
                  </a:lnTo>
                  <a:lnTo>
                    <a:pt x="3698506" y="3009900"/>
                  </a:lnTo>
                  <a:lnTo>
                    <a:pt x="3698265" y="3009900"/>
                  </a:lnTo>
                  <a:lnTo>
                    <a:pt x="3705186" y="2997200"/>
                  </a:lnTo>
                  <a:lnTo>
                    <a:pt x="3744518" y="2997200"/>
                  </a:lnTo>
                  <a:lnTo>
                    <a:pt x="3723030" y="3035300"/>
                  </a:lnTo>
                  <a:lnTo>
                    <a:pt x="3699179" y="3073400"/>
                  </a:lnTo>
                  <a:lnTo>
                    <a:pt x="3690721" y="3086100"/>
                  </a:lnTo>
                  <a:close/>
                </a:path>
                <a:path w="3818890" h="3289300">
                  <a:moveTo>
                    <a:pt x="134734" y="3022600"/>
                  </a:moveTo>
                  <a:lnTo>
                    <a:pt x="127558" y="3022600"/>
                  </a:lnTo>
                  <a:lnTo>
                    <a:pt x="127304" y="3009900"/>
                  </a:lnTo>
                  <a:lnTo>
                    <a:pt x="134734" y="3022600"/>
                  </a:lnTo>
                  <a:close/>
                </a:path>
                <a:path w="3818890" h="3289300">
                  <a:moveTo>
                    <a:pt x="3691331" y="3022600"/>
                  </a:moveTo>
                  <a:lnTo>
                    <a:pt x="3684155" y="3022600"/>
                  </a:lnTo>
                  <a:lnTo>
                    <a:pt x="3691585" y="3009900"/>
                  </a:lnTo>
                  <a:lnTo>
                    <a:pt x="3691331" y="3022600"/>
                  </a:lnTo>
                  <a:close/>
                </a:path>
                <a:path w="3818890" h="3289300">
                  <a:moveTo>
                    <a:pt x="219062" y="3124200"/>
                  </a:moveTo>
                  <a:lnTo>
                    <a:pt x="164388" y="3124200"/>
                  </a:lnTo>
                  <a:lnTo>
                    <a:pt x="154978" y="3111500"/>
                  </a:lnTo>
                  <a:lnTo>
                    <a:pt x="145808" y="3098800"/>
                  </a:lnTo>
                  <a:lnTo>
                    <a:pt x="136867" y="3086100"/>
                  </a:lnTo>
                  <a:lnTo>
                    <a:pt x="182397" y="3086100"/>
                  </a:lnTo>
                  <a:lnTo>
                    <a:pt x="191490" y="3098800"/>
                  </a:lnTo>
                  <a:lnTo>
                    <a:pt x="200139" y="3098800"/>
                  </a:lnTo>
                  <a:lnTo>
                    <a:pt x="209664" y="3111500"/>
                  </a:lnTo>
                  <a:lnTo>
                    <a:pt x="209334" y="3111500"/>
                  </a:lnTo>
                  <a:lnTo>
                    <a:pt x="219062" y="3124200"/>
                  </a:lnTo>
                  <a:close/>
                </a:path>
                <a:path w="3818890" h="3289300">
                  <a:moveTo>
                    <a:pt x="3654501" y="3124200"/>
                  </a:moveTo>
                  <a:lnTo>
                    <a:pt x="3599827" y="3124200"/>
                  </a:lnTo>
                  <a:lnTo>
                    <a:pt x="3609555" y="3111500"/>
                  </a:lnTo>
                  <a:lnTo>
                    <a:pt x="3609225" y="3111500"/>
                  </a:lnTo>
                  <a:lnTo>
                    <a:pt x="3618750" y="3098800"/>
                  </a:lnTo>
                  <a:lnTo>
                    <a:pt x="3627399" y="3098800"/>
                  </a:lnTo>
                  <a:lnTo>
                    <a:pt x="3636492" y="3086100"/>
                  </a:lnTo>
                  <a:lnTo>
                    <a:pt x="3682022" y="3086100"/>
                  </a:lnTo>
                  <a:lnTo>
                    <a:pt x="3673081" y="3098800"/>
                  </a:lnTo>
                  <a:lnTo>
                    <a:pt x="3663911" y="3111500"/>
                  </a:lnTo>
                  <a:lnTo>
                    <a:pt x="3654501" y="3124200"/>
                  </a:lnTo>
                  <a:close/>
                </a:path>
                <a:path w="3818890" h="3289300">
                  <a:moveTo>
                    <a:pt x="268947" y="3162300"/>
                  </a:moveTo>
                  <a:lnTo>
                    <a:pt x="204228" y="3162300"/>
                  </a:lnTo>
                  <a:lnTo>
                    <a:pt x="193941" y="3149600"/>
                  </a:lnTo>
                  <a:lnTo>
                    <a:pt x="183870" y="3136900"/>
                  </a:lnTo>
                  <a:lnTo>
                    <a:pt x="174015" y="3124200"/>
                  </a:lnTo>
                  <a:lnTo>
                    <a:pt x="228307" y="3124200"/>
                  </a:lnTo>
                  <a:lnTo>
                    <a:pt x="238455" y="3136900"/>
                  </a:lnTo>
                  <a:lnTo>
                    <a:pt x="248069" y="3136900"/>
                  </a:lnTo>
                  <a:lnTo>
                    <a:pt x="258597" y="3149600"/>
                  </a:lnTo>
                  <a:lnTo>
                    <a:pt x="258229" y="3149600"/>
                  </a:lnTo>
                  <a:lnTo>
                    <a:pt x="268947" y="3162300"/>
                  </a:lnTo>
                  <a:close/>
                </a:path>
                <a:path w="3818890" h="3289300">
                  <a:moveTo>
                    <a:pt x="3614661" y="3162300"/>
                  </a:moveTo>
                  <a:lnTo>
                    <a:pt x="3549942" y="3162300"/>
                  </a:lnTo>
                  <a:lnTo>
                    <a:pt x="3560660" y="3149600"/>
                  </a:lnTo>
                  <a:lnTo>
                    <a:pt x="3560292" y="3149600"/>
                  </a:lnTo>
                  <a:lnTo>
                    <a:pt x="3570820" y="3136900"/>
                  </a:lnTo>
                  <a:lnTo>
                    <a:pt x="3580434" y="3136900"/>
                  </a:lnTo>
                  <a:lnTo>
                    <a:pt x="3590582" y="3124200"/>
                  </a:lnTo>
                  <a:lnTo>
                    <a:pt x="3644874" y="3124200"/>
                  </a:lnTo>
                  <a:lnTo>
                    <a:pt x="3635019" y="3136900"/>
                  </a:lnTo>
                  <a:lnTo>
                    <a:pt x="3624948" y="3149600"/>
                  </a:lnTo>
                  <a:lnTo>
                    <a:pt x="3614661" y="3162300"/>
                  </a:lnTo>
                  <a:close/>
                </a:path>
                <a:path w="3818890" h="3289300">
                  <a:moveTo>
                    <a:pt x="290182" y="3175000"/>
                  </a:moveTo>
                  <a:lnTo>
                    <a:pt x="225425" y="3175000"/>
                  </a:lnTo>
                  <a:lnTo>
                    <a:pt x="214731" y="3162300"/>
                  </a:lnTo>
                  <a:lnTo>
                    <a:pt x="279095" y="3162300"/>
                  </a:lnTo>
                  <a:lnTo>
                    <a:pt x="290182" y="3175000"/>
                  </a:lnTo>
                  <a:close/>
                </a:path>
                <a:path w="3818890" h="3289300">
                  <a:moveTo>
                    <a:pt x="3593465" y="3175000"/>
                  </a:moveTo>
                  <a:lnTo>
                    <a:pt x="3528707" y="3175000"/>
                  </a:lnTo>
                  <a:lnTo>
                    <a:pt x="3539794" y="3162300"/>
                  </a:lnTo>
                  <a:lnTo>
                    <a:pt x="3604158" y="3162300"/>
                  </a:lnTo>
                  <a:lnTo>
                    <a:pt x="3593465" y="3175000"/>
                  </a:lnTo>
                  <a:close/>
                </a:path>
                <a:path w="3818890" h="3289300">
                  <a:moveTo>
                    <a:pt x="334657" y="3200400"/>
                  </a:moveTo>
                  <a:lnTo>
                    <a:pt x="258724" y="3200400"/>
                  </a:lnTo>
                  <a:lnTo>
                    <a:pt x="247434" y="3187700"/>
                  </a:lnTo>
                  <a:lnTo>
                    <a:pt x="236334" y="3175000"/>
                  </a:lnTo>
                  <a:lnTo>
                    <a:pt x="300659" y="3175000"/>
                  </a:lnTo>
                  <a:lnTo>
                    <a:pt x="312102" y="3187700"/>
                  </a:lnTo>
                  <a:lnTo>
                    <a:pt x="322884" y="3187700"/>
                  </a:lnTo>
                  <a:lnTo>
                    <a:pt x="334657" y="3200400"/>
                  </a:lnTo>
                  <a:close/>
                </a:path>
                <a:path w="3818890" h="3289300">
                  <a:moveTo>
                    <a:pt x="3560165" y="3200400"/>
                  </a:moveTo>
                  <a:lnTo>
                    <a:pt x="3484232" y="3200400"/>
                  </a:lnTo>
                  <a:lnTo>
                    <a:pt x="3496005" y="3187700"/>
                  </a:lnTo>
                  <a:lnTo>
                    <a:pt x="3506787" y="3187700"/>
                  </a:lnTo>
                  <a:lnTo>
                    <a:pt x="3518230" y="3175000"/>
                  </a:lnTo>
                  <a:lnTo>
                    <a:pt x="3582555" y="3175000"/>
                  </a:lnTo>
                  <a:lnTo>
                    <a:pt x="3571455" y="3187700"/>
                  </a:lnTo>
                  <a:lnTo>
                    <a:pt x="3560165" y="3200400"/>
                  </a:lnTo>
                  <a:close/>
                </a:path>
                <a:path w="3818890" h="3289300">
                  <a:moveTo>
                    <a:pt x="369646" y="3213100"/>
                  </a:moveTo>
                  <a:lnTo>
                    <a:pt x="281863" y="3213100"/>
                  </a:lnTo>
                  <a:lnTo>
                    <a:pt x="270205" y="3200400"/>
                  </a:lnTo>
                  <a:lnTo>
                    <a:pt x="357403" y="3200400"/>
                  </a:lnTo>
                  <a:lnTo>
                    <a:pt x="369646" y="3213100"/>
                  </a:lnTo>
                  <a:close/>
                </a:path>
                <a:path w="3818890" h="3289300">
                  <a:moveTo>
                    <a:pt x="3537026" y="3213100"/>
                  </a:moveTo>
                  <a:lnTo>
                    <a:pt x="3449243" y="3213100"/>
                  </a:lnTo>
                  <a:lnTo>
                    <a:pt x="3461486" y="3200400"/>
                  </a:lnTo>
                  <a:lnTo>
                    <a:pt x="3548684" y="3200400"/>
                  </a:lnTo>
                  <a:lnTo>
                    <a:pt x="3537026" y="3213100"/>
                  </a:lnTo>
                  <a:close/>
                </a:path>
                <a:path w="3818890" h="3289300">
                  <a:moveTo>
                    <a:pt x="405891" y="3225800"/>
                  </a:moveTo>
                  <a:lnTo>
                    <a:pt x="305727" y="3225800"/>
                  </a:lnTo>
                  <a:lnTo>
                    <a:pt x="293712" y="3213100"/>
                  </a:lnTo>
                  <a:lnTo>
                    <a:pt x="393230" y="3213100"/>
                  </a:lnTo>
                  <a:lnTo>
                    <a:pt x="405891" y="3225800"/>
                  </a:lnTo>
                  <a:close/>
                </a:path>
                <a:path w="3818890" h="3289300">
                  <a:moveTo>
                    <a:pt x="3513162" y="3225800"/>
                  </a:moveTo>
                  <a:lnTo>
                    <a:pt x="3412998" y="3225800"/>
                  </a:lnTo>
                  <a:lnTo>
                    <a:pt x="3425659" y="3213100"/>
                  </a:lnTo>
                  <a:lnTo>
                    <a:pt x="3525177" y="3213100"/>
                  </a:lnTo>
                  <a:lnTo>
                    <a:pt x="3513162" y="3225800"/>
                  </a:lnTo>
                  <a:close/>
                </a:path>
                <a:path w="3818890" h="3289300">
                  <a:moveTo>
                    <a:pt x="443318" y="3238500"/>
                  </a:moveTo>
                  <a:lnTo>
                    <a:pt x="330263" y="3238500"/>
                  </a:lnTo>
                  <a:lnTo>
                    <a:pt x="317906" y="3225800"/>
                  </a:lnTo>
                  <a:lnTo>
                    <a:pt x="430263" y="3225800"/>
                  </a:lnTo>
                  <a:lnTo>
                    <a:pt x="443318" y="3238500"/>
                  </a:lnTo>
                  <a:close/>
                </a:path>
                <a:path w="3818890" h="3289300">
                  <a:moveTo>
                    <a:pt x="3488626" y="3238500"/>
                  </a:moveTo>
                  <a:lnTo>
                    <a:pt x="3375571" y="3238500"/>
                  </a:lnTo>
                  <a:lnTo>
                    <a:pt x="3388626" y="3225800"/>
                  </a:lnTo>
                  <a:lnTo>
                    <a:pt x="3500983" y="3225800"/>
                  </a:lnTo>
                  <a:lnTo>
                    <a:pt x="3488626" y="3238500"/>
                  </a:lnTo>
                  <a:close/>
                </a:path>
                <a:path w="3818890" h="3289300">
                  <a:moveTo>
                    <a:pt x="521208" y="3251200"/>
                  </a:moveTo>
                  <a:lnTo>
                    <a:pt x="355447" y="3251200"/>
                  </a:lnTo>
                  <a:lnTo>
                    <a:pt x="342773" y="3238500"/>
                  </a:lnTo>
                  <a:lnTo>
                    <a:pt x="507491" y="3238500"/>
                  </a:lnTo>
                  <a:lnTo>
                    <a:pt x="521208" y="3251200"/>
                  </a:lnTo>
                  <a:close/>
                </a:path>
                <a:path w="3818890" h="3289300">
                  <a:moveTo>
                    <a:pt x="3463442" y="3251200"/>
                  </a:moveTo>
                  <a:lnTo>
                    <a:pt x="3297681" y="3251200"/>
                  </a:lnTo>
                  <a:lnTo>
                    <a:pt x="3311398" y="3238500"/>
                  </a:lnTo>
                  <a:lnTo>
                    <a:pt x="3476117" y="3238500"/>
                  </a:lnTo>
                  <a:lnTo>
                    <a:pt x="3463442" y="3251200"/>
                  </a:lnTo>
                  <a:close/>
                </a:path>
                <a:path w="3818890" h="3289300">
                  <a:moveTo>
                    <a:pt x="3424529" y="3263900"/>
                  </a:moveTo>
                  <a:lnTo>
                    <a:pt x="394360" y="3263900"/>
                  </a:lnTo>
                  <a:lnTo>
                    <a:pt x="381241" y="3251200"/>
                  </a:lnTo>
                  <a:lnTo>
                    <a:pt x="3437648" y="3251200"/>
                  </a:lnTo>
                  <a:lnTo>
                    <a:pt x="3424529" y="3263900"/>
                  </a:lnTo>
                  <a:close/>
                </a:path>
                <a:path w="3818890" h="3289300">
                  <a:moveTo>
                    <a:pt x="3384372" y="3276600"/>
                  </a:moveTo>
                  <a:lnTo>
                    <a:pt x="434517" y="3276600"/>
                  </a:lnTo>
                  <a:lnTo>
                    <a:pt x="420992" y="3263900"/>
                  </a:lnTo>
                  <a:lnTo>
                    <a:pt x="3397897" y="3263900"/>
                  </a:lnTo>
                  <a:lnTo>
                    <a:pt x="3384372" y="3276600"/>
                  </a:lnTo>
                  <a:close/>
                </a:path>
                <a:path w="3818890" h="3289300">
                  <a:moveTo>
                    <a:pt x="3300806" y="3289300"/>
                  </a:moveTo>
                  <a:lnTo>
                    <a:pt x="518083" y="3289300"/>
                  </a:lnTo>
                  <a:lnTo>
                    <a:pt x="503885" y="3276600"/>
                  </a:lnTo>
                  <a:lnTo>
                    <a:pt x="3315004" y="3276600"/>
                  </a:lnTo>
                  <a:lnTo>
                    <a:pt x="3300806" y="3289300"/>
                  </a:lnTo>
                  <a:close/>
                </a:path>
              </a:pathLst>
            </a:custGeom>
            <a:solidFill>
              <a:srgbClr val="FF0000"/>
            </a:solidFill>
          </p:spPr>
          <p:txBody>
            <a:bodyPr wrap="square" lIns="0" tIns="0" rIns="0" bIns="0" rtlCol="0"/>
            <a:lstStyle/>
            <a:p>
              <a:endParaRPr/>
            </a:p>
          </p:txBody>
        </p:sp>
      </p:grpSp>
      <p:sp>
        <p:nvSpPr>
          <p:cNvPr id="7" name="object 7"/>
          <p:cNvSpPr txBox="1">
            <a:spLocks noGrp="1"/>
          </p:cNvSpPr>
          <p:nvPr>
            <p:ph type="title"/>
          </p:nvPr>
        </p:nvSpPr>
        <p:spPr>
          <a:xfrm>
            <a:off x="2299812" y="818917"/>
            <a:ext cx="5662310" cy="444352"/>
          </a:xfrm>
          <a:prstGeom prst="rect">
            <a:avLst/>
          </a:prstGeom>
        </p:spPr>
        <p:txBody>
          <a:bodyPr vert="horz" wrap="square" lIns="0" tIns="13335" rIns="0" bIns="0" rtlCol="0" anchor="ctr">
            <a:spAutoFit/>
          </a:bodyPr>
          <a:lstStyle/>
          <a:p>
            <a:pPr marL="12700">
              <a:lnSpc>
                <a:spcPct val="100000"/>
              </a:lnSpc>
              <a:spcBef>
                <a:spcPts val="105"/>
              </a:spcBef>
            </a:pPr>
            <a:r>
              <a:rPr sz="2800" spc="-20" dirty="0"/>
              <a:t>EDU-</a:t>
            </a:r>
            <a:r>
              <a:rPr sz="2800" dirty="0"/>
              <a:t>REVOLUTION</a:t>
            </a:r>
            <a:r>
              <a:rPr sz="2800" spc="-155" dirty="0"/>
              <a:t> </a:t>
            </a:r>
            <a:r>
              <a:rPr sz="2800" spc="-10" dirty="0"/>
              <a:t>INTERFACE</a:t>
            </a:r>
            <a:endParaRPr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67464" y="149352"/>
            <a:ext cx="8328184" cy="6436360"/>
            <a:chOff x="857952" y="149352"/>
            <a:chExt cx="11104245" cy="6436360"/>
          </a:xfrm>
        </p:grpSpPr>
        <p:pic>
          <p:nvPicPr>
            <p:cNvPr id="3" name="object 3"/>
            <p:cNvPicPr/>
            <p:nvPr/>
          </p:nvPicPr>
          <p:blipFill>
            <a:blip r:embed="rId2" cstate="print"/>
            <a:stretch>
              <a:fillRect/>
            </a:stretch>
          </p:blipFill>
          <p:spPr>
            <a:xfrm>
              <a:off x="5807964" y="571500"/>
              <a:ext cx="6153912" cy="6013704"/>
            </a:xfrm>
            <a:prstGeom prst="rect">
              <a:avLst/>
            </a:prstGeom>
          </p:spPr>
        </p:pic>
        <p:sp>
          <p:nvSpPr>
            <p:cNvPr id="4" name="object 4"/>
            <p:cNvSpPr/>
            <p:nvPr/>
          </p:nvSpPr>
          <p:spPr>
            <a:xfrm>
              <a:off x="5917654" y="4801958"/>
              <a:ext cx="6002020" cy="1536700"/>
            </a:xfrm>
            <a:custGeom>
              <a:avLst/>
              <a:gdLst/>
              <a:ahLst/>
              <a:cxnLst/>
              <a:rect l="l" t="t" r="r" b="b"/>
              <a:pathLst>
                <a:path w="6002020" h="1536700">
                  <a:moveTo>
                    <a:pt x="5818098" y="12700"/>
                  </a:moveTo>
                  <a:lnTo>
                    <a:pt x="183743" y="12700"/>
                  </a:lnTo>
                  <a:lnTo>
                    <a:pt x="190068" y="0"/>
                  </a:lnTo>
                  <a:lnTo>
                    <a:pt x="5811774" y="0"/>
                  </a:lnTo>
                  <a:lnTo>
                    <a:pt x="5818098" y="12700"/>
                  </a:lnTo>
                  <a:close/>
                </a:path>
                <a:path w="6002020" h="1536700">
                  <a:moveTo>
                    <a:pt x="5848642" y="25400"/>
                  </a:moveTo>
                  <a:lnTo>
                    <a:pt x="153200" y="25400"/>
                  </a:lnTo>
                  <a:lnTo>
                    <a:pt x="165188" y="12700"/>
                  </a:lnTo>
                  <a:lnTo>
                    <a:pt x="5836653" y="12700"/>
                  </a:lnTo>
                  <a:lnTo>
                    <a:pt x="5848642" y="25400"/>
                  </a:lnTo>
                  <a:close/>
                </a:path>
                <a:path w="6002020" h="1536700">
                  <a:moveTo>
                    <a:pt x="258305" y="38100"/>
                  </a:moveTo>
                  <a:lnTo>
                    <a:pt x="130187" y="38100"/>
                  </a:lnTo>
                  <a:lnTo>
                    <a:pt x="141528" y="25400"/>
                  </a:lnTo>
                  <a:lnTo>
                    <a:pt x="264756" y="25400"/>
                  </a:lnTo>
                  <a:lnTo>
                    <a:pt x="258305" y="38100"/>
                  </a:lnTo>
                  <a:close/>
                </a:path>
                <a:path w="6002020" h="1536700">
                  <a:moveTo>
                    <a:pt x="5871654" y="38100"/>
                  </a:moveTo>
                  <a:lnTo>
                    <a:pt x="5743536" y="38100"/>
                  </a:lnTo>
                  <a:lnTo>
                    <a:pt x="5737085" y="25400"/>
                  </a:lnTo>
                  <a:lnTo>
                    <a:pt x="5860313" y="25400"/>
                  </a:lnTo>
                  <a:lnTo>
                    <a:pt x="5871654" y="38100"/>
                  </a:lnTo>
                  <a:close/>
                </a:path>
                <a:path w="6002020" h="1536700">
                  <a:moveTo>
                    <a:pt x="190360" y="50800"/>
                  </a:moveTo>
                  <a:lnTo>
                    <a:pt x="108597" y="50800"/>
                  </a:lnTo>
                  <a:lnTo>
                    <a:pt x="119214" y="38100"/>
                  </a:lnTo>
                  <a:lnTo>
                    <a:pt x="196176" y="38100"/>
                  </a:lnTo>
                  <a:lnTo>
                    <a:pt x="190360" y="50800"/>
                  </a:lnTo>
                  <a:close/>
                </a:path>
                <a:path w="6002020" h="1536700">
                  <a:moveTo>
                    <a:pt x="5893244" y="50800"/>
                  </a:moveTo>
                  <a:lnTo>
                    <a:pt x="5811481" y="50800"/>
                  </a:lnTo>
                  <a:lnTo>
                    <a:pt x="5805665" y="38100"/>
                  </a:lnTo>
                  <a:lnTo>
                    <a:pt x="5882627" y="38100"/>
                  </a:lnTo>
                  <a:lnTo>
                    <a:pt x="5893244" y="50800"/>
                  </a:lnTo>
                  <a:close/>
                </a:path>
                <a:path w="6002020" h="1536700">
                  <a:moveTo>
                    <a:pt x="140157" y="76200"/>
                  </a:moveTo>
                  <a:lnTo>
                    <a:pt x="79171" y="76200"/>
                  </a:lnTo>
                  <a:lnTo>
                    <a:pt x="88569" y="63500"/>
                  </a:lnTo>
                  <a:lnTo>
                    <a:pt x="98386" y="50800"/>
                  </a:lnTo>
                  <a:lnTo>
                    <a:pt x="170154" y="50800"/>
                  </a:lnTo>
                  <a:lnTo>
                    <a:pt x="159308" y="63500"/>
                  </a:lnTo>
                  <a:lnTo>
                    <a:pt x="150368" y="63500"/>
                  </a:lnTo>
                  <a:lnTo>
                    <a:pt x="140157" y="76200"/>
                  </a:lnTo>
                  <a:close/>
                </a:path>
                <a:path w="6002020" h="1536700">
                  <a:moveTo>
                    <a:pt x="5922670" y="76200"/>
                  </a:moveTo>
                  <a:lnTo>
                    <a:pt x="5861684" y="76200"/>
                  </a:lnTo>
                  <a:lnTo>
                    <a:pt x="5851474" y="63500"/>
                  </a:lnTo>
                  <a:lnTo>
                    <a:pt x="5842546" y="63500"/>
                  </a:lnTo>
                  <a:lnTo>
                    <a:pt x="5831687" y="50800"/>
                  </a:lnTo>
                  <a:lnTo>
                    <a:pt x="5903455" y="50800"/>
                  </a:lnTo>
                  <a:lnTo>
                    <a:pt x="5913272" y="63500"/>
                  </a:lnTo>
                  <a:lnTo>
                    <a:pt x="5922670" y="76200"/>
                  </a:lnTo>
                  <a:close/>
                </a:path>
                <a:path w="6002020" h="1536700">
                  <a:moveTo>
                    <a:pt x="60718" y="165100"/>
                  </a:moveTo>
                  <a:lnTo>
                    <a:pt x="21183" y="165100"/>
                  </a:lnTo>
                  <a:lnTo>
                    <a:pt x="26606" y="152400"/>
                  </a:lnTo>
                  <a:lnTo>
                    <a:pt x="46139" y="114300"/>
                  </a:lnTo>
                  <a:lnTo>
                    <a:pt x="70218" y="76200"/>
                  </a:lnTo>
                  <a:lnTo>
                    <a:pt x="131787" y="76200"/>
                  </a:lnTo>
                  <a:lnTo>
                    <a:pt x="122275" y="88900"/>
                  </a:lnTo>
                  <a:lnTo>
                    <a:pt x="114528" y="88900"/>
                  </a:lnTo>
                  <a:lnTo>
                    <a:pt x="105790" y="101600"/>
                  </a:lnTo>
                  <a:lnTo>
                    <a:pt x="98717" y="101600"/>
                  </a:lnTo>
                  <a:lnTo>
                    <a:pt x="90805" y="114300"/>
                  </a:lnTo>
                  <a:lnTo>
                    <a:pt x="91389" y="114300"/>
                  </a:lnTo>
                  <a:lnTo>
                    <a:pt x="83921" y="127000"/>
                  </a:lnTo>
                  <a:lnTo>
                    <a:pt x="84467" y="127000"/>
                  </a:lnTo>
                  <a:lnTo>
                    <a:pt x="77444" y="139700"/>
                  </a:lnTo>
                  <a:lnTo>
                    <a:pt x="71894" y="139700"/>
                  </a:lnTo>
                  <a:lnTo>
                    <a:pt x="65836" y="152400"/>
                  </a:lnTo>
                  <a:lnTo>
                    <a:pt x="66281" y="152400"/>
                  </a:lnTo>
                  <a:lnTo>
                    <a:pt x="60718" y="165100"/>
                  </a:lnTo>
                  <a:close/>
                </a:path>
                <a:path w="6002020" h="1536700">
                  <a:moveTo>
                    <a:pt x="5980658" y="165100"/>
                  </a:moveTo>
                  <a:lnTo>
                    <a:pt x="5941123" y="165100"/>
                  </a:lnTo>
                  <a:lnTo>
                    <a:pt x="5935560" y="152400"/>
                  </a:lnTo>
                  <a:lnTo>
                    <a:pt x="5936005" y="152400"/>
                  </a:lnTo>
                  <a:lnTo>
                    <a:pt x="5929947" y="139700"/>
                  </a:lnTo>
                  <a:lnTo>
                    <a:pt x="5924397" y="139700"/>
                  </a:lnTo>
                  <a:lnTo>
                    <a:pt x="5917374" y="127000"/>
                  </a:lnTo>
                  <a:lnTo>
                    <a:pt x="5917920" y="127000"/>
                  </a:lnTo>
                  <a:lnTo>
                    <a:pt x="5910453" y="114300"/>
                  </a:lnTo>
                  <a:lnTo>
                    <a:pt x="5911037" y="114300"/>
                  </a:lnTo>
                  <a:lnTo>
                    <a:pt x="5903125" y="101600"/>
                  </a:lnTo>
                  <a:lnTo>
                    <a:pt x="5896051" y="101600"/>
                  </a:lnTo>
                  <a:lnTo>
                    <a:pt x="5887313" y="88900"/>
                  </a:lnTo>
                  <a:lnTo>
                    <a:pt x="5879566" y="88900"/>
                  </a:lnTo>
                  <a:lnTo>
                    <a:pt x="5870054" y="76200"/>
                  </a:lnTo>
                  <a:lnTo>
                    <a:pt x="5931623" y="76200"/>
                  </a:lnTo>
                  <a:lnTo>
                    <a:pt x="5955703" y="114300"/>
                  </a:lnTo>
                  <a:lnTo>
                    <a:pt x="5975235" y="152400"/>
                  </a:lnTo>
                  <a:lnTo>
                    <a:pt x="5980658" y="165100"/>
                  </a:lnTo>
                  <a:close/>
                </a:path>
                <a:path w="6002020" h="1536700">
                  <a:moveTo>
                    <a:pt x="98107" y="114300"/>
                  </a:moveTo>
                  <a:lnTo>
                    <a:pt x="98717" y="101600"/>
                  </a:lnTo>
                  <a:lnTo>
                    <a:pt x="106425" y="101600"/>
                  </a:lnTo>
                  <a:lnTo>
                    <a:pt x="98107" y="114300"/>
                  </a:lnTo>
                  <a:close/>
                </a:path>
                <a:path w="6002020" h="1536700">
                  <a:moveTo>
                    <a:pt x="5903734" y="114300"/>
                  </a:moveTo>
                  <a:lnTo>
                    <a:pt x="5895403" y="101600"/>
                  </a:lnTo>
                  <a:lnTo>
                    <a:pt x="5903125" y="101600"/>
                  </a:lnTo>
                  <a:lnTo>
                    <a:pt x="5903734" y="114300"/>
                  </a:lnTo>
                  <a:close/>
                </a:path>
                <a:path w="6002020" h="1536700">
                  <a:moveTo>
                    <a:pt x="56095" y="177800"/>
                  </a:moveTo>
                  <a:lnTo>
                    <a:pt x="14135" y="177800"/>
                  </a:lnTo>
                  <a:lnTo>
                    <a:pt x="16370" y="165100"/>
                  </a:lnTo>
                  <a:lnTo>
                    <a:pt x="61125" y="165100"/>
                  </a:lnTo>
                  <a:lnTo>
                    <a:pt x="56095" y="177800"/>
                  </a:lnTo>
                  <a:close/>
                </a:path>
                <a:path w="6002020" h="1536700">
                  <a:moveTo>
                    <a:pt x="5987707" y="177800"/>
                  </a:moveTo>
                  <a:lnTo>
                    <a:pt x="5945758" y="177800"/>
                  </a:lnTo>
                  <a:lnTo>
                    <a:pt x="5940717" y="165100"/>
                  </a:lnTo>
                  <a:lnTo>
                    <a:pt x="5985471" y="165100"/>
                  </a:lnTo>
                  <a:lnTo>
                    <a:pt x="5987707" y="177800"/>
                  </a:lnTo>
                  <a:close/>
                </a:path>
                <a:path w="6002020" h="1536700">
                  <a:moveTo>
                    <a:pt x="50152" y="190500"/>
                  </a:moveTo>
                  <a:lnTo>
                    <a:pt x="10172" y="190500"/>
                  </a:lnTo>
                  <a:lnTo>
                    <a:pt x="12077" y="177800"/>
                  </a:lnTo>
                  <a:lnTo>
                    <a:pt x="52197" y="177800"/>
                  </a:lnTo>
                  <a:lnTo>
                    <a:pt x="50152" y="190500"/>
                  </a:lnTo>
                  <a:close/>
                </a:path>
                <a:path w="6002020" h="1536700">
                  <a:moveTo>
                    <a:pt x="51943" y="190500"/>
                  </a:moveTo>
                  <a:lnTo>
                    <a:pt x="52197" y="177800"/>
                  </a:lnTo>
                  <a:lnTo>
                    <a:pt x="56451" y="177800"/>
                  </a:lnTo>
                  <a:lnTo>
                    <a:pt x="51943" y="190500"/>
                  </a:lnTo>
                  <a:close/>
                </a:path>
                <a:path w="6002020" h="1536700">
                  <a:moveTo>
                    <a:pt x="5949899" y="190500"/>
                  </a:moveTo>
                  <a:lnTo>
                    <a:pt x="5945390" y="177800"/>
                  </a:lnTo>
                  <a:lnTo>
                    <a:pt x="5949645" y="177800"/>
                  </a:lnTo>
                  <a:lnTo>
                    <a:pt x="5949899" y="190500"/>
                  </a:lnTo>
                  <a:close/>
                </a:path>
                <a:path w="6002020" h="1536700">
                  <a:moveTo>
                    <a:pt x="5991669" y="190500"/>
                  </a:moveTo>
                  <a:lnTo>
                    <a:pt x="5951689" y="190500"/>
                  </a:lnTo>
                  <a:lnTo>
                    <a:pt x="5949645" y="177800"/>
                  </a:lnTo>
                  <a:lnTo>
                    <a:pt x="5989764" y="177800"/>
                  </a:lnTo>
                  <a:lnTo>
                    <a:pt x="5991669" y="190500"/>
                  </a:lnTo>
                  <a:close/>
                </a:path>
                <a:path w="6002020" h="1536700">
                  <a:moveTo>
                    <a:pt x="44018" y="215900"/>
                  </a:moveTo>
                  <a:lnTo>
                    <a:pt x="5410" y="215900"/>
                  </a:lnTo>
                  <a:lnTo>
                    <a:pt x="6845" y="203200"/>
                  </a:lnTo>
                  <a:lnTo>
                    <a:pt x="8432" y="190500"/>
                  </a:lnTo>
                  <a:lnTo>
                    <a:pt x="48526" y="190500"/>
                  </a:lnTo>
                  <a:lnTo>
                    <a:pt x="46888" y="203200"/>
                  </a:lnTo>
                  <a:lnTo>
                    <a:pt x="45389" y="203200"/>
                  </a:lnTo>
                  <a:lnTo>
                    <a:pt x="44018" y="215900"/>
                  </a:lnTo>
                  <a:close/>
                </a:path>
                <a:path w="6002020" h="1536700">
                  <a:moveTo>
                    <a:pt x="5996432" y="215900"/>
                  </a:moveTo>
                  <a:lnTo>
                    <a:pt x="5957938" y="215900"/>
                  </a:lnTo>
                  <a:lnTo>
                    <a:pt x="5956566" y="203200"/>
                  </a:lnTo>
                  <a:lnTo>
                    <a:pt x="5955080" y="203200"/>
                  </a:lnTo>
                  <a:lnTo>
                    <a:pt x="5953315" y="190500"/>
                  </a:lnTo>
                  <a:lnTo>
                    <a:pt x="5993409" y="190500"/>
                  </a:lnTo>
                  <a:lnTo>
                    <a:pt x="5994996" y="203200"/>
                  </a:lnTo>
                  <a:lnTo>
                    <a:pt x="5996432" y="215900"/>
                  </a:lnTo>
                  <a:close/>
                </a:path>
                <a:path w="6002020" h="1536700">
                  <a:moveTo>
                    <a:pt x="41681" y="228600"/>
                  </a:moveTo>
                  <a:lnTo>
                    <a:pt x="3022" y="228600"/>
                  </a:lnTo>
                  <a:lnTo>
                    <a:pt x="4140" y="215900"/>
                  </a:lnTo>
                  <a:lnTo>
                    <a:pt x="42786" y="215900"/>
                  </a:lnTo>
                  <a:lnTo>
                    <a:pt x="41681" y="228600"/>
                  </a:lnTo>
                  <a:close/>
                </a:path>
                <a:path w="6002020" h="1536700">
                  <a:moveTo>
                    <a:pt x="5998819" y="228600"/>
                  </a:moveTo>
                  <a:lnTo>
                    <a:pt x="5960237" y="228600"/>
                  </a:lnTo>
                  <a:lnTo>
                    <a:pt x="5959157" y="215900"/>
                  </a:lnTo>
                  <a:lnTo>
                    <a:pt x="5997702" y="215900"/>
                  </a:lnTo>
                  <a:lnTo>
                    <a:pt x="5998819" y="228600"/>
                  </a:lnTo>
                  <a:close/>
                </a:path>
                <a:path w="6002020" h="1536700">
                  <a:moveTo>
                    <a:pt x="39230" y="241300"/>
                  </a:moveTo>
                  <a:lnTo>
                    <a:pt x="1308" y="241300"/>
                  </a:lnTo>
                  <a:lnTo>
                    <a:pt x="2082" y="228600"/>
                  </a:lnTo>
                  <a:lnTo>
                    <a:pt x="39903" y="228600"/>
                  </a:lnTo>
                  <a:lnTo>
                    <a:pt x="39230" y="241300"/>
                  </a:lnTo>
                  <a:close/>
                </a:path>
                <a:path w="6002020" h="1536700">
                  <a:moveTo>
                    <a:pt x="6000534" y="241300"/>
                  </a:moveTo>
                  <a:lnTo>
                    <a:pt x="5962650" y="241300"/>
                  </a:lnTo>
                  <a:lnTo>
                    <a:pt x="5961989" y="228600"/>
                  </a:lnTo>
                  <a:lnTo>
                    <a:pt x="5999759" y="228600"/>
                  </a:lnTo>
                  <a:lnTo>
                    <a:pt x="6000534" y="241300"/>
                  </a:lnTo>
                  <a:close/>
                </a:path>
                <a:path w="6002020" h="1536700">
                  <a:moveTo>
                    <a:pt x="38328" y="254000"/>
                  </a:moveTo>
                  <a:lnTo>
                    <a:pt x="266" y="254000"/>
                  </a:lnTo>
                  <a:lnTo>
                    <a:pt x="698" y="241300"/>
                  </a:lnTo>
                  <a:lnTo>
                    <a:pt x="38709" y="241300"/>
                  </a:lnTo>
                  <a:lnTo>
                    <a:pt x="38328" y="254000"/>
                  </a:lnTo>
                  <a:close/>
                </a:path>
                <a:path w="6002020" h="1536700">
                  <a:moveTo>
                    <a:pt x="6001575" y="254000"/>
                  </a:moveTo>
                  <a:lnTo>
                    <a:pt x="5963539" y="254000"/>
                  </a:lnTo>
                  <a:lnTo>
                    <a:pt x="5963170" y="241300"/>
                  </a:lnTo>
                  <a:lnTo>
                    <a:pt x="6001143" y="241300"/>
                  </a:lnTo>
                  <a:lnTo>
                    <a:pt x="6001575" y="254000"/>
                  </a:lnTo>
                  <a:close/>
                </a:path>
                <a:path w="6002020" h="1536700">
                  <a:moveTo>
                    <a:pt x="38087" y="1282700"/>
                  </a:moveTo>
                  <a:lnTo>
                    <a:pt x="0" y="1282700"/>
                  </a:lnTo>
                  <a:lnTo>
                    <a:pt x="0" y="254000"/>
                  </a:lnTo>
                  <a:lnTo>
                    <a:pt x="38087" y="254000"/>
                  </a:lnTo>
                  <a:lnTo>
                    <a:pt x="38087" y="1282700"/>
                  </a:lnTo>
                  <a:close/>
                </a:path>
                <a:path w="6002020" h="1536700">
                  <a:moveTo>
                    <a:pt x="6001842" y="1282700"/>
                  </a:moveTo>
                  <a:lnTo>
                    <a:pt x="5963754" y="1282700"/>
                  </a:lnTo>
                  <a:lnTo>
                    <a:pt x="5963767" y="254000"/>
                  </a:lnTo>
                  <a:lnTo>
                    <a:pt x="6001842" y="254000"/>
                  </a:lnTo>
                  <a:lnTo>
                    <a:pt x="6001842" y="1282700"/>
                  </a:lnTo>
                  <a:close/>
                </a:path>
                <a:path w="6002020" h="1536700">
                  <a:moveTo>
                    <a:pt x="38303" y="1282700"/>
                  </a:moveTo>
                  <a:lnTo>
                    <a:pt x="38087" y="1282700"/>
                  </a:lnTo>
                  <a:lnTo>
                    <a:pt x="38086" y="1270627"/>
                  </a:lnTo>
                  <a:lnTo>
                    <a:pt x="38303" y="1282700"/>
                  </a:lnTo>
                  <a:close/>
                </a:path>
                <a:path w="6002020" h="1536700">
                  <a:moveTo>
                    <a:pt x="5963754" y="1282700"/>
                  </a:moveTo>
                  <a:lnTo>
                    <a:pt x="5963513" y="1282700"/>
                  </a:lnTo>
                  <a:lnTo>
                    <a:pt x="5963755" y="1270627"/>
                  </a:lnTo>
                  <a:lnTo>
                    <a:pt x="5963754" y="1282700"/>
                  </a:lnTo>
                  <a:close/>
                </a:path>
                <a:path w="6002020" h="1536700">
                  <a:moveTo>
                    <a:pt x="39192" y="1295400"/>
                  </a:moveTo>
                  <a:lnTo>
                    <a:pt x="698" y="1295400"/>
                  </a:lnTo>
                  <a:lnTo>
                    <a:pt x="266" y="1282700"/>
                  </a:lnTo>
                  <a:lnTo>
                    <a:pt x="38671" y="1282700"/>
                  </a:lnTo>
                  <a:lnTo>
                    <a:pt x="39192" y="1295400"/>
                  </a:lnTo>
                  <a:close/>
                </a:path>
                <a:path w="6002020" h="1536700">
                  <a:moveTo>
                    <a:pt x="6001143" y="1295400"/>
                  </a:moveTo>
                  <a:lnTo>
                    <a:pt x="5962611" y="1295400"/>
                  </a:lnTo>
                  <a:lnTo>
                    <a:pt x="5963132" y="1282700"/>
                  </a:lnTo>
                  <a:lnTo>
                    <a:pt x="6001575" y="1282700"/>
                  </a:lnTo>
                  <a:lnTo>
                    <a:pt x="6001143" y="1295400"/>
                  </a:lnTo>
                  <a:close/>
                </a:path>
                <a:path w="6002020" h="1536700">
                  <a:moveTo>
                    <a:pt x="40652" y="1308100"/>
                  </a:moveTo>
                  <a:lnTo>
                    <a:pt x="2082" y="1308100"/>
                  </a:lnTo>
                  <a:lnTo>
                    <a:pt x="1308" y="1295400"/>
                  </a:lnTo>
                  <a:lnTo>
                    <a:pt x="39852" y="1295400"/>
                  </a:lnTo>
                  <a:lnTo>
                    <a:pt x="40652" y="1308100"/>
                  </a:lnTo>
                  <a:close/>
                </a:path>
                <a:path w="6002020" h="1536700">
                  <a:moveTo>
                    <a:pt x="5999759" y="1308100"/>
                  </a:moveTo>
                  <a:lnTo>
                    <a:pt x="5961113" y="1308100"/>
                  </a:lnTo>
                  <a:lnTo>
                    <a:pt x="5961938" y="1295400"/>
                  </a:lnTo>
                  <a:lnTo>
                    <a:pt x="6000534" y="1295400"/>
                  </a:lnTo>
                  <a:lnTo>
                    <a:pt x="5999759" y="1308100"/>
                  </a:lnTo>
                  <a:close/>
                </a:path>
                <a:path w="6002020" h="1536700">
                  <a:moveTo>
                    <a:pt x="42684" y="1320800"/>
                  </a:moveTo>
                  <a:lnTo>
                    <a:pt x="4140" y="1320800"/>
                  </a:lnTo>
                  <a:lnTo>
                    <a:pt x="3022" y="1308100"/>
                  </a:lnTo>
                  <a:lnTo>
                    <a:pt x="41605" y="1308100"/>
                  </a:lnTo>
                  <a:lnTo>
                    <a:pt x="42684" y="1320800"/>
                  </a:lnTo>
                  <a:close/>
                </a:path>
                <a:path w="6002020" h="1536700">
                  <a:moveTo>
                    <a:pt x="5997702" y="1320800"/>
                  </a:moveTo>
                  <a:lnTo>
                    <a:pt x="5959055" y="1320800"/>
                  </a:lnTo>
                  <a:lnTo>
                    <a:pt x="5960160" y="1308100"/>
                  </a:lnTo>
                  <a:lnTo>
                    <a:pt x="5998819" y="1308100"/>
                  </a:lnTo>
                  <a:lnTo>
                    <a:pt x="5997702" y="1320800"/>
                  </a:lnTo>
                  <a:close/>
                </a:path>
                <a:path w="6002020" h="1536700">
                  <a:moveTo>
                    <a:pt x="45275" y="1333500"/>
                  </a:moveTo>
                  <a:lnTo>
                    <a:pt x="6845" y="1333500"/>
                  </a:lnTo>
                  <a:lnTo>
                    <a:pt x="5410" y="1320800"/>
                  </a:lnTo>
                  <a:lnTo>
                    <a:pt x="43903" y="1320800"/>
                  </a:lnTo>
                  <a:lnTo>
                    <a:pt x="45275" y="1333500"/>
                  </a:lnTo>
                  <a:close/>
                </a:path>
                <a:path w="6002020" h="1536700">
                  <a:moveTo>
                    <a:pt x="5994996" y="1333500"/>
                  </a:moveTo>
                  <a:lnTo>
                    <a:pt x="5956452" y="1333500"/>
                  </a:lnTo>
                  <a:lnTo>
                    <a:pt x="5957824" y="1320800"/>
                  </a:lnTo>
                  <a:lnTo>
                    <a:pt x="5996432" y="1320800"/>
                  </a:lnTo>
                  <a:lnTo>
                    <a:pt x="5994996" y="1333500"/>
                  </a:lnTo>
                  <a:close/>
                </a:path>
                <a:path w="6002020" h="1536700">
                  <a:moveTo>
                    <a:pt x="50291" y="1346200"/>
                  </a:moveTo>
                  <a:lnTo>
                    <a:pt x="10172" y="1346200"/>
                  </a:lnTo>
                  <a:lnTo>
                    <a:pt x="8432" y="1333500"/>
                  </a:lnTo>
                  <a:lnTo>
                    <a:pt x="48387" y="1333500"/>
                  </a:lnTo>
                  <a:lnTo>
                    <a:pt x="50291" y="1346200"/>
                  </a:lnTo>
                  <a:close/>
                </a:path>
                <a:path w="6002020" h="1536700">
                  <a:moveTo>
                    <a:pt x="5991669" y="1346200"/>
                  </a:moveTo>
                  <a:lnTo>
                    <a:pt x="5951550" y="1346200"/>
                  </a:lnTo>
                  <a:lnTo>
                    <a:pt x="5953455" y="1333500"/>
                  </a:lnTo>
                  <a:lnTo>
                    <a:pt x="5993409" y="1333500"/>
                  </a:lnTo>
                  <a:lnTo>
                    <a:pt x="5991669" y="1346200"/>
                  </a:lnTo>
                  <a:close/>
                </a:path>
                <a:path w="6002020" h="1536700">
                  <a:moveTo>
                    <a:pt x="56451" y="1358900"/>
                  </a:moveTo>
                  <a:lnTo>
                    <a:pt x="14135" y="1358900"/>
                  </a:lnTo>
                  <a:lnTo>
                    <a:pt x="12077" y="1346200"/>
                  </a:lnTo>
                  <a:lnTo>
                    <a:pt x="51943" y="1346200"/>
                  </a:lnTo>
                  <a:lnTo>
                    <a:pt x="56451" y="1358900"/>
                  </a:lnTo>
                  <a:close/>
                </a:path>
                <a:path w="6002020" h="1536700">
                  <a:moveTo>
                    <a:pt x="5987707" y="1358900"/>
                  </a:moveTo>
                  <a:lnTo>
                    <a:pt x="5945390" y="1358900"/>
                  </a:lnTo>
                  <a:lnTo>
                    <a:pt x="5949899" y="1346200"/>
                  </a:lnTo>
                  <a:lnTo>
                    <a:pt x="5989764" y="1346200"/>
                  </a:lnTo>
                  <a:lnTo>
                    <a:pt x="5987707" y="1358900"/>
                  </a:lnTo>
                  <a:close/>
                </a:path>
                <a:path w="6002020" h="1536700">
                  <a:moveTo>
                    <a:pt x="114528" y="1447800"/>
                  </a:moveTo>
                  <a:lnTo>
                    <a:pt x="61709" y="1447800"/>
                  </a:lnTo>
                  <a:lnTo>
                    <a:pt x="53682" y="1435100"/>
                  </a:lnTo>
                  <a:lnTo>
                    <a:pt x="32575" y="1397000"/>
                  </a:lnTo>
                  <a:lnTo>
                    <a:pt x="16370" y="1358900"/>
                  </a:lnTo>
                  <a:lnTo>
                    <a:pt x="56095" y="1358900"/>
                  </a:lnTo>
                  <a:lnTo>
                    <a:pt x="61125" y="1371600"/>
                  </a:lnTo>
                  <a:lnTo>
                    <a:pt x="60718" y="1371600"/>
                  </a:lnTo>
                  <a:lnTo>
                    <a:pt x="66281" y="1384300"/>
                  </a:lnTo>
                  <a:lnTo>
                    <a:pt x="65836" y="1384300"/>
                  </a:lnTo>
                  <a:lnTo>
                    <a:pt x="71894" y="1397000"/>
                  </a:lnTo>
                  <a:lnTo>
                    <a:pt x="77444" y="1397000"/>
                  </a:lnTo>
                  <a:lnTo>
                    <a:pt x="84467" y="1409700"/>
                  </a:lnTo>
                  <a:lnTo>
                    <a:pt x="83921" y="1409700"/>
                  </a:lnTo>
                  <a:lnTo>
                    <a:pt x="91389" y="1422400"/>
                  </a:lnTo>
                  <a:lnTo>
                    <a:pt x="98107" y="1422400"/>
                  </a:lnTo>
                  <a:lnTo>
                    <a:pt x="106425" y="1435100"/>
                  </a:lnTo>
                  <a:lnTo>
                    <a:pt x="105790" y="1435100"/>
                  </a:lnTo>
                  <a:lnTo>
                    <a:pt x="114528" y="1447800"/>
                  </a:lnTo>
                  <a:close/>
                </a:path>
                <a:path w="6002020" h="1536700">
                  <a:moveTo>
                    <a:pt x="5940132" y="1447800"/>
                  </a:moveTo>
                  <a:lnTo>
                    <a:pt x="5887313" y="1447800"/>
                  </a:lnTo>
                  <a:lnTo>
                    <a:pt x="5896051" y="1435100"/>
                  </a:lnTo>
                  <a:lnTo>
                    <a:pt x="5895403" y="1435100"/>
                  </a:lnTo>
                  <a:lnTo>
                    <a:pt x="5903734" y="1422400"/>
                  </a:lnTo>
                  <a:lnTo>
                    <a:pt x="5910453" y="1422400"/>
                  </a:lnTo>
                  <a:lnTo>
                    <a:pt x="5917920" y="1409700"/>
                  </a:lnTo>
                  <a:lnTo>
                    <a:pt x="5917374" y="1409700"/>
                  </a:lnTo>
                  <a:lnTo>
                    <a:pt x="5924397" y="1397000"/>
                  </a:lnTo>
                  <a:lnTo>
                    <a:pt x="5929947" y="1397000"/>
                  </a:lnTo>
                  <a:lnTo>
                    <a:pt x="5936005" y="1384300"/>
                  </a:lnTo>
                  <a:lnTo>
                    <a:pt x="5935560" y="1384300"/>
                  </a:lnTo>
                  <a:lnTo>
                    <a:pt x="5941123" y="1371600"/>
                  </a:lnTo>
                  <a:lnTo>
                    <a:pt x="5940717" y="1371600"/>
                  </a:lnTo>
                  <a:lnTo>
                    <a:pt x="5945758" y="1358900"/>
                  </a:lnTo>
                  <a:lnTo>
                    <a:pt x="5985471" y="1358900"/>
                  </a:lnTo>
                  <a:lnTo>
                    <a:pt x="5969266" y="1397000"/>
                  </a:lnTo>
                  <a:lnTo>
                    <a:pt x="5948159" y="1435100"/>
                  </a:lnTo>
                  <a:lnTo>
                    <a:pt x="5940132" y="1447800"/>
                  </a:lnTo>
                  <a:close/>
                </a:path>
                <a:path w="6002020" h="1536700">
                  <a:moveTo>
                    <a:pt x="77965" y="1397000"/>
                  </a:moveTo>
                  <a:lnTo>
                    <a:pt x="71894" y="1397000"/>
                  </a:lnTo>
                  <a:lnTo>
                    <a:pt x="71424" y="1384300"/>
                  </a:lnTo>
                  <a:lnTo>
                    <a:pt x="77965" y="1397000"/>
                  </a:lnTo>
                  <a:close/>
                </a:path>
                <a:path w="6002020" h="1536700">
                  <a:moveTo>
                    <a:pt x="5929947" y="1397000"/>
                  </a:moveTo>
                  <a:lnTo>
                    <a:pt x="5923876" y="1397000"/>
                  </a:lnTo>
                  <a:lnTo>
                    <a:pt x="5930417" y="1384300"/>
                  </a:lnTo>
                  <a:lnTo>
                    <a:pt x="5929947" y="1397000"/>
                  </a:lnTo>
                  <a:close/>
                </a:path>
                <a:path w="6002020" h="1536700">
                  <a:moveTo>
                    <a:pt x="150368" y="1473200"/>
                  </a:moveTo>
                  <a:lnTo>
                    <a:pt x="88569" y="1473200"/>
                  </a:lnTo>
                  <a:lnTo>
                    <a:pt x="79171" y="1460500"/>
                  </a:lnTo>
                  <a:lnTo>
                    <a:pt x="70218" y="1447800"/>
                  </a:lnTo>
                  <a:lnTo>
                    <a:pt x="122275" y="1447800"/>
                  </a:lnTo>
                  <a:lnTo>
                    <a:pt x="131787" y="1460500"/>
                  </a:lnTo>
                  <a:lnTo>
                    <a:pt x="140157" y="1460500"/>
                  </a:lnTo>
                  <a:lnTo>
                    <a:pt x="150368" y="1473200"/>
                  </a:lnTo>
                  <a:close/>
                </a:path>
                <a:path w="6002020" h="1536700">
                  <a:moveTo>
                    <a:pt x="5913272" y="1473200"/>
                  </a:moveTo>
                  <a:lnTo>
                    <a:pt x="5851474" y="1473200"/>
                  </a:lnTo>
                  <a:lnTo>
                    <a:pt x="5861684" y="1460500"/>
                  </a:lnTo>
                  <a:lnTo>
                    <a:pt x="5870054" y="1460500"/>
                  </a:lnTo>
                  <a:lnTo>
                    <a:pt x="5879566" y="1447800"/>
                  </a:lnTo>
                  <a:lnTo>
                    <a:pt x="5931623" y="1447800"/>
                  </a:lnTo>
                  <a:lnTo>
                    <a:pt x="5922670" y="1460500"/>
                  </a:lnTo>
                  <a:lnTo>
                    <a:pt x="5913272" y="1473200"/>
                  </a:lnTo>
                  <a:close/>
                </a:path>
                <a:path w="6002020" h="1536700">
                  <a:moveTo>
                    <a:pt x="201599" y="1498600"/>
                  </a:moveTo>
                  <a:lnTo>
                    <a:pt x="119214" y="1498600"/>
                  </a:lnTo>
                  <a:lnTo>
                    <a:pt x="108597" y="1485900"/>
                  </a:lnTo>
                  <a:lnTo>
                    <a:pt x="98386" y="1473200"/>
                  </a:lnTo>
                  <a:lnTo>
                    <a:pt x="159308" y="1473200"/>
                  </a:lnTo>
                  <a:lnTo>
                    <a:pt x="170154" y="1485900"/>
                  </a:lnTo>
                  <a:lnTo>
                    <a:pt x="195732" y="1485900"/>
                  </a:lnTo>
                  <a:lnTo>
                    <a:pt x="201599" y="1498600"/>
                  </a:lnTo>
                  <a:close/>
                </a:path>
                <a:path w="6002020" h="1536700">
                  <a:moveTo>
                    <a:pt x="5882627" y="1498600"/>
                  </a:moveTo>
                  <a:lnTo>
                    <a:pt x="5800242" y="1498600"/>
                  </a:lnTo>
                  <a:lnTo>
                    <a:pt x="5806109" y="1485900"/>
                  </a:lnTo>
                  <a:lnTo>
                    <a:pt x="5831687" y="1485900"/>
                  </a:lnTo>
                  <a:lnTo>
                    <a:pt x="5842546" y="1473200"/>
                  </a:lnTo>
                  <a:lnTo>
                    <a:pt x="5903455" y="1473200"/>
                  </a:lnTo>
                  <a:lnTo>
                    <a:pt x="5893244" y="1485900"/>
                  </a:lnTo>
                  <a:lnTo>
                    <a:pt x="5882627" y="1498600"/>
                  </a:lnTo>
                  <a:close/>
                </a:path>
                <a:path w="6002020" h="1536700">
                  <a:moveTo>
                    <a:pt x="5860313" y="1511300"/>
                  </a:moveTo>
                  <a:lnTo>
                    <a:pt x="141528" y="1511300"/>
                  </a:lnTo>
                  <a:lnTo>
                    <a:pt x="130187" y="1498600"/>
                  </a:lnTo>
                  <a:lnTo>
                    <a:pt x="5871654" y="1498600"/>
                  </a:lnTo>
                  <a:lnTo>
                    <a:pt x="5860313" y="1511300"/>
                  </a:lnTo>
                  <a:close/>
                </a:path>
                <a:path w="6002020" h="1536700">
                  <a:moveTo>
                    <a:pt x="5836653" y="1524000"/>
                  </a:moveTo>
                  <a:lnTo>
                    <a:pt x="165188" y="1524000"/>
                  </a:lnTo>
                  <a:lnTo>
                    <a:pt x="153200" y="1511300"/>
                  </a:lnTo>
                  <a:lnTo>
                    <a:pt x="5848642" y="1511300"/>
                  </a:lnTo>
                  <a:lnTo>
                    <a:pt x="5836653" y="1524000"/>
                  </a:lnTo>
                  <a:close/>
                </a:path>
                <a:path w="6002020" h="1536700">
                  <a:moveTo>
                    <a:pt x="5805385" y="1536700"/>
                  </a:moveTo>
                  <a:lnTo>
                    <a:pt x="196456" y="1536700"/>
                  </a:lnTo>
                  <a:lnTo>
                    <a:pt x="190068" y="1524000"/>
                  </a:lnTo>
                  <a:lnTo>
                    <a:pt x="5811774" y="1524000"/>
                  </a:lnTo>
                  <a:lnTo>
                    <a:pt x="5805385" y="1536700"/>
                  </a:lnTo>
                  <a:close/>
                </a:path>
              </a:pathLst>
            </a:custGeom>
            <a:solidFill>
              <a:srgbClr val="FF0000"/>
            </a:solidFill>
          </p:spPr>
          <p:txBody>
            <a:bodyPr wrap="square" lIns="0" tIns="0" rIns="0" bIns="0" rtlCol="0"/>
            <a:lstStyle/>
            <a:p>
              <a:endParaRPr/>
            </a:p>
          </p:txBody>
        </p:sp>
      </p:grpSp>
      <p:sp>
        <p:nvSpPr>
          <p:cNvPr id="5" name="object 5"/>
          <p:cNvSpPr txBox="1"/>
          <p:nvPr/>
        </p:nvSpPr>
        <p:spPr>
          <a:xfrm>
            <a:off x="1960064" y="1676764"/>
            <a:ext cx="3152775" cy="1468991"/>
          </a:xfrm>
          <a:prstGeom prst="rect">
            <a:avLst/>
          </a:prstGeom>
        </p:spPr>
        <p:txBody>
          <a:bodyPr vert="horz" wrap="square" lIns="0" tIns="55244" rIns="0" bIns="0" rtlCol="0">
            <a:spAutoFit/>
          </a:bodyPr>
          <a:lstStyle/>
          <a:p>
            <a:pPr marL="12700">
              <a:spcBef>
                <a:spcPts val="434"/>
              </a:spcBef>
            </a:pPr>
            <a:r>
              <a:rPr b="1" dirty="0">
                <a:latin typeface="Segoe UI"/>
                <a:cs typeface="Segoe UI"/>
              </a:rPr>
              <a:t>Step</a:t>
            </a:r>
            <a:r>
              <a:rPr b="1" spc="-35" dirty="0">
                <a:latin typeface="Segoe UI"/>
                <a:cs typeface="Segoe UI"/>
              </a:rPr>
              <a:t> </a:t>
            </a:r>
            <a:r>
              <a:rPr b="1" dirty="0">
                <a:latin typeface="Segoe UI"/>
                <a:cs typeface="Segoe UI"/>
              </a:rPr>
              <a:t>3</a:t>
            </a:r>
            <a:r>
              <a:rPr b="1" spc="-35" dirty="0">
                <a:latin typeface="Segoe UI"/>
                <a:cs typeface="Segoe UI"/>
              </a:rPr>
              <a:t> </a:t>
            </a:r>
            <a:r>
              <a:rPr b="1" dirty="0">
                <a:latin typeface="Segoe UI"/>
                <a:cs typeface="Segoe UI"/>
              </a:rPr>
              <a:t>:</a:t>
            </a:r>
            <a:r>
              <a:rPr b="1" spc="-30" dirty="0">
                <a:latin typeface="Segoe UI"/>
                <a:cs typeface="Segoe UI"/>
              </a:rPr>
              <a:t> </a:t>
            </a:r>
            <a:r>
              <a:rPr b="1" dirty="0">
                <a:latin typeface="Segoe UI"/>
                <a:cs typeface="Segoe UI"/>
              </a:rPr>
              <a:t>Read</a:t>
            </a:r>
            <a:r>
              <a:rPr b="1" spc="-30" dirty="0">
                <a:latin typeface="Segoe UI"/>
                <a:cs typeface="Segoe UI"/>
              </a:rPr>
              <a:t> </a:t>
            </a:r>
            <a:r>
              <a:rPr b="1" dirty="0">
                <a:latin typeface="Segoe UI"/>
                <a:cs typeface="Segoe UI"/>
              </a:rPr>
              <a:t>the</a:t>
            </a:r>
            <a:r>
              <a:rPr b="1" spc="-35" dirty="0">
                <a:latin typeface="Segoe UI"/>
                <a:cs typeface="Segoe UI"/>
              </a:rPr>
              <a:t> </a:t>
            </a:r>
            <a:r>
              <a:rPr b="1" dirty="0">
                <a:latin typeface="Segoe UI"/>
                <a:cs typeface="Segoe UI"/>
              </a:rPr>
              <a:t>undertaking</a:t>
            </a:r>
            <a:r>
              <a:rPr b="1" spc="-35" dirty="0">
                <a:latin typeface="Segoe UI"/>
                <a:cs typeface="Segoe UI"/>
              </a:rPr>
              <a:t> </a:t>
            </a:r>
            <a:r>
              <a:rPr b="1" spc="-10" dirty="0">
                <a:latin typeface="Segoe UI"/>
                <a:cs typeface="Segoe UI"/>
              </a:rPr>
              <a:t>carefully</a:t>
            </a:r>
            <a:endParaRPr dirty="0">
              <a:latin typeface="Segoe UI"/>
              <a:cs typeface="Segoe UI"/>
            </a:endParaRPr>
          </a:p>
          <a:p>
            <a:pPr marL="469900" marR="692150">
              <a:lnSpc>
                <a:spcPts val="2230"/>
              </a:lnSpc>
              <a:spcBef>
                <a:spcPts val="80"/>
              </a:spcBef>
            </a:pPr>
            <a:r>
              <a:rPr sz="1600" b="1" dirty="0">
                <a:latin typeface="Segoe UI"/>
                <a:cs typeface="Segoe UI"/>
              </a:rPr>
              <a:t>Click</a:t>
            </a:r>
            <a:r>
              <a:rPr sz="1600" b="1" spc="-10" dirty="0">
                <a:latin typeface="Segoe UI"/>
                <a:cs typeface="Segoe UI"/>
              </a:rPr>
              <a:t> </a:t>
            </a:r>
            <a:r>
              <a:rPr sz="1600" b="1" dirty="0">
                <a:latin typeface="Segoe UI"/>
                <a:cs typeface="Segoe UI"/>
              </a:rPr>
              <a:t>on</a:t>
            </a:r>
            <a:r>
              <a:rPr sz="1600" b="1" spc="-5" dirty="0">
                <a:latin typeface="Segoe UI"/>
                <a:cs typeface="Segoe UI"/>
              </a:rPr>
              <a:t> </a:t>
            </a:r>
            <a:r>
              <a:rPr sz="1600" b="1" dirty="0">
                <a:latin typeface="Segoe UI"/>
                <a:cs typeface="Segoe UI"/>
              </a:rPr>
              <a:t>Accept</a:t>
            </a:r>
            <a:r>
              <a:rPr sz="1600" b="1" spc="-5" dirty="0">
                <a:latin typeface="Segoe UI"/>
                <a:cs typeface="Segoe UI"/>
              </a:rPr>
              <a:t> </a:t>
            </a:r>
            <a:r>
              <a:rPr sz="1600" b="1" dirty="0">
                <a:latin typeface="Segoe UI"/>
                <a:cs typeface="Segoe UI"/>
              </a:rPr>
              <a:t>and</a:t>
            </a:r>
            <a:r>
              <a:rPr sz="1600" b="1" spc="-10" dirty="0">
                <a:latin typeface="Segoe UI"/>
                <a:cs typeface="Segoe UI"/>
              </a:rPr>
              <a:t> </a:t>
            </a:r>
            <a:r>
              <a:rPr sz="1600" b="1" dirty="0">
                <a:latin typeface="Segoe UI"/>
                <a:cs typeface="Segoe UI"/>
              </a:rPr>
              <a:t>continue</a:t>
            </a:r>
            <a:r>
              <a:rPr sz="1600" b="1" spc="-5" dirty="0">
                <a:latin typeface="Segoe UI"/>
                <a:cs typeface="Segoe UI"/>
              </a:rPr>
              <a:t> </a:t>
            </a:r>
            <a:r>
              <a:rPr sz="1600" b="1" spc="-25" dirty="0">
                <a:latin typeface="Segoe UI"/>
                <a:cs typeface="Segoe UI"/>
              </a:rPr>
              <a:t>to </a:t>
            </a:r>
            <a:r>
              <a:rPr sz="1600" b="1" dirty="0">
                <a:latin typeface="Segoe UI"/>
                <a:cs typeface="Segoe UI"/>
              </a:rPr>
              <a:t>see</a:t>
            </a:r>
            <a:r>
              <a:rPr sz="1600" b="1" spc="-5" dirty="0">
                <a:latin typeface="Segoe UI"/>
                <a:cs typeface="Segoe UI"/>
              </a:rPr>
              <a:t> </a:t>
            </a:r>
            <a:r>
              <a:rPr sz="1600" b="1" dirty="0">
                <a:latin typeface="Segoe UI"/>
                <a:cs typeface="Segoe UI"/>
              </a:rPr>
              <a:t>the</a:t>
            </a:r>
            <a:r>
              <a:rPr sz="1600" b="1" spc="-5" dirty="0">
                <a:latin typeface="Segoe UI"/>
                <a:cs typeface="Segoe UI"/>
              </a:rPr>
              <a:t> </a:t>
            </a:r>
            <a:r>
              <a:rPr sz="1600" b="1" dirty="0">
                <a:latin typeface="Segoe UI"/>
                <a:cs typeface="Segoe UI"/>
              </a:rPr>
              <a:t>course</a:t>
            </a:r>
            <a:r>
              <a:rPr sz="1600" b="1" spc="-5" dirty="0">
                <a:latin typeface="Segoe UI"/>
                <a:cs typeface="Segoe UI"/>
              </a:rPr>
              <a:t> </a:t>
            </a:r>
            <a:r>
              <a:rPr sz="1600" b="1" spc="-10" dirty="0">
                <a:latin typeface="Segoe UI"/>
                <a:cs typeface="Segoe UI"/>
              </a:rPr>
              <a:t>list.</a:t>
            </a:r>
            <a:endParaRPr sz="1600" dirty="0">
              <a:latin typeface="Segoe UI"/>
              <a:cs typeface="Segoe UI"/>
            </a:endParaRPr>
          </a:p>
        </p:txBody>
      </p:sp>
      <p:sp>
        <p:nvSpPr>
          <p:cNvPr id="6" name="object 6"/>
          <p:cNvSpPr txBox="1">
            <a:spLocks noGrp="1"/>
          </p:cNvSpPr>
          <p:nvPr>
            <p:ph type="title"/>
          </p:nvPr>
        </p:nvSpPr>
        <p:spPr>
          <a:xfrm>
            <a:off x="1952597" y="714356"/>
            <a:ext cx="3965575" cy="506408"/>
          </a:xfrm>
          <a:prstGeom prst="rect">
            <a:avLst/>
          </a:prstGeom>
        </p:spPr>
        <p:txBody>
          <a:bodyPr vert="horz" wrap="square" lIns="0" tIns="196710" rIns="0" bIns="0" rtlCol="0" anchor="ctr">
            <a:spAutoFit/>
          </a:bodyPr>
          <a:lstStyle/>
          <a:p>
            <a:pPr marL="12700">
              <a:lnSpc>
                <a:spcPct val="100000"/>
              </a:lnSpc>
              <a:spcBef>
                <a:spcPts val="100"/>
              </a:spcBef>
            </a:pPr>
            <a:r>
              <a:rPr sz="2000" spc="-10"/>
              <a:t>EDU-</a:t>
            </a:r>
            <a:r>
              <a:rPr sz="2000"/>
              <a:t>REVOLUTION</a:t>
            </a:r>
            <a:r>
              <a:rPr sz="2000" spc="-125"/>
              <a:t> </a:t>
            </a:r>
            <a:r>
              <a:rPr sz="2000" spc="-10"/>
              <a:t>INTERFACE</a:t>
            </a:r>
            <a:endParaRPr sz="2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11705" y="883285"/>
            <a:ext cx="5252085" cy="1046440"/>
          </a:xfrm>
          <a:prstGeom prst="rect">
            <a:avLst/>
          </a:prstGeom>
        </p:spPr>
        <p:txBody>
          <a:bodyPr vert="horz" wrap="square" lIns="0" tIns="111760" rIns="0" bIns="0" rtlCol="0">
            <a:spAutoFit/>
          </a:bodyPr>
          <a:lstStyle/>
          <a:p>
            <a:pPr marL="12700">
              <a:spcBef>
                <a:spcPts val="880"/>
              </a:spcBef>
            </a:pPr>
            <a:r>
              <a:rPr b="1" dirty="0">
                <a:latin typeface="Segoe UI"/>
                <a:cs typeface="Segoe UI"/>
              </a:rPr>
              <a:t>Step</a:t>
            </a:r>
            <a:r>
              <a:rPr b="1" spc="-65" dirty="0">
                <a:latin typeface="Segoe UI"/>
                <a:cs typeface="Segoe UI"/>
              </a:rPr>
              <a:t> </a:t>
            </a:r>
            <a:r>
              <a:rPr b="1" dirty="0">
                <a:latin typeface="Segoe UI"/>
                <a:cs typeface="Segoe UI"/>
              </a:rPr>
              <a:t>4:</a:t>
            </a:r>
            <a:r>
              <a:rPr b="1" spc="-55" dirty="0">
                <a:latin typeface="Segoe UI"/>
                <a:cs typeface="Segoe UI"/>
              </a:rPr>
              <a:t> </a:t>
            </a:r>
            <a:r>
              <a:rPr b="1" dirty="0">
                <a:latin typeface="Segoe UI"/>
                <a:cs typeface="Segoe UI"/>
              </a:rPr>
              <a:t>Review</a:t>
            </a:r>
            <a:r>
              <a:rPr b="1" spc="-60" dirty="0">
                <a:latin typeface="Segoe UI"/>
                <a:cs typeface="Segoe UI"/>
              </a:rPr>
              <a:t> </a:t>
            </a:r>
            <a:r>
              <a:rPr b="1" dirty="0">
                <a:latin typeface="Segoe UI"/>
                <a:cs typeface="Segoe UI"/>
              </a:rPr>
              <a:t>Expert-Defined</a:t>
            </a:r>
            <a:r>
              <a:rPr b="1" spc="-60" dirty="0">
                <a:latin typeface="Segoe UI"/>
                <a:cs typeface="Segoe UI"/>
              </a:rPr>
              <a:t> </a:t>
            </a:r>
            <a:r>
              <a:rPr b="1" spc="-10" dirty="0">
                <a:latin typeface="Segoe UI"/>
                <a:cs typeface="Segoe UI"/>
              </a:rPr>
              <a:t>Options</a:t>
            </a:r>
            <a:endParaRPr>
              <a:latin typeface="Segoe UI"/>
              <a:cs typeface="Segoe UI"/>
            </a:endParaRPr>
          </a:p>
          <a:p>
            <a:pPr marL="12700">
              <a:spcBef>
                <a:spcPts val="780"/>
              </a:spcBef>
            </a:pPr>
            <a:r>
              <a:rPr b="1" dirty="0">
                <a:latin typeface="Segoe UI"/>
                <a:cs typeface="Segoe UI"/>
              </a:rPr>
              <a:t>Explore</a:t>
            </a:r>
            <a:r>
              <a:rPr b="1" spc="-40" dirty="0">
                <a:latin typeface="Segoe UI"/>
                <a:cs typeface="Segoe UI"/>
              </a:rPr>
              <a:t> </a:t>
            </a:r>
            <a:r>
              <a:rPr b="1" dirty="0">
                <a:latin typeface="Segoe UI"/>
                <a:cs typeface="Segoe UI"/>
              </a:rPr>
              <a:t>the</a:t>
            </a:r>
            <a:r>
              <a:rPr b="1" spc="-35" dirty="0">
                <a:latin typeface="Segoe UI"/>
                <a:cs typeface="Segoe UI"/>
              </a:rPr>
              <a:t> </a:t>
            </a:r>
            <a:r>
              <a:rPr b="1" dirty="0">
                <a:latin typeface="Segoe UI"/>
                <a:cs typeface="Segoe UI"/>
              </a:rPr>
              <a:t>list</a:t>
            </a:r>
            <a:r>
              <a:rPr b="1" spc="-35" dirty="0">
                <a:latin typeface="Segoe UI"/>
                <a:cs typeface="Segoe UI"/>
              </a:rPr>
              <a:t> </a:t>
            </a:r>
            <a:r>
              <a:rPr b="1" dirty="0">
                <a:latin typeface="Segoe UI"/>
                <a:cs typeface="Segoe UI"/>
              </a:rPr>
              <a:t>of</a:t>
            </a:r>
            <a:r>
              <a:rPr b="1" spc="-35" dirty="0">
                <a:latin typeface="Segoe UI"/>
                <a:cs typeface="Segoe UI"/>
              </a:rPr>
              <a:t> </a:t>
            </a:r>
            <a:r>
              <a:rPr b="1" dirty="0">
                <a:latin typeface="Segoe UI"/>
                <a:cs typeface="Segoe UI"/>
              </a:rPr>
              <a:t>courses</a:t>
            </a:r>
            <a:r>
              <a:rPr b="1" spc="-35" dirty="0">
                <a:latin typeface="Segoe UI"/>
                <a:cs typeface="Segoe UI"/>
              </a:rPr>
              <a:t> </a:t>
            </a:r>
            <a:r>
              <a:rPr b="1" dirty="0">
                <a:latin typeface="Segoe UI"/>
                <a:cs typeface="Segoe UI"/>
              </a:rPr>
              <a:t>in</a:t>
            </a:r>
            <a:r>
              <a:rPr b="1" spc="-35" dirty="0">
                <a:latin typeface="Segoe UI"/>
                <a:cs typeface="Segoe UI"/>
              </a:rPr>
              <a:t> </a:t>
            </a:r>
            <a:r>
              <a:rPr b="1" dirty="0">
                <a:latin typeface="Segoe UI"/>
                <a:cs typeface="Segoe UI"/>
              </a:rPr>
              <a:t>which</a:t>
            </a:r>
            <a:r>
              <a:rPr b="1" spc="-35" dirty="0">
                <a:latin typeface="Segoe UI"/>
                <a:cs typeface="Segoe UI"/>
              </a:rPr>
              <a:t> </a:t>
            </a:r>
            <a:r>
              <a:rPr b="1" dirty="0">
                <a:latin typeface="Segoe UI"/>
                <a:cs typeface="Segoe UI"/>
              </a:rPr>
              <a:t>you</a:t>
            </a:r>
            <a:r>
              <a:rPr b="1" spc="-35" dirty="0">
                <a:latin typeface="Segoe UI"/>
                <a:cs typeface="Segoe UI"/>
              </a:rPr>
              <a:t> </a:t>
            </a:r>
            <a:r>
              <a:rPr b="1" dirty="0">
                <a:latin typeface="Segoe UI"/>
                <a:cs typeface="Segoe UI"/>
              </a:rPr>
              <a:t>can</a:t>
            </a:r>
            <a:r>
              <a:rPr b="1" spc="-35" dirty="0">
                <a:latin typeface="Segoe UI"/>
                <a:cs typeface="Segoe UI"/>
              </a:rPr>
              <a:t> </a:t>
            </a:r>
            <a:r>
              <a:rPr b="1" dirty="0">
                <a:latin typeface="Segoe UI"/>
                <a:cs typeface="Segoe UI"/>
              </a:rPr>
              <a:t>express</a:t>
            </a:r>
            <a:r>
              <a:rPr b="1" spc="-35" dirty="0">
                <a:latin typeface="Segoe UI"/>
                <a:cs typeface="Segoe UI"/>
              </a:rPr>
              <a:t> </a:t>
            </a:r>
            <a:r>
              <a:rPr b="1" dirty="0">
                <a:latin typeface="Segoe UI"/>
                <a:cs typeface="Segoe UI"/>
              </a:rPr>
              <a:t>your</a:t>
            </a:r>
            <a:r>
              <a:rPr b="1" spc="-35" dirty="0">
                <a:latin typeface="Segoe UI"/>
                <a:cs typeface="Segoe UI"/>
              </a:rPr>
              <a:t> </a:t>
            </a:r>
            <a:r>
              <a:rPr b="1" spc="-10" dirty="0">
                <a:latin typeface="Segoe UI"/>
                <a:cs typeface="Segoe UI"/>
              </a:rPr>
              <a:t>interest.</a:t>
            </a:r>
            <a:endParaRPr>
              <a:latin typeface="Segoe UI"/>
              <a:cs typeface="Segoe UI"/>
            </a:endParaRPr>
          </a:p>
        </p:txBody>
      </p:sp>
      <p:grpSp>
        <p:nvGrpSpPr>
          <p:cNvPr id="3" name="object 3"/>
          <p:cNvGrpSpPr/>
          <p:nvPr/>
        </p:nvGrpSpPr>
        <p:grpSpPr>
          <a:xfrm>
            <a:off x="2152651" y="2467355"/>
            <a:ext cx="7544753" cy="3844290"/>
            <a:chOff x="838200" y="2467355"/>
            <a:chExt cx="10059670" cy="3844290"/>
          </a:xfrm>
        </p:grpSpPr>
        <p:pic>
          <p:nvPicPr>
            <p:cNvPr id="4" name="object 4"/>
            <p:cNvPicPr/>
            <p:nvPr/>
          </p:nvPicPr>
          <p:blipFill>
            <a:blip r:embed="rId2" cstate="print"/>
            <a:stretch>
              <a:fillRect/>
            </a:stretch>
          </p:blipFill>
          <p:spPr>
            <a:xfrm>
              <a:off x="838200" y="2467355"/>
              <a:ext cx="10037064" cy="3832860"/>
            </a:xfrm>
            <a:prstGeom prst="rect">
              <a:avLst/>
            </a:prstGeom>
          </p:spPr>
        </p:pic>
        <p:sp>
          <p:nvSpPr>
            <p:cNvPr id="5" name="object 5"/>
            <p:cNvSpPr/>
            <p:nvPr/>
          </p:nvSpPr>
          <p:spPr>
            <a:xfrm>
              <a:off x="5892253" y="4787353"/>
              <a:ext cx="5005705" cy="1524000"/>
            </a:xfrm>
            <a:custGeom>
              <a:avLst/>
              <a:gdLst/>
              <a:ahLst/>
              <a:cxnLst/>
              <a:rect l="l" t="t" r="r" b="b"/>
              <a:pathLst>
                <a:path w="5005705" h="1524000">
                  <a:moveTo>
                    <a:pt x="4823510" y="12700"/>
                  </a:moveTo>
                  <a:lnTo>
                    <a:pt x="182016" y="12700"/>
                  </a:lnTo>
                  <a:lnTo>
                    <a:pt x="188277" y="0"/>
                  </a:lnTo>
                  <a:lnTo>
                    <a:pt x="4817249" y="0"/>
                  </a:lnTo>
                  <a:lnTo>
                    <a:pt x="4823510" y="12700"/>
                  </a:lnTo>
                  <a:close/>
                </a:path>
                <a:path w="5005705" h="1524000">
                  <a:moveTo>
                    <a:pt x="4853774" y="25400"/>
                  </a:moveTo>
                  <a:lnTo>
                    <a:pt x="151752" y="25400"/>
                  </a:lnTo>
                  <a:lnTo>
                    <a:pt x="163639" y="12700"/>
                  </a:lnTo>
                  <a:lnTo>
                    <a:pt x="4841887" y="12700"/>
                  </a:lnTo>
                  <a:lnTo>
                    <a:pt x="4853774" y="25400"/>
                  </a:lnTo>
                  <a:close/>
                </a:path>
                <a:path w="5005705" h="1524000">
                  <a:moveTo>
                    <a:pt x="255905" y="38100"/>
                  </a:moveTo>
                  <a:lnTo>
                    <a:pt x="128968" y="38100"/>
                  </a:lnTo>
                  <a:lnTo>
                    <a:pt x="140195" y="25400"/>
                  </a:lnTo>
                  <a:lnTo>
                    <a:pt x="262293" y="25400"/>
                  </a:lnTo>
                  <a:lnTo>
                    <a:pt x="255905" y="38100"/>
                  </a:lnTo>
                  <a:close/>
                </a:path>
                <a:path w="5005705" h="1524000">
                  <a:moveTo>
                    <a:pt x="4876558" y="38100"/>
                  </a:moveTo>
                  <a:lnTo>
                    <a:pt x="4749622" y="38100"/>
                  </a:lnTo>
                  <a:lnTo>
                    <a:pt x="4743234" y="25400"/>
                  </a:lnTo>
                  <a:lnTo>
                    <a:pt x="4865331" y="25400"/>
                  </a:lnTo>
                  <a:lnTo>
                    <a:pt x="4876558" y="38100"/>
                  </a:lnTo>
                  <a:close/>
                </a:path>
                <a:path w="5005705" h="1524000">
                  <a:moveTo>
                    <a:pt x="188696" y="50800"/>
                  </a:moveTo>
                  <a:lnTo>
                    <a:pt x="107581" y="50800"/>
                  </a:lnTo>
                  <a:lnTo>
                    <a:pt x="118084" y="38100"/>
                  </a:lnTo>
                  <a:lnTo>
                    <a:pt x="194449" y="38100"/>
                  </a:lnTo>
                  <a:lnTo>
                    <a:pt x="188696" y="50800"/>
                  </a:lnTo>
                  <a:close/>
                </a:path>
                <a:path w="5005705" h="1524000">
                  <a:moveTo>
                    <a:pt x="4897945" y="50800"/>
                  </a:moveTo>
                  <a:lnTo>
                    <a:pt x="4816830" y="50800"/>
                  </a:lnTo>
                  <a:lnTo>
                    <a:pt x="4811077" y="38100"/>
                  </a:lnTo>
                  <a:lnTo>
                    <a:pt x="4887442" y="38100"/>
                  </a:lnTo>
                  <a:lnTo>
                    <a:pt x="4897945" y="50800"/>
                  </a:lnTo>
                  <a:close/>
                </a:path>
                <a:path w="5005705" h="1524000">
                  <a:moveTo>
                    <a:pt x="139039" y="76200"/>
                  </a:moveTo>
                  <a:lnTo>
                    <a:pt x="78422" y="76200"/>
                  </a:lnTo>
                  <a:lnTo>
                    <a:pt x="87731" y="63500"/>
                  </a:lnTo>
                  <a:lnTo>
                    <a:pt x="97459" y="50800"/>
                  </a:lnTo>
                  <a:lnTo>
                    <a:pt x="168706" y="50800"/>
                  </a:lnTo>
                  <a:lnTo>
                    <a:pt x="157975" y="63500"/>
                  </a:lnTo>
                  <a:lnTo>
                    <a:pt x="149136" y="63500"/>
                  </a:lnTo>
                  <a:lnTo>
                    <a:pt x="139039" y="76200"/>
                  </a:lnTo>
                  <a:close/>
                </a:path>
                <a:path w="5005705" h="1524000">
                  <a:moveTo>
                    <a:pt x="4927104" y="76200"/>
                  </a:moveTo>
                  <a:lnTo>
                    <a:pt x="4866487" y="76200"/>
                  </a:lnTo>
                  <a:lnTo>
                    <a:pt x="4856391" y="63500"/>
                  </a:lnTo>
                  <a:lnTo>
                    <a:pt x="4847551" y="63500"/>
                  </a:lnTo>
                  <a:lnTo>
                    <a:pt x="4836820" y="50800"/>
                  </a:lnTo>
                  <a:lnTo>
                    <a:pt x="4908067" y="50800"/>
                  </a:lnTo>
                  <a:lnTo>
                    <a:pt x="4917795" y="63500"/>
                  </a:lnTo>
                  <a:lnTo>
                    <a:pt x="4927104" y="76200"/>
                  </a:lnTo>
                  <a:close/>
                </a:path>
                <a:path w="5005705" h="1524000">
                  <a:moveTo>
                    <a:pt x="71056" y="139700"/>
                  </a:moveTo>
                  <a:lnTo>
                    <a:pt x="32270" y="139700"/>
                  </a:lnTo>
                  <a:lnTo>
                    <a:pt x="38722" y="127000"/>
                  </a:lnTo>
                  <a:lnTo>
                    <a:pt x="45707" y="114300"/>
                  </a:lnTo>
                  <a:lnTo>
                    <a:pt x="53174" y="101600"/>
                  </a:lnTo>
                  <a:lnTo>
                    <a:pt x="61125" y="88900"/>
                  </a:lnTo>
                  <a:lnTo>
                    <a:pt x="69557" y="76200"/>
                  </a:lnTo>
                  <a:lnTo>
                    <a:pt x="130759" y="76200"/>
                  </a:lnTo>
                  <a:lnTo>
                    <a:pt x="121361" y="88900"/>
                  </a:lnTo>
                  <a:lnTo>
                    <a:pt x="113690" y="88900"/>
                  </a:lnTo>
                  <a:lnTo>
                    <a:pt x="105041" y="101600"/>
                  </a:lnTo>
                  <a:lnTo>
                    <a:pt x="98056" y="101600"/>
                  </a:lnTo>
                  <a:lnTo>
                    <a:pt x="90220" y="114300"/>
                  </a:lnTo>
                  <a:lnTo>
                    <a:pt x="90805" y="114300"/>
                  </a:lnTo>
                  <a:lnTo>
                    <a:pt x="83413" y="127000"/>
                  </a:lnTo>
                  <a:lnTo>
                    <a:pt x="77533" y="127000"/>
                  </a:lnTo>
                  <a:lnTo>
                    <a:pt x="71056" y="139700"/>
                  </a:lnTo>
                  <a:close/>
                </a:path>
                <a:path w="5005705" h="1524000">
                  <a:moveTo>
                    <a:pt x="4973256" y="139700"/>
                  </a:moveTo>
                  <a:lnTo>
                    <a:pt x="4934470" y="139700"/>
                  </a:lnTo>
                  <a:lnTo>
                    <a:pt x="4927993" y="127000"/>
                  </a:lnTo>
                  <a:lnTo>
                    <a:pt x="4922113" y="127000"/>
                  </a:lnTo>
                  <a:lnTo>
                    <a:pt x="4914722" y="114300"/>
                  </a:lnTo>
                  <a:lnTo>
                    <a:pt x="4915293" y="114300"/>
                  </a:lnTo>
                  <a:lnTo>
                    <a:pt x="4907470" y="101600"/>
                  </a:lnTo>
                  <a:lnTo>
                    <a:pt x="4900485" y="101600"/>
                  </a:lnTo>
                  <a:lnTo>
                    <a:pt x="4891836" y="88900"/>
                  </a:lnTo>
                  <a:lnTo>
                    <a:pt x="4884166" y="88900"/>
                  </a:lnTo>
                  <a:lnTo>
                    <a:pt x="4874768" y="76200"/>
                  </a:lnTo>
                  <a:lnTo>
                    <a:pt x="4935969" y="76200"/>
                  </a:lnTo>
                  <a:lnTo>
                    <a:pt x="4944402" y="88900"/>
                  </a:lnTo>
                  <a:lnTo>
                    <a:pt x="4952352" y="101600"/>
                  </a:lnTo>
                  <a:lnTo>
                    <a:pt x="4959819" y="114300"/>
                  </a:lnTo>
                  <a:lnTo>
                    <a:pt x="4966792" y="127000"/>
                  </a:lnTo>
                  <a:lnTo>
                    <a:pt x="4973256" y="139700"/>
                  </a:lnTo>
                  <a:close/>
                </a:path>
                <a:path w="5005705" h="1524000">
                  <a:moveTo>
                    <a:pt x="77012" y="139700"/>
                  </a:moveTo>
                  <a:lnTo>
                    <a:pt x="77533" y="127000"/>
                  </a:lnTo>
                  <a:lnTo>
                    <a:pt x="83959" y="127000"/>
                  </a:lnTo>
                  <a:lnTo>
                    <a:pt x="77012" y="139700"/>
                  </a:lnTo>
                  <a:close/>
                </a:path>
                <a:path w="5005705" h="1524000">
                  <a:moveTo>
                    <a:pt x="4928514" y="139700"/>
                  </a:moveTo>
                  <a:lnTo>
                    <a:pt x="4921567" y="127000"/>
                  </a:lnTo>
                  <a:lnTo>
                    <a:pt x="4927993" y="127000"/>
                  </a:lnTo>
                  <a:lnTo>
                    <a:pt x="4928514" y="139700"/>
                  </a:lnTo>
                  <a:close/>
                </a:path>
                <a:path w="5005705" h="1524000">
                  <a:moveTo>
                    <a:pt x="55892" y="177800"/>
                  </a:moveTo>
                  <a:lnTo>
                    <a:pt x="13995" y="177800"/>
                  </a:lnTo>
                  <a:lnTo>
                    <a:pt x="16217" y="165100"/>
                  </a:lnTo>
                  <a:lnTo>
                    <a:pt x="20980" y="152400"/>
                  </a:lnTo>
                  <a:lnTo>
                    <a:pt x="26352" y="139700"/>
                  </a:lnTo>
                  <a:lnTo>
                    <a:pt x="71526" y="139700"/>
                  </a:lnTo>
                  <a:lnTo>
                    <a:pt x="65532" y="152400"/>
                  </a:lnTo>
                  <a:lnTo>
                    <a:pt x="65976" y="152400"/>
                  </a:lnTo>
                  <a:lnTo>
                    <a:pt x="60477" y="165100"/>
                  </a:lnTo>
                  <a:lnTo>
                    <a:pt x="60871" y="165100"/>
                  </a:lnTo>
                  <a:lnTo>
                    <a:pt x="55892" y="177800"/>
                  </a:lnTo>
                  <a:close/>
                </a:path>
                <a:path w="5005705" h="1524000">
                  <a:moveTo>
                    <a:pt x="4991531" y="177800"/>
                  </a:moveTo>
                  <a:lnTo>
                    <a:pt x="4949634" y="177800"/>
                  </a:lnTo>
                  <a:lnTo>
                    <a:pt x="4944643" y="165100"/>
                  </a:lnTo>
                  <a:lnTo>
                    <a:pt x="4945049" y="165100"/>
                  </a:lnTo>
                  <a:lnTo>
                    <a:pt x="4939550" y="152400"/>
                  </a:lnTo>
                  <a:lnTo>
                    <a:pt x="4939995" y="152400"/>
                  </a:lnTo>
                  <a:lnTo>
                    <a:pt x="4934000" y="139700"/>
                  </a:lnTo>
                  <a:lnTo>
                    <a:pt x="4979174" y="139700"/>
                  </a:lnTo>
                  <a:lnTo>
                    <a:pt x="4984546" y="152400"/>
                  </a:lnTo>
                  <a:lnTo>
                    <a:pt x="4989309" y="165100"/>
                  </a:lnTo>
                  <a:lnTo>
                    <a:pt x="4991531" y="177800"/>
                  </a:lnTo>
                  <a:close/>
                </a:path>
                <a:path w="5005705" h="1524000">
                  <a:moveTo>
                    <a:pt x="50012" y="190500"/>
                  </a:moveTo>
                  <a:lnTo>
                    <a:pt x="10083" y="190500"/>
                  </a:lnTo>
                  <a:lnTo>
                    <a:pt x="11963" y="177800"/>
                  </a:lnTo>
                  <a:lnTo>
                    <a:pt x="52044" y="177800"/>
                  </a:lnTo>
                  <a:lnTo>
                    <a:pt x="50012" y="190500"/>
                  </a:lnTo>
                  <a:close/>
                </a:path>
                <a:path w="5005705" h="1524000">
                  <a:moveTo>
                    <a:pt x="4995443" y="190500"/>
                  </a:moveTo>
                  <a:lnTo>
                    <a:pt x="4955514" y="190500"/>
                  </a:lnTo>
                  <a:lnTo>
                    <a:pt x="4953482" y="177800"/>
                  </a:lnTo>
                  <a:lnTo>
                    <a:pt x="4993563" y="177800"/>
                  </a:lnTo>
                  <a:lnTo>
                    <a:pt x="4995443" y="190500"/>
                  </a:lnTo>
                  <a:close/>
                </a:path>
                <a:path w="5005705" h="1524000">
                  <a:moveTo>
                    <a:pt x="46799" y="203200"/>
                  </a:moveTo>
                  <a:lnTo>
                    <a:pt x="6769" y="203200"/>
                  </a:lnTo>
                  <a:lnTo>
                    <a:pt x="8356" y="190500"/>
                  </a:lnTo>
                  <a:lnTo>
                    <a:pt x="48412" y="190500"/>
                  </a:lnTo>
                  <a:lnTo>
                    <a:pt x="46799" y="203200"/>
                  </a:lnTo>
                  <a:close/>
                </a:path>
                <a:path w="5005705" h="1524000">
                  <a:moveTo>
                    <a:pt x="4998758" y="203200"/>
                  </a:moveTo>
                  <a:lnTo>
                    <a:pt x="4958854" y="203200"/>
                  </a:lnTo>
                  <a:lnTo>
                    <a:pt x="4957114" y="190500"/>
                  </a:lnTo>
                  <a:lnTo>
                    <a:pt x="4997170" y="190500"/>
                  </a:lnTo>
                  <a:lnTo>
                    <a:pt x="4998758" y="203200"/>
                  </a:lnTo>
                  <a:close/>
                </a:path>
                <a:path w="5005705" h="1524000">
                  <a:moveTo>
                    <a:pt x="42735" y="215900"/>
                  </a:moveTo>
                  <a:lnTo>
                    <a:pt x="4102" y="215900"/>
                  </a:lnTo>
                  <a:lnTo>
                    <a:pt x="5359" y="203200"/>
                  </a:lnTo>
                  <a:lnTo>
                    <a:pt x="43954" y="203200"/>
                  </a:lnTo>
                  <a:lnTo>
                    <a:pt x="42735" y="215900"/>
                  </a:lnTo>
                  <a:close/>
                </a:path>
                <a:path w="5005705" h="1524000">
                  <a:moveTo>
                    <a:pt x="43840" y="215900"/>
                  </a:moveTo>
                  <a:lnTo>
                    <a:pt x="43954" y="203200"/>
                  </a:lnTo>
                  <a:lnTo>
                    <a:pt x="45313" y="203200"/>
                  </a:lnTo>
                  <a:lnTo>
                    <a:pt x="43840" y="215900"/>
                  </a:lnTo>
                  <a:close/>
                </a:path>
                <a:path w="5005705" h="1524000">
                  <a:moveTo>
                    <a:pt x="4961686" y="215900"/>
                  </a:moveTo>
                  <a:lnTo>
                    <a:pt x="4960340" y="203200"/>
                  </a:lnTo>
                  <a:lnTo>
                    <a:pt x="4961572" y="203200"/>
                  </a:lnTo>
                  <a:lnTo>
                    <a:pt x="4961686" y="215900"/>
                  </a:lnTo>
                  <a:close/>
                </a:path>
                <a:path w="5005705" h="1524000">
                  <a:moveTo>
                    <a:pt x="5001425" y="215900"/>
                  </a:moveTo>
                  <a:lnTo>
                    <a:pt x="4962893" y="215900"/>
                  </a:lnTo>
                  <a:lnTo>
                    <a:pt x="4961572" y="203200"/>
                  </a:lnTo>
                  <a:lnTo>
                    <a:pt x="5000167" y="203200"/>
                  </a:lnTo>
                  <a:lnTo>
                    <a:pt x="5001425" y="215900"/>
                  </a:lnTo>
                  <a:close/>
                </a:path>
                <a:path w="5005705" h="1524000">
                  <a:moveTo>
                    <a:pt x="40690" y="228600"/>
                  </a:moveTo>
                  <a:lnTo>
                    <a:pt x="2057" y="228600"/>
                  </a:lnTo>
                  <a:lnTo>
                    <a:pt x="2997" y="215900"/>
                  </a:lnTo>
                  <a:lnTo>
                    <a:pt x="41643" y="215900"/>
                  </a:lnTo>
                  <a:lnTo>
                    <a:pt x="40690" y="228600"/>
                  </a:lnTo>
                  <a:close/>
                </a:path>
                <a:path w="5005705" h="1524000">
                  <a:moveTo>
                    <a:pt x="5003469" y="228600"/>
                  </a:moveTo>
                  <a:lnTo>
                    <a:pt x="4964899" y="228600"/>
                  </a:lnTo>
                  <a:lnTo>
                    <a:pt x="4963960" y="215900"/>
                  </a:lnTo>
                  <a:lnTo>
                    <a:pt x="5002530" y="215900"/>
                  </a:lnTo>
                  <a:lnTo>
                    <a:pt x="5003469" y="228600"/>
                  </a:lnTo>
                  <a:close/>
                </a:path>
                <a:path w="5005705" h="1524000">
                  <a:moveTo>
                    <a:pt x="38315" y="254000"/>
                  </a:moveTo>
                  <a:lnTo>
                    <a:pt x="253" y="254000"/>
                  </a:lnTo>
                  <a:lnTo>
                    <a:pt x="685" y="241300"/>
                  </a:lnTo>
                  <a:lnTo>
                    <a:pt x="1295" y="228600"/>
                  </a:lnTo>
                  <a:lnTo>
                    <a:pt x="39890" y="228600"/>
                  </a:lnTo>
                  <a:lnTo>
                    <a:pt x="39217" y="241300"/>
                  </a:lnTo>
                  <a:lnTo>
                    <a:pt x="38696" y="241300"/>
                  </a:lnTo>
                  <a:lnTo>
                    <a:pt x="38315" y="254000"/>
                  </a:lnTo>
                  <a:close/>
                </a:path>
                <a:path w="5005705" h="1524000">
                  <a:moveTo>
                    <a:pt x="5005273" y="254000"/>
                  </a:moveTo>
                  <a:lnTo>
                    <a:pt x="4967224" y="254000"/>
                  </a:lnTo>
                  <a:lnTo>
                    <a:pt x="4966868" y="241300"/>
                  </a:lnTo>
                  <a:lnTo>
                    <a:pt x="4966347" y="241300"/>
                  </a:lnTo>
                  <a:lnTo>
                    <a:pt x="4965700" y="228600"/>
                  </a:lnTo>
                  <a:lnTo>
                    <a:pt x="5004231" y="228600"/>
                  </a:lnTo>
                  <a:lnTo>
                    <a:pt x="5004841" y="241300"/>
                  </a:lnTo>
                  <a:lnTo>
                    <a:pt x="5005273" y="254000"/>
                  </a:lnTo>
                  <a:close/>
                </a:path>
                <a:path w="5005705" h="1524000">
                  <a:moveTo>
                    <a:pt x="38087" y="1270000"/>
                  </a:moveTo>
                  <a:lnTo>
                    <a:pt x="0" y="1270000"/>
                  </a:lnTo>
                  <a:lnTo>
                    <a:pt x="0" y="254000"/>
                  </a:lnTo>
                  <a:lnTo>
                    <a:pt x="38087" y="254000"/>
                  </a:lnTo>
                  <a:lnTo>
                    <a:pt x="38087" y="1270000"/>
                  </a:lnTo>
                  <a:close/>
                </a:path>
                <a:path w="5005705" h="1524000">
                  <a:moveTo>
                    <a:pt x="5005527" y="1270000"/>
                  </a:moveTo>
                  <a:lnTo>
                    <a:pt x="4967439" y="1270000"/>
                  </a:lnTo>
                  <a:lnTo>
                    <a:pt x="4967452" y="254000"/>
                  </a:lnTo>
                  <a:lnTo>
                    <a:pt x="5005527" y="254000"/>
                  </a:lnTo>
                  <a:lnTo>
                    <a:pt x="5005527" y="1270000"/>
                  </a:lnTo>
                  <a:close/>
                </a:path>
                <a:path w="5005705" h="1524000">
                  <a:moveTo>
                    <a:pt x="38303" y="1270000"/>
                  </a:moveTo>
                  <a:lnTo>
                    <a:pt x="38087" y="1270000"/>
                  </a:lnTo>
                  <a:lnTo>
                    <a:pt x="38086" y="1257954"/>
                  </a:lnTo>
                  <a:lnTo>
                    <a:pt x="38303" y="1270000"/>
                  </a:lnTo>
                  <a:close/>
                </a:path>
                <a:path w="5005705" h="1524000">
                  <a:moveTo>
                    <a:pt x="4967439" y="1270000"/>
                  </a:moveTo>
                  <a:lnTo>
                    <a:pt x="4967211" y="1270000"/>
                  </a:lnTo>
                  <a:lnTo>
                    <a:pt x="4967440" y="1257954"/>
                  </a:lnTo>
                  <a:lnTo>
                    <a:pt x="4967439" y="1270000"/>
                  </a:lnTo>
                  <a:close/>
                </a:path>
                <a:path w="5005705" h="1524000">
                  <a:moveTo>
                    <a:pt x="39179" y="1282700"/>
                  </a:moveTo>
                  <a:lnTo>
                    <a:pt x="685" y="1282700"/>
                  </a:lnTo>
                  <a:lnTo>
                    <a:pt x="253" y="1270000"/>
                  </a:lnTo>
                  <a:lnTo>
                    <a:pt x="38658" y="1270000"/>
                  </a:lnTo>
                  <a:lnTo>
                    <a:pt x="39179" y="1282700"/>
                  </a:lnTo>
                  <a:close/>
                </a:path>
                <a:path w="5005705" h="1524000">
                  <a:moveTo>
                    <a:pt x="5004841" y="1282700"/>
                  </a:moveTo>
                  <a:lnTo>
                    <a:pt x="4966309" y="1282700"/>
                  </a:lnTo>
                  <a:lnTo>
                    <a:pt x="4966830" y="1270000"/>
                  </a:lnTo>
                  <a:lnTo>
                    <a:pt x="5005273" y="1270000"/>
                  </a:lnTo>
                  <a:lnTo>
                    <a:pt x="5004841" y="1282700"/>
                  </a:lnTo>
                  <a:close/>
                </a:path>
                <a:path w="5005705" h="1524000">
                  <a:moveTo>
                    <a:pt x="40627" y="1295400"/>
                  </a:moveTo>
                  <a:lnTo>
                    <a:pt x="2057" y="1295400"/>
                  </a:lnTo>
                  <a:lnTo>
                    <a:pt x="1295" y="1282700"/>
                  </a:lnTo>
                  <a:lnTo>
                    <a:pt x="39827" y="1282700"/>
                  </a:lnTo>
                  <a:lnTo>
                    <a:pt x="40627" y="1295400"/>
                  </a:lnTo>
                  <a:close/>
                </a:path>
                <a:path w="5005705" h="1524000">
                  <a:moveTo>
                    <a:pt x="5003469" y="1295400"/>
                  </a:moveTo>
                  <a:lnTo>
                    <a:pt x="4964823" y="1295400"/>
                  </a:lnTo>
                  <a:lnTo>
                    <a:pt x="4965636" y="1282700"/>
                  </a:lnTo>
                  <a:lnTo>
                    <a:pt x="5004231" y="1282700"/>
                  </a:lnTo>
                  <a:lnTo>
                    <a:pt x="5003469" y="1295400"/>
                  </a:lnTo>
                  <a:close/>
                </a:path>
                <a:path w="5005705" h="1524000">
                  <a:moveTo>
                    <a:pt x="42633" y="1308100"/>
                  </a:moveTo>
                  <a:lnTo>
                    <a:pt x="4102" y="1308100"/>
                  </a:lnTo>
                  <a:lnTo>
                    <a:pt x="2997" y="1295400"/>
                  </a:lnTo>
                  <a:lnTo>
                    <a:pt x="41554" y="1295400"/>
                  </a:lnTo>
                  <a:lnTo>
                    <a:pt x="42633" y="1308100"/>
                  </a:lnTo>
                  <a:close/>
                </a:path>
                <a:path w="5005705" h="1524000">
                  <a:moveTo>
                    <a:pt x="5001425" y="1308100"/>
                  </a:moveTo>
                  <a:lnTo>
                    <a:pt x="4962791" y="1308100"/>
                  </a:lnTo>
                  <a:lnTo>
                    <a:pt x="4963883" y="1295400"/>
                  </a:lnTo>
                  <a:lnTo>
                    <a:pt x="5002530" y="1295400"/>
                  </a:lnTo>
                  <a:lnTo>
                    <a:pt x="5001425" y="1308100"/>
                  </a:lnTo>
                  <a:close/>
                </a:path>
                <a:path w="5005705" h="1524000">
                  <a:moveTo>
                    <a:pt x="45186" y="1320800"/>
                  </a:moveTo>
                  <a:lnTo>
                    <a:pt x="6769" y="1320800"/>
                  </a:lnTo>
                  <a:lnTo>
                    <a:pt x="5359" y="1308100"/>
                  </a:lnTo>
                  <a:lnTo>
                    <a:pt x="43840" y="1308100"/>
                  </a:lnTo>
                  <a:lnTo>
                    <a:pt x="45186" y="1320800"/>
                  </a:lnTo>
                  <a:close/>
                </a:path>
                <a:path w="5005705" h="1524000">
                  <a:moveTo>
                    <a:pt x="4998758" y="1320800"/>
                  </a:moveTo>
                  <a:lnTo>
                    <a:pt x="4960213" y="1320800"/>
                  </a:lnTo>
                  <a:lnTo>
                    <a:pt x="4961572" y="1308100"/>
                  </a:lnTo>
                  <a:lnTo>
                    <a:pt x="5000167" y="1308100"/>
                  </a:lnTo>
                  <a:lnTo>
                    <a:pt x="4998758" y="1320800"/>
                  </a:lnTo>
                  <a:close/>
                </a:path>
                <a:path w="5005705" h="1524000">
                  <a:moveTo>
                    <a:pt x="50164" y="1333500"/>
                  </a:moveTo>
                  <a:lnTo>
                    <a:pt x="10083" y="1333500"/>
                  </a:lnTo>
                  <a:lnTo>
                    <a:pt x="8356" y="1320800"/>
                  </a:lnTo>
                  <a:lnTo>
                    <a:pt x="48272" y="1320800"/>
                  </a:lnTo>
                  <a:lnTo>
                    <a:pt x="50164" y="1333500"/>
                  </a:lnTo>
                  <a:close/>
                </a:path>
                <a:path w="5005705" h="1524000">
                  <a:moveTo>
                    <a:pt x="4995443" y="1333500"/>
                  </a:moveTo>
                  <a:lnTo>
                    <a:pt x="4955362" y="1333500"/>
                  </a:lnTo>
                  <a:lnTo>
                    <a:pt x="4957254" y="1320800"/>
                  </a:lnTo>
                  <a:lnTo>
                    <a:pt x="4997170" y="1320800"/>
                  </a:lnTo>
                  <a:lnTo>
                    <a:pt x="4995443" y="1333500"/>
                  </a:lnTo>
                  <a:close/>
                </a:path>
                <a:path w="5005705" h="1524000">
                  <a:moveTo>
                    <a:pt x="56248" y="1346200"/>
                  </a:moveTo>
                  <a:lnTo>
                    <a:pt x="13995" y="1346200"/>
                  </a:lnTo>
                  <a:lnTo>
                    <a:pt x="11963" y="1333500"/>
                  </a:lnTo>
                  <a:lnTo>
                    <a:pt x="51790" y="1333500"/>
                  </a:lnTo>
                  <a:lnTo>
                    <a:pt x="56248" y="1346200"/>
                  </a:lnTo>
                  <a:close/>
                </a:path>
                <a:path w="5005705" h="1524000">
                  <a:moveTo>
                    <a:pt x="4991531" y="1346200"/>
                  </a:moveTo>
                  <a:lnTo>
                    <a:pt x="4949278" y="1346200"/>
                  </a:lnTo>
                  <a:lnTo>
                    <a:pt x="4953736" y="1333500"/>
                  </a:lnTo>
                  <a:lnTo>
                    <a:pt x="4993563" y="1333500"/>
                  </a:lnTo>
                  <a:lnTo>
                    <a:pt x="4991531" y="1346200"/>
                  </a:lnTo>
                  <a:close/>
                </a:path>
                <a:path w="5005705" h="1524000">
                  <a:moveTo>
                    <a:pt x="105689" y="1422400"/>
                  </a:moveTo>
                  <a:lnTo>
                    <a:pt x="53174" y="1422400"/>
                  </a:lnTo>
                  <a:lnTo>
                    <a:pt x="45707" y="1409700"/>
                  </a:lnTo>
                  <a:lnTo>
                    <a:pt x="26352" y="1371600"/>
                  </a:lnTo>
                  <a:lnTo>
                    <a:pt x="16217" y="1346200"/>
                  </a:lnTo>
                  <a:lnTo>
                    <a:pt x="55892" y="1346200"/>
                  </a:lnTo>
                  <a:lnTo>
                    <a:pt x="60871" y="1358900"/>
                  </a:lnTo>
                  <a:lnTo>
                    <a:pt x="60477" y="1358900"/>
                  </a:lnTo>
                  <a:lnTo>
                    <a:pt x="65976" y="1371600"/>
                  </a:lnTo>
                  <a:lnTo>
                    <a:pt x="71056" y="1371600"/>
                  </a:lnTo>
                  <a:lnTo>
                    <a:pt x="77533" y="1384300"/>
                  </a:lnTo>
                  <a:lnTo>
                    <a:pt x="77012" y="1384300"/>
                  </a:lnTo>
                  <a:lnTo>
                    <a:pt x="83959" y="1397000"/>
                  </a:lnTo>
                  <a:lnTo>
                    <a:pt x="83413" y="1397000"/>
                  </a:lnTo>
                  <a:lnTo>
                    <a:pt x="90805" y="1409700"/>
                  </a:lnTo>
                  <a:lnTo>
                    <a:pt x="97447" y="1409700"/>
                  </a:lnTo>
                  <a:lnTo>
                    <a:pt x="105689" y="1422400"/>
                  </a:lnTo>
                  <a:close/>
                </a:path>
                <a:path w="5005705" h="1524000">
                  <a:moveTo>
                    <a:pt x="4952352" y="1422400"/>
                  </a:moveTo>
                  <a:lnTo>
                    <a:pt x="4899837" y="1422400"/>
                  </a:lnTo>
                  <a:lnTo>
                    <a:pt x="4908080" y="1409700"/>
                  </a:lnTo>
                  <a:lnTo>
                    <a:pt x="4914722" y="1409700"/>
                  </a:lnTo>
                  <a:lnTo>
                    <a:pt x="4922113" y="1397000"/>
                  </a:lnTo>
                  <a:lnTo>
                    <a:pt x="4921567" y="1397000"/>
                  </a:lnTo>
                  <a:lnTo>
                    <a:pt x="4928514" y="1384300"/>
                  </a:lnTo>
                  <a:lnTo>
                    <a:pt x="4927993" y="1384300"/>
                  </a:lnTo>
                  <a:lnTo>
                    <a:pt x="4934470" y="1371600"/>
                  </a:lnTo>
                  <a:lnTo>
                    <a:pt x="4939550" y="1371600"/>
                  </a:lnTo>
                  <a:lnTo>
                    <a:pt x="4945049" y="1358900"/>
                  </a:lnTo>
                  <a:lnTo>
                    <a:pt x="4944643" y="1358900"/>
                  </a:lnTo>
                  <a:lnTo>
                    <a:pt x="4949634" y="1346200"/>
                  </a:lnTo>
                  <a:lnTo>
                    <a:pt x="4989309" y="1346200"/>
                  </a:lnTo>
                  <a:lnTo>
                    <a:pt x="4973256" y="1384300"/>
                  </a:lnTo>
                  <a:lnTo>
                    <a:pt x="4959819" y="1409700"/>
                  </a:lnTo>
                  <a:lnTo>
                    <a:pt x="4952352" y="1422400"/>
                  </a:lnTo>
                  <a:close/>
                </a:path>
                <a:path w="5005705" h="1524000">
                  <a:moveTo>
                    <a:pt x="149136" y="1460500"/>
                  </a:moveTo>
                  <a:lnTo>
                    <a:pt x="87731" y="1460500"/>
                  </a:lnTo>
                  <a:lnTo>
                    <a:pt x="78422" y="1447800"/>
                  </a:lnTo>
                  <a:lnTo>
                    <a:pt x="69557" y="1435100"/>
                  </a:lnTo>
                  <a:lnTo>
                    <a:pt x="61125" y="1422400"/>
                  </a:lnTo>
                  <a:lnTo>
                    <a:pt x="113017" y="1422400"/>
                  </a:lnTo>
                  <a:lnTo>
                    <a:pt x="122059" y="1435100"/>
                  </a:lnTo>
                  <a:lnTo>
                    <a:pt x="121361" y="1435100"/>
                  </a:lnTo>
                  <a:lnTo>
                    <a:pt x="130759" y="1447800"/>
                  </a:lnTo>
                  <a:lnTo>
                    <a:pt x="139039" y="1447800"/>
                  </a:lnTo>
                  <a:lnTo>
                    <a:pt x="149136" y="1460500"/>
                  </a:lnTo>
                  <a:close/>
                </a:path>
                <a:path w="5005705" h="1524000">
                  <a:moveTo>
                    <a:pt x="4917795" y="1460500"/>
                  </a:moveTo>
                  <a:lnTo>
                    <a:pt x="4856391" y="1460500"/>
                  </a:lnTo>
                  <a:lnTo>
                    <a:pt x="4866487" y="1447800"/>
                  </a:lnTo>
                  <a:lnTo>
                    <a:pt x="4874768" y="1447800"/>
                  </a:lnTo>
                  <a:lnTo>
                    <a:pt x="4884166" y="1435100"/>
                  </a:lnTo>
                  <a:lnTo>
                    <a:pt x="4883467" y="1435100"/>
                  </a:lnTo>
                  <a:lnTo>
                    <a:pt x="4892509" y="1422400"/>
                  </a:lnTo>
                  <a:lnTo>
                    <a:pt x="4944402" y="1422400"/>
                  </a:lnTo>
                  <a:lnTo>
                    <a:pt x="4935969" y="1435100"/>
                  </a:lnTo>
                  <a:lnTo>
                    <a:pt x="4927104" y="1447800"/>
                  </a:lnTo>
                  <a:lnTo>
                    <a:pt x="4917795" y="1460500"/>
                  </a:lnTo>
                  <a:close/>
                </a:path>
                <a:path w="5005705" h="1524000">
                  <a:moveTo>
                    <a:pt x="210731" y="1485900"/>
                  </a:moveTo>
                  <a:lnTo>
                    <a:pt x="118084" y="1485900"/>
                  </a:lnTo>
                  <a:lnTo>
                    <a:pt x="107581" y="1473200"/>
                  </a:lnTo>
                  <a:lnTo>
                    <a:pt x="97459" y="1460500"/>
                  </a:lnTo>
                  <a:lnTo>
                    <a:pt x="167868" y="1460500"/>
                  </a:lnTo>
                  <a:lnTo>
                    <a:pt x="178904" y="1473200"/>
                  </a:lnTo>
                  <a:lnTo>
                    <a:pt x="204787" y="1473200"/>
                  </a:lnTo>
                  <a:lnTo>
                    <a:pt x="210731" y="1485900"/>
                  </a:lnTo>
                  <a:close/>
                </a:path>
                <a:path w="5005705" h="1524000">
                  <a:moveTo>
                    <a:pt x="4887442" y="1485900"/>
                  </a:moveTo>
                  <a:lnTo>
                    <a:pt x="4794796" y="1485900"/>
                  </a:lnTo>
                  <a:lnTo>
                    <a:pt x="4800739" y="1473200"/>
                  </a:lnTo>
                  <a:lnTo>
                    <a:pt x="4826622" y="1473200"/>
                  </a:lnTo>
                  <a:lnTo>
                    <a:pt x="4837658" y="1460500"/>
                  </a:lnTo>
                  <a:lnTo>
                    <a:pt x="4908067" y="1460500"/>
                  </a:lnTo>
                  <a:lnTo>
                    <a:pt x="4897945" y="1473200"/>
                  </a:lnTo>
                  <a:lnTo>
                    <a:pt x="4887442" y="1485900"/>
                  </a:lnTo>
                  <a:close/>
                </a:path>
                <a:path w="5005705" h="1524000">
                  <a:moveTo>
                    <a:pt x="4865331" y="1498600"/>
                  </a:moveTo>
                  <a:lnTo>
                    <a:pt x="140195" y="1498600"/>
                  </a:lnTo>
                  <a:lnTo>
                    <a:pt x="128968" y="1485900"/>
                  </a:lnTo>
                  <a:lnTo>
                    <a:pt x="4876558" y="1485900"/>
                  </a:lnTo>
                  <a:lnTo>
                    <a:pt x="4865331" y="1498600"/>
                  </a:lnTo>
                  <a:close/>
                </a:path>
                <a:path w="5005705" h="1524000">
                  <a:moveTo>
                    <a:pt x="4829822" y="1511300"/>
                  </a:moveTo>
                  <a:lnTo>
                    <a:pt x="175704" y="1511300"/>
                  </a:lnTo>
                  <a:lnTo>
                    <a:pt x="163639" y="1498600"/>
                  </a:lnTo>
                  <a:lnTo>
                    <a:pt x="4841887" y="1498600"/>
                  </a:lnTo>
                  <a:lnTo>
                    <a:pt x="4829822" y="1511300"/>
                  </a:lnTo>
                  <a:close/>
                </a:path>
                <a:path w="5005705" h="1524000">
                  <a:moveTo>
                    <a:pt x="4798059" y="1524000"/>
                  </a:moveTo>
                  <a:lnTo>
                    <a:pt x="207467" y="1524000"/>
                  </a:lnTo>
                  <a:lnTo>
                    <a:pt x="201002" y="1511300"/>
                  </a:lnTo>
                  <a:lnTo>
                    <a:pt x="4804524" y="1511300"/>
                  </a:lnTo>
                  <a:lnTo>
                    <a:pt x="4798059" y="152400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83055" y="628650"/>
            <a:ext cx="2699384" cy="4156587"/>
          </a:xfrm>
          <a:prstGeom prst="rect">
            <a:avLst/>
          </a:prstGeom>
        </p:spPr>
        <p:txBody>
          <a:bodyPr vert="horz" wrap="square" lIns="0" tIns="12700" rIns="0" bIns="0" rtlCol="0">
            <a:spAutoFit/>
          </a:bodyPr>
          <a:lstStyle/>
          <a:p>
            <a:pPr marL="689610" marR="192405" indent="-676910">
              <a:lnSpc>
                <a:spcPct val="136100"/>
              </a:lnSpc>
              <a:spcBef>
                <a:spcPts val="100"/>
              </a:spcBef>
            </a:pPr>
            <a:r>
              <a:rPr b="1" dirty="0">
                <a:latin typeface="Segoe UI"/>
                <a:cs typeface="Segoe UI"/>
              </a:rPr>
              <a:t>Step</a:t>
            </a:r>
            <a:r>
              <a:rPr b="1" spc="-55" dirty="0">
                <a:latin typeface="Segoe UI"/>
                <a:cs typeface="Segoe UI"/>
              </a:rPr>
              <a:t> </a:t>
            </a:r>
            <a:r>
              <a:rPr b="1" dirty="0">
                <a:latin typeface="Segoe UI"/>
                <a:cs typeface="Segoe UI"/>
              </a:rPr>
              <a:t>::</a:t>
            </a:r>
            <a:r>
              <a:rPr b="1" spc="-45" dirty="0">
                <a:latin typeface="Segoe UI"/>
                <a:cs typeface="Segoe UI"/>
              </a:rPr>
              <a:t> </a:t>
            </a:r>
            <a:r>
              <a:rPr b="1" dirty="0">
                <a:latin typeface="Segoe UI"/>
                <a:cs typeface="Segoe UI"/>
              </a:rPr>
              <a:t>5</a:t>
            </a:r>
            <a:r>
              <a:rPr b="1" spc="-50" dirty="0">
                <a:latin typeface="Segoe UI"/>
                <a:cs typeface="Segoe UI"/>
              </a:rPr>
              <a:t> </a:t>
            </a:r>
            <a:r>
              <a:rPr b="1" dirty="0">
                <a:latin typeface="Segoe UI"/>
                <a:cs typeface="Segoe UI"/>
              </a:rPr>
              <a:t>Review</a:t>
            </a:r>
            <a:r>
              <a:rPr b="1" spc="-50" dirty="0">
                <a:latin typeface="Segoe UI"/>
                <a:cs typeface="Segoe UI"/>
              </a:rPr>
              <a:t> </a:t>
            </a:r>
            <a:r>
              <a:rPr b="1" dirty="0">
                <a:latin typeface="Segoe UI"/>
                <a:cs typeface="Segoe UI"/>
              </a:rPr>
              <a:t>Expert-</a:t>
            </a:r>
            <a:r>
              <a:rPr b="1" spc="-10" dirty="0">
                <a:latin typeface="Segoe UI"/>
                <a:cs typeface="Segoe UI"/>
              </a:rPr>
              <a:t>Defined Options</a:t>
            </a:r>
            <a:endParaRPr>
              <a:latin typeface="Segoe UI"/>
              <a:cs typeface="Segoe UI"/>
            </a:endParaRPr>
          </a:p>
          <a:p>
            <a:pPr marL="685800" marR="429259" indent="-140970">
              <a:lnSpc>
                <a:spcPct val="136100"/>
              </a:lnSpc>
              <a:buFont typeface="Arial MT"/>
              <a:buChar char="•"/>
              <a:tabLst>
                <a:tab pos="685800" algn="l"/>
                <a:tab pos="749935" algn="l"/>
              </a:tabLst>
            </a:pPr>
            <a:r>
              <a:rPr dirty="0">
                <a:latin typeface="Segoe UI"/>
                <a:cs typeface="Segoe UI"/>
              </a:rPr>
              <a:t>	</a:t>
            </a:r>
            <a:r>
              <a:rPr b="1" dirty="0">
                <a:latin typeface="Segoe UI"/>
                <a:cs typeface="Segoe UI"/>
              </a:rPr>
              <a:t>Explore</a:t>
            </a:r>
            <a:r>
              <a:rPr b="1" spc="-45" dirty="0">
                <a:latin typeface="Segoe UI"/>
                <a:cs typeface="Segoe UI"/>
              </a:rPr>
              <a:t> </a:t>
            </a:r>
            <a:r>
              <a:rPr b="1" dirty="0">
                <a:latin typeface="Segoe UI"/>
                <a:cs typeface="Segoe UI"/>
              </a:rPr>
              <a:t>the</a:t>
            </a:r>
            <a:r>
              <a:rPr b="1" spc="-45" dirty="0">
                <a:latin typeface="Segoe UI"/>
                <a:cs typeface="Segoe UI"/>
              </a:rPr>
              <a:t> </a:t>
            </a:r>
            <a:r>
              <a:rPr b="1" dirty="0">
                <a:latin typeface="Segoe UI"/>
                <a:cs typeface="Segoe UI"/>
              </a:rPr>
              <a:t>list</a:t>
            </a:r>
            <a:r>
              <a:rPr b="1" spc="-45" dirty="0">
                <a:latin typeface="Segoe UI"/>
                <a:cs typeface="Segoe UI"/>
              </a:rPr>
              <a:t> </a:t>
            </a:r>
            <a:r>
              <a:rPr b="1" spc="-25" dirty="0">
                <a:latin typeface="Segoe UI"/>
                <a:cs typeface="Segoe UI"/>
              </a:rPr>
              <a:t>of </a:t>
            </a:r>
            <a:r>
              <a:rPr b="1" spc="-10" dirty="0">
                <a:latin typeface="Segoe UI"/>
                <a:cs typeface="Segoe UI"/>
              </a:rPr>
              <a:t>course-</a:t>
            </a:r>
            <a:r>
              <a:rPr b="1" dirty="0">
                <a:latin typeface="Segoe UI"/>
                <a:cs typeface="Segoe UI"/>
              </a:rPr>
              <a:t>specific</a:t>
            </a:r>
            <a:r>
              <a:rPr b="1" spc="10" dirty="0">
                <a:latin typeface="Segoe UI"/>
                <a:cs typeface="Segoe UI"/>
              </a:rPr>
              <a:t> </a:t>
            </a:r>
            <a:r>
              <a:rPr b="1" spc="-10" dirty="0">
                <a:latin typeface="Segoe UI"/>
                <a:cs typeface="Segoe UI"/>
              </a:rPr>
              <a:t>options</a:t>
            </a:r>
            <a:endParaRPr>
              <a:latin typeface="Segoe UI"/>
              <a:cs typeface="Segoe UI"/>
            </a:endParaRPr>
          </a:p>
          <a:p>
            <a:pPr marL="685800" marR="5080">
              <a:lnSpc>
                <a:spcPct val="136100"/>
              </a:lnSpc>
            </a:pPr>
            <a:r>
              <a:rPr b="1" dirty="0">
                <a:latin typeface="Segoe UI"/>
                <a:cs typeface="Segoe UI"/>
              </a:rPr>
              <a:t>curated</a:t>
            </a:r>
            <a:r>
              <a:rPr b="1" spc="-30" dirty="0">
                <a:latin typeface="Segoe UI"/>
                <a:cs typeface="Segoe UI"/>
              </a:rPr>
              <a:t> </a:t>
            </a:r>
            <a:r>
              <a:rPr b="1" dirty="0">
                <a:latin typeface="Segoe UI"/>
                <a:cs typeface="Segoe UI"/>
              </a:rPr>
              <a:t>by</a:t>
            </a:r>
            <a:r>
              <a:rPr b="1" spc="-25" dirty="0">
                <a:latin typeface="Segoe UI"/>
                <a:cs typeface="Segoe UI"/>
              </a:rPr>
              <a:t> </a:t>
            </a:r>
            <a:r>
              <a:rPr b="1" dirty="0">
                <a:latin typeface="Segoe UI"/>
                <a:cs typeface="Segoe UI"/>
              </a:rPr>
              <a:t>subject</a:t>
            </a:r>
            <a:r>
              <a:rPr b="1" spc="-25" dirty="0">
                <a:latin typeface="Segoe UI"/>
                <a:cs typeface="Segoe UI"/>
              </a:rPr>
              <a:t> </a:t>
            </a:r>
            <a:r>
              <a:rPr b="1" spc="-10" dirty="0">
                <a:latin typeface="Segoe UI"/>
                <a:cs typeface="Segoe UI"/>
              </a:rPr>
              <a:t>experts, </a:t>
            </a:r>
            <a:r>
              <a:rPr b="1" dirty="0">
                <a:latin typeface="Segoe UI"/>
                <a:cs typeface="Segoe UI"/>
              </a:rPr>
              <a:t>where</a:t>
            </a:r>
            <a:r>
              <a:rPr b="1" spc="-35" dirty="0">
                <a:latin typeface="Segoe UI"/>
                <a:cs typeface="Segoe UI"/>
              </a:rPr>
              <a:t> </a:t>
            </a:r>
            <a:r>
              <a:rPr b="1" dirty="0">
                <a:latin typeface="Segoe UI"/>
                <a:cs typeface="Segoe UI"/>
              </a:rPr>
              <a:t>you</a:t>
            </a:r>
            <a:r>
              <a:rPr b="1" spc="-35" dirty="0">
                <a:latin typeface="Segoe UI"/>
                <a:cs typeface="Segoe UI"/>
              </a:rPr>
              <a:t> </a:t>
            </a:r>
            <a:r>
              <a:rPr b="1" dirty="0">
                <a:latin typeface="Segoe UI"/>
                <a:cs typeface="Segoe UI"/>
              </a:rPr>
              <a:t>can</a:t>
            </a:r>
            <a:r>
              <a:rPr b="1" spc="-35" dirty="0">
                <a:latin typeface="Segoe UI"/>
                <a:cs typeface="Segoe UI"/>
              </a:rPr>
              <a:t> </a:t>
            </a:r>
            <a:r>
              <a:rPr b="1" spc="-10" dirty="0">
                <a:latin typeface="Segoe UI"/>
                <a:cs typeface="Segoe UI"/>
              </a:rPr>
              <a:t>express </a:t>
            </a:r>
            <a:r>
              <a:rPr b="1" dirty="0">
                <a:latin typeface="Segoe UI"/>
                <a:cs typeface="Segoe UI"/>
              </a:rPr>
              <a:t>your</a:t>
            </a:r>
            <a:r>
              <a:rPr b="1" spc="-30" dirty="0">
                <a:latin typeface="Segoe UI"/>
                <a:cs typeface="Segoe UI"/>
              </a:rPr>
              <a:t> </a:t>
            </a:r>
            <a:r>
              <a:rPr b="1" spc="-10" dirty="0">
                <a:latin typeface="Segoe UI"/>
                <a:cs typeface="Segoe UI"/>
              </a:rPr>
              <a:t>interest.</a:t>
            </a:r>
            <a:endParaRPr>
              <a:latin typeface="Segoe UI"/>
              <a:cs typeface="Segoe UI"/>
            </a:endParaRPr>
          </a:p>
        </p:txBody>
      </p:sp>
      <p:grpSp>
        <p:nvGrpSpPr>
          <p:cNvPr id="3" name="object 3"/>
          <p:cNvGrpSpPr/>
          <p:nvPr/>
        </p:nvGrpSpPr>
        <p:grpSpPr>
          <a:xfrm>
            <a:off x="4253483" y="565404"/>
            <a:ext cx="6308408" cy="6118860"/>
            <a:chOff x="3639311" y="565404"/>
            <a:chExt cx="8411210" cy="6118860"/>
          </a:xfrm>
        </p:grpSpPr>
        <p:pic>
          <p:nvPicPr>
            <p:cNvPr id="4" name="object 4"/>
            <p:cNvPicPr/>
            <p:nvPr/>
          </p:nvPicPr>
          <p:blipFill>
            <a:blip r:embed="rId2" cstate="print"/>
            <a:stretch>
              <a:fillRect/>
            </a:stretch>
          </p:blipFill>
          <p:spPr>
            <a:xfrm>
              <a:off x="3639311" y="565404"/>
              <a:ext cx="8410956" cy="6118860"/>
            </a:xfrm>
            <a:prstGeom prst="rect">
              <a:avLst/>
            </a:prstGeom>
          </p:spPr>
        </p:pic>
        <p:sp>
          <p:nvSpPr>
            <p:cNvPr id="5" name="object 5"/>
            <p:cNvSpPr/>
            <p:nvPr/>
          </p:nvSpPr>
          <p:spPr>
            <a:xfrm>
              <a:off x="3735184" y="2752204"/>
              <a:ext cx="8258809" cy="2006600"/>
            </a:xfrm>
            <a:custGeom>
              <a:avLst/>
              <a:gdLst/>
              <a:ahLst/>
              <a:cxnLst/>
              <a:rect l="l" t="t" r="r" b="b"/>
              <a:pathLst>
                <a:path w="8258809" h="2006600">
                  <a:moveTo>
                    <a:pt x="8006041" y="12700"/>
                  </a:moveTo>
                  <a:lnTo>
                    <a:pt x="252539" y="12700"/>
                  </a:lnTo>
                  <a:lnTo>
                    <a:pt x="260845" y="0"/>
                  </a:lnTo>
                  <a:lnTo>
                    <a:pt x="7997736" y="0"/>
                  </a:lnTo>
                  <a:lnTo>
                    <a:pt x="8006041" y="12700"/>
                  </a:lnTo>
                  <a:close/>
                </a:path>
                <a:path w="8258809" h="2006600">
                  <a:moveTo>
                    <a:pt x="8046224" y="25400"/>
                  </a:moveTo>
                  <a:lnTo>
                    <a:pt x="212344" y="25400"/>
                  </a:lnTo>
                  <a:lnTo>
                    <a:pt x="220205" y="12700"/>
                  </a:lnTo>
                  <a:lnTo>
                    <a:pt x="8038376" y="12700"/>
                  </a:lnTo>
                  <a:lnTo>
                    <a:pt x="8046224" y="25400"/>
                  </a:lnTo>
                  <a:close/>
                </a:path>
                <a:path w="8258809" h="2006600">
                  <a:moveTo>
                    <a:pt x="331571" y="38100"/>
                  </a:moveTo>
                  <a:lnTo>
                    <a:pt x="181927" y="38100"/>
                  </a:lnTo>
                  <a:lnTo>
                    <a:pt x="189382" y="25400"/>
                  </a:lnTo>
                  <a:lnTo>
                    <a:pt x="340004" y="25400"/>
                  </a:lnTo>
                  <a:lnTo>
                    <a:pt x="331571" y="38100"/>
                  </a:lnTo>
                  <a:close/>
                </a:path>
                <a:path w="8258809" h="2006600">
                  <a:moveTo>
                    <a:pt x="8076653" y="38100"/>
                  </a:moveTo>
                  <a:lnTo>
                    <a:pt x="7927009" y="38100"/>
                  </a:lnTo>
                  <a:lnTo>
                    <a:pt x="7918577" y="25400"/>
                  </a:lnTo>
                  <a:lnTo>
                    <a:pt x="8069199" y="25400"/>
                  </a:lnTo>
                  <a:lnTo>
                    <a:pt x="8076653" y="38100"/>
                  </a:lnTo>
                  <a:close/>
                </a:path>
                <a:path w="8258809" h="2006600">
                  <a:moveTo>
                    <a:pt x="255409" y="50800"/>
                  </a:moveTo>
                  <a:lnTo>
                    <a:pt x="160248" y="50800"/>
                  </a:lnTo>
                  <a:lnTo>
                    <a:pt x="167360" y="38100"/>
                  </a:lnTo>
                  <a:lnTo>
                    <a:pt x="263182" y="38100"/>
                  </a:lnTo>
                  <a:lnTo>
                    <a:pt x="255409" y="50800"/>
                  </a:lnTo>
                  <a:close/>
                </a:path>
                <a:path w="8258809" h="2006600">
                  <a:moveTo>
                    <a:pt x="8098332" y="50800"/>
                  </a:moveTo>
                  <a:lnTo>
                    <a:pt x="8003171" y="50800"/>
                  </a:lnTo>
                  <a:lnTo>
                    <a:pt x="7995399" y="38100"/>
                  </a:lnTo>
                  <a:lnTo>
                    <a:pt x="8091220" y="38100"/>
                  </a:lnTo>
                  <a:lnTo>
                    <a:pt x="8098332" y="50800"/>
                  </a:lnTo>
                  <a:close/>
                </a:path>
                <a:path w="8258809" h="2006600">
                  <a:moveTo>
                    <a:pt x="220078" y="63500"/>
                  </a:moveTo>
                  <a:lnTo>
                    <a:pt x="146367" y="63500"/>
                  </a:lnTo>
                  <a:lnTo>
                    <a:pt x="153250" y="50800"/>
                  </a:lnTo>
                  <a:lnTo>
                    <a:pt x="227406" y="50800"/>
                  </a:lnTo>
                  <a:lnTo>
                    <a:pt x="220078" y="63500"/>
                  </a:lnTo>
                  <a:close/>
                </a:path>
                <a:path w="8258809" h="2006600">
                  <a:moveTo>
                    <a:pt x="8112213" y="63500"/>
                  </a:moveTo>
                  <a:lnTo>
                    <a:pt x="8038503" y="63500"/>
                  </a:lnTo>
                  <a:lnTo>
                    <a:pt x="8031175" y="50800"/>
                  </a:lnTo>
                  <a:lnTo>
                    <a:pt x="8105330" y="50800"/>
                  </a:lnTo>
                  <a:lnTo>
                    <a:pt x="8112213" y="63500"/>
                  </a:lnTo>
                  <a:close/>
                </a:path>
                <a:path w="8258809" h="2006600">
                  <a:moveTo>
                    <a:pt x="193382" y="76200"/>
                  </a:moveTo>
                  <a:lnTo>
                    <a:pt x="126479" y="76200"/>
                  </a:lnTo>
                  <a:lnTo>
                    <a:pt x="132981" y="63500"/>
                  </a:lnTo>
                  <a:lnTo>
                    <a:pt x="200317" y="63500"/>
                  </a:lnTo>
                  <a:lnTo>
                    <a:pt x="193382" y="76200"/>
                  </a:lnTo>
                  <a:close/>
                </a:path>
                <a:path w="8258809" h="2006600">
                  <a:moveTo>
                    <a:pt x="8132102" y="76200"/>
                  </a:moveTo>
                  <a:lnTo>
                    <a:pt x="8065198" y="76200"/>
                  </a:lnTo>
                  <a:lnTo>
                    <a:pt x="8058264" y="63500"/>
                  </a:lnTo>
                  <a:lnTo>
                    <a:pt x="8125599" y="63500"/>
                  </a:lnTo>
                  <a:lnTo>
                    <a:pt x="8132102" y="76200"/>
                  </a:lnTo>
                  <a:close/>
                </a:path>
                <a:path w="8258809" h="2006600">
                  <a:moveTo>
                    <a:pt x="174383" y="88900"/>
                  </a:moveTo>
                  <a:lnTo>
                    <a:pt x="113855" y="88900"/>
                  </a:lnTo>
                  <a:lnTo>
                    <a:pt x="120091" y="76200"/>
                  </a:lnTo>
                  <a:lnTo>
                    <a:pt x="181000" y="76200"/>
                  </a:lnTo>
                  <a:lnTo>
                    <a:pt x="174383" y="88900"/>
                  </a:lnTo>
                  <a:close/>
                </a:path>
                <a:path w="8258809" h="2006600">
                  <a:moveTo>
                    <a:pt x="8144725" y="88900"/>
                  </a:moveTo>
                  <a:lnTo>
                    <a:pt x="8084197" y="88900"/>
                  </a:lnTo>
                  <a:lnTo>
                    <a:pt x="8077581" y="76200"/>
                  </a:lnTo>
                  <a:lnTo>
                    <a:pt x="8138477" y="76200"/>
                  </a:lnTo>
                  <a:lnTo>
                    <a:pt x="8144725" y="88900"/>
                  </a:lnTo>
                  <a:close/>
                </a:path>
                <a:path w="8258809" h="2006600">
                  <a:moveTo>
                    <a:pt x="156337" y="101600"/>
                  </a:moveTo>
                  <a:lnTo>
                    <a:pt x="101777" y="101600"/>
                  </a:lnTo>
                  <a:lnTo>
                    <a:pt x="107746" y="88900"/>
                  </a:lnTo>
                  <a:lnTo>
                    <a:pt x="162610" y="88900"/>
                  </a:lnTo>
                  <a:lnTo>
                    <a:pt x="156337" y="101600"/>
                  </a:lnTo>
                  <a:close/>
                </a:path>
                <a:path w="8258809" h="2006600">
                  <a:moveTo>
                    <a:pt x="8156803" y="101600"/>
                  </a:moveTo>
                  <a:lnTo>
                    <a:pt x="8102244" y="101600"/>
                  </a:lnTo>
                  <a:lnTo>
                    <a:pt x="8095970" y="88900"/>
                  </a:lnTo>
                  <a:lnTo>
                    <a:pt x="8150834" y="88900"/>
                  </a:lnTo>
                  <a:lnTo>
                    <a:pt x="8156803" y="101600"/>
                  </a:lnTo>
                  <a:close/>
                </a:path>
                <a:path w="8258809" h="2006600">
                  <a:moveTo>
                    <a:pt x="139306" y="114300"/>
                  </a:moveTo>
                  <a:lnTo>
                    <a:pt x="84721" y="114300"/>
                  </a:lnTo>
                  <a:lnTo>
                    <a:pt x="90258" y="101600"/>
                  </a:lnTo>
                  <a:lnTo>
                    <a:pt x="145211" y="101600"/>
                  </a:lnTo>
                  <a:lnTo>
                    <a:pt x="139306" y="114300"/>
                  </a:lnTo>
                  <a:close/>
                </a:path>
                <a:path w="8258809" h="2006600">
                  <a:moveTo>
                    <a:pt x="8173859" y="114300"/>
                  </a:moveTo>
                  <a:lnTo>
                    <a:pt x="8119275" y="114300"/>
                  </a:lnTo>
                  <a:lnTo>
                    <a:pt x="8113369" y="101600"/>
                  </a:lnTo>
                  <a:lnTo>
                    <a:pt x="8168322" y="101600"/>
                  </a:lnTo>
                  <a:lnTo>
                    <a:pt x="8173859" y="114300"/>
                  </a:lnTo>
                  <a:close/>
                </a:path>
                <a:path w="8258809" h="2006600">
                  <a:moveTo>
                    <a:pt x="128562" y="127000"/>
                  </a:moveTo>
                  <a:lnTo>
                    <a:pt x="74091" y="127000"/>
                  </a:lnTo>
                  <a:lnTo>
                    <a:pt x="79324" y="114300"/>
                  </a:lnTo>
                  <a:lnTo>
                    <a:pt x="134200" y="114300"/>
                  </a:lnTo>
                  <a:lnTo>
                    <a:pt x="128562" y="127000"/>
                  </a:lnTo>
                  <a:close/>
                </a:path>
                <a:path w="8258809" h="2006600">
                  <a:moveTo>
                    <a:pt x="8184489" y="127000"/>
                  </a:moveTo>
                  <a:lnTo>
                    <a:pt x="8130019" y="127000"/>
                  </a:lnTo>
                  <a:lnTo>
                    <a:pt x="8124380" y="114300"/>
                  </a:lnTo>
                  <a:lnTo>
                    <a:pt x="8179244" y="114300"/>
                  </a:lnTo>
                  <a:lnTo>
                    <a:pt x="8184489" y="127000"/>
                  </a:lnTo>
                  <a:close/>
                </a:path>
                <a:path w="8258809" h="2006600">
                  <a:moveTo>
                    <a:pt x="103911" y="152400"/>
                  </a:moveTo>
                  <a:lnTo>
                    <a:pt x="59309" y="152400"/>
                  </a:lnTo>
                  <a:lnTo>
                    <a:pt x="64071" y="139700"/>
                  </a:lnTo>
                  <a:lnTo>
                    <a:pt x="69011" y="127000"/>
                  </a:lnTo>
                  <a:lnTo>
                    <a:pt x="118605" y="127000"/>
                  </a:lnTo>
                  <a:lnTo>
                    <a:pt x="113372" y="139700"/>
                  </a:lnTo>
                  <a:lnTo>
                    <a:pt x="108864" y="139700"/>
                  </a:lnTo>
                  <a:lnTo>
                    <a:pt x="103911" y="152400"/>
                  </a:lnTo>
                  <a:close/>
                </a:path>
                <a:path w="8258809" h="2006600">
                  <a:moveTo>
                    <a:pt x="8199272" y="152400"/>
                  </a:moveTo>
                  <a:lnTo>
                    <a:pt x="8154669" y="152400"/>
                  </a:lnTo>
                  <a:lnTo>
                    <a:pt x="8149717" y="139700"/>
                  </a:lnTo>
                  <a:lnTo>
                    <a:pt x="8145208" y="139700"/>
                  </a:lnTo>
                  <a:lnTo>
                    <a:pt x="8139976" y="127000"/>
                  </a:lnTo>
                  <a:lnTo>
                    <a:pt x="8189569" y="127000"/>
                  </a:lnTo>
                  <a:lnTo>
                    <a:pt x="8194509" y="139700"/>
                  </a:lnTo>
                  <a:lnTo>
                    <a:pt x="8199272" y="152400"/>
                  </a:lnTo>
                  <a:close/>
                </a:path>
                <a:path w="8258809" h="2006600">
                  <a:moveTo>
                    <a:pt x="94996" y="165100"/>
                  </a:moveTo>
                  <a:lnTo>
                    <a:pt x="50253" y="165100"/>
                  </a:lnTo>
                  <a:lnTo>
                    <a:pt x="54698" y="152400"/>
                  </a:lnTo>
                  <a:lnTo>
                    <a:pt x="99656" y="152400"/>
                  </a:lnTo>
                  <a:lnTo>
                    <a:pt x="94996" y="165100"/>
                  </a:lnTo>
                  <a:close/>
                </a:path>
                <a:path w="8258809" h="2006600">
                  <a:moveTo>
                    <a:pt x="8208314" y="165100"/>
                  </a:moveTo>
                  <a:lnTo>
                    <a:pt x="8163585" y="165100"/>
                  </a:lnTo>
                  <a:lnTo>
                    <a:pt x="8158924" y="152400"/>
                  </a:lnTo>
                  <a:lnTo>
                    <a:pt x="8203882" y="152400"/>
                  </a:lnTo>
                  <a:lnTo>
                    <a:pt x="8208314" y="165100"/>
                  </a:lnTo>
                  <a:close/>
                </a:path>
                <a:path w="8258809" h="2006600">
                  <a:moveTo>
                    <a:pt x="86652" y="177800"/>
                  </a:moveTo>
                  <a:lnTo>
                    <a:pt x="41884" y="177800"/>
                  </a:lnTo>
                  <a:lnTo>
                    <a:pt x="45986" y="165100"/>
                  </a:lnTo>
                  <a:lnTo>
                    <a:pt x="91008" y="165100"/>
                  </a:lnTo>
                  <a:lnTo>
                    <a:pt x="86652" y="177800"/>
                  </a:lnTo>
                  <a:close/>
                </a:path>
                <a:path w="8258809" h="2006600">
                  <a:moveTo>
                    <a:pt x="8216696" y="177800"/>
                  </a:moveTo>
                  <a:lnTo>
                    <a:pt x="8171929" y="177800"/>
                  </a:lnTo>
                  <a:lnTo>
                    <a:pt x="8167573" y="165100"/>
                  </a:lnTo>
                  <a:lnTo>
                    <a:pt x="8212594" y="165100"/>
                  </a:lnTo>
                  <a:lnTo>
                    <a:pt x="8216696" y="177800"/>
                  </a:lnTo>
                  <a:close/>
                </a:path>
                <a:path w="8258809" h="2006600">
                  <a:moveTo>
                    <a:pt x="71755" y="203200"/>
                  </a:moveTo>
                  <a:lnTo>
                    <a:pt x="30619" y="203200"/>
                  </a:lnTo>
                  <a:lnTo>
                    <a:pt x="34201" y="190500"/>
                  </a:lnTo>
                  <a:lnTo>
                    <a:pt x="37947" y="177800"/>
                  </a:lnTo>
                  <a:lnTo>
                    <a:pt x="82943" y="177800"/>
                  </a:lnTo>
                  <a:lnTo>
                    <a:pt x="78905" y="190500"/>
                  </a:lnTo>
                  <a:lnTo>
                    <a:pt x="75476" y="190500"/>
                  </a:lnTo>
                  <a:lnTo>
                    <a:pt x="71755" y="203200"/>
                  </a:lnTo>
                  <a:close/>
                </a:path>
                <a:path w="8258809" h="2006600">
                  <a:moveTo>
                    <a:pt x="8227961" y="203200"/>
                  </a:moveTo>
                  <a:lnTo>
                    <a:pt x="8186826" y="203200"/>
                  </a:lnTo>
                  <a:lnTo>
                    <a:pt x="8183105" y="190500"/>
                  </a:lnTo>
                  <a:lnTo>
                    <a:pt x="8179676" y="190500"/>
                  </a:lnTo>
                  <a:lnTo>
                    <a:pt x="8175637" y="177800"/>
                  </a:lnTo>
                  <a:lnTo>
                    <a:pt x="8220633" y="177800"/>
                  </a:lnTo>
                  <a:lnTo>
                    <a:pt x="8224380" y="190500"/>
                  </a:lnTo>
                  <a:lnTo>
                    <a:pt x="8227961" y="203200"/>
                  </a:lnTo>
                  <a:close/>
                </a:path>
                <a:path w="8258809" h="2006600">
                  <a:moveTo>
                    <a:pt x="65239" y="215900"/>
                  </a:moveTo>
                  <a:lnTo>
                    <a:pt x="24015" y="215900"/>
                  </a:lnTo>
                  <a:lnTo>
                    <a:pt x="27228" y="203200"/>
                  </a:lnTo>
                  <a:lnTo>
                    <a:pt x="68618" y="203200"/>
                  </a:lnTo>
                  <a:lnTo>
                    <a:pt x="65239" y="215900"/>
                  </a:lnTo>
                  <a:close/>
                </a:path>
                <a:path w="8258809" h="2006600">
                  <a:moveTo>
                    <a:pt x="8234565" y="215900"/>
                  </a:moveTo>
                  <a:lnTo>
                    <a:pt x="8193341" y="215900"/>
                  </a:lnTo>
                  <a:lnTo>
                    <a:pt x="8189963" y="203200"/>
                  </a:lnTo>
                  <a:lnTo>
                    <a:pt x="8231352" y="203200"/>
                  </a:lnTo>
                  <a:lnTo>
                    <a:pt x="8234565" y="215900"/>
                  </a:lnTo>
                  <a:close/>
                </a:path>
                <a:path w="8258809" h="2006600">
                  <a:moveTo>
                    <a:pt x="54178" y="241300"/>
                  </a:moveTo>
                  <a:lnTo>
                    <a:pt x="15532" y="241300"/>
                  </a:lnTo>
                  <a:lnTo>
                    <a:pt x="18161" y="228600"/>
                  </a:lnTo>
                  <a:lnTo>
                    <a:pt x="20993" y="215900"/>
                  </a:lnTo>
                  <a:lnTo>
                    <a:pt x="62407" y="215900"/>
                  </a:lnTo>
                  <a:lnTo>
                    <a:pt x="59385" y="228600"/>
                  </a:lnTo>
                  <a:lnTo>
                    <a:pt x="56857" y="228600"/>
                  </a:lnTo>
                  <a:lnTo>
                    <a:pt x="54178" y="241300"/>
                  </a:lnTo>
                  <a:close/>
                </a:path>
                <a:path w="8258809" h="2006600">
                  <a:moveTo>
                    <a:pt x="8243049" y="241300"/>
                  </a:moveTo>
                  <a:lnTo>
                    <a:pt x="8204403" y="241300"/>
                  </a:lnTo>
                  <a:lnTo>
                    <a:pt x="8201723" y="228600"/>
                  </a:lnTo>
                  <a:lnTo>
                    <a:pt x="8199196" y="228600"/>
                  </a:lnTo>
                  <a:lnTo>
                    <a:pt x="8196173" y="215900"/>
                  </a:lnTo>
                  <a:lnTo>
                    <a:pt x="8237575" y="215900"/>
                  </a:lnTo>
                  <a:lnTo>
                    <a:pt x="8240420" y="228600"/>
                  </a:lnTo>
                  <a:lnTo>
                    <a:pt x="8243049" y="241300"/>
                  </a:lnTo>
                  <a:close/>
                </a:path>
                <a:path w="8258809" h="2006600">
                  <a:moveTo>
                    <a:pt x="56692" y="241300"/>
                  </a:moveTo>
                  <a:lnTo>
                    <a:pt x="56857" y="228600"/>
                  </a:lnTo>
                  <a:lnTo>
                    <a:pt x="59550" y="228600"/>
                  </a:lnTo>
                  <a:lnTo>
                    <a:pt x="56692" y="241300"/>
                  </a:lnTo>
                  <a:close/>
                </a:path>
                <a:path w="8258809" h="2006600">
                  <a:moveTo>
                    <a:pt x="8201888" y="241300"/>
                  </a:moveTo>
                  <a:lnTo>
                    <a:pt x="8199031" y="228600"/>
                  </a:lnTo>
                  <a:lnTo>
                    <a:pt x="8201723" y="228600"/>
                  </a:lnTo>
                  <a:lnTo>
                    <a:pt x="8201888" y="241300"/>
                  </a:lnTo>
                  <a:close/>
                </a:path>
                <a:path w="8258809" h="2006600">
                  <a:moveTo>
                    <a:pt x="47790" y="266700"/>
                  </a:moveTo>
                  <a:lnTo>
                    <a:pt x="8788" y="266700"/>
                  </a:lnTo>
                  <a:lnTo>
                    <a:pt x="10833" y="254000"/>
                  </a:lnTo>
                  <a:lnTo>
                    <a:pt x="13081" y="241300"/>
                  </a:lnTo>
                  <a:lnTo>
                    <a:pt x="54330" y="241300"/>
                  </a:lnTo>
                  <a:lnTo>
                    <a:pt x="51841" y="254000"/>
                  </a:lnTo>
                  <a:lnTo>
                    <a:pt x="49796" y="254000"/>
                  </a:lnTo>
                  <a:lnTo>
                    <a:pt x="47790" y="266700"/>
                  </a:lnTo>
                  <a:close/>
                </a:path>
                <a:path w="8258809" h="2006600">
                  <a:moveTo>
                    <a:pt x="8249792" y="266700"/>
                  </a:moveTo>
                  <a:lnTo>
                    <a:pt x="8210905" y="266700"/>
                  </a:lnTo>
                  <a:lnTo>
                    <a:pt x="8208911" y="254000"/>
                  </a:lnTo>
                  <a:lnTo>
                    <a:pt x="8206740" y="254000"/>
                  </a:lnTo>
                  <a:lnTo>
                    <a:pt x="8204250" y="241300"/>
                  </a:lnTo>
                  <a:lnTo>
                    <a:pt x="8245500" y="241300"/>
                  </a:lnTo>
                  <a:lnTo>
                    <a:pt x="8247748" y="254000"/>
                  </a:lnTo>
                  <a:lnTo>
                    <a:pt x="8249792" y="266700"/>
                  </a:lnTo>
                  <a:close/>
                </a:path>
                <a:path w="8258809" h="2006600">
                  <a:moveTo>
                    <a:pt x="42862" y="292100"/>
                  </a:moveTo>
                  <a:lnTo>
                    <a:pt x="3886" y="292100"/>
                  </a:lnTo>
                  <a:lnTo>
                    <a:pt x="5321" y="279400"/>
                  </a:lnTo>
                  <a:lnTo>
                    <a:pt x="6946" y="266700"/>
                  </a:lnTo>
                  <a:lnTo>
                    <a:pt x="45974" y="266700"/>
                  </a:lnTo>
                  <a:lnTo>
                    <a:pt x="44323" y="279400"/>
                  </a:lnTo>
                  <a:lnTo>
                    <a:pt x="42862" y="292100"/>
                  </a:lnTo>
                  <a:close/>
                </a:path>
                <a:path w="8258809" h="2006600">
                  <a:moveTo>
                    <a:pt x="8254695" y="292100"/>
                  </a:moveTo>
                  <a:lnTo>
                    <a:pt x="8215795" y="292100"/>
                  </a:lnTo>
                  <a:lnTo>
                    <a:pt x="8214347" y="279400"/>
                  </a:lnTo>
                  <a:lnTo>
                    <a:pt x="8212721" y="266700"/>
                  </a:lnTo>
                  <a:lnTo>
                    <a:pt x="8251634" y="266700"/>
                  </a:lnTo>
                  <a:lnTo>
                    <a:pt x="8253260" y="279400"/>
                  </a:lnTo>
                  <a:lnTo>
                    <a:pt x="8254695" y="292100"/>
                  </a:lnTo>
                  <a:close/>
                </a:path>
                <a:path w="8258809" h="2006600">
                  <a:moveTo>
                    <a:pt x="42786" y="1714500"/>
                  </a:moveTo>
                  <a:lnTo>
                    <a:pt x="3886" y="1714500"/>
                  </a:lnTo>
                  <a:lnTo>
                    <a:pt x="2679" y="1701800"/>
                  </a:lnTo>
                  <a:lnTo>
                    <a:pt x="1676" y="1689100"/>
                  </a:lnTo>
                  <a:lnTo>
                    <a:pt x="901" y="1689100"/>
                  </a:lnTo>
                  <a:lnTo>
                    <a:pt x="330" y="1676400"/>
                  </a:lnTo>
                  <a:lnTo>
                    <a:pt x="0" y="1663700"/>
                  </a:lnTo>
                  <a:lnTo>
                    <a:pt x="0" y="330200"/>
                  </a:lnTo>
                  <a:lnTo>
                    <a:pt x="330" y="317500"/>
                  </a:lnTo>
                  <a:lnTo>
                    <a:pt x="901" y="317500"/>
                  </a:lnTo>
                  <a:lnTo>
                    <a:pt x="1676" y="304800"/>
                  </a:lnTo>
                  <a:lnTo>
                    <a:pt x="2679" y="292100"/>
                  </a:lnTo>
                  <a:lnTo>
                    <a:pt x="41592" y="292100"/>
                  </a:lnTo>
                  <a:lnTo>
                    <a:pt x="40500" y="304800"/>
                  </a:lnTo>
                  <a:lnTo>
                    <a:pt x="39611" y="304800"/>
                  </a:lnTo>
                  <a:lnTo>
                    <a:pt x="38900" y="317500"/>
                  </a:lnTo>
                  <a:lnTo>
                    <a:pt x="38404" y="330200"/>
                  </a:lnTo>
                  <a:lnTo>
                    <a:pt x="38087" y="330200"/>
                  </a:lnTo>
                  <a:lnTo>
                    <a:pt x="38074" y="1663700"/>
                  </a:lnTo>
                  <a:lnTo>
                    <a:pt x="38379" y="1676400"/>
                  </a:lnTo>
                  <a:lnTo>
                    <a:pt x="38874" y="1676400"/>
                  </a:lnTo>
                  <a:lnTo>
                    <a:pt x="39560" y="1689100"/>
                  </a:lnTo>
                  <a:lnTo>
                    <a:pt x="40449" y="1701800"/>
                  </a:lnTo>
                  <a:lnTo>
                    <a:pt x="41516" y="1701800"/>
                  </a:lnTo>
                  <a:lnTo>
                    <a:pt x="42786" y="1714500"/>
                  </a:lnTo>
                  <a:close/>
                </a:path>
                <a:path w="8258809" h="2006600">
                  <a:moveTo>
                    <a:pt x="8254695" y="1714500"/>
                  </a:moveTo>
                  <a:lnTo>
                    <a:pt x="8215718" y="1714500"/>
                  </a:lnTo>
                  <a:lnTo>
                    <a:pt x="8216988" y="1701800"/>
                  </a:lnTo>
                  <a:lnTo>
                    <a:pt x="8218081" y="1701800"/>
                  </a:lnTo>
                  <a:lnTo>
                    <a:pt x="8218970" y="1689100"/>
                  </a:lnTo>
                  <a:lnTo>
                    <a:pt x="8219668" y="1676400"/>
                  </a:lnTo>
                  <a:lnTo>
                    <a:pt x="8220176" y="1676400"/>
                  </a:lnTo>
                  <a:lnTo>
                    <a:pt x="8220494" y="1663700"/>
                  </a:lnTo>
                  <a:lnTo>
                    <a:pt x="8220506" y="330200"/>
                  </a:lnTo>
                  <a:lnTo>
                    <a:pt x="8220202" y="330200"/>
                  </a:lnTo>
                  <a:lnTo>
                    <a:pt x="8219706" y="317500"/>
                  </a:lnTo>
                  <a:lnTo>
                    <a:pt x="8219020" y="304800"/>
                  </a:lnTo>
                  <a:lnTo>
                    <a:pt x="8218131" y="304800"/>
                  </a:lnTo>
                  <a:lnTo>
                    <a:pt x="8217065" y="292100"/>
                  </a:lnTo>
                  <a:lnTo>
                    <a:pt x="8255901" y="292100"/>
                  </a:lnTo>
                  <a:lnTo>
                    <a:pt x="8256905" y="304800"/>
                  </a:lnTo>
                  <a:lnTo>
                    <a:pt x="8257679" y="317500"/>
                  </a:lnTo>
                  <a:lnTo>
                    <a:pt x="8258238" y="317500"/>
                  </a:lnTo>
                  <a:lnTo>
                    <a:pt x="8258581" y="330200"/>
                  </a:lnTo>
                  <a:lnTo>
                    <a:pt x="8258581" y="1663700"/>
                  </a:lnTo>
                  <a:lnTo>
                    <a:pt x="8258238" y="1676400"/>
                  </a:lnTo>
                  <a:lnTo>
                    <a:pt x="8257679" y="1689100"/>
                  </a:lnTo>
                  <a:lnTo>
                    <a:pt x="8256905" y="1689100"/>
                  </a:lnTo>
                  <a:lnTo>
                    <a:pt x="8255901" y="1701800"/>
                  </a:lnTo>
                  <a:lnTo>
                    <a:pt x="8254695" y="1714500"/>
                  </a:lnTo>
                  <a:close/>
                </a:path>
                <a:path w="8258809" h="2006600">
                  <a:moveTo>
                    <a:pt x="47675" y="1739900"/>
                  </a:moveTo>
                  <a:lnTo>
                    <a:pt x="8788" y="1739900"/>
                  </a:lnTo>
                  <a:lnTo>
                    <a:pt x="6946" y="1727200"/>
                  </a:lnTo>
                  <a:lnTo>
                    <a:pt x="5321" y="1714500"/>
                  </a:lnTo>
                  <a:lnTo>
                    <a:pt x="44234" y="1714500"/>
                  </a:lnTo>
                  <a:lnTo>
                    <a:pt x="45859" y="1727200"/>
                  </a:lnTo>
                  <a:lnTo>
                    <a:pt x="47675" y="1739900"/>
                  </a:lnTo>
                  <a:close/>
                </a:path>
                <a:path w="8258809" h="2006600">
                  <a:moveTo>
                    <a:pt x="8249792" y="1739900"/>
                  </a:moveTo>
                  <a:lnTo>
                    <a:pt x="8210791" y="1739900"/>
                  </a:lnTo>
                  <a:lnTo>
                    <a:pt x="8212607" y="1727200"/>
                  </a:lnTo>
                  <a:lnTo>
                    <a:pt x="8214258" y="1714500"/>
                  </a:lnTo>
                  <a:lnTo>
                    <a:pt x="8253260" y="1714500"/>
                  </a:lnTo>
                  <a:lnTo>
                    <a:pt x="8251634" y="1727200"/>
                  </a:lnTo>
                  <a:lnTo>
                    <a:pt x="8249792" y="1739900"/>
                  </a:lnTo>
                  <a:close/>
                </a:path>
                <a:path w="8258809" h="2006600">
                  <a:moveTo>
                    <a:pt x="56857" y="1765300"/>
                  </a:moveTo>
                  <a:lnTo>
                    <a:pt x="15532" y="1765300"/>
                  </a:lnTo>
                  <a:lnTo>
                    <a:pt x="13081" y="1752600"/>
                  </a:lnTo>
                  <a:lnTo>
                    <a:pt x="10833" y="1739900"/>
                  </a:lnTo>
                  <a:lnTo>
                    <a:pt x="49669" y="1739900"/>
                  </a:lnTo>
                  <a:lnTo>
                    <a:pt x="51981" y="1752600"/>
                  </a:lnTo>
                  <a:lnTo>
                    <a:pt x="54178" y="1752600"/>
                  </a:lnTo>
                  <a:lnTo>
                    <a:pt x="56857" y="1765300"/>
                  </a:lnTo>
                  <a:close/>
                </a:path>
                <a:path w="8258809" h="2006600">
                  <a:moveTo>
                    <a:pt x="8243049" y="1765300"/>
                  </a:moveTo>
                  <a:lnTo>
                    <a:pt x="8201723" y="1765300"/>
                  </a:lnTo>
                  <a:lnTo>
                    <a:pt x="8204403" y="1752600"/>
                  </a:lnTo>
                  <a:lnTo>
                    <a:pt x="8206600" y="1752600"/>
                  </a:lnTo>
                  <a:lnTo>
                    <a:pt x="8208784" y="1739900"/>
                  </a:lnTo>
                  <a:lnTo>
                    <a:pt x="8247748" y="1739900"/>
                  </a:lnTo>
                  <a:lnTo>
                    <a:pt x="8245500" y="1752600"/>
                  </a:lnTo>
                  <a:lnTo>
                    <a:pt x="8243049" y="1765300"/>
                  </a:lnTo>
                  <a:close/>
                </a:path>
                <a:path w="8258809" h="2006600">
                  <a:moveTo>
                    <a:pt x="62407" y="1778000"/>
                  </a:moveTo>
                  <a:lnTo>
                    <a:pt x="20993" y="1778000"/>
                  </a:lnTo>
                  <a:lnTo>
                    <a:pt x="18161" y="1765300"/>
                  </a:lnTo>
                  <a:lnTo>
                    <a:pt x="59385" y="1765300"/>
                  </a:lnTo>
                  <a:lnTo>
                    <a:pt x="62407" y="1778000"/>
                  </a:lnTo>
                  <a:close/>
                </a:path>
                <a:path w="8258809" h="2006600">
                  <a:moveTo>
                    <a:pt x="8237575" y="1778000"/>
                  </a:moveTo>
                  <a:lnTo>
                    <a:pt x="8196173" y="1778000"/>
                  </a:lnTo>
                  <a:lnTo>
                    <a:pt x="8199196" y="1765300"/>
                  </a:lnTo>
                  <a:lnTo>
                    <a:pt x="8240420" y="1765300"/>
                  </a:lnTo>
                  <a:lnTo>
                    <a:pt x="8237575" y="1778000"/>
                  </a:lnTo>
                  <a:close/>
                </a:path>
                <a:path w="8258809" h="2006600">
                  <a:moveTo>
                    <a:pt x="71970" y="1803400"/>
                  </a:moveTo>
                  <a:lnTo>
                    <a:pt x="30619" y="1803400"/>
                  </a:lnTo>
                  <a:lnTo>
                    <a:pt x="27228" y="1790700"/>
                  </a:lnTo>
                  <a:lnTo>
                    <a:pt x="24015" y="1778000"/>
                  </a:lnTo>
                  <a:lnTo>
                    <a:pt x="62230" y="1778000"/>
                  </a:lnTo>
                  <a:lnTo>
                    <a:pt x="65430" y="1790700"/>
                  </a:lnTo>
                  <a:lnTo>
                    <a:pt x="68427" y="1790700"/>
                  </a:lnTo>
                  <a:lnTo>
                    <a:pt x="71970" y="1803400"/>
                  </a:lnTo>
                  <a:close/>
                </a:path>
                <a:path w="8258809" h="2006600">
                  <a:moveTo>
                    <a:pt x="68618" y="1790700"/>
                  </a:moveTo>
                  <a:lnTo>
                    <a:pt x="65430" y="1790700"/>
                  </a:lnTo>
                  <a:lnTo>
                    <a:pt x="65239" y="1778000"/>
                  </a:lnTo>
                  <a:lnTo>
                    <a:pt x="68618" y="1790700"/>
                  </a:lnTo>
                  <a:close/>
                </a:path>
                <a:path w="8258809" h="2006600">
                  <a:moveTo>
                    <a:pt x="8193138" y="1790700"/>
                  </a:moveTo>
                  <a:lnTo>
                    <a:pt x="8189963" y="1790700"/>
                  </a:lnTo>
                  <a:lnTo>
                    <a:pt x="8193341" y="1778000"/>
                  </a:lnTo>
                  <a:lnTo>
                    <a:pt x="8193138" y="1790700"/>
                  </a:lnTo>
                  <a:close/>
                </a:path>
                <a:path w="8258809" h="2006600">
                  <a:moveTo>
                    <a:pt x="8227961" y="1803400"/>
                  </a:moveTo>
                  <a:lnTo>
                    <a:pt x="8186610" y="1803400"/>
                  </a:lnTo>
                  <a:lnTo>
                    <a:pt x="8190153" y="1790700"/>
                  </a:lnTo>
                  <a:lnTo>
                    <a:pt x="8193138" y="1790700"/>
                  </a:lnTo>
                  <a:lnTo>
                    <a:pt x="8196351" y="1778000"/>
                  </a:lnTo>
                  <a:lnTo>
                    <a:pt x="8234565" y="1778000"/>
                  </a:lnTo>
                  <a:lnTo>
                    <a:pt x="8231352" y="1790700"/>
                  </a:lnTo>
                  <a:lnTo>
                    <a:pt x="8227961" y="1803400"/>
                  </a:lnTo>
                  <a:close/>
                </a:path>
                <a:path w="8258809" h="2006600">
                  <a:moveTo>
                    <a:pt x="86906" y="1828800"/>
                  </a:moveTo>
                  <a:lnTo>
                    <a:pt x="41884" y="1828800"/>
                  </a:lnTo>
                  <a:lnTo>
                    <a:pt x="37947" y="1816100"/>
                  </a:lnTo>
                  <a:lnTo>
                    <a:pt x="34201" y="1803400"/>
                  </a:lnTo>
                  <a:lnTo>
                    <a:pt x="75247" y="1803400"/>
                  </a:lnTo>
                  <a:lnTo>
                    <a:pt x="79133" y="1816100"/>
                  </a:lnTo>
                  <a:lnTo>
                    <a:pt x="82702" y="1816100"/>
                  </a:lnTo>
                  <a:lnTo>
                    <a:pt x="86906" y="1828800"/>
                  </a:lnTo>
                  <a:close/>
                </a:path>
                <a:path w="8258809" h="2006600">
                  <a:moveTo>
                    <a:pt x="8216696" y="1828800"/>
                  </a:moveTo>
                  <a:lnTo>
                    <a:pt x="8171675" y="1828800"/>
                  </a:lnTo>
                  <a:lnTo>
                    <a:pt x="8175879" y="1816100"/>
                  </a:lnTo>
                  <a:lnTo>
                    <a:pt x="8179447" y="1816100"/>
                  </a:lnTo>
                  <a:lnTo>
                    <a:pt x="8183333" y="1803400"/>
                  </a:lnTo>
                  <a:lnTo>
                    <a:pt x="8224380" y="1803400"/>
                  </a:lnTo>
                  <a:lnTo>
                    <a:pt x="8220633" y="1816100"/>
                  </a:lnTo>
                  <a:lnTo>
                    <a:pt x="8216696" y="1828800"/>
                  </a:lnTo>
                  <a:close/>
                </a:path>
                <a:path w="8258809" h="2006600">
                  <a:moveTo>
                    <a:pt x="95262" y="1841500"/>
                  </a:moveTo>
                  <a:lnTo>
                    <a:pt x="50253" y="1841500"/>
                  </a:lnTo>
                  <a:lnTo>
                    <a:pt x="45986" y="1828800"/>
                  </a:lnTo>
                  <a:lnTo>
                    <a:pt x="90754" y="1828800"/>
                  </a:lnTo>
                  <a:lnTo>
                    <a:pt x="95262" y="1841500"/>
                  </a:lnTo>
                  <a:close/>
                </a:path>
                <a:path w="8258809" h="2006600">
                  <a:moveTo>
                    <a:pt x="8208314" y="1841500"/>
                  </a:moveTo>
                  <a:lnTo>
                    <a:pt x="8163318" y="1841500"/>
                  </a:lnTo>
                  <a:lnTo>
                    <a:pt x="8167827" y="1828800"/>
                  </a:lnTo>
                  <a:lnTo>
                    <a:pt x="8212594" y="1828800"/>
                  </a:lnTo>
                  <a:lnTo>
                    <a:pt x="8208314" y="1841500"/>
                  </a:lnTo>
                  <a:close/>
                </a:path>
                <a:path w="8258809" h="2006600">
                  <a:moveTo>
                    <a:pt x="104190" y="1854200"/>
                  </a:moveTo>
                  <a:lnTo>
                    <a:pt x="59309" y="1854200"/>
                  </a:lnTo>
                  <a:lnTo>
                    <a:pt x="54698" y="1841500"/>
                  </a:lnTo>
                  <a:lnTo>
                    <a:pt x="99377" y="1841500"/>
                  </a:lnTo>
                  <a:lnTo>
                    <a:pt x="104190" y="1854200"/>
                  </a:lnTo>
                  <a:close/>
                </a:path>
                <a:path w="8258809" h="2006600">
                  <a:moveTo>
                    <a:pt x="108864" y="1854200"/>
                  </a:moveTo>
                  <a:lnTo>
                    <a:pt x="104190" y="1854200"/>
                  </a:lnTo>
                  <a:lnTo>
                    <a:pt x="103911" y="1841500"/>
                  </a:lnTo>
                  <a:lnTo>
                    <a:pt x="108864" y="1854200"/>
                  </a:lnTo>
                  <a:close/>
                </a:path>
                <a:path w="8258809" h="2006600">
                  <a:moveTo>
                    <a:pt x="8154390" y="1854200"/>
                  </a:moveTo>
                  <a:lnTo>
                    <a:pt x="8149717" y="1854200"/>
                  </a:lnTo>
                  <a:lnTo>
                    <a:pt x="8154669" y="1841500"/>
                  </a:lnTo>
                  <a:lnTo>
                    <a:pt x="8154390" y="1854200"/>
                  </a:lnTo>
                  <a:close/>
                </a:path>
                <a:path w="8258809" h="2006600">
                  <a:moveTo>
                    <a:pt x="8199272" y="1854200"/>
                  </a:moveTo>
                  <a:lnTo>
                    <a:pt x="8154390" y="1854200"/>
                  </a:lnTo>
                  <a:lnTo>
                    <a:pt x="8159203" y="1841500"/>
                  </a:lnTo>
                  <a:lnTo>
                    <a:pt x="8203882" y="1841500"/>
                  </a:lnTo>
                  <a:lnTo>
                    <a:pt x="8199272" y="1854200"/>
                  </a:lnTo>
                  <a:close/>
                </a:path>
                <a:path w="8258809" h="2006600">
                  <a:moveTo>
                    <a:pt x="118605" y="1866900"/>
                  </a:moveTo>
                  <a:lnTo>
                    <a:pt x="69011" y="1866900"/>
                  </a:lnTo>
                  <a:lnTo>
                    <a:pt x="64071" y="1854200"/>
                  </a:lnTo>
                  <a:lnTo>
                    <a:pt x="113372" y="1854200"/>
                  </a:lnTo>
                  <a:lnTo>
                    <a:pt x="118605" y="1866900"/>
                  </a:lnTo>
                  <a:close/>
                </a:path>
                <a:path w="8258809" h="2006600">
                  <a:moveTo>
                    <a:pt x="8189569" y="1866900"/>
                  </a:moveTo>
                  <a:lnTo>
                    <a:pt x="8139976" y="1866900"/>
                  </a:lnTo>
                  <a:lnTo>
                    <a:pt x="8145208" y="1854200"/>
                  </a:lnTo>
                  <a:lnTo>
                    <a:pt x="8194509" y="1854200"/>
                  </a:lnTo>
                  <a:lnTo>
                    <a:pt x="8189569" y="1866900"/>
                  </a:lnTo>
                  <a:close/>
                </a:path>
                <a:path w="8258809" h="2006600">
                  <a:moveTo>
                    <a:pt x="128879" y="1879600"/>
                  </a:moveTo>
                  <a:lnTo>
                    <a:pt x="79324" y="1879600"/>
                  </a:lnTo>
                  <a:lnTo>
                    <a:pt x="74091" y="1866900"/>
                  </a:lnTo>
                  <a:lnTo>
                    <a:pt x="123367" y="1866900"/>
                  </a:lnTo>
                  <a:lnTo>
                    <a:pt x="128879" y="1879600"/>
                  </a:lnTo>
                  <a:close/>
                </a:path>
                <a:path w="8258809" h="2006600">
                  <a:moveTo>
                    <a:pt x="8179244" y="1879600"/>
                  </a:moveTo>
                  <a:lnTo>
                    <a:pt x="8129701" y="1879600"/>
                  </a:lnTo>
                  <a:lnTo>
                    <a:pt x="8135213" y="1866900"/>
                  </a:lnTo>
                  <a:lnTo>
                    <a:pt x="8184489" y="1866900"/>
                  </a:lnTo>
                  <a:lnTo>
                    <a:pt x="8179244" y="1879600"/>
                  </a:lnTo>
                  <a:close/>
                </a:path>
                <a:path w="8258809" h="2006600">
                  <a:moveTo>
                    <a:pt x="139649" y="1892300"/>
                  </a:moveTo>
                  <a:lnTo>
                    <a:pt x="90258" y="1892300"/>
                  </a:lnTo>
                  <a:lnTo>
                    <a:pt x="84721" y="1879600"/>
                  </a:lnTo>
                  <a:lnTo>
                    <a:pt x="133870" y="1879600"/>
                  </a:lnTo>
                  <a:lnTo>
                    <a:pt x="139649" y="1892300"/>
                  </a:lnTo>
                  <a:close/>
                </a:path>
                <a:path w="8258809" h="2006600">
                  <a:moveTo>
                    <a:pt x="145211" y="1892300"/>
                  </a:moveTo>
                  <a:lnTo>
                    <a:pt x="139649" y="1892300"/>
                  </a:lnTo>
                  <a:lnTo>
                    <a:pt x="139306" y="1879600"/>
                  </a:lnTo>
                  <a:lnTo>
                    <a:pt x="145211" y="1892300"/>
                  </a:lnTo>
                  <a:close/>
                </a:path>
                <a:path w="8258809" h="2006600">
                  <a:moveTo>
                    <a:pt x="8118932" y="1892300"/>
                  </a:moveTo>
                  <a:lnTo>
                    <a:pt x="8113369" y="1892300"/>
                  </a:lnTo>
                  <a:lnTo>
                    <a:pt x="8119275" y="1879600"/>
                  </a:lnTo>
                  <a:lnTo>
                    <a:pt x="8118932" y="1892300"/>
                  </a:lnTo>
                  <a:close/>
                </a:path>
                <a:path w="8258809" h="2006600">
                  <a:moveTo>
                    <a:pt x="8168322" y="1892300"/>
                  </a:moveTo>
                  <a:lnTo>
                    <a:pt x="8118932" y="1892300"/>
                  </a:lnTo>
                  <a:lnTo>
                    <a:pt x="8124710" y="1879600"/>
                  </a:lnTo>
                  <a:lnTo>
                    <a:pt x="8173859" y="1879600"/>
                  </a:lnTo>
                  <a:lnTo>
                    <a:pt x="8168322" y="1892300"/>
                  </a:lnTo>
                  <a:close/>
                </a:path>
                <a:path w="8258809" h="2006600">
                  <a:moveTo>
                    <a:pt x="156705" y="1905000"/>
                  </a:moveTo>
                  <a:lnTo>
                    <a:pt x="101777" y="1905000"/>
                  </a:lnTo>
                  <a:lnTo>
                    <a:pt x="95948" y="1892300"/>
                  </a:lnTo>
                  <a:lnTo>
                    <a:pt x="150545" y="1892300"/>
                  </a:lnTo>
                  <a:lnTo>
                    <a:pt x="156705" y="1905000"/>
                  </a:lnTo>
                  <a:close/>
                </a:path>
                <a:path w="8258809" h="2006600">
                  <a:moveTo>
                    <a:pt x="8156803" y="1905000"/>
                  </a:moveTo>
                  <a:lnTo>
                    <a:pt x="8101876" y="1905000"/>
                  </a:lnTo>
                  <a:lnTo>
                    <a:pt x="8108035" y="1892300"/>
                  </a:lnTo>
                  <a:lnTo>
                    <a:pt x="8162632" y="1892300"/>
                  </a:lnTo>
                  <a:lnTo>
                    <a:pt x="8156803" y="1905000"/>
                  </a:lnTo>
                  <a:close/>
                </a:path>
                <a:path w="8258809" h="2006600">
                  <a:moveTo>
                    <a:pt x="174764" y="1917700"/>
                  </a:moveTo>
                  <a:lnTo>
                    <a:pt x="113855" y="1917700"/>
                  </a:lnTo>
                  <a:lnTo>
                    <a:pt x="107746" y="1905000"/>
                  </a:lnTo>
                  <a:lnTo>
                    <a:pt x="168262" y="1905000"/>
                  </a:lnTo>
                  <a:lnTo>
                    <a:pt x="174764" y="1917700"/>
                  </a:lnTo>
                  <a:close/>
                </a:path>
                <a:path w="8258809" h="2006600">
                  <a:moveTo>
                    <a:pt x="8144725" y="1917700"/>
                  </a:moveTo>
                  <a:lnTo>
                    <a:pt x="8083816" y="1917700"/>
                  </a:lnTo>
                  <a:lnTo>
                    <a:pt x="8090319" y="1905000"/>
                  </a:lnTo>
                  <a:lnTo>
                    <a:pt x="8150834" y="1905000"/>
                  </a:lnTo>
                  <a:lnTo>
                    <a:pt x="8144725" y="1917700"/>
                  </a:lnTo>
                  <a:close/>
                </a:path>
                <a:path w="8258809" h="2006600">
                  <a:moveTo>
                    <a:pt x="193789" y="1930400"/>
                  </a:moveTo>
                  <a:lnTo>
                    <a:pt x="126479" y="1930400"/>
                  </a:lnTo>
                  <a:lnTo>
                    <a:pt x="120091" y="1917700"/>
                  </a:lnTo>
                  <a:lnTo>
                    <a:pt x="186944" y="1917700"/>
                  </a:lnTo>
                  <a:lnTo>
                    <a:pt x="193789" y="1930400"/>
                  </a:lnTo>
                  <a:close/>
                </a:path>
                <a:path w="8258809" h="2006600">
                  <a:moveTo>
                    <a:pt x="8132102" y="1930400"/>
                  </a:moveTo>
                  <a:lnTo>
                    <a:pt x="8064792" y="1930400"/>
                  </a:lnTo>
                  <a:lnTo>
                    <a:pt x="8071624" y="1917700"/>
                  </a:lnTo>
                  <a:lnTo>
                    <a:pt x="8138477" y="1917700"/>
                  </a:lnTo>
                  <a:lnTo>
                    <a:pt x="8132102" y="1930400"/>
                  </a:lnTo>
                  <a:close/>
                </a:path>
                <a:path w="8258809" h="2006600">
                  <a:moveTo>
                    <a:pt x="220497" y="1943100"/>
                  </a:moveTo>
                  <a:lnTo>
                    <a:pt x="146367" y="1943100"/>
                  </a:lnTo>
                  <a:lnTo>
                    <a:pt x="139611" y="1930400"/>
                  </a:lnTo>
                  <a:lnTo>
                    <a:pt x="213258" y="1930400"/>
                  </a:lnTo>
                  <a:lnTo>
                    <a:pt x="220497" y="1943100"/>
                  </a:lnTo>
                  <a:close/>
                </a:path>
                <a:path w="8258809" h="2006600">
                  <a:moveTo>
                    <a:pt x="8112213" y="1943100"/>
                  </a:moveTo>
                  <a:lnTo>
                    <a:pt x="8038084" y="1943100"/>
                  </a:lnTo>
                  <a:lnTo>
                    <a:pt x="8045310" y="1930400"/>
                  </a:lnTo>
                  <a:lnTo>
                    <a:pt x="8118970" y="1930400"/>
                  </a:lnTo>
                  <a:lnTo>
                    <a:pt x="8112213" y="1943100"/>
                  </a:lnTo>
                  <a:close/>
                </a:path>
                <a:path w="8258809" h="2006600">
                  <a:moveTo>
                    <a:pt x="248627" y="1955800"/>
                  </a:moveTo>
                  <a:lnTo>
                    <a:pt x="160248" y="1955800"/>
                  </a:lnTo>
                  <a:lnTo>
                    <a:pt x="153250" y="1943100"/>
                  </a:lnTo>
                  <a:lnTo>
                    <a:pt x="241033" y="1943100"/>
                  </a:lnTo>
                  <a:lnTo>
                    <a:pt x="248627" y="1955800"/>
                  </a:lnTo>
                  <a:close/>
                </a:path>
                <a:path w="8258809" h="2006600">
                  <a:moveTo>
                    <a:pt x="8098332" y="1955800"/>
                  </a:moveTo>
                  <a:lnTo>
                    <a:pt x="8009953" y="1955800"/>
                  </a:lnTo>
                  <a:lnTo>
                    <a:pt x="8017548" y="1943100"/>
                  </a:lnTo>
                  <a:lnTo>
                    <a:pt x="8105330" y="1943100"/>
                  </a:lnTo>
                  <a:lnTo>
                    <a:pt x="8098332" y="1955800"/>
                  </a:lnTo>
                  <a:close/>
                </a:path>
                <a:path w="8258809" h="2006600">
                  <a:moveTo>
                    <a:pt x="300799" y="1968500"/>
                  </a:moveTo>
                  <a:lnTo>
                    <a:pt x="181927" y="1968500"/>
                  </a:lnTo>
                  <a:lnTo>
                    <a:pt x="174586" y="1955800"/>
                  </a:lnTo>
                  <a:lnTo>
                    <a:pt x="292671" y="1955800"/>
                  </a:lnTo>
                  <a:lnTo>
                    <a:pt x="300799" y="1968500"/>
                  </a:lnTo>
                  <a:close/>
                </a:path>
                <a:path w="8258809" h="2006600">
                  <a:moveTo>
                    <a:pt x="8076653" y="1968500"/>
                  </a:moveTo>
                  <a:lnTo>
                    <a:pt x="7957781" y="1968500"/>
                  </a:lnTo>
                  <a:lnTo>
                    <a:pt x="7965909" y="1955800"/>
                  </a:lnTo>
                  <a:lnTo>
                    <a:pt x="8083994" y="1955800"/>
                  </a:lnTo>
                  <a:lnTo>
                    <a:pt x="8076653" y="1968500"/>
                  </a:lnTo>
                  <a:close/>
                </a:path>
                <a:path w="8258809" h="2006600">
                  <a:moveTo>
                    <a:pt x="8046224" y="1981200"/>
                  </a:moveTo>
                  <a:lnTo>
                    <a:pt x="212344" y="1981200"/>
                  </a:lnTo>
                  <a:lnTo>
                    <a:pt x="204597" y="1968500"/>
                  </a:lnTo>
                  <a:lnTo>
                    <a:pt x="8053984" y="1968500"/>
                  </a:lnTo>
                  <a:lnTo>
                    <a:pt x="8046224" y="1981200"/>
                  </a:lnTo>
                  <a:close/>
                </a:path>
                <a:path w="8258809" h="2006600">
                  <a:moveTo>
                    <a:pt x="8014258" y="1993900"/>
                  </a:moveTo>
                  <a:lnTo>
                    <a:pt x="244322" y="1993900"/>
                  </a:lnTo>
                  <a:lnTo>
                    <a:pt x="236194" y="1981200"/>
                  </a:lnTo>
                  <a:lnTo>
                    <a:pt x="8022386" y="1981200"/>
                  </a:lnTo>
                  <a:lnTo>
                    <a:pt x="8014258" y="1993900"/>
                  </a:lnTo>
                  <a:close/>
                </a:path>
                <a:path w="8258809" h="2006600">
                  <a:moveTo>
                    <a:pt x="7963763" y="2006600"/>
                  </a:moveTo>
                  <a:lnTo>
                    <a:pt x="294805" y="2006600"/>
                  </a:lnTo>
                  <a:lnTo>
                    <a:pt x="286207" y="1993900"/>
                  </a:lnTo>
                  <a:lnTo>
                    <a:pt x="7972374" y="1993900"/>
                  </a:lnTo>
                  <a:lnTo>
                    <a:pt x="7963763" y="200660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67465" y="149354"/>
            <a:ext cx="8394383" cy="6548755"/>
            <a:chOff x="857952" y="149352"/>
            <a:chExt cx="11192510" cy="6548755"/>
          </a:xfrm>
        </p:grpSpPr>
        <p:pic>
          <p:nvPicPr>
            <p:cNvPr id="3" name="object 3"/>
            <p:cNvPicPr/>
            <p:nvPr/>
          </p:nvPicPr>
          <p:blipFill>
            <a:blip r:embed="rId2" cstate="print"/>
            <a:stretch>
              <a:fillRect/>
            </a:stretch>
          </p:blipFill>
          <p:spPr>
            <a:xfrm>
              <a:off x="3639312" y="565403"/>
              <a:ext cx="8410956" cy="6118860"/>
            </a:xfrm>
            <a:prstGeom prst="rect">
              <a:avLst/>
            </a:prstGeom>
          </p:spPr>
        </p:pic>
        <p:sp>
          <p:nvSpPr>
            <p:cNvPr id="4" name="object 4"/>
            <p:cNvSpPr/>
            <p:nvPr/>
          </p:nvSpPr>
          <p:spPr>
            <a:xfrm>
              <a:off x="3620858" y="5135968"/>
              <a:ext cx="8258809" cy="1562100"/>
            </a:xfrm>
            <a:custGeom>
              <a:avLst/>
              <a:gdLst/>
              <a:ahLst/>
              <a:cxnLst/>
              <a:rect l="l" t="t" r="r" b="b"/>
              <a:pathLst>
                <a:path w="8258809" h="1562100">
                  <a:moveTo>
                    <a:pt x="8072589" y="12700"/>
                  </a:moveTo>
                  <a:lnTo>
                    <a:pt x="186042" y="12700"/>
                  </a:lnTo>
                  <a:lnTo>
                    <a:pt x="192443" y="0"/>
                  </a:lnTo>
                  <a:lnTo>
                    <a:pt x="8066189" y="0"/>
                  </a:lnTo>
                  <a:lnTo>
                    <a:pt x="8072589" y="12700"/>
                  </a:lnTo>
                  <a:close/>
                </a:path>
                <a:path w="8258809" h="1562100">
                  <a:moveTo>
                    <a:pt x="8103514" y="25400"/>
                  </a:moveTo>
                  <a:lnTo>
                    <a:pt x="155117" y="25400"/>
                  </a:lnTo>
                  <a:lnTo>
                    <a:pt x="167258" y="12700"/>
                  </a:lnTo>
                  <a:lnTo>
                    <a:pt x="8091373" y="12700"/>
                  </a:lnTo>
                  <a:lnTo>
                    <a:pt x="8103514" y="25400"/>
                  </a:lnTo>
                  <a:close/>
                </a:path>
                <a:path w="8258809" h="1562100">
                  <a:moveTo>
                    <a:pt x="261518" y="38100"/>
                  </a:moveTo>
                  <a:lnTo>
                    <a:pt x="131813" y="38100"/>
                  </a:lnTo>
                  <a:lnTo>
                    <a:pt x="143294" y="25400"/>
                  </a:lnTo>
                  <a:lnTo>
                    <a:pt x="268058" y="25400"/>
                  </a:lnTo>
                  <a:lnTo>
                    <a:pt x="261518" y="38100"/>
                  </a:lnTo>
                  <a:close/>
                </a:path>
                <a:path w="8258809" h="1562100">
                  <a:moveTo>
                    <a:pt x="8126806" y="38100"/>
                  </a:moveTo>
                  <a:lnTo>
                    <a:pt x="7997113" y="38100"/>
                  </a:lnTo>
                  <a:lnTo>
                    <a:pt x="7990573" y="25400"/>
                  </a:lnTo>
                  <a:lnTo>
                    <a:pt x="8115338" y="25400"/>
                  </a:lnTo>
                  <a:lnTo>
                    <a:pt x="8126806" y="38100"/>
                  </a:lnTo>
                  <a:close/>
                </a:path>
                <a:path w="8258809" h="1562100">
                  <a:moveTo>
                    <a:pt x="192582" y="50800"/>
                  </a:moveTo>
                  <a:lnTo>
                    <a:pt x="109956" y="50800"/>
                  </a:lnTo>
                  <a:lnTo>
                    <a:pt x="120700" y="38100"/>
                  </a:lnTo>
                  <a:lnTo>
                    <a:pt x="198475" y="38100"/>
                  </a:lnTo>
                  <a:lnTo>
                    <a:pt x="192582" y="50800"/>
                  </a:lnTo>
                  <a:close/>
                </a:path>
                <a:path w="8258809" h="1562100">
                  <a:moveTo>
                    <a:pt x="8148675" y="50800"/>
                  </a:moveTo>
                  <a:lnTo>
                    <a:pt x="8066049" y="50800"/>
                  </a:lnTo>
                  <a:lnTo>
                    <a:pt x="8060156" y="38100"/>
                  </a:lnTo>
                  <a:lnTo>
                    <a:pt x="8137931" y="38100"/>
                  </a:lnTo>
                  <a:lnTo>
                    <a:pt x="8148675" y="50800"/>
                  </a:lnTo>
                  <a:close/>
                </a:path>
                <a:path w="8258809" h="1562100">
                  <a:moveTo>
                    <a:pt x="123507" y="88900"/>
                  </a:moveTo>
                  <a:lnTo>
                    <a:pt x="71094" y="88900"/>
                  </a:lnTo>
                  <a:lnTo>
                    <a:pt x="80162" y="76200"/>
                  </a:lnTo>
                  <a:lnTo>
                    <a:pt x="89674" y="63500"/>
                  </a:lnTo>
                  <a:lnTo>
                    <a:pt x="99618" y="50800"/>
                  </a:lnTo>
                  <a:lnTo>
                    <a:pt x="172072" y="50800"/>
                  </a:lnTo>
                  <a:lnTo>
                    <a:pt x="161074" y="63500"/>
                  </a:lnTo>
                  <a:lnTo>
                    <a:pt x="151993" y="63500"/>
                  </a:lnTo>
                  <a:lnTo>
                    <a:pt x="141655" y="76200"/>
                  </a:lnTo>
                  <a:lnTo>
                    <a:pt x="133146" y="76200"/>
                  </a:lnTo>
                  <a:lnTo>
                    <a:pt x="123507" y="88900"/>
                  </a:lnTo>
                  <a:close/>
                </a:path>
                <a:path w="8258809" h="1562100">
                  <a:moveTo>
                    <a:pt x="8187537" y="88900"/>
                  </a:moveTo>
                  <a:lnTo>
                    <a:pt x="8135124" y="88900"/>
                  </a:lnTo>
                  <a:lnTo>
                    <a:pt x="8125485" y="76200"/>
                  </a:lnTo>
                  <a:lnTo>
                    <a:pt x="8116976" y="76200"/>
                  </a:lnTo>
                  <a:lnTo>
                    <a:pt x="8106638" y="63500"/>
                  </a:lnTo>
                  <a:lnTo>
                    <a:pt x="8097558" y="63500"/>
                  </a:lnTo>
                  <a:lnTo>
                    <a:pt x="8086559" y="50800"/>
                  </a:lnTo>
                  <a:lnTo>
                    <a:pt x="8159013" y="50800"/>
                  </a:lnTo>
                  <a:lnTo>
                    <a:pt x="8168957" y="63500"/>
                  </a:lnTo>
                  <a:lnTo>
                    <a:pt x="8178469" y="76200"/>
                  </a:lnTo>
                  <a:lnTo>
                    <a:pt x="8187537" y="88900"/>
                  </a:lnTo>
                  <a:close/>
                </a:path>
                <a:path w="8258809" h="1562100">
                  <a:moveTo>
                    <a:pt x="56349" y="177800"/>
                  </a:moveTo>
                  <a:lnTo>
                    <a:pt x="16586" y="177800"/>
                  </a:lnTo>
                  <a:lnTo>
                    <a:pt x="21450" y="165100"/>
                  </a:lnTo>
                  <a:lnTo>
                    <a:pt x="39585" y="127000"/>
                  </a:lnTo>
                  <a:lnTo>
                    <a:pt x="62483" y="88900"/>
                  </a:lnTo>
                  <a:lnTo>
                    <a:pt x="115633" y="88900"/>
                  </a:lnTo>
                  <a:lnTo>
                    <a:pt x="106781" y="101600"/>
                  </a:lnTo>
                  <a:lnTo>
                    <a:pt x="107429" y="101600"/>
                  </a:lnTo>
                  <a:lnTo>
                    <a:pt x="98983" y="114300"/>
                  </a:lnTo>
                  <a:lnTo>
                    <a:pt x="92163" y="114300"/>
                  </a:lnTo>
                  <a:lnTo>
                    <a:pt x="84594" y="127000"/>
                  </a:lnTo>
                  <a:lnTo>
                    <a:pt x="85140" y="127000"/>
                  </a:lnTo>
                  <a:lnTo>
                    <a:pt x="78028" y="139700"/>
                  </a:lnTo>
                  <a:lnTo>
                    <a:pt x="72389" y="139700"/>
                  </a:lnTo>
                  <a:lnTo>
                    <a:pt x="66243" y="152400"/>
                  </a:lnTo>
                  <a:lnTo>
                    <a:pt x="66687" y="152400"/>
                  </a:lnTo>
                  <a:lnTo>
                    <a:pt x="61061" y="165100"/>
                  </a:lnTo>
                  <a:lnTo>
                    <a:pt x="61455" y="165100"/>
                  </a:lnTo>
                  <a:lnTo>
                    <a:pt x="56349" y="177800"/>
                  </a:lnTo>
                  <a:close/>
                </a:path>
                <a:path w="8258809" h="1562100">
                  <a:moveTo>
                    <a:pt x="8242046" y="177800"/>
                  </a:moveTo>
                  <a:lnTo>
                    <a:pt x="8202282" y="177800"/>
                  </a:lnTo>
                  <a:lnTo>
                    <a:pt x="8197164" y="165100"/>
                  </a:lnTo>
                  <a:lnTo>
                    <a:pt x="8197570" y="165100"/>
                  </a:lnTo>
                  <a:lnTo>
                    <a:pt x="8191944" y="152400"/>
                  </a:lnTo>
                  <a:lnTo>
                    <a:pt x="8192388" y="152400"/>
                  </a:lnTo>
                  <a:lnTo>
                    <a:pt x="8186242" y="139700"/>
                  </a:lnTo>
                  <a:lnTo>
                    <a:pt x="8180603" y="139700"/>
                  </a:lnTo>
                  <a:lnTo>
                    <a:pt x="8173491" y="127000"/>
                  </a:lnTo>
                  <a:lnTo>
                    <a:pt x="8174037" y="127000"/>
                  </a:lnTo>
                  <a:lnTo>
                    <a:pt x="8166468" y="114300"/>
                  </a:lnTo>
                  <a:lnTo>
                    <a:pt x="8159648" y="114300"/>
                  </a:lnTo>
                  <a:lnTo>
                    <a:pt x="8151202" y="101600"/>
                  </a:lnTo>
                  <a:lnTo>
                    <a:pt x="8151850" y="101600"/>
                  </a:lnTo>
                  <a:lnTo>
                    <a:pt x="8142998" y="88900"/>
                  </a:lnTo>
                  <a:lnTo>
                    <a:pt x="8196148" y="88900"/>
                  </a:lnTo>
                  <a:lnTo>
                    <a:pt x="8219046" y="127000"/>
                  </a:lnTo>
                  <a:lnTo>
                    <a:pt x="8237181" y="165100"/>
                  </a:lnTo>
                  <a:lnTo>
                    <a:pt x="8242046" y="177800"/>
                  </a:lnTo>
                  <a:close/>
                </a:path>
                <a:path w="8258809" h="1562100">
                  <a:moveTo>
                    <a:pt x="52158" y="190500"/>
                  </a:moveTo>
                  <a:lnTo>
                    <a:pt x="12230" y="190500"/>
                  </a:lnTo>
                  <a:lnTo>
                    <a:pt x="14312" y="177800"/>
                  </a:lnTo>
                  <a:lnTo>
                    <a:pt x="56718" y="177800"/>
                  </a:lnTo>
                  <a:lnTo>
                    <a:pt x="52158" y="190500"/>
                  </a:lnTo>
                  <a:close/>
                </a:path>
                <a:path w="8258809" h="1562100">
                  <a:moveTo>
                    <a:pt x="8246402" y="190500"/>
                  </a:moveTo>
                  <a:lnTo>
                    <a:pt x="8206473" y="190500"/>
                  </a:lnTo>
                  <a:lnTo>
                    <a:pt x="8201913" y="177800"/>
                  </a:lnTo>
                  <a:lnTo>
                    <a:pt x="8244319" y="177800"/>
                  </a:lnTo>
                  <a:lnTo>
                    <a:pt x="8246402" y="190500"/>
                  </a:lnTo>
                  <a:close/>
                </a:path>
                <a:path w="8258809" h="1562100">
                  <a:moveTo>
                    <a:pt x="48539" y="203200"/>
                  </a:moveTo>
                  <a:lnTo>
                    <a:pt x="8534" y="203200"/>
                  </a:lnTo>
                  <a:lnTo>
                    <a:pt x="10299" y="190500"/>
                  </a:lnTo>
                  <a:lnTo>
                    <a:pt x="50469" y="190500"/>
                  </a:lnTo>
                  <a:lnTo>
                    <a:pt x="48539" y="203200"/>
                  </a:lnTo>
                  <a:close/>
                </a:path>
                <a:path w="8258809" h="1562100">
                  <a:moveTo>
                    <a:pt x="8250097" y="203200"/>
                  </a:moveTo>
                  <a:lnTo>
                    <a:pt x="8210092" y="203200"/>
                  </a:lnTo>
                  <a:lnTo>
                    <a:pt x="8208149" y="190500"/>
                  </a:lnTo>
                  <a:lnTo>
                    <a:pt x="8248319" y="190500"/>
                  </a:lnTo>
                  <a:lnTo>
                    <a:pt x="8250097" y="203200"/>
                  </a:lnTo>
                  <a:close/>
                </a:path>
                <a:path w="8258809" h="1562100">
                  <a:moveTo>
                    <a:pt x="44107" y="215900"/>
                  </a:moveTo>
                  <a:lnTo>
                    <a:pt x="5473" y="215900"/>
                  </a:lnTo>
                  <a:lnTo>
                    <a:pt x="6921" y="203200"/>
                  </a:lnTo>
                  <a:lnTo>
                    <a:pt x="45491" y="203200"/>
                  </a:lnTo>
                  <a:lnTo>
                    <a:pt x="44107" y="215900"/>
                  </a:lnTo>
                  <a:close/>
                </a:path>
                <a:path w="8258809" h="1562100">
                  <a:moveTo>
                    <a:pt x="8253158" y="215900"/>
                  </a:moveTo>
                  <a:lnTo>
                    <a:pt x="8214639" y="215900"/>
                  </a:lnTo>
                  <a:lnTo>
                    <a:pt x="8213255" y="203200"/>
                  </a:lnTo>
                  <a:lnTo>
                    <a:pt x="8251710" y="203200"/>
                  </a:lnTo>
                  <a:lnTo>
                    <a:pt x="8253158" y="215900"/>
                  </a:lnTo>
                  <a:close/>
                </a:path>
                <a:path w="8258809" h="1562100">
                  <a:moveTo>
                    <a:pt x="41732" y="228600"/>
                  </a:moveTo>
                  <a:lnTo>
                    <a:pt x="3060" y="228600"/>
                  </a:lnTo>
                  <a:lnTo>
                    <a:pt x="4190" y="215900"/>
                  </a:lnTo>
                  <a:lnTo>
                    <a:pt x="42849" y="215900"/>
                  </a:lnTo>
                  <a:lnTo>
                    <a:pt x="41732" y="228600"/>
                  </a:lnTo>
                  <a:close/>
                </a:path>
                <a:path w="8258809" h="1562100">
                  <a:moveTo>
                    <a:pt x="8255571" y="228600"/>
                  </a:moveTo>
                  <a:lnTo>
                    <a:pt x="8216976" y="228600"/>
                  </a:lnTo>
                  <a:lnTo>
                    <a:pt x="8215871" y="215900"/>
                  </a:lnTo>
                  <a:lnTo>
                    <a:pt x="8254441" y="215900"/>
                  </a:lnTo>
                  <a:lnTo>
                    <a:pt x="8255571" y="228600"/>
                  </a:lnTo>
                  <a:close/>
                </a:path>
                <a:path w="8258809" h="1562100">
                  <a:moveTo>
                    <a:pt x="39941" y="241300"/>
                  </a:moveTo>
                  <a:lnTo>
                    <a:pt x="1320" y="241300"/>
                  </a:lnTo>
                  <a:lnTo>
                    <a:pt x="2108" y="228600"/>
                  </a:lnTo>
                  <a:lnTo>
                    <a:pt x="40766" y="228600"/>
                  </a:lnTo>
                  <a:lnTo>
                    <a:pt x="39941" y="241300"/>
                  </a:lnTo>
                  <a:close/>
                </a:path>
                <a:path w="8258809" h="1562100">
                  <a:moveTo>
                    <a:pt x="8257311" y="241300"/>
                  </a:moveTo>
                  <a:lnTo>
                    <a:pt x="8218754" y="241300"/>
                  </a:lnTo>
                  <a:lnTo>
                    <a:pt x="8217941" y="228600"/>
                  </a:lnTo>
                  <a:lnTo>
                    <a:pt x="8256523" y="228600"/>
                  </a:lnTo>
                  <a:lnTo>
                    <a:pt x="8257311" y="241300"/>
                  </a:lnTo>
                  <a:close/>
                </a:path>
                <a:path w="8258809" h="1562100">
                  <a:moveTo>
                    <a:pt x="38074" y="1295400"/>
                  </a:moveTo>
                  <a:lnTo>
                    <a:pt x="0" y="1295400"/>
                  </a:lnTo>
                  <a:lnTo>
                    <a:pt x="0" y="266700"/>
                  </a:lnTo>
                  <a:lnTo>
                    <a:pt x="266" y="254000"/>
                  </a:lnTo>
                  <a:lnTo>
                    <a:pt x="711" y="241300"/>
                  </a:lnTo>
                  <a:lnTo>
                    <a:pt x="39255" y="241300"/>
                  </a:lnTo>
                  <a:lnTo>
                    <a:pt x="38722" y="254000"/>
                  </a:lnTo>
                  <a:lnTo>
                    <a:pt x="38328" y="254000"/>
                  </a:lnTo>
                  <a:lnTo>
                    <a:pt x="38011" y="266700"/>
                  </a:lnTo>
                  <a:lnTo>
                    <a:pt x="38074" y="1295400"/>
                  </a:lnTo>
                  <a:close/>
                </a:path>
                <a:path w="8258809" h="1562100">
                  <a:moveTo>
                    <a:pt x="8258632" y="1295400"/>
                  </a:moveTo>
                  <a:lnTo>
                    <a:pt x="8220532" y="1295400"/>
                  </a:lnTo>
                  <a:lnTo>
                    <a:pt x="8220544" y="266700"/>
                  </a:lnTo>
                  <a:lnTo>
                    <a:pt x="8220329" y="254000"/>
                  </a:lnTo>
                  <a:lnTo>
                    <a:pt x="8219948" y="254000"/>
                  </a:lnTo>
                  <a:lnTo>
                    <a:pt x="8219427" y="241300"/>
                  </a:lnTo>
                  <a:lnTo>
                    <a:pt x="8257921" y="241300"/>
                  </a:lnTo>
                  <a:lnTo>
                    <a:pt x="8258365" y="254000"/>
                  </a:lnTo>
                  <a:lnTo>
                    <a:pt x="8258632" y="266700"/>
                  </a:lnTo>
                  <a:lnTo>
                    <a:pt x="8258632" y="1295400"/>
                  </a:lnTo>
                  <a:close/>
                </a:path>
                <a:path w="8258809" h="1562100">
                  <a:moveTo>
                    <a:pt x="39877" y="1320800"/>
                  </a:moveTo>
                  <a:lnTo>
                    <a:pt x="1320" y="1320800"/>
                  </a:lnTo>
                  <a:lnTo>
                    <a:pt x="711" y="1308100"/>
                  </a:lnTo>
                  <a:lnTo>
                    <a:pt x="266" y="1295400"/>
                  </a:lnTo>
                  <a:lnTo>
                    <a:pt x="38303" y="1295400"/>
                  </a:lnTo>
                  <a:lnTo>
                    <a:pt x="38684" y="1308100"/>
                  </a:lnTo>
                  <a:lnTo>
                    <a:pt x="39204" y="1308100"/>
                  </a:lnTo>
                  <a:lnTo>
                    <a:pt x="39877" y="1320800"/>
                  </a:lnTo>
                  <a:close/>
                </a:path>
                <a:path w="8258809" h="1562100">
                  <a:moveTo>
                    <a:pt x="8257311" y="1320800"/>
                  </a:moveTo>
                  <a:lnTo>
                    <a:pt x="8218690" y="1320800"/>
                  </a:lnTo>
                  <a:lnTo>
                    <a:pt x="8219376" y="1308100"/>
                  </a:lnTo>
                  <a:lnTo>
                    <a:pt x="8219909" y="1308100"/>
                  </a:lnTo>
                  <a:lnTo>
                    <a:pt x="8220303" y="1295400"/>
                  </a:lnTo>
                  <a:lnTo>
                    <a:pt x="8258365" y="1295400"/>
                  </a:lnTo>
                  <a:lnTo>
                    <a:pt x="8257921" y="1308100"/>
                  </a:lnTo>
                  <a:lnTo>
                    <a:pt x="8257311" y="1320800"/>
                  </a:lnTo>
                  <a:close/>
                </a:path>
                <a:path w="8258809" h="1562100">
                  <a:moveTo>
                    <a:pt x="41655" y="1333500"/>
                  </a:moveTo>
                  <a:lnTo>
                    <a:pt x="3060" y="1333500"/>
                  </a:lnTo>
                  <a:lnTo>
                    <a:pt x="2108" y="1320800"/>
                  </a:lnTo>
                  <a:lnTo>
                    <a:pt x="40690" y="1320800"/>
                  </a:lnTo>
                  <a:lnTo>
                    <a:pt x="41655" y="1333500"/>
                  </a:lnTo>
                  <a:close/>
                </a:path>
                <a:path w="8258809" h="1562100">
                  <a:moveTo>
                    <a:pt x="8255571" y="1333500"/>
                  </a:moveTo>
                  <a:lnTo>
                    <a:pt x="8216900" y="1333500"/>
                  </a:lnTo>
                  <a:lnTo>
                    <a:pt x="8217865" y="1320800"/>
                  </a:lnTo>
                  <a:lnTo>
                    <a:pt x="8256523" y="1320800"/>
                  </a:lnTo>
                  <a:lnTo>
                    <a:pt x="8255571" y="1333500"/>
                  </a:lnTo>
                  <a:close/>
                </a:path>
                <a:path w="8258809" h="1562100">
                  <a:moveTo>
                    <a:pt x="43992" y="1346200"/>
                  </a:moveTo>
                  <a:lnTo>
                    <a:pt x="5473" y="1346200"/>
                  </a:lnTo>
                  <a:lnTo>
                    <a:pt x="4190" y="1333500"/>
                  </a:lnTo>
                  <a:lnTo>
                    <a:pt x="42760" y="1333500"/>
                  </a:lnTo>
                  <a:lnTo>
                    <a:pt x="43992" y="1346200"/>
                  </a:lnTo>
                  <a:close/>
                </a:path>
                <a:path w="8258809" h="1562100">
                  <a:moveTo>
                    <a:pt x="8253158" y="1346200"/>
                  </a:moveTo>
                  <a:lnTo>
                    <a:pt x="8214525" y="1346200"/>
                  </a:lnTo>
                  <a:lnTo>
                    <a:pt x="8215782" y="1333500"/>
                  </a:lnTo>
                  <a:lnTo>
                    <a:pt x="8254441" y="1333500"/>
                  </a:lnTo>
                  <a:lnTo>
                    <a:pt x="8253158" y="1346200"/>
                  </a:lnTo>
                  <a:close/>
                </a:path>
                <a:path w="8258809" h="1562100">
                  <a:moveTo>
                    <a:pt x="48679" y="1358900"/>
                  </a:moveTo>
                  <a:lnTo>
                    <a:pt x="8534" y="1358900"/>
                  </a:lnTo>
                  <a:lnTo>
                    <a:pt x="6921" y="1346200"/>
                  </a:lnTo>
                  <a:lnTo>
                    <a:pt x="46888" y="1346200"/>
                  </a:lnTo>
                  <a:lnTo>
                    <a:pt x="48679" y="1358900"/>
                  </a:lnTo>
                  <a:close/>
                </a:path>
                <a:path w="8258809" h="1562100">
                  <a:moveTo>
                    <a:pt x="8250097" y="1358900"/>
                  </a:moveTo>
                  <a:lnTo>
                    <a:pt x="8209953" y="1358900"/>
                  </a:lnTo>
                  <a:lnTo>
                    <a:pt x="8211743" y="1346200"/>
                  </a:lnTo>
                  <a:lnTo>
                    <a:pt x="8251710" y="1346200"/>
                  </a:lnTo>
                  <a:lnTo>
                    <a:pt x="8250097" y="1358900"/>
                  </a:lnTo>
                  <a:close/>
                </a:path>
                <a:path w="8258809" h="1562100">
                  <a:moveTo>
                    <a:pt x="52400" y="1371599"/>
                  </a:moveTo>
                  <a:lnTo>
                    <a:pt x="12230" y="1371599"/>
                  </a:lnTo>
                  <a:lnTo>
                    <a:pt x="10299" y="1358900"/>
                  </a:lnTo>
                  <a:lnTo>
                    <a:pt x="50330" y="1358900"/>
                  </a:lnTo>
                  <a:lnTo>
                    <a:pt x="52400" y="1371599"/>
                  </a:lnTo>
                  <a:close/>
                </a:path>
                <a:path w="8258809" h="1562100">
                  <a:moveTo>
                    <a:pt x="8246402" y="1371599"/>
                  </a:moveTo>
                  <a:lnTo>
                    <a:pt x="8206232" y="1371599"/>
                  </a:lnTo>
                  <a:lnTo>
                    <a:pt x="8208302" y="1358900"/>
                  </a:lnTo>
                  <a:lnTo>
                    <a:pt x="8248319" y="1358900"/>
                  </a:lnTo>
                  <a:lnTo>
                    <a:pt x="8246402" y="1371599"/>
                  </a:lnTo>
                  <a:close/>
                </a:path>
                <a:path w="8258809" h="1562100">
                  <a:moveTo>
                    <a:pt x="85140" y="1435099"/>
                  </a:moveTo>
                  <a:lnTo>
                    <a:pt x="39585" y="1435099"/>
                  </a:lnTo>
                  <a:lnTo>
                    <a:pt x="32981" y="1422399"/>
                  </a:lnTo>
                  <a:lnTo>
                    <a:pt x="26936" y="1409699"/>
                  </a:lnTo>
                  <a:lnTo>
                    <a:pt x="21450" y="1396999"/>
                  </a:lnTo>
                  <a:lnTo>
                    <a:pt x="16586" y="1384299"/>
                  </a:lnTo>
                  <a:lnTo>
                    <a:pt x="14312" y="1371599"/>
                  </a:lnTo>
                  <a:lnTo>
                    <a:pt x="52158" y="1371599"/>
                  </a:lnTo>
                  <a:lnTo>
                    <a:pt x="56718" y="1384299"/>
                  </a:lnTo>
                  <a:lnTo>
                    <a:pt x="61061" y="1384299"/>
                  </a:lnTo>
                  <a:lnTo>
                    <a:pt x="66687" y="1396999"/>
                  </a:lnTo>
                  <a:lnTo>
                    <a:pt x="66243" y="1396999"/>
                  </a:lnTo>
                  <a:lnTo>
                    <a:pt x="72389" y="1409699"/>
                  </a:lnTo>
                  <a:lnTo>
                    <a:pt x="71907" y="1409699"/>
                  </a:lnTo>
                  <a:lnTo>
                    <a:pt x="78536" y="1422399"/>
                  </a:lnTo>
                  <a:lnTo>
                    <a:pt x="78028" y="1422399"/>
                  </a:lnTo>
                  <a:lnTo>
                    <a:pt x="85140" y="1435099"/>
                  </a:lnTo>
                  <a:close/>
                </a:path>
                <a:path w="8258809" h="1562100">
                  <a:moveTo>
                    <a:pt x="8219046" y="1435099"/>
                  </a:moveTo>
                  <a:lnTo>
                    <a:pt x="8173491" y="1435099"/>
                  </a:lnTo>
                  <a:lnTo>
                    <a:pt x="8180603" y="1422399"/>
                  </a:lnTo>
                  <a:lnTo>
                    <a:pt x="8180095" y="1422399"/>
                  </a:lnTo>
                  <a:lnTo>
                    <a:pt x="8186724" y="1409699"/>
                  </a:lnTo>
                  <a:lnTo>
                    <a:pt x="8186242" y="1409699"/>
                  </a:lnTo>
                  <a:lnTo>
                    <a:pt x="8192388" y="1396999"/>
                  </a:lnTo>
                  <a:lnTo>
                    <a:pt x="8191944" y="1396999"/>
                  </a:lnTo>
                  <a:lnTo>
                    <a:pt x="8197570" y="1384299"/>
                  </a:lnTo>
                  <a:lnTo>
                    <a:pt x="8201913" y="1384299"/>
                  </a:lnTo>
                  <a:lnTo>
                    <a:pt x="8206473" y="1371599"/>
                  </a:lnTo>
                  <a:lnTo>
                    <a:pt x="8244319" y="1371599"/>
                  </a:lnTo>
                  <a:lnTo>
                    <a:pt x="8242046" y="1384299"/>
                  </a:lnTo>
                  <a:lnTo>
                    <a:pt x="8237181" y="1396999"/>
                  </a:lnTo>
                  <a:lnTo>
                    <a:pt x="8231695" y="1409699"/>
                  </a:lnTo>
                  <a:lnTo>
                    <a:pt x="8225637" y="1422399"/>
                  </a:lnTo>
                  <a:lnTo>
                    <a:pt x="8219046" y="1435099"/>
                  </a:lnTo>
                  <a:close/>
                </a:path>
                <a:path w="8258809" h="1562100">
                  <a:moveTo>
                    <a:pt x="92163" y="1435099"/>
                  </a:moveTo>
                  <a:lnTo>
                    <a:pt x="85140" y="1435099"/>
                  </a:lnTo>
                  <a:lnTo>
                    <a:pt x="84594" y="1422399"/>
                  </a:lnTo>
                  <a:lnTo>
                    <a:pt x="92163" y="1435099"/>
                  </a:lnTo>
                  <a:close/>
                </a:path>
                <a:path w="8258809" h="1562100">
                  <a:moveTo>
                    <a:pt x="8173491" y="1435099"/>
                  </a:moveTo>
                  <a:lnTo>
                    <a:pt x="8166468" y="1435099"/>
                  </a:lnTo>
                  <a:lnTo>
                    <a:pt x="8174037" y="1422399"/>
                  </a:lnTo>
                  <a:lnTo>
                    <a:pt x="8173491" y="1435099"/>
                  </a:lnTo>
                  <a:close/>
                </a:path>
                <a:path w="8258809" h="1562100">
                  <a:moveTo>
                    <a:pt x="142405" y="1485899"/>
                  </a:moveTo>
                  <a:lnTo>
                    <a:pt x="80162" y="1485899"/>
                  </a:lnTo>
                  <a:lnTo>
                    <a:pt x="71094" y="1473199"/>
                  </a:lnTo>
                  <a:lnTo>
                    <a:pt x="62483" y="1460499"/>
                  </a:lnTo>
                  <a:lnTo>
                    <a:pt x="54355" y="1447799"/>
                  </a:lnTo>
                  <a:lnTo>
                    <a:pt x="46710" y="1435099"/>
                  </a:lnTo>
                  <a:lnTo>
                    <a:pt x="91579" y="1435099"/>
                  </a:lnTo>
                  <a:lnTo>
                    <a:pt x="99593" y="1447799"/>
                  </a:lnTo>
                  <a:lnTo>
                    <a:pt x="98983" y="1447799"/>
                  </a:lnTo>
                  <a:lnTo>
                    <a:pt x="107429" y="1460499"/>
                  </a:lnTo>
                  <a:lnTo>
                    <a:pt x="114960" y="1460499"/>
                  </a:lnTo>
                  <a:lnTo>
                    <a:pt x="124218" y="1473199"/>
                  </a:lnTo>
                  <a:lnTo>
                    <a:pt x="132410" y="1473199"/>
                  </a:lnTo>
                  <a:lnTo>
                    <a:pt x="142405" y="1485899"/>
                  </a:lnTo>
                  <a:close/>
                </a:path>
                <a:path w="8258809" h="1562100">
                  <a:moveTo>
                    <a:pt x="8178469" y="1485899"/>
                  </a:moveTo>
                  <a:lnTo>
                    <a:pt x="8116227" y="1485899"/>
                  </a:lnTo>
                  <a:lnTo>
                    <a:pt x="8126221" y="1473199"/>
                  </a:lnTo>
                  <a:lnTo>
                    <a:pt x="8134413" y="1473199"/>
                  </a:lnTo>
                  <a:lnTo>
                    <a:pt x="8143671" y="1460499"/>
                  </a:lnTo>
                  <a:lnTo>
                    <a:pt x="8151202" y="1460499"/>
                  </a:lnTo>
                  <a:lnTo>
                    <a:pt x="8159648" y="1447799"/>
                  </a:lnTo>
                  <a:lnTo>
                    <a:pt x="8159038" y="1447799"/>
                  </a:lnTo>
                  <a:lnTo>
                    <a:pt x="8167052" y="1435099"/>
                  </a:lnTo>
                  <a:lnTo>
                    <a:pt x="8211921" y="1435099"/>
                  </a:lnTo>
                  <a:lnTo>
                    <a:pt x="8204276" y="1447799"/>
                  </a:lnTo>
                  <a:lnTo>
                    <a:pt x="8196148" y="1460499"/>
                  </a:lnTo>
                  <a:lnTo>
                    <a:pt x="8187537" y="1473199"/>
                  </a:lnTo>
                  <a:lnTo>
                    <a:pt x="8178469" y="1485899"/>
                  </a:lnTo>
                  <a:close/>
                </a:path>
                <a:path w="8258809" h="1562100">
                  <a:moveTo>
                    <a:pt x="115633" y="1460499"/>
                  </a:moveTo>
                  <a:lnTo>
                    <a:pt x="107429" y="1460499"/>
                  </a:lnTo>
                  <a:lnTo>
                    <a:pt x="106781" y="1447799"/>
                  </a:lnTo>
                  <a:lnTo>
                    <a:pt x="115633" y="1460499"/>
                  </a:lnTo>
                  <a:close/>
                </a:path>
                <a:path w="8258809" h="1562100">
                  <a:moveTo>
                    <a:pt x="8151202" y="1460499"/>
                  </a:moveTo>
                  <a:lnTo>
                    <a:pt x="8142998" y="1460499"/>
                  </a:lnTo>
                  <a:lnTo>
                    <a:pt x="8151850" y="1447799"/>
                  </a:lnTo>
                  <a:lnTo>
                    <a:pt x="8151202" y="1460499"/>
                  </a:lnTo>
                  <a:close/>
                </a:path>
                <a:path w="8258809" h="1562100">
                  <a:moveTo>
                    <a:pt x="193243" y="1511299"/>
                  </a:moveTo>
                  <a:lnTo>
                    <a:pt x="109956" y="1511299"/>
                  </a:lnTo>
                  <a:lnTo>
                    <a:pt x="99618" y="1498599"/>
                  </a:lnTo>
                  <a:lnTo>
                    <a:pt x="89674" y="1485899"/>
                  </a:lnTo>
                  <a:lnTo>
                    <a:pt x="151206" y="1485899"/>
                  </a:lnTo>
                  <a:lnTo>
                    <a:pt x="161886" y="1498599"/>
                  </a:lnTo>
                  <a:lnTo>
                    <a:pt x="181660" y="1498599"/>
                  </a:lnTo>
                  <a:lnTo>
                    <a:pt x="193243" y="1511299"/>
                  </a:lnTo>
                  <a:close/>
                </a:path>
                <a:path w="8258809" h="1562100">
                  <a:moveTo>
                    <a:pt x="8148675" y="1511299"/>
                  </a:moveTo>
                  <a:lnTo>
                    <a:pt x="8065388" y="1511299"/>
                  </a:lnTo>
                  <a:lnTo>
                    <a:pt x="8076971" y="1498599"/>
                  </a:lnTo>
                  <a:lnTo>
                    <a:pt x="8096745" y="1498599"/>
                  </a:lnTo>
                  <a:lnTo>
                    <a:pt x="8107425" y="1485899"/>
                  </a:lnTo>
                  <a:lnTo>
                    <a:pt x="8168957" y="1485899"/>
                  </a:lnTo>
                  <a:lnTo>
                    <a:pt x="8159013" y="1498599"/>
                  </a:lnTo>
                  <a:lnTo>
                    <a:pt x="8148675" y="1511299"/>
                  </a:lnTo>
                  <a:close/>
                </a:path>
                <a:path w="8258809" h="1562100">
                  <a:moveTo>
                    <a:pt x="226593" y="1523999"/>
                  </a:moveTo>
                  <a:lnTo>
                    <a:pt x="131813" y="1523999"/>
                  </a:lnTo>
                  <a:lnTo>
                    <a:pt x="120700" y="1511299"/>
                  </a:lnTo>
                  <a:lnTo>
                    <a:pt x="220395" y="1511299"/>
                  </a:lnTo>
                  <a:lnTo>
                    <a:pt x="226593" y="1523999"/>
                  </a:lnTo>
                  <a:close/>
                </a:path>
                <a:path w="8258809" h="1562100">
                  <a:moveTo>
                    <a:pt x="8126806" y="1523999"/>
                  </a:moveTo>
                  <a:lnTo>
                    <a:pt x="8032038" y="1523999"/>
                  </a:lnTo>
                  <a:lnTo>
                    <a:pt x="8038236" y="1511299"/>
                  </a:lnTo>
                  <a:lnTo>
                    <a:pt x="8137931" y="1511299"/>
                  </a:lnTo>
                  <a:lnTo>
                    <a:pt x="8126806" y="1523999"/>
                  </a:lnTo>
                  <a:close/>
                </a:path>
                <a:path w="8258809" h="1562100">
                  <a:moveTo>
                    <a:pt x="8103514" y="1536699"/>
                  </a:moveTo>
                  <a:lnTo>
                    <a:pt x="155117" y="1536699"/>
                  </a:lnTo>
                  <a:lnTo>
                    <a:pt x="143294" y="1523999"/>
                  </a:lnTo>
                  <a:lnTo>
                    <a:pt x="8115338" y="1523999"/>
                  </a:lnTo>
                  <a:lnTo>
                    <a:pt x="8103514" y="1536699"/>
                  </a:lnTo>
                  <a:close/>
                </a:path>
                <a:path w="8258809" h="1562100">
                  <a:moveTo>
                    <a:pt x="8079041" y="1549399"/>
                  </a:moveTo>
                  <a:lnTo>
                    <a:pt x="179590" y="1549399"/>
                  </a:lnTo>
                  <a:lnTo>
                    <a:pt x="167258" y="1536699"/>
                  </a:lnTo>
                  <a:lnTo>
                    <a:pt x="8091373" y="1536699"/>
                  </a:lnTo>
                  <a:lnTo>
                    <a:pt x="8079041" y="1549399"/>
                  </a:lnTo>
                  <a:close/>
                </a:path>
                <a:path w="8258809" h="1562100">
                  <a:moveTo>
                    <a:pt x="8039912" y="1562099"/>
                  </a:moveTo>
                  <a:lnTo>
                    <a:pt x="218719" y="1562099"/>
                  </a:lnTo>
                  <a:lnTo>
                    <a:pt x="212051" y="1549399"/>
                  </a:lnTo>
                  <a:lnTo>
                    <a:pt x="8046580" y="1549399"/>
                  </a:lnTo>
                  <a:lnTo>
                    <a:pt x="8039912" y="1562099"/>
                  </a:lnTo>
                  <a:close/>
                </a:path>
              </a:pathLst>
            </a:custGeom>
            <a:solidFill>
              <a:srgbClr val="FF0000"/>
            </a:solidFill>
          </p:spPr>
          <p:txBody>
            <a:bodyPr wrap="square" lIns="0" tIns="0" rIns="0" bIns="0" rtlCol="0"/>
            <a:lstStyle/>
            <a:p>
              <a:endParaRPr/>
            </a:p>
          </p:txBody>
        </p:sp>
      </p:grpSp>
      <p:sp>
        <p:nvSpPr>
          <p:cNvPr id="5" name="object 5"/>
          <p:cNvSpPr txBox="1"/>
          <p:nvPr/>
        </p:nvSpPr>
        <p:spPr>
          <a:xfrm>
            <a:off x="1583055" y="1461135"/>
            <a:ext cx="2542222" cy="1912062"/>
          </a:xfrm>
          <a:prstGeom prst="rect">
            <a:avLst/>
          </a:prstGeom>
        </p:spPr>
        <p:txBody>
          <a:bodyPr vert="horz" wrap="square" lIns="0" tIns="39370" rIns="0" bIns="0" rtlCol="0">
            <a:spAutoFit/>
          </a:bodyPr>
          <a:lstStyle/>
          <a:p>
            <a:pPr marL="12700" marR="297815" indent="55880">
              <a:lnSpc>
                <a:spcPts val="1730"/>
              </a:lnSpc>
              <a:spcBef>
                <a:spcPts val="310"/>
              </a:spcBef>
            </a:pPr>
            <a:r>
              <a:rPr sz="1600" b="1" dirty="0">
                <a:latin typeface="Segoe UI"/>
                <a:cs typeface="Segoe UI"/>
              </a:rPr>
              <a:t>Step</a:t>
            </a:r>
            <a:r>
              <a:rPr sz="1600" b="1" spc="-35" dirty="0">
                <a:latin typeface="Segoe UI"/>
                <a:cs typeface="Segoe UI"/>
              </a:rPr>
              <a:t> </a:t>
            </a:r>
            <a:r>
              <a:rPr sz="1600" b="1" dirty="0">
                <a:latin typeface="Segoe UI"/>
                <a:cs typeface="Segoe UI"/>
              </a:rPr>
              <a:t>5</a:t>
            </a:r>
            <a:r>
              <a:rPr sz="1600" b="1" spc="-30" dirty="0">
                <a:latin typeface="Segoe UI"/>
                <a:cs typeface="Segoe UI"/>
              </a:rPr>
              <a:t> </a:t>
            </a:r>
            <a:r>
              <a:rPr sz="1600" b="1" dirty="0">
                <a:latin typeface="Segoe UI"/>
                <a:cs typeface="Segoe UI"/>
              </a:rPr>
              <a:t>(a)</a:t>
            </a:r>
            <a:r>
              <a:rPr sz="1600" b="1" spc="-35" dirty="0">
                <a:latin typeface="Segoe UI"/>
                <a:cs typeface="Segoe UI"/>
              </a:rPr>
              <a:t> </a:t>
            </a:r>
            <a:r>
              <a:rPr sz="1600" b="1" dirty="0">
                <a:latin typeface="Segoe UI"/>
                <a:cs typeface="Segoe UI"/>
              </a:rPr>
              <a:t>::Use</a:t>
            </a:r>
            <a:r>
              <a:rPr sz="1600" b="1" spc="-30" dirty="0">
                <a:latin typeface="Segoe UI"/>
                <a:cs typeface="Segoe UI"/>
              </a:rPr>
              <a:t> </a:t>
            </a:r>
            <a:r>
              <a:rPr sz="1600" b="1" dirty="0">
                <a:latin typeface="Segoe UI"/>
                <a:cs typeface="Segoe UI"/>
              </a:rPr>
              <a:t>the</a:t>
            </a:r>
            <a:r>
              <a:rPr sz="1600" b="1" spc="-30" dirty="0">
                <a:latin typeface="Segoe UI"/>
                <a:cs typeface="Segoe UI"/>
              </a:rPr>
              <a:t> </a:t>
            </a:r>
            <a:r>
              <a:rPr sz="1600" b="1" spc="-35" dirty="0">
                <a:latin typeface="Segoe UI"/>
                <a:cs typeface="Segoe UI"/>
              </a:rPr>
              <a:t>“Any</a:t>
            </a:r>
            <a:r>
              <a:rPr sz="1600" b="1" spc="-30" dirty="0">
                <a:latin typeface="Segoe UI"/>
                <a:cs typeface="Segoe UI"/>
              </a:rPr>
              <a:t> </a:t>
            </a:r>
            <a:r>
              <a:rPr sz="1600" b="1" spc="-10" dirty="0">
                <a:latin typeface="Segoe UI"/>
                <a:cs typeface="Segoe UI"/>
              </a:rPr>
              <a:t>Other” </a:t>
            </a:r>
            <a:r>
              <a:rPr sz="1600" b="1" dirty="0">
                <a:latin typeface="Segoe UI"/>
                <a:cs typeface="Segoe UI"/>
              </a:rPr>
              <a:t>Option</a:t>
            </a:r>
            <a:r>
              <a:rPr sz="1600" b="1" spc="-10" dirty="0">
                <a:latin typeface="Segoe UI"/>
                <a:cs typeface="Segoe UI"/>
              </a:rPr>
              <a:t> </a:t>
            </a:r>
            <a:r>
              <a:rPr sz="1600" b="1" dirty="0">
                <a:latin typeface="Segoe UI"/>
                <a:cs typeface="Segoe UI"/>
              </a:rPr>
              <a:t>if</a:t>
            </a:r>
            <a:r>
              <a:rPr sz="1600" b="1" spc="-10" dirty="0">
                <a:latin typeface="Segoe UI"/>
                <a:cs typeface="Segoe UI"/>
              </a:rPr>
              <a:t> Needed</a:t>
            </a:r>
            <a:endParaRPr sz="1600">
              <a:latin typeface="Segoe UI"/>
              <a:cs typeface="Segoe UI"/>
            </a:endParaRPr>
          </a:p>
          <a:p>
            <a:pPr marL="340360" marR="5080" indent="6985">
              <a:lnSpc>
                <a:spcPts val="1730"/>
              </a:lnSpc>
              <a:spcBef>
                <a:spcPts val="990"/>
              </a:spcBef>
            </a:pPr>
            <a:r>
              <a:rPr sz="1600" b="1" dirty="0">
                <a:latin typeface="Segoe UI"/>
                <a:cs typeface="Segoe UI"/>
              </a:rPr>
              <a:t>If</a:t>
            </a:r>
            <a:r>
              <a:rPr sz="1600" b="1" spc="-25" dirty="0">
                <a:latin typeface="Segoe UI"/>
                <a:cs typeface="Segoe UI"/>
              </a:rPr>
              <a:t> </a:t>
            </a:r>
            <a:r>
              <a:rPr sz="1600" b="1" dirty="0">
                <a:latin typeface="Segoe UI"/>
                <a:cs typeface="Segoe UI"/>
              </a:rPr>
              <a:t>your</a:t>
            </a:r>
            <a:r>
              <a:rPr sz="1600" b="1" spc="-25" dirty="0">
                <a:latin typeface="Segoe UI"/>
                <a:cs typeface="Segoe UI"/>
              </a:rPr>
              <a:t> </a:t>
            </a:r>
            <a:r>
              <a:rPr sz="1600" b="1" dirty="0">
                <a:latin typeface="Segoe UI"/>
                <a:cs typeface="Segoe UI"/>
              </a:rPr>
              <a:t>preferred</a:t>
            </a:r>
            <a:r>
              <a:rPr sz="1600" b="1" spc="-20" dirty="0">
                <a:latin typeface="Segoe UI"/>
                <a:cs typeface="Segoe UI"/>
              </a:rPr>
              <a:t> </a:t>
            </a:r>
            <a:r>
              <a:rPr sz="1600" b="1" dirty="0">
                <a:latin typeface="Segoe UI"/>
                <a:cs typeface="Segoe UI"/>
              </a:rPr>
              <a:t>option</a:t>
            </a:r>
            <a:r>
              <a:rPr sz="1600" b="1" spc="-20" dirty="0">
                <a:latin typeface="Segoe UI"/>
                <a:cs typeface="Segoe UI"/>
              </a:rPr>
              <a:t> </a:t>
            </a:r>
            <a:r>
              <a:rPr sz="1600" b="1" dirty="0">
                <a:latin typeface="Segoe UI"/>
                <a:cs typeface="Segoe UI"/>
              </a:rPr>
              <a:t>is</a:t>
            </a:r>
            <a:r>
              <a:rPr sz="1600" b="1" spc="-20" dirty="0">
                <a:latin typeface="Segoe UI"/>
                <a:cs typeface="Segoe UI"/>
              </a:rPr>
              <a:t> </a:t>
            </a:r>
            <a:r>
              <a:rPr sz="1600" b="1" spc="-25" dirty="0">
                <a:latin typeface="Segoe UI"/>
                <a:cs typeface="Segoe UI"/>
              </a:rPr>
              <a:t>not </a:t>
            </a:r>
            <a:r>
              <a:rPr sz="1600" b="1" dirty="0">
                <a:latin typeface="Segoe UI"/>
                <a:cs typeface="Segoe UI"/>
              </a:rPr>
              <a:t>listed,</a:t>
            </a:r>
            <a:r>
              <a:rPr sz="1600" b="1" spc="-25" dirty="0">
                <a:latin typeface="Segoe UI"/>
                <a:cs typeface="Segoe UI"/>
              </a:rPr>
              <a:t> </a:t>
            </a:r>
            <a:r>
              <a:rPr sz="1600" b="1" dirty="0">
                <a:latin typeface="Segoe UI"/>
                <a:cs typeface="Segoe UI"/>
              </a:rPr>
              <a:t>choose</a:t>
            </a:r>
            <a:r>
              <a:rPr sz="1600" b="1" spc="-25" dirty="0">
                <a:latin typeface="Segoe UI"/>
                <a:cs typeface="Segoe UI"/>
              </a:rPr>
              <a:t> </a:t>
            </a:r>
            <a:r>
              <a:rPr sz="1600" b="1" dirty="0">
                <a:latin typeface="Segoe UI"/>
                <a:cs typeface="Segoe UI"/>
              </a:rPr>
              <a:t>the</a:t>
            </a:r>
            <a:r>
              <a:rPr sz="1600" b="1" spc="-25" dirty="0">
                <a:latin typeface="Segoe UI"/>
                <a:cs typeface="Segoe UI"/>
              </a:rPr>
              <a:t> </a:t>
            </a:r>
            <a:r>
              <a:rPr sz="1600" b="1" spc="-35" dirty="0">
                <a:latin typeface="Segoe UI"/>
                <a:cs typeface="Segoe UI"/>
              </a:rPr>
              <a:t>“Any</a:t>
            </a:r>
            <a:r>
              <a:rPr sz="1600" b="1" spc="-25" dirty="0">
                <a:latin typeface="Segoe UI"/>
                <a:cs typeface="Segoe UI"/>
              </a:rPr>
              <a:t> </a:t>
            </a:r>
            <a:r>
              <a:rPr sz="1600" b="1" spc="-10" dirty="0">
                <a:latin typeface="Segoe UI"/>
                <a:cs typeface="Segoe UI"/>
              </a:rPr>
              <a:t>Other” </a:t>
            </a:r>
            <a:r>
              <a:rPr sz="1600" b="1" dirty="0">
                <a:latin typeface="Segoe UI"/>
                <a:cs typeface="Segoe UI"/>
              </a:rPr>
              <a:t>option</a:t>
            </a:r>
            <a:r>
              <a:rPr sz="1600" b="1" spc="-15" dirty="0">
                <a:latin typeface="Segoe UI"/>
                <a:cs typeface="Segoe UI"/>
              </a:rPr>
              <a:t> </a:t>
            </a:r>
            <a:r>
              <a:rPr sz="1600" b="1" dirty="0">
                <a:latin typeface="Segoe UI"/>
                <a:cs typeface="Segoe UI"/>
              </a:rPr>
              <a:t>shown</a:t>
            </a:r>
            <a:r>
              <a:rPr sz="1600" b="1" spc="-10" dirty="0">
                <a:latin typeface="Segoe UI"/>
                <a:cs typeface="Segoe UI"/>
              </a:rPr>
              <a:t> </a:t>
            </a:r>
            <a:r>
              <a:rPr sz="1600" b="1" dirty="0">
                <a:latin typeface="Segoe UI"/>
                <a:cs typeface="Segoe UI"/>
              </a:rPr>
              <a:t>under</a:t>
            </a:r>
            <a:r>
              <a:rPr sz="1600" b="1" spc="-15" dirty="0">
                <a:latin typeface="Segoe UI"/>
                <a:cs typeface="Segoe UI"/>
              </a:rPr>
              <a:t> </a:t>
            </a:r>
            <a:r>
              <a:rPr sz="1600" b="1" dirty="0">
                <a:latin typeface="Segoe UI"/>
                <a:cs typeface="Segoe UI"/>
              </a:rPr>
              <a:t>the</a:t>
            </a:r>
            <a:r>
              <a:rPr sz="1600" b="1" spc="-10" dirty="0">
                <a:latin typeface="Segoe UI"/>
                <a:cs typeface="Segoe UI"/>
              </a:rPr>
              <a:t> course.</a:t>
            </a:r>
            <a:endParaRPr sz="1600">
              <a:latin typeface="Segoe UI"/>
              <a:cs typeface="Segoe U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83054" y="727709"/>
            <a:ext cx="3679508" cy="775212"/>
          </a:xfrm>
          <a:prstGeom prst="rect">
            <a:avLst/>
          </a:prstGeom>
        </p:spPr>
        <p:txBody>
          <a:bodyPr vert="horz" wrap="square" lIns="0" tIns="43815" rIns="0" bIns="0" rtlCol="0">
            <a:spAutoFit/>
          </a:bodyPr>
          <a:lstStyle/>
          <a:p>
            <a:pPr marL="12700" marR="5080">
              <a:lnSpc>
                <a:spcPts val="1939"/>
              </a:lnSpc>
              <a:spcBef>
                <a:spcPts val="345"/>
              </a:spcBef>
            </a:pPr>
            <a:r>
              <a:rPr b="1" dirty="0">
                <a:latin typeface="Segoe UI"/>
                <a:cs typeface="Segoe UI"/>
              </a:rPr>
              <a:t>Step</a:t>
            </a:r>
            <a:r>
              <a:rPr b="1" spc="-45" dirty="0">
                <a:latin typeface="Segoe UI"/>
                <a:cs typeface="Segoe UI"/>
              </a:rPr>
              <a:t> </a:t>
            </a:r>
            <a:r>
              <a:rPr b="1" dirty="0">
                <a:latin typeface="Segoe UI"/>
                <a:cs typeface="Segoe UI"/>
              </a:rPr>
              <a:t>6::</a:t>
            </a:r>
            <a:r>
              <a:rPr b="1" spc="-35" dirty="0">
                <a:latin typeface="Segoe UI"/>
                <a:cs typeface="Segoe UI"/>
              </a:rPr>
              <a:t> </a:t>
            </a:r>
            <a:r>
              <a:rPr b="1" dirty="0">
                <a:latin typeface="Segoe UI"/>
                <a:cs typeface="Segoe UI"/>
              </a:rPr>
              <a:t>Fill</a:t>
            </a:r>
            <a:r>
              <a:rPr b="1" spc="-40" dirty="0">
                <a:latin typeface="Segoe UI"/>
                <a:cs typeface="Segoe UI"/>
              </a:rPr>
              <a:t> </a:t>
            </a:r>
            <a:r>
              <a:rPr b="1" dirty="0">
                <a:latin typeface="Segoe UI"/>
                <a:cs typeface="Segoe UI"/>
              </a:rPr>
              <a:t>all</a:t>
            </a:r>
            <a:r>
              <a:rPr b="1" spc="-45" dirty="0">
                <a:latin typeface="Segoe UI"/>
                <a:cs typeface="Segoe UI"/>
              </a:rPr>
              <a:t> </a:t>
            </a:r>
            <a:r>
              <a:rPr b="1" dirty="0">
                <a:latin typeface="Segoe UI"/>
                <a:cs typeface="Segoe UI"/>
              </a:rPr>
              <a:t>the</a:t>
            </a:r>
            <a:r>
              <a:rPr b="1" spc="-40" dirty="0">
                <a:latin typeface="Segoe UI"/>
                <a:cs typeface="Segoe UI"/>
              </a:rPr>
              <a:t> </a:t>
            </a:r>
            <a:r>
              <a:rPr b="1" dirty="0">
                <a:latin typeface="Segoe UI"/>
                <a:cs typeface="Segoe UI"/>
              </a:rPr>
              <a:t>relevant</a:t>
            </a:r>
            <a:r>
              <a:rPr b="1" spc="-40" dirty="0">
                <a:latin typeface="Segoe UI"/>
                <a:cs typeface="Segoe UI"/>
              </a:rPr>
              <a:t> </a:t>
            </a:r>
            <a:r>
              <a:rPr b="1" dirty="0">
                <a:latin typeface="Segoe UI"/>
                <a:cs typeface="Segoe UI"/>
              </a:rPr>
              <a:t>details</a:t>
            </a:r>
            <a:r>
              <a:rPr b="1" spc="-40" dirty="0">
                <a:latin typeface="Segoe UI"/>
                <a:cs typeface="Segoe UI"/>
              </a:rPr>
              <a:t> </a:t>
            </a:r>
            <a:r>
              <a:rPr b="1" dirty="0">
                <a:latin typeface="Segoe UI"/>
                <a:cs typeface="Segoe UI"/>
              </a:rPr>
              <a:t>and</a:t>
            </a:r>
            <a:r>
              <a:rPr b="1" spc="-45" dirty="0">
                <a:latin typeface="Segoe UI"/>
                <a:cs typeface="Segoe UI"/>
              </a:rPr>
              <a:t> </a:t>
            </a:r>
            <a:r>
              <a:rPr b="1" spc="-10" dirty="0">
                <a:latin typeface="Segoe UI"/>
                <a:cs typeface="Segoe UI"/>
              </a:rPr>
              <a:t>upload </a:t>
            </a:r>
            <a:r>
              <a:rPr b="1" dirty="0">
                <a:latin typeface="Segoe UI"/>
                <a:cs typeface="Segoe UI"/>
              </a:rPr>
              <a:t>the</a:t>
            </a:r>
            <a:r>
              <a:rPr b="1" spc="-40" dirty="0">
                <a:latin typeface="Segoe UI"/>
                <a:cs typeface="Segoe UI"/>
              </a:rPr>
              <a:t> </a:t>
            </a:r>
            <a:r>
              <a:rPr b="1" dirty="0">
                <a:latin typeface="Segoe UI"/>
                <a:cs typeface="Segoe UI"/>
              </a:rPr>
              <a:t>required</a:t>
            </a:r>
            <a:r>
              <a:rPr b="1" spc="-35" dirty="0">
                <a:latin typeface="Segoe UI"/>
                <a:cs typeface="Segoe UI"/>
              </a:rPr>
              <a:t> </a:t>
            </a:r>
            <a:r>
              <a:rPr b="1" dirty="0">
                <a:latin typeface="Segoe UI"/>
                <a:cs typeface="Segoe UI"/>
              </a:rPr>
              <a:t>proof</a:t>
            </a:r>
            <a:r>
              <a:rPr b="1" spc="-35" dirty="0">
                <a:latin typeface="Segoe UI"/>
                <a:cs typeface="Segoe UI"/>
              </a:rPr>
              <a:t> </a:t>
            </a:r>
            <a:r>
              <a:rPr b="1" dirty="0">
                <a:latin typeface="Segoe UI"/>
                <a:cs typeface="Segoe UI"/>
              </a:rPr>
              <a:t>and</a:t>
            </a:r>
            <a:r>
              <a:rPr b="1" spc="-40" dirty="0">
                <a:latin typeface="Segoe UI"/>
                <a:cs typeface="Segoe UI"/>
              </a:rPr>
              <a:t> </a:t>
            </a:r>
            <a:r>
              <a:rPr b="1" dirty="0">
                <a:latin typeface="Segoe UI"/>
                <a:cs typeface="Segoe UI"/>
              </a:rPr>
              <a:t>click</a:t>
            </a:r>
            <a:r>
              <a:rPr b="1" spc="-35" dirty="0">
                <a:latin typeface="Segoe UI"/>
                <a:cs typeface="Segoe UI"/>
              </a:rPr>
              <a:t> </a:t>
            </a:r>
            <a:r>
              <a:rPr b="1" dirty="0">
                <a:latin typeface="Segoe UI"/>
                <a:cs typeface="Segoe UI"/>
              </a:rPr>
              <a:t>on</a:t>
            </a:r>
            <a:r>
              <a:rPr b="1" spc="-35" dirty="0">
                <a:latin typeface="Segoe UI"/>
                <a:cs typeface="Segoe UI"/>
              </a:rPr>
              <a:t> </a:t>
            </a:r>
            <a:r>
              <a:rPr b="1" dirty="0">
                <a:latin typeface="Segoe UI"/>
                <a:cs typeface="Segoe UI"/>
              </a:rPr>
              <a:t>save</a:t>
            </a:r>
            <a:r>
              <a:rPr b="1" spc="-40" dirty="0">
                <a:latin typeface="Segoe UI"/>
                <a:cs typeface="Segoe UI"/>
              </a:rPr>
              <a:t> </a:t>
            </a:r>
            <a:r>
              <a:rPr b="1" spc="-10" dirty="0">
                <a:latin typeface="Segoe UI"/>
                <a:cs typeface="Segoe UI"/>
              </a:rPr>
              <a:t>draft</a:t>
            </a:r>
            <a:endParaRPr>
              <a:latin typeface="Segoe UI"/>
              <a:cs typeface="Segoe UI"/>
            </a:endParaRPr>
          </a:p>
        </p:txBody>
      </p:sp>
      <p:grpSp>
        <p:nvGrpSpPr>
          <p:cNvPr id="3" name="object 3"/>
          <p:cNvGrpSpPr/>
          <p:nvPr/>
        </p:nvGrpSpPr>
        <p:grpSpPr>
          <a:xfrm>
            <a:off x="5379340" y="713231"/>
            <a:ext cx="4968716" cy="5494020"/>
            <a:chOff x="5140452" y="713231"/>
            <a:chExt cx="6624955" cy="5494020"/>
          </a:xfrm>
        </p:grpSpPr>
        <p:pic>
          <p:nvPicPr>
            <p:cNvPr id="4" name="object 4"/>
            <p:cNvPicPr/>
            <p:nvPr/>
          </p:nvPicPr>
          <p:blipFill>
            <a:blip r:embed="rId2" cstate="print"/>
            <a:stretch>
              <a:fillRect/>
            </a:stretch>
          </p:blipFill>
          <p:spPr>
            <a:xfrm>
              <a:off x="5140452" y="713231"/>
              <a:ext cx="6294120" cy="5493981"/>
            </a:xfrm>
            <a:prstGeom prst="rect">
              <a:avLst/>
            </a:prstGeom>
          </p:spPr>
        </p:pic>
        <p:sp>
          <p:nvSpPr>
            <p:cNvPr id="5" name="object 5"/>
            <p:cNvSpPr/>
            <p:nvPr/>
          </p:nvSpPr>
          <p:spPr>
            <a:xfrm>
              <a:off x="6109970" y="2282278"/>
              <a:ext cx="5655310" cy="3392170"/>
            </a:xfrm>
            <a:custGeom>
              <a:avLst/>
              <a:gdLst/>
              <a:ahLst/>
              <a:cxnLst/>
              <a:rect l="l" t="t" r="r" b="b"/>
              <a:pathLst>
                <a:path w="5655309" h="3392170">
                  <a:moveTo>
                    <a:pt x="1850390" y="2669451"/>
                  </a:moveTo>
                  <a:lnTo>
                    <a:pt x="1846249" y="2633891"/>
                  </a:lnTo>
                  <a:lnTo>
                    <a:pt x="1807006" y="2633891"/>
                  </a:lnTo>
                  <a:lnTo>
                    <a:pt x="1808594" y="2640241"/>
                  </a:lnTo>
                  <a:lnTo>
                    <a:pt x="1809927" y="2645321"/>
                  </a:lnTo>
                  <a:lnTo>
                    <a:pt x="1809737" y="2645321"/>
                  </a:lnTo>
                  <a:lnTo>
                    <a:pt x="1810956" y="2651645"/>
                  </a:lnTo>
                  <a:lnTo>
                    <a:pt x="1811718" y="2658021"/>
                  </a:lnTo>
                  <a:lnTo>
                    <a:pt x="1811972" y="2661831"/>
                  </a:lnTo>
                  <a:lnTo>
                    <a:pt x="1811972" y="3239681"/>
                  </a:lnTo>
                  <a:lnTo>
                    <a:pt x="1811616" y="3244761"/>
                  </a:lnTo>
                  <a:lnTo>
                    <a:pt x="1811108" y="3248571"/>
                  </a:lnTo>
                  <a:lnTo>
                    <a:pt x="1810816" y="3251111"/>
                  </a:lnTo>
                  <a:lnTo>
                    <a:pt x="1809927" y="3256191"/>
                  </a:lnTo>
                  <a:lnTo>
                    <a:pt x="1808353" y="3262541"/>
                  </a:lnTo>
                  <a:lnTo>
                    <a:pt x="1807959" y="3263811"/>
                  </a:lnTo>
                  <a:lnTo>
                    <a:pt x="1807095" y="3267265"/>
                  </a:lnTo>
                  <a:lnTo>
                    <a:pt x="1806968" y="3267633"/>
                  </a:lnTo>
                  <a:lnTo>
                    <a:pt x="1804771" y="3273971"/>
                  </a:lnTo>
                  <a:lnTo>
                    <a:pt x="1805063" y="3272752"/>
                  </a:lnTo>
                  <a:lnTo>
                    <a:pt x="1802574" y="3279051"/>
                  </a:lnTo>
                  <a:lnTo>
                    <a:pt x="1802930" y="3279051"/>
                  </a:lnTo>
                  <a:lnTo>
                    <a:pt x="1800123" y="3285401"/>
                  </a:lnTo>
                  <a:lnTo>
                    <a:pt x="1800529" y="3284131"/>
                  </a:lnTo>
                  <a:lnTo>
                    <a:pt x="1797418" y="3290481"/>
                  </a:lnTo>
                  <a:lnTo>
                    <a:pt x="1797862" y="3289211"/>
                  </a:lnTo>
                  <a:lnTo>
                    <a:pt x="1794471" y="3295561"/>
                  </a:lnTo>
                  <a:lnTo>
                    <a:pt x="1794954" y="3294291"/>
                  </a:lnTo>
                  <a:lnTo>
                    <a:pt x="1791296" y="3300641"/>
                  </a:lnTo>
                  <a:lnTo>
                    <a:pt x="1791817" y="3299371"/>
                  </a:lnTo>
                  <a:lnTo>
                    <a:pt x="1787893" y="3304451"/>
                  </a:lnTo>
                  <a:lnTo>
                    <a:pt x="1788439" y="3304451"/>
                  </a:lnTo>
                  <a:lnTo>
                    <a:pt x="1784261" y="3309531"/>
                  </a:lnTo>
                  <a:lnTo>
                    <a:pt x="1784845" y="3308261"/>
                  </a:lnTo>
                  <a:lnTo>
                    <a:pt x="1780425" y="3313341"/>
                  </a:lnTo>
                  <a:lnTo>
                    <a:pt x="1781035" y="3313341"/>
                  </a:lnTo>
                  <a:lnTo>
                    <a:pt x="1776387" y="3318421"/>
                  </a:lnTo>
                  <a:lnTo>
                    <a:pt x="1777022" y="3317151"/>
                  </a:lnTo>
                  <a:lnTo>
                    <a:pt x="1772145" y="3322231"/>
                  </a:lnTo>
                  <a:lnTo>
                    <a:pt x="1772818" y="3320961"/>
                  </a:lnTo>
                  <a:lnTo>
                    <a:pt x="1767725" y="3326041"/>
                  </a:lnTo>
                  <a:lnTo>
                    <a:pt x="1768424" y="3324771"/>
                  </a:lnTo>
                  <a:lnTo>
                    <a:pt x="1763115" y="3329851"/>
                  </a:lnTo>
                  <a:lnTo>
                    <a:pt x="1763839" y="3328581"/>
                  </a:lnTo>
                  <a:lnTo>
                    <a:pt x="1758327" y="3332391"/>
                  </a:lnTo>
                  <a:lnTo>
                    <a:pt x="1759089" y="3332391"/>
                  </a:lnTo>
                  <a:lnTo>
                    <a:pt x="1753387" y="3336201"/>
                  </a:lnTo>
                  <a:lnTo>
                    <a:pt x="1754174" y="3334931"/>
                  </a:lnTo>
                  <a:lnTo>
                    <a:pt x="1748294" y="3338741"/>
                  </a:lnTo>
                  <a:lnTo>
                    <a:pt x="1749094" y="3338741"/>
                  </a:lnTo>
                  <a:lnTo>
                    <a:pt x="1743036" y="3341281"/>
                  </a:lnTo>
                  <a:lnTo>
                    <a:pt x="1743875" y="3341281"/>
                  </a:lnTo>
                  <a:lnTo>
                    <a:pt x="1737652" y="3343821"/>
                  </a:lnTo>
                  <a:lnTo>
                    <a:pt x="1738515" y="3343821"/>
                  </a:lnTo>
                  <a:lnTo>
                    <a:pt x="1732127" y="3346361"/>
                  </a:lnTo>
                  <a:lnTo>
                    <a:pt x="1733003" y="3346361"/>
                  </a:lnTo>
                  <a:lnTo>
                    <a:pt x="1726476" y="3347631"/>
                  </a:lnTo>
                  <a:lnTo>
                    <a:pt x="1727377" y="3347631"/>
                  </a:lnTo>
                  <a:lnTo>
                    <a:pt x="1720710" y="3350171"/>
                  </a:lnTo>
                  <a:lnTo>
                    <a:pt x="1721637" y="3348901"/>
                  </a:lnTo>
                  <a:lnTo>
                    <a:pt x="1714830" y="3351441"/>
                  </a:lnTo>
                  <a:lnTo>
                    <a:pt x="1715770" y="3350171"/>
                  </a:lnTo>
                  <a:lnTo>
                    <a:pt x="1708848" y="3351441"/>
                  </a:lnTo>
                  <a:lnTo>
                    <a:pt x="1709788" y="3351441"/>
                  </a:lnTo>
                  <a:lnTo>
                    <a:pt x="1702765" y="3352711"/>
                  </a:lnTo>
                  <a:lnTo>
                    <a:pt x="1697545" y="3352711"/>
                  </a:lnTo>
                  <a:lnTo>
                    <a:pt x="1690306" y="3353981"/>
                  </a:lnTo>
                  <a:lnTo>
                    <a:pt x="160083" y="3353981"/>
                  </a:lnTo>
                  <a:lnTo>
                    <a:pt x="152844" y="3352711"/>
                  </a:lnTo>
                  <a:lnTo>
                    <a:pt x="147624" y="3352711"/>
                  </a:lnTo>
                  <a:lnTo>
                    <a:pt x="140601" y="3351441"/>
                  </a:lnTo>
                  <a:lnTo>
                    <a:pt x="141541" y="3351441"/>
                  </a:lnTo>
                  <a:lnTo>
                    <a:pt x="134620" y="3350171"/>
                  </a:lnTo>
                  <a:lnTo>
                    <a:pt x="135559" y="3351441"/>
                  </a:lnTo>
                  <a:lnTo>
                    <a:pt x="132156" y="3350171"/>
                  </a:lnTo>
                  <a:lnTo>
                    <a:pt x="128752" y="3348901"/>
                  </a:lnTo>
                  <a:lnTo>
                    <a:pt x="129679" y="3350171"/>
                  </a:lnTo>
                  <a:lnTo>
                    <a:pt x="123012" y="3347631"/>
                  </a:lnTo>
                  <a:lnTo>
                    <a:pt x="123913" y="3347631"/>
                  </a:lnTo>
                  <a:lnTo>
                    <a:pt x="117373" y="3346361"/>
                  </a:lnTo>
                  <a:lnTo>
                    <a:pt x="118262" y="3346361"/>
                  </a:lnTo>
                  <a:lnTo>
                    <a:pt x="111874" y="3343821"/>
                  </a:lnTo>
                  <a:lnTo>
                    <a:pt x="112737" y="3343821"/>
                  </a:lnTo>
                  <a:lnTo>
                    <a:pt x="106514" y="3341281"/>
                  </a:lnTo>
                  <a:lnTo>
                    <a:pt x="107353" y="3341281"/>
                  </a:lnTo>
                  <a:lnTo>
                    <a:pt x="101295" y="3338741"/>
                  </a:lnTo>
                  <a:lnTo>
                    <a:pt x="102095" y="3338741"/>
                  </a:lnTo>
                  <a:lnTo>
                    <a:pt x="98171" y="3336201"/>
                  </a:lnTo>
                  <a:lnTo>
                    <a:pt x="96215" y="3334931"/>
                  </a:lnTo>
                  <a:lnTo>
                    <a:pt x="97002" y="3336201"/>
                  </a:lnTo>
                  <a:lnTo>
                    <a:pt x="91300" y="3332391"/>
                  </a:lnTo>
                  <a:lnTo>
                    <a:pt x="92062" y="3332391"/>
                  </a:lnTo>
                  <a:lnTo>
                    <a:pt x="88379" y="3329851"/>
                  </a:lnTo>
                  <a:lnTo>
                    <a:pt x="86550" y="3328581"/>
                  </a:lnTo>
                  <a:lnTo>
                    <a:pt x="87274" y="3329851"/>
                  </a:lnTo>
                  <a:lnTo>
                    <a:pt x="83286" y="3326041"/>
                  </a:lnTo>
                  <a:lnTo>
                    <a:pt x="81965" y="3324771"/>
                  </a:lnTo>
                  <a:lnTo>
                    <a:pt x="82664" y="3326041"/>
                  </a:lnTo>
                  <a:lnTo>
                    <a:pt x="78841" y="3322231"/>
                  </a:lnTo>
                  <a:lnTo>
                    <a:pt x="77571" y="3320961"/>
                  </a:lnTo>
                  <a:lnTo>
                    <a:pt x="78244" y="3322231"/>
                  </a:lnTo>
                  <a:lnTo>
                    <a:pt x="74574" y="3318421"/>
                  </a:lnTo>
                  <a:lnTo>
                    <a:pt x="73355" y="3317151"/>
                  </a:lnTo>
                  <a:lnTo>
                    <a:pt x="74002" y="3318421"/>
                  </a:lnTo>
                  <a:lnTo>
                    <a:pt x="69354" y="3313341"/>
                  </a:lnTo>
                  <a:lnTo>
                    <a:pt x="69964" y="3313341"/>
                  </a:lnTo>
                  <a:lnTo>
                    <a:pt x="66649" y="3309531"/>
                  </a:lnTo>
                  <a:lnTo>
                    <a:pt x="65544" y="3308261"/>
                  </a:lnTo>
                  <a:lnTo>
                    <a:pt x="66128" y="3309531"/>
                  </a:lnTo>
                  <a:lnTo>
                    <a:pt x="61950" y="3304451"/>
                  </a:lnTo>
                  <a:lnTo>
                    <a:pt x="62496" y="3304451"/>
                  </a:lnTo>
                  <a:lnTo>
                    <a:pt x="59550" y="3300641"/>
                  </a:lnTo>
                  <a:lnTo>
                    <a:pt x="58572" y="3299371"/>
                  </a:lnTo>
                  <a:lnTo>
                    <a:pt x="59093" y="3300641"/>
                  </a:lnTo>
                  <a:lnTo>
                    <a:pt x="56159" y="3295561"/>
                  </a:lnTo>
                  <a:lnTo>
                    <a:pt x="55435" y="3294291"/>
                  </a:lnTo>
                  <a:lnTo>
                    <a:pt x="55918" y="3295561"/>
                  </a:lnTo>
                  <a:lnTo>
                    <a:pt x="53200" y="3290481"/>
                  </a:lnTo>
                  <a:lnTo>
                    <a:pt x="52527" y="3289211"/>
                  </a:lnTo>
                  <a:lnTo>
                    <a:pt x="52971" y="3290481"/>
                  </a:lnTo>
                  <a:lnTo>
                    <a:pt x="50482" y="3285401"/>
                  </a:lnTo>
                  <a:lnTo>
                    <a:pt x="49860" y="3284131"/>
                  </a:lnTo>
                  <a:lnTo>
                    <a:pt x="50266" y="3285401"/>
                  </a:lnTo>
                  <a:lnTo>
                    <a:pt x="47459" y="3279051"/>
                  </a:lnTo>
                  <a:lnTo>
                    <a:pt x="47815" y="3279051"/>
                  </a:lnTo>
                  <a:lnTo>
                    <a:pt x="45796" y="3273971"/>
                  </a:lnTo>
                  <a:lnTo>
                    <a:pt x="45313" y="3272752"/>
                  </a:lnTo>
                  <a:lnTo>
                    <a:pt x="44742" y="3271507"/>
                  </a:lnTo>
                  <a:lnTo>
                    <a:pt x="43827" y="3268891"/>
                  </a:lnTo>
                  <a:lnTo>
                    <a:pt x="43370" y="3267672"/>
                  </a:lnTo>
                  <a:lnTo>
                    <a:pt x="42418" y="3263811"/>
                  </a:lnTo>
                  <a:lnTo>
                    <a:pt x="42037" y="3262541"/>
                  </a:lnTo>
                  <a:lnTo>
                    <a:pt x="40411" y="3256026"/>
                  </a:lnTo>
                  <a:lnTo>
                    <a:pt x="39573" y="3251111"/>
                  </a:lnTo>
                  <a:lnTo>
                    <a:pt x="39268" y="3248571"/>
                  </a:lnTo>
                  <a:lnTo>
                    <a:pt x="38773" y="3244761"/>
                  </a:lnTo>
                  <a:lnTo>
                    <a:pt x="38671" y="3243491"/>
                  </a:lnTo>
                  <a:lnTo>
                    <a:pt x="38404" y="3239681"/>
                  </a:lnTo>
                  <a:lnTo>
                    <a:pt x="38277" y="3238411"/>
                  </a:lnTo>
                  <a:lnTo>
                    <a:pt x="38239" y="3237141"/>
                  </a:lnTo>
                  <a:lnTo>
                    <a:pt x="38100" y="3232061"/>
                  </a:lnTo>
                  <a:lnTo>
                    <a:pt x="38227" y="2664371"/>
                  </a:lnTo>
                  <a:lnTo>
                    <a:pt x="38315" y="2663101"/>
                  </a:lnTo>
                  <a:lnTo>
                    <a:pt x="38404" y="2661831"/>
                  </a:lnTo>
                  <a:lnTo>
                    <a:pt x="38684" y="2657805"/>
                  </a:lnTo>
                  <a:lnTo>
                    <a:pt x="39420" y="2651645"/>
                  </a:lnTo>
                  <a:lnTo>
                    <a:pt x="40652" y="2645321"/>
                  </a:lnTo>
                  <a:lnTo>
                    <a:pt x="40462" y="2645321"/>
                  </a:lnTo>
                  <a:lnTo>
                    <a:pt x="41795" y="2640241"/>
                  </a:lnTo>
                  <a:lnTo>
                    <a:pt x="43688" y="2632621"/>
                  </a:lnTo>
                  <a:lnTo>
                    <a:pt x="43408" y="2633891"/>
                  </a:lnTo>
                  <a:lnTo>
                    <a:pt x="43840" y="2632621"/>
                  </a:lnTo>
                  <a:lnTo>
                    <a:pt x="45618" y="2627541"/>
                  </a:lnTo>
                  <a:lnTo>
                    <a:pt x="45313" y="2628773"/>
                  </a:lnTo>
                  <a:lnTo>
                    <a:pt x="45796" y="2627541"/>
                  </a:lnTo>
                  <a:lnTo>
                    <a:pt x="47815" y="2622461"/>
                  </a:lnTo>
                  <a:lnTo>
                    <a:pt x="47459" y="2622461"/>
                  </a:lnTo>
                  <a:lnTo>
                    <a:pt x="50266" y="2616111"/>
                  </a:lnTo>
                  <a:lnTo>
                    <a:pt x="49860" y="2617381"/>
                  </a:lnTo>
                  <a:lnTo>
                    <a:pt x="50482" y="2616111"/>
                  </a:lnTo>
                  <a:lnTo>
                    <a:pt x="52971" y="2611031"/>
                  </a:lnTo>
                  <a:lnTo>
                    <a:pt x="52527" y="2612301"/>
                  </a:lnTo>
                  <a:lnTo>
                    <a:pt x="53200" y="2611031"/>
                  </a:lnTo>
                  <a:lnTo>
                    <a:pt x="55918" y="2605951"/>
                  </a:lnTo>
                  <a:lnTo>
                    <a:pt x="55435" y="2607221"/>
                  </a:lnTo>
                  <a:lnTo>
                    <a:pt x="56159" y="2605951"/>
                  </a:lnTo>
                  <a:lnTo>
                    <a:pt x="59093" y="2600871"/>
                  </a:lnTo>
                  <a:lnTo>
                    <a:pt x="58572" y="2602141"/>
                  </a:lnTo>
                  <a:lnTo>
                    <a:pt x="59550" y="2600871"/>
                  </a:lnTo>
                  <a:lnTo>
                    <a:pt x="62496" y="2597061"/>
                  </a:lnTo>
                  <a:lnTo>
                    <a:pt x="61950" y="2597061"/>
                  </a:lnTo>
                  <a:lnTo>
                    <a:pt x="66128" y="2591981"/>
                  </a:lnTo>
                  <a:lnTo>
                    <a:pt x="65544" y="2593251"/>
                  </a:lnTo>
                  <a:lnTo>
                    <a:pt x="66649" y="2591981"/>
                  </a:lnTo>
                  <a:lnTo>
                    <a:pt x="69964" y="2588171"/>
                  </a:lnTo>
                  <a:lnTo>
                    <a:pt x="69354" y="2588171"/>
                  </a:lnTo>
                  <a:lnTo>
                    <a:pt x="74002" y="2583091"/>
                  </a:lnTo>
                  <a:lnTo>
                    <a:pt x="73355" y="2584361"/>
                  </a:lnTo>
                  <a:lnTo>
                    <a:pt x="74574" y="2583091"/>
                  </a:lnTo>
                  <a:lnTo>
                    <a:pt x="78244" y="2579281"/>
                  </a:lnTo>
                  <a:lnTo>
                    <a:pt x="77571" y="2580551"/>
                  </a:lnTo>
                  <a:lnTo>
                    <a:pt x="78841" y="2579281"/>
                  </a:lnTo>
                  <a:lnTo>
                    <a:pt x="82664" y="2575471"/>
                  </a:lnTo>
                  <a:lnTo>
                    <a:pt x="81965" y="2576741"/>
                  </a:lnTo>
                  <a:lnTo>
                    <a:pt x="83286" y="2575471"/>
                  </a:lnTo>
                  <a:lnTo>
                    <a:pt x="87274" y="2571661"/>
                  </a:lnTo>
                  <a:lnTo>
                    <a:pt x="86550" y="2572931"/>
                  </a:lnTo>
                  <a:lnTo>
                    <a:pt x="88379" y="2571661"/>
                  </a:lnTo>
                  <a:lnTo>
                    <a:pt x="92062" y="2569121"/>
                  </a:lnTo>
                  <a:lnTo>
                    <a:pt x="91300" y="2569121"/>
                  </a:lnTo>
                  <a:lnTo>
                    <a:pt x="97002" y="2565311"/>
                  </a:lnTo>
                  <a:lnTo>
                    <a:pt x="96215" y="2566581"/>
                  </a:lnTo>
                  <a:lnTo>
                    <a:pt x="98171" y="2565311"/>
                  </a:lnTo>
                  <a:lnTo>
                    <a:pt x="102095" y="2562771"/>
                  </a:lnTo>
                  <a:lnTo>
                    <a:pt x="101295" y="2562771"/>
                  </a:lnTo>
                  <a:lnTo>
                    <a:pt x="107353" y="2560231"/>
                  </a:lnTo>
                  <a:lnTo>
                    <a:pt x="106514" y="2560231"/>
                  </a:lnTo>
                  <a:lnTo>
                    <a:pt x="112737" y="2557691"/>
                  </a:lnTo>
                  <a:lnTo>
                    <a:pt x="111874" y="2557691"/>
                  </a:lnTo>
                  <a:lnTo>
                    <a:pt x="118262" y="2555151"/>
                  </a:lnTo>
                  <a:lnTo>
                    <a:pt x="117373" y="2555151"/>
                  </a:lnTo>
                  <a:lnTo>
                    <a:pt x="123913" y="2553881"/>
                  </a:lnTo>
                  <a:lnTo>
                    <a:pt x="123012" y="2553881"/>
                  </a:lnTo>
                  <a:lnTo>
                    <a:pt x="129679" y="2551341"/>
                  </a:lnTo>
                  <a:lnTo>
                    <a:pt x="128752" y="2552611"/>
                  </a:lnTo>
                  <a:lnTo>
                    <a:pt x="132156" y="2551341"/>
                  </a:lnTo>
                  <a:lnTo>
                    <a:pt x="135559" y="2550071"/>
                  </a:lnTo>
                  <a:lnTo>
                    <a:pt x="134620" y="2551341"/>
                  </a:lnTo>
                  <a:lnTo>
                    <a:pt x="141541" y="2550071"/>
                  </a:lnTo>
                  <a:lnTo>
                    <a:pt x="140601" y="2550071"/>
                  </a:lnTo>
                  <a:lnTo>
                    <a:pt x="147624" y="2548801"/>
                  </a:lnTo>
                  <a:lnTo>
                    <a:pt x="1702765" y="2548801"/>
                  </a:lnTo>
                  <a:lnTo>
                    <a:pt x="1709788" y="2550071"/>
                  </a:lnTo>
                  <a:lnTo>
                    <a:pt x="1708848" y="2550071"/>
                  </a:lnTo>
                  <a:lnTo>
                    <a:pt x="1715770" y="2551341"/>
                  </a:lnTo>
                  <a:lnTo>
                    <a:pt x="1714830" y="2550071"/>
                  </a:lnTo>
                  <a:lnTo>
                    <a:pt x="1721637" y="2552611"/>
                  </a:lnTo>
                  <a:lnTo>
                    <a:pt x="1720710" y="2551341"/>
                  </a:lnTo>
                  <a:lnTo>
                    <a:pt x="1727377" y="2553881"/>
                  </a:lnTo>
                  <a:lnTo>
                    <a:pt x="1726476" y="2553881"/>
                  </a:lnTo>
                  <a:lnTo>
                    <a:pt x="1733003" y="2555151"/>
                  </a:lnTo>
                  <a:lnTo>
                    <a:pt x="1732127" y="2555151"/>
                  </a:lnTo>
                  <a:lnTo>
                    <a:pt x="1738515" y="2557691"/>
                  </a:lnTo>
                  <a:lnTo>
                    <a:pt x="1737652" y="2557691"/>
                  </a:lnTo>
                  <a:lnTo>
                    <a:pt x="1743875" y="2560231"/>
                  </a:lnTo>
                  <a:lnTo>
                    <a:pt x="1743036" y="2560231"/>
                  </a:lnTo>
                  <a:lnTo>
                    <a:pt x="1749094" y="2562771"/>
                  </a:lnTo>
                  <a:lnTo>
                    <a:pt x="1748294" y="2562771"/>
                  </a:lnTo>
                  <a:lnTo>
                    <a:pt x="1754174" y="2566581"/>
                  </a:lnTo>
                  <a:lnTo>
                    <a:pt x="1753387" y="2565311"/>
                  </a:lnTo>
                  <a:lnTo>
                    <a:pt x="1759089" y="2569121"/>
                  </a:lnTo>
                  <a:lnTo>
                    <a:pt x="1758327" y="2569121"/>
                  </a:lnTo>
                  <a:lnTo>
                    <a:pt x="1763839" y="2572931"/>
                  </a:lnTo>
                  <a:lnTo>
                    <a:pt x="1763115" y="2571661"/>
                  </a:lnTo>
                  <a:lnTo>
                    <a:pt x="1768424" y="2576741"/>
                  </a:lnTo>
                  <a:lnTo>
                    <a:pt x="1767725" y="2575471"/>
                  </a:lnTo>
                  <a:lnTo>
                    <a:pt x="1772818" y="2580551"/>
                  </a:lnTo>
                  <a:lnTo>
                    <a:pt x="1772145" y="2579281"/>
                  </a:lnTo>
                  <a:lnTo>
                    <a:pt x="1777022" y="2584361"/>
                  </a:lnTo>
                  <a:lnTo>
                    <a:pt x="1776387" y="2583091"/>
                  </a:lnTo>
                  <a:lnTo>
                    <a:pt x="1781035" y="2588171"/>
                  </a:lnTo>
                  <a:lnTo>
                    <a:pt x="1780425" y="2588171"/>
                  </a:lnTo>
                  <a:lnTo>
                    <a:pt x="1784845" y="2593251"/>
                  </a:lnTo>
                  <a:lnTo>
                    <a:pt x="1784261" y="2591981"/>
                  </a:lnTo>
                  <a:lnTo>
                    <a:pt x="1788439" y="2597061"/>
                  </a:lnTo>
                  <a:lnTo>
                    <a:pt x="1787893" y="2597061"/>
                  </a:lnTo>
                  <a:lnTo>
                    <a:pt x="1791817" y="2602141"/>
                  </a:lnTo>
                  <a:lnTo>
                    <a:pt x="1791296" y="2600871"/>
                  </a:lnTo>
                  <a:lnTo>
                    <a:pt x="1794954" y="2607221"/>
                  </a:lnTo>
                  <a:lnTo>
                    <a:pt x="1794471" y="2605951"/>
                  </a:lnTo>
                  <a:lnTo>
                    <a:pt x="1797862" y="2612301"/>
                  </a:lnTo>
                  <a:lnTo>
                    <a:pt x="1797418" y="2611031"/>
                  </a:lnTo>
                  <a:lnTo>
                    <a:pt x="1800529" y="2617381"/>
                  </a:lnTo>
                  <a:lnTo>
                    <a:pt x="1800123" y="2616111"/>
                  </a:lnTo>
                  <a:lnTo>
                    <a:pt x="1802930" y="2622461"/>
                  </a:lnTo>
                  <a:lnTo>
                    <a:pt x="1802574" y="2622461"/>
                  </a:lnTo>
                  <a:lnTo>
                    <a:pt x="1805063" y="2628773"/>
                  </a:lnTo>
                  <a:lnTo>
                    <a:pt x="1805660" y="2630081"/>
                  </a:lnTo>
                  <a:lnTo>
                    <a:pt x="1806549" y="2632621"/>
                  </a:lnTo>
                  <a:lnTo>
                    <a:pt x="1806689" y="2632621"/>
                  </a:lnTo>
                  <a:lnTo>
                    <a:pt x="1845957" y="2632621"/>
                  </a:lnTo>
                  <a:lnTo>
                    <a:pt x="1845373" y="2630081"/>
                  </a:lnTo>
                  <a:lnTo>
                    <a:pt x="1844649" y="2627541"/>
                  </a:lnTo>
                  <a:lnTo>
                    <a:pt x="1843214" y="2622461"/>
                  </a:lnTo>
                  <a:lnTo>
                    <a:pt x="1841119" y="2616111"/>
                  </a:lnTo>
                  <a:lnTo>
                    <a:pt x="1840699" y="2614841"/>
                  </a:lnTo>
                  <a:lnTo>
                    <a:pt x="1839264" y="2611031"/>
                  </a:lnTo>
                  <a:lnTo>
                    <a:pt x="1837842" y="2607221"/>
                  </a:lnTo>
                  <a:lnTo>
                    <a:pt x="1837194" y="2605951"/>
                  </a:lnTo>
                  <a:lnTo>
                    <a:pt x="1834642" y="2600871"/>
                  </a:lnTo>
                  <a:lnTo>
                    <a:pt x="1831124" y="2593251"/>
                  </a:lnTo>
                  <a:lnTo>
                    <a:pt x="1830349" y="2591981"/>
                  </a:lnTo>
                  <a:lnTo>
                    <a:pt x="1827276" y="2586901"/>
                  </a:lnTo>
                  <a:lnTo>
                    <a:pt x="1824774" y="2583091"/>
                  </a:lnTo>
                  <a:lnTo>
                    <a:pt x="1823123" y="2580551"/>
                  </a:lnTo>
                  <a:lnTo>
                    <a:pt x="1822234" y="2579281"/>
                  </a:lnTo>
                  <a:lnTo>
                    <a:pt x="1819567" y="2575471"/>
                  </a:lnTo>
                  <a:lnTo>
                    <a:pt x="1818678" y="2574201"/>
                  </a:lnTo>
                  <a:lnTo>
                    <a:pt x="1816773" y="2571661"/>
                  </a:lnTo>
                  <a:lnTo>
                    <a:pt x="1813941" y="2567851"/>
                  </a:lnTo>
                  <a:lnTo>
                    <a:pt x="1811426" y="2565311"/>
                  </a:lnTo>
                  <a:lnTo>
                    <a:pt x="1808924" y="2562771"/>
                  </a:lnTo>
                  <a:lnTo>
                    <a:pt x="1803654" y="2556421"/>
                  </a:lnTo>
                  <a:lnTo>
                    <a:pt x="1798104" y="2551341"/>
                  </a:lnTo>
                  <a:lnTo>
                    <a:pt x="1795208" y="2548801"/>
                  </a:lnTo>
                  <a:lnTo>
                    <a:pt x="1792325" y="2546261"/>
                  </a:lnTo>
                  <a:lnTo>
                    <a:pt x="1759991" y="2525941"/>
                  </a:lnTo>
                  <a:lnTo>
                    <a:pt x="1707083" y="2510701"/>
                  </a:lnTo>
                  <a:lnTo>
                    <a:pt x="143306" y="2510701"/>
                  </a:lnTo>
                  <a:lnTo>
                    <a:pt x="104724" y="2519591"/>
                  </a:lnTo>
                  <a:lnTo>
                    <a:pt x="70345" y="2537371"/>
                  </a:lnTo>
                  <a:lnTo>
                    <a:pt x="41465" y="2562771"/>
                  </a:lnTo>
                  <a:lnTo>
                    <a:pt x="36449" y="2567851"/>
                  </a:lnTo>
                  <a:lnTo>
                    <a:pt x="15748" y="2600871"/>
                  </a:lnTo>
                  <a:lnTo>
                    <a:pt x="12547" y="2607221"/>
                  </a:lnTo>
                  <a:lnTo>
                    <a:pt x="1828" y="2645321"/>
                  </a:lnTo>
                  <a:lnTo>
                    <a:pt x="0" y="2669451"/>
                  </a:lnTo>
                  <a:lnTo>
                    <a:pt x="0" y="3232061"/>
                  </a:lnTo>
                  <a:lnTo>
                    <a:pt x="5016" y="3271431"/>
                  </a:lnTo>
                  <a:lnTo>
                    <a:pt x="15748" y="3300641"/>
                  </a:lnTo>
                  <a:lnTo>
                    <a:pt x="19265" y="3308261"/>
                  </a:lnTo>
                  <a:lnTo>
                    <a:pt x="41465" y="3338741"/>
                  </a:lnTo>
                  <a:lnTo>
                    <a:pt x="46736" y="3345091"/>
                  </a:lnTo>
                  <a:lnTo>
                    <a:pt x="83515" y="3371761"/>
                  </a:lnTo>
                  <a:lnTo>
                    <a:pt x="119722" y="3387001"/>
                  </a:lnTo>
                  <a:lnTo>
                    <a:pt x="143306" y="3390811"/>
                  </a:lnTo>
                  <a:lnTo>
                    <a:pt x="151409" y="3390811"/>
                  </a:lnTo>
                  <a:lnTo>
                    <a:pt x="159359" y="3392081"/>
                  </a:lnTo>
                  <a:lnTo>
                    <a:pt x="1691030" y="3392081"/>
                  </a:lnTo>
                  <a:lnTo>
                    <a:pt x="1698980" y="3390811"/>
                  </a:lnTo>
                  <a:lnTo>
                    <a:pt x="1707083" y="3390811"/>
                  </a:lnTo>
                  <a:lnTo>
                    <a:pt x="1752917" y="3379381"/>
                  </a:lnTo>
                  <a:lnTo>
                    <a:pt x="1786293" y="3360331"/>
                  </a:lnTo>
                  <a:lnTo>
                    <a:pt x="1793760" y="3353981"/>
                  </a:lnTo>
                  <a:lnTo>
                    <a:pt x="1798104" y="3350171"/>
                  </a:lnTo>
                  <a:lnTo>
                    <a:pt x="1803654" y="3345091"/>
                  </a:lnTo>
                  <a:lnTo>
                    <a:pt x="1808924" y="3338741"/>
                  </a:lnTo>
                  <a:lnTo>
                    <a:pt x="1811426" y="3336201"/>
                  </a:lnTo>
                  <a:lnTo>
                    <a:pt x="1813941" y="3333661"/>
                  </a:lnTo>
                  <a:lnTo>
                    <a:pt x="1816773" y="3329851"/>
                  </a:lnTo>
                  <a:lnTo>
                    <a:pt x="1818678" y="3327311"/>
                  </a:lnTo>
                  <a:lnTo>
                    <a:pt x="1819567" y="3326041"/>
                  </a:lnTo>
                  <a:lnTo>
                    <a:pt x="1822234" y="3322231"/>
                  </a:lnTo>
                  <a:lnTo>
                    <a:pt x="1823123" y="3320961"/>
                  </a:lnTo>
                  <a:lnTo>
                    <a:pt x="1824774" y="3318421"/>
                  </a:lnTo>
                  <a:lnTo>
                    <a:pt x="1827276" y="3314611"/>
                  </a:lnTo>
                  <a:lnTo>
                    <a:pt x="1830349" y="3309531"/>
                  </a:lnTo>
                  <a:lnTo>
                    <a:pt x="1831124" y="3308261"/>
                  </a:lnTo>
                  <a:lnTo>
                    <a:pt x="1834642" y="3300641"/>
                  </a:lnTo>
                  <a:lnTo>
                    <a:pt x="1837194" y="3295561"/>
                  </a:lnTo>
                  <a:lnTo>
                    <a:pt x="1837842" y="3294291"/>
                  </a:lnTo>
                  <a:lnTo>
                    <a:pt x="1839264" y="3290481"/>
                  </a:lnTo>
                  <a:lnTo>
                    <a:pt x="1840699" y="3286671"/>
                  </a:lnTo>
                  <a:lnTo>
                    <a:pt x="1841119" y="3285401"/>
                  </a:lnTo>
                  <a:lnTo>
                    <a:pt x="1843214" y="3279051"/>
                  </a:lnTo>
                  <a:lnTo>
                    <a:pt x="1844649" y="3273971"/>
                  </a:lnTo>
                  <a:lnTo>
                    <a:pt x="1845373" y="3271431"/>
                  </a:lnTo>
                  <a:lnTo>
                    <a:pt x="1845957" y="3268891"/>
                  </a:lnTo>
                  <a:lnTo>
                    <a:pt x="1850250" y="3237141"/>
                  </a:lnTo>
                  <a:lnTo>
                    <a:pt x="1850390" y="3232061"/>
                  </a:lnTo>
                  <a:lnTo>
                    <a:pt x="1850390" y="2669451"/>
                  </a:lnTo>
                  <a:close/>
                </a:path>
                <a:path w="5655309" h="3392170">
                  <a:moveTo>
                    <a:pt x="5655221" y="266700"/>
                  </a:moveTo>
                  <a:lnTo>
                    <a:pt x="5654941" y="266700"/>
                  </a:lnTo>
                  <a:lnTo>
                    <a:pt x="5654484" y="254000"/>
                  </a:lnTo>
                  <a:lnTo>
                    <a:pt x="5653849" y="241300"/>
                  </a:lnTo>
                  <a:lnTo>
                    <a:pt x="5653036" y="241300"/>
                  </a:lnTo>
                  <a:lnTo>
                    <a:pt x="5652059" y="228600"/>
                  </a:lnTo>
                  <a:lnTo>
                    <a:pt x="5650903" y="228600"/>
                  </a:lnTo>
                  <a:lnTo>
                    <a:pt x="5649569" y="215900"/>
                  </a:lnTo>
                  <a:lnTo>
                    <a:pt x="5648071" y="215900"/>
                  </a:lnTo>
                  <a:lnTo>
                    <a:pt x="5646407" y="203200"/>
                  </a:lnTo>
                  <a:lnTo>
                    <a:pt x="5644591" y="203200"/>
                  </a:lnTo>
                  <a:lnTo>
                    <a:pt x="5642610" y="190500"/>
                  </a:lnTo>
                  <a:lnTo>
                    <a:pt x="5640463" y="190500"/>
                  </a:lnTo>
                  <a:lnTo>
                    <a:pt x="5638152" y="177800"/>
                  </a:lnTo>
                  <a:lnTo>
                    <a:pt x="5635701" y="177800"/>
                  </a:lnTo>
                  <a:lnTo>
                    <a:pt x="5633047" y="165100"/>
                  </a:lnTo>
                  <a:lnTo>
                    <a:pt x="5627446" y="152400"/>
                  </a:lnTo>
                  <a:lnTo>
                    <a:pt x="5621198" y="139700"/>
                  </a:lnTo>
                  <a:lnTo>
                    <a:pt x="5617210" y="132270"/>
                  </a:lnTo>
                  <a:lnTo>
                    <a:pt x="5617210" y="1333500"/>
                  </a:lnTo>
                  <a:lnTo>
                    <a:pt x="5616880" y="1346200"/>
                  </a:lnTo>
                  <a:lnTo>
                    <a:pt x="5616473" y="1346200"/>
                  </a:lnTo>
                  <a:lnTo>
                    <a:pt x="5615927" y="1358900"/>
                  </a:lnTo>
                  <a:lnTo>
                    <a:pt x="5615216" y="1358900"/>
                  </a:lnTo>
                  <a:lnTo>
                    <a:pt x="5614352" y="1371600"/>
                  </a:lnTo>
                  <a:lnTo>
                    <a:pt x="5613349" y="1371600"/>
                  </a:lnTo>
                  <a:lnTo>
                    <a:pt x="5612193" y="1384300"/>
                  </a:lnTo>
                  <a:lnTo>
                    <a:pt x="5610898" y="1384300"/>
                  </a:lnTo>
                  <a:lnTo>
                    <a:pt x="5609450" y="1397000"/>
                  </a:lnTo>
                  <a:lnTo>
                    <a:pt x="5606288" y="1397000"/>
                  </a:lnTo>
                  <a:lnTo>
                    <a:pt x="5604294" y="1409700"/>
                  </a:lnTo>
                  <a:lnTo>
                    <a:pt x="5602465" y="1409700"/>
                  </a:lnTo>
                  <a:lnTo>
                    <a:pt x="5600179" y="1422400"/>
                  </a:lnTo>
                  <a:lnTo>
                    <a:pt x="5598198" y="1422400"/>
                  </a:lnTo>
                  <a:lnTo>
                    <a:pt x="5592915" y="1435100"/>
                  </a:lnTo>
                  <a:lnTo>
                    <a:pt x="5593321" y="1435100"/>
                  </a:lnTo>
                  <a:lnTo>
                    <a:pt x="5587492" y="1447800"/>
                  </a:lnTo>
                  <a:lnTo>
                    <a:pt x="5587936" y="1447800"/>
                  </a:lnTo>
                  <a:lnTo>
                    <a:pt x="5581586" y="1460500"/>
                  </a:lnTo>
                  <a:lnTo>
                    <a:pt x="5582069" y="1460500"/>
                  </a:lnTo>
                  <a:lnTo>
                    <a:pt x="5575211" y="1473200"/>
                  </a:lnTo>
                  <a:lnTo>
                    <a:pt x="5575732" y="1460500"/>
                  </a:lnTo>
                  <a:lnTo>
                    <a:pt x="5568378" y="1473200"/>
                  </a:lnTo>
                  <a:lnTo>
                    <a:pt x="5568924" y="1473200"/>
                  </a:lnTo>
                  <a:lnTo>
                    <a:pt x="5561101" y="1485900"/>
                  </a:lnTo>
                  <a:lnTo>
                    <a:pt x="5561685" y="1485900"/>
                  </a:lnTo>
                  <a:lnTo>
                    <a:pt x="5553405" y="1498600"/>
                  </a:lnTo>
                  <a:lnTo>
                    <a:pt x="5545925" y="1498600"/>
                  </a:lnTo>
                  <a:lnTo>
                    <a:pt x="5536781" y="1511300"/>
                  </a:lnTo>
                  <a:lnTo>
                    <a:pt x="5537454" y="1511300"/>
                  </a:lnTo>
                  <a:lnTo>
                    <a:pt x="5527891" y="1524000"/>
                  </a:lnTo>
                  <a:lnTo>
                    <a:pt x="5519369" y="1524000"/>
                  </a:lnTo>
                  <a:lnTo>
                    <a:pt x="5509031" y="1536700"/>
                  </a:lnTo>
                  <a:lnTo>
                    <a:pt x="5499887" y="1536700"/>
                  </a:lnTo>
                  <a:lnTo>
                    <a:pt x="5488851" y="1549400"/>
                  </a:lnTo>
                  <a:lnTo>
                    <a:pt x="5468099" y="1549400"/>
                  </a:lnTo>
                  <a:lnTo>
                    <a:pt x="5462155" y="1562100"/>
                  </a:lnTo>
                  <a:lnTo>
                    <a:pt x="5434076" y="1562100"/>
                  </a:lnTo>
                  <a:lnTo>
                    <a:pt x="5427726" y="1574800"/>
                  </a:lnTo>
                  <a:lnTo>
                    <a:pt x="5428196" y="1562100"/>
                  </a:lnTo>
                  <a:lnTo>
                    <a:pt x="5421782" y="1574800"/>
                  </a:lnTo>
                  <a:lnTo>
                    <a:pt x="338937" y="1574800"/>
                  </a:lnTo>
                  <a:lnTo>
                    <a:pt x="332524" y="1562100"/>
                  </a:lnTo>
                  <a:lnTo>
                    <a:pt x="332994" y="1574800"/>
                  </a:lnTo>
                  <a:lnTo>
                    <a:pt x="326644" y="1562100"/>
                  </a:lnTo>
                  <a:lnTo>
                    <a:pt x="298564" y="1562100"/>
                  </a:lnTo>
                  <a:lnTo>
                    <a:pt x="292620" y="1549400"/>
                  </a:lnTo>
                  <a:lnTo>
                    <a:pt x="271868" y="1549400"/>
                  </a:lnTo>
                  <a:lnTo>
                    <a:pt x="260832" y="1536700"/>
                  </a:lnTo>
                  <a:lnTo>
                    <a:pt x="251688" y="1536700"/>
                  </a:lnTo>
                  <a:lnTo>
                    <a:pt x="241350" y="1524000"/>
                  </a:lnTo>
                  <a:lnTo>
                    <a:pt x="232829" y="1524000"/>
                  </a:lnTo>
                  <a:lnTo>
                    <a:pt x="223266" y="1511300"/>
                  </a:lnTo>
                  <a:lnTo>
                    <a:pt x="223939" y="1511300"/>
                  </a:lnTo>
                  <a:lnTo>
                    <a:pt x="214795" y="1498600"/>
                  </a:lnTo>
                  <a:lnTo>
                    <a:pt x="207314" y="1498600"/>
                  </a:lnTo>
                  <a:lnTo>
                    <a:pt x="199034" y="1485900"/>
                  </a:lnTo>
                  <a:lnTo>
                    <a:pt x="199618" y="1485900"/>
                  </a:lnTo>
                  <a:lnTo>
                    <a:pt x="191795" y="1473200"/>
                  </a:lnTo>
                  <a:lnTo>
                    <a:pt x="192341" y="1473200"/>
                  </a:lnTo>
                  <a:lnTo>
                    <a:pt x="184988" y="1460500"/>
                  </a:lnTo>
                  <a:lnTo>
                    <a:pt x="185508" y="1473200"/>
                  </a:lnTo>
                  <a:lnTo>
                    <a:pt x="178650" y="1460500"/>
                  </a:lnTo>
                  <a:lnTo>
                    <a:pt x="179120" y="1460500"/>
                  </a:lnTo>
                  <a:lnTo>
                    <a:pt x="172783" y="1447800"/>
                  </a:lnTo>
                  <a:lnTo>
                    <a:pt x="173228" y="1447800"/>
                  </a:lnTo>
                  <a:lnTo>
                    <a:pt x="167398" y="1435100"/>
                  </a:lnTo>
                  <a:lnTo>
                    <a:pt x="167805" y="1435100"/>
                  </a:lnTo>
                  <a:lnTo>
                    <a:pt x="162521" y="1422400"/>
                  </a:lnTo>
                  <a:lnTo>
                    <a:pt x="160540" y="1422400"/>
                  </a:lnTo>
                  <a:lnTo>
                    <a:pt x="158254" y="1409700"/>
                  </a:lnTo>
                  <a:lnTo>
                    <a:pt x="156425" y="1409700"/>
                  </a:lnTo>
                  <a:lnTo>
                    <a:pt x="154432" y="1397000"/>
                  </a:lnTo>
                  <a:lnTo>
                    <a:pt x="151142" y="1397000"/>
                  </a:lnTo>
                  <a:lnTo>
                    <a:pt x="149720" y="1384300"/>
                  </a:lnTo>
                  <a:lnTo>
                    <a:pt x="148424" y="1384300"/>
                  </a:lnTo>
                  <a:lnTo>
                    <a:pt x="147281" y="1371600"/>
                  </a:lnTo>
                  <a:lnTo>
                    <a:pt x="146291" y="1371600"/>
                  </a:lnTo>
                  <a:lnTo>
                    <a:pt x="145440" y="1358900"/>
                  </a:lnTo>
                  <a:lnTo>
                    <a:pt x="144741" y="1358900"/>
                  </a:lnTo>
                  <a:lnTo>
                    <a:pt x="144208" y="1346200"/>
                  </a:lnTo>
                  <a:lnTo>
                    <a:pt x="143814" y="1346200"/>
                  </a:lnTo>
                  <a:lnTo>
                    <a:pt x="143586" y="1333500"/>
                  </a:lnTo>
                  <a:lnTo>
                    <a:pt x="143598" y="266700"/>
                  </a:lnTo>
                  <a:lnTo>
                    <a:pt x="143840" y="266700"/>
                  </a:lnTo>
                  <a:lnTo>
                    <a:pt x="144233" y="254000"/>
                  </a:lnTo>
                  <a:lnTo>
                    <a:pt x="144792" y="254000"/>
                  </a:lnTo>
                  <a:lnTo>
                    <a:pt x="145503" y="241300"/>
                  </a:lnTo>
                  <a:lnTo>
                    <a:pt x="146367" y="241300"/>
                  </a:lnTo>
                  <a:lnTo>
                    <a:pt x="147370" y="228600"/>
                  </a:lnTo>
                  <a:lnTo>
                    <a:pt x="148526" y="228600"/>
                  </a:lnTo>
                  <a:lnTo>
                    <a:pt x="149821" y="215900"/>
                  </a:lnTo>
                  <a:lnTo>
                    <a:pt x="151257" y="215900"/>
                  </a:lnTo>
                  <a:lnTo>
                    <a:pt x="152844" y="203200"/>
                  </a:lnTo>
                  <a:lnTo>
                    <a:pt x="156273" y="203200"/>
                  </a:lnTo>
                  <a:lnTo>
                    <a:pt x="158419" y="190500"/>
                  </a:lnTo>
                  <a:lnTo>
                    <a:pt x="160375" y="190500"/>
                  </a:lnTo>
                  <a:lnTo>
                    <a:pt x="162801" y="177800"/>
                  </a:lnTo>
                  <a:lnTo>
                    <a:pt x="162521" y="177800"/>
                  </a:lnTo>
                  <a:lnTo>
                    <a:pt x="167805" y="165100"/>
                  </a:lnTo>
                  <a:lnTo>
                    <a:pt x="172783" y="165100"/>
                  </a:lnTo>
                  <a:lnTo>
                    <a:pt x="179120" y="152400"/>
                  </a:lnTo>
                  <a:lnTo>
                    <a:pt x="178650" y="152400"/>
                  </a:lnTo>
                  <a:lnTo>
                    <a:pt x="185508" y="139700"/>
                  </a:lnTo>
                  <a:lnTo>
                    <a:pt x="184988" y="139700"/>
                  </a:lnTo>
                  <a:lnTo>
                    <a:pt x="192341" y="127000"/>
                  </a:lnTo>
                  <a:lnTo>
                    <a:pt x="191795" y="127000"/>
                  </a:lnTo>
                  <a:lnTo>
                    <a:pt x="199618" y="114300"/>
                  </a:lnTo>
                  <a:lnTo>
                    <a:pt x="199034" y="127000"/>
                  </a:lnTo>
                  <a:lnTo>
                    <a:pt x="207314" y="114300"/>
                  </a:lnTo>
                  <a:lnTo>
                    <a:pt x="206705" y="114300"/>
                  </a:lnTo>
                  <a:lnTo>
                    <a:pt x="215430" y="101600"/>
                  </a:lnTo>
                  <a:lnTo>
                    <a:pt x="214795" y="101600"/>
                  </a:lnTo>
                  <a:lnTo>
                    <a:pt x="223939" y="88900"/>
                  </a:lnTo>
                  <a:lnTo>
                    <a:pt x="223266" y="101600"/>
                  </a:lnTo>
                  <a:lnTo>
                    <a:pt x="232829" y="88900"/>
                  </a:lnTo>
                  <a:lnTo>
                    <a:pt x="232130" y="88900"/>
                  </a:lnTo>
                  <a:lnTo>
                    <a:pt x="242087" y="76200"/>
                  </a:lnTo>
                  <a:lnTo>
                    <a:pt x="250926" y="76200"/>
                  </a:lnTo>
                  <a:lnTo>
                    <a:pt x="261620" y="63500"/>
                  </a:lnTo>
                  <a:lnTo>
                    <a:pt x="271056" y="63500"/>
                  </a:lnTo>
                  <a:lnTo>
                    <a:pt x="282422" y="50800"/>
                  </a:lnTo>
                  <a:lnTo>
                    <a:pt x="303707" y="50800"/>
                  </a:lnTo>
                  <a:lnTo>
                    <a:pt x="309791" y="38100"/>
                  </a:lnTo>
                  <a:lnTo>
                    <a:pt x="309346" y="50800"/>
                  </a:lnTo>
                  <a:lnTo>
                    <a:pt x="315506" y="38100"/>
                  </a:lnTo>
                  <a:lnTo>
                    <a:pt x="375158" y="38100"/>
                  </a:lnTo>
                  <a:lnTo>
                    <a:pt x="381914" y="25400"/>
                  </a:lnTo>
                  <a:lnTo>
                    <a:pt x="381431" y="38100"/>
                  </a:lnTo>
                  <a:lnTo>
                    <a:pt x="388226" y="25400"/>
                  </a:lnTo>
                  <a:lnTo>
                    <a:pt x="5372493" y="25400"/>
                  </a:lnTo>
                  <a:lnTo>
                    <a:pt x="5379288" y="38100"/>
                  </a:lnTo>
                  <a:lnTo>
                    <a:pt x="5378805" y="25400"/>
                  </a:lnTo>
                  <a:lnTo>
                    <a:pt x="5385562" y="38100"/>
                  </a:lnTo>
                  <a:lnTo>
                    <a:pt x="5445214" y="38100"/>
                  </a:lnTo>
                  <a:lnTo>
                    <a:pt x="5451373" y="50800"/>
                  </a:lnTo>
                  <a:lnTo>
                    <a:pt x="5450929" y="38100"/>
                  </a:lnTo>
                  <a:lnTo>
                    <a:pt x="5457012" y="50800"/>
                  </a:lnTo>
                  <a:lnTo>
                    <a:pt x="5478297" y="50800"/>
                  </a:lnTo>
                  <a:lnTo>
                    <a:pt x="5489664" y="63500"/>
                  </a:lnTo>
                  <a:lnTo>
                    <a:pt x="5499100" y="63500"/>
                  </a:lnTo>
                  <a:lnTo>
                    <a:pt x="5509793" y="76200"/>
                  </a:lnTo>
                  <a:lnTo>
                    <a:pt x="5518632" y="76200"/>
                  </a:lnTo>
                  <a:lnTo>
                    <a:pt x="5528589" y="88900"/>
                  </a:lnTo>
                  <a:lnTo>
                    <a:pt x="5527891" y="88900"/>
                  </a:lnTo>
                  <a:lnTo>
                    <a:pt x="5537454" y="101600"/>
                  </a:lnTo>
                  <a:lnTo>
                    <a:pt x="5536781" y="88900"/>
                  </a:lnTo>
                  <a:lnTo>
                    <a:pt x="5545925" y="101600"/>
                  </a:lnTo>
                  <a:lnTo>
                    <a:pt x="5545290" y="101600"/>
                  </a:lnTo>
                  <a:lnTo>
                    <a:pt x="5554015" y="114300"/>
                  </a:lnTo>
                  <a:lnTo>
                    <a:pt x="5553405" y="114300"/>
                  </a:lnTo>
                  <a:lnTo>
                    <a:pt x="5561685" y="127000"/>
                  </a:lnTo>
                  <a:lnTo>
                    <a:pt x="5561101" y="114300"/>
                  </a:lnTo>
                  <a:lnTo>
                    <a:pt x="5568924" y="127000"/>
                  </a:lnTo>
                  <a:lnTo>
                    <a:pt x="5568378" y="127000"/>
                  </a:lnTo>
                  <a:lnTo>
                    <a:pt x="5575732" y="139700"/>
                  </a:lnTo>
                  <a:lnTo>
                    <a:pt x="5575211" y="139700"/>
                  </a:lnTo>
                  <a:lnTo>
                    <a:pt x="5582069" y="152400"/>
                  </a:lnTo>
                  <a:lnTo>
                    <a:pt x="5581586" y="152400"/>
                  </a:lnTo>
                  <a:lnTo>
                    <a:pt x="5587936" y="165100"/>
                  </a:lnTo>
                  <a:lnTo>
                    <a:pt x="5592915" y="165100"/>
                  </a:lnTo>
                  <a:lnTo>
                    <a:pt x="5598198" y="177800"/>
                  </a:lnTo>
                  <a:lnTo>
                    <a:pt x="5597918" y="177800"/>
                  </a:lnTo>
                  <a:lnTo>
                    <a:pt x="5600344" y="190500"/>
                  </a:lnTo>
                  <a:lnTo>
                    <a:pt x="5602300" y="190500"/>
                  </a:lnTo>
                  <a:lnTo>
                    <a:pt x="5604446" y="203200"/>
                  </a:lnTo>
                  <a:lnTo>
                    <a:pt x="5608002" y="203200"/>
                  </a:lnTo>
                  <a:lnTo>
                    <a:pt x="5609577" y="215900"/>
                  </a:lnTo>
                  <a:lnTo>
                    <a:pt x="5610999" y="215900"/>
                  </a:lnTo>
                  <a:lnTo>
                    <a:pt x="5612295" y="228600"/>
                  </a:lnTo>
                  <a:lnTo>
                    <a:pt x="5613438" y="228600"/>
                  </a:lnTo>
                  <a:lnTo>
                    <a:pt x="5614428" y="241300"/>
                  </a:lnTo>
                  <a:lnTo>
                    <a:pt x="5615279" y="241300"/>
                  </a:lnTo>
                  <a:lnTo>
                    <a:pt x="5615978" y="254000"/>
                  </a:lnTo>
                  <a:lnTo>
                    <a:pt x="5616511" y="254000"/>
                  </a:lnTo>
                  <a:lnTo>
                    <a:pt x="5616905" y="266700"/>
                  </a:lnTo>
                  <a:lnTo>
                    <a:pt x="5617134" y="266700"/>
                  </a:lnTo>
                  <a:lnTo>
                    <a:pt x="5617210" y="1333500"/>
                  </a:lnTo>
                  <a:lnTo>
                    <a:pt x="5617210" y="132270"/>
                  </a:lnTo>
                  <a:lnTo>
                    <a:pt x="5614390" y="127000"/>
                  </a:lnTo>
                  <a:lnTo>
                    <a:pt x="5607037" y="114300"/>
                  </a:lnTo>
                  <a:lnTo>
                    <a:pt x="5599163" y="101600"/>
                  </a:lnTo>
                  <a:lnTo>
                    <a:pt x="5590781" y="101600"/>
                  </a:lnTo>
                  <a:lnTo>
                    <a:pt x="5581904" y="88900"/>
                  </a:lnTo>
                  <a:lnTo>
                    <a:pt x="5572544" y="76200"/>
                  </a:lnTo>
                  <a:lnTo>
                    <a:pt x="5562739" y="63500"/>
                  </a:lnTo>
                  <a:lnTo>
                    <a:pt x="5552491" y="63500"/>
                  </a:lnTo>
                  <a:lnTo>
                    <a:pt x="5541810" y="50800"/>
                  </a:lnTo>
                  <a:lnTo>
                    <a:pt x="5530735" y="38100"/>
                  </a:lnTo>
                  <a:lnTo>
                    <a:pt x="5519267" y="38100"/>
                  </a:lnTo>
                  <a:lnTo>
                    <a:pt x="5507444" y="25400"/>
                  </a:lnTo>
                  <a:lnTo>
                    <a:pt x="5495252" y="25400"/>
                  </a:lnTo>
                  <a:lnTo>
                    <a:pt x="5482831" y="12700"/>
                  </a:lnTo>
                  <a:lnTo>
                    <a:pt x="5463362" y="12700"/>
                  </a:lnTo>
                  <a:lnTo>
                    <a:pt x="5456758" y="0"/>
                  </a:lnTo>
                  <a:lnTo>
                    <a:pt x="303961" y="0"/>
                  </a:lnTo>
                  <a:lnTo>
                    <a:pt x="297357" y="12700"/>
                  </a:lnTo>
                  <a:lnTo>
                    <a:pt x="277888" y="12700"/>
                  </a:lnTo>
                  <a:lnTo>
                    <a:pt x="265468" y="25400"/>
                  </a:lnTo>
                  <a:lnTo>
                    <a:pt x="253276" y="25400"/>
                  </a:lnTo>
                  <a:lnTo>
                    <a:pt x="241439" y="38100"/>
                  </a:lnTo>
                  <a:lnTo>
                    <a:pt x="229984" y="38100"/>
                  </a:lnTo>
                  <a:lnTo>
                    <a:pt x="218909" y="50800"/>
                  </a:lnTo>
                  <a:lnTo>
                    <a:pt x="208229" y="63500"/>
                  </a:lnTo>
                  <a:lnTo>
                    <a:pt x="197980" y="63500"/>
                  </a:lnTo>
                  <a:lnTo>
                    <a:pt x="188175" y="76200"/>
                  </a:lnTo>
                  <a:lnTo>
                    <a:pt x="178816" y="88900"/>
                  </a:lnTo>
                  <a:lnTo>
                    <a:pt x="169938" y="101600"/>
                  </a:lnTo>
                  <a:lnTo>
                    <a:pt x="161556" y="101600"/>
                  </a:lnTo>
                  <a:lnTo>
                    <a:pt x="139522" y="139700"/>
                  </a:lnTo>
                  <a:lnTo>
                    <a:pt x="125018" y="177800"/>
                  </a:lnTo>
                  <a:lnTo>
                    <a:pt x="122555" y="177800"/>
                  </a:lnTo>
                  <a:lnTo>
                    <a:pt x="120256" y="190500"/>
                  </a:lnTo>
                  <a:lnTo>
                    <a:pt x="118110" y="190500"/>
                  </a:lnTo>
                  <a:lnTo>
                    <a:pt x="116128" y="203200"/>
                  </a:lnTo>
                  <a:lnTo>
                    <a:pt x="114300" y="203200"/>
                  </a:lnTo>
                  <a:lnTo>
                    <a:pt x="112649" y="215900"/>
                  </a:lnTo>
                  <a:lnTo>
                    <a:pt x="111150" y="215900"/>
                  </a:lnTo>
                  <a:lnTo>
                    <a:pt x="109816" y="228600"/>
                  </a:lnTo>
                  <a:lnTo>
                    <a:pt x="108661" y="228600"/>
                  </a:lnTo>
                  <a:lnTo>
                    <a:pt x="107683" y="241300"/>
                  </a:lnTo>
                  <a:lnTo>
                    <a:pt x="106870" y="241300"/>
                  </a:lnTo>
                  <a:lnTo>
                    <a:pt x="106235" y="254000"/>
                  </a:lnTo>
                  <a:lnTo>
                    <a:pt x="105778" y="266700"/>
                  </a:lnTo>
                  <a:lnTo>
                    <a:pt x="105498" y="266700"/>
                  </a:lnTo>
                  <a:lnTo>
                    <a:pt x="105498" y="1333500"/>
                  </a:lnTo>
                  <a:lnTo>
                    <a:pt x="105778" y="1346200"/>
                  </a:lnTo>
                  <a:lnTo>
                    <a:pt x="106235" y="1346200"/>
                  </a:lnTo>
                  <a:lnTo>
                    <a:pt x="106870" y="1358900"/>
                  </a:lnTo>
                  <a:lnTo>
                    <a:pt x="107683" y="1371600"/>
                  </a:lnTo>
                  <a:lnTo>
                    <a:pt x="108661" y="1371600"/>
                  </a:lnTo>
                  <a:lnTo>
                    <a:pt x="109816" y="1384300"/>
                  </a:lnTo>
                  <a:lnTo>
                    <a:pt x="111150" y="1384300"/>
                  </a:lnTo>
                  <a:lnTo>
                    <a:pt x="112649" y="1397000"/>
                  </a:lnTo>
                  <a:lnTo>
                    <a:pt x="114300" y="1397000"/>
                  </a:lnTo>
                  <a:lnTo>
                    <a:pt x="116128" y="1409700"/>
                  </a:lnTo>
                  <a:lnTo>
                    <a:pt x="118110" y="1409700"/>
                  </a:lnTo>
                  <a:lnTo>
                    <a:pt x="120256" y="1422400"/>
                  </a:lnTo>
                  <a:lnTo>
                    <a:pt x="122555" y="1422400"/>
                  </a:lnTo>
                  <a:lnTo>
                    <a:pt x="125018" y="1435100"/>
                  </a:lnTo>
                  <a:lnTo>
                    <a:pt x="127660" y="1435100"/>
                  </a:lnTo>
                  <a:lnTo>
                    <a:pt x="146329" y="1473200"/>
                  </a:lnTo>
                  <a:lnTo>
                    <a:pt x="169938" y="1511300"/>
                  </a:lnTo>
                  <a:lnTo>
                    <a:pt x="178816" y="1524000"/>
                  </a:lnTo>
                  <a:lnTo>
                    <a:pt x="188175" y="1524000"/>
                  </a:lnTo>
                  <a:lnTo>
                    <a:pt x="197980" y="1536700"/>
                  </a:lnTo>
                  <a:lnTo>
                    <a:pt x="208229" y="1549400"/>
                  </a:lnTo>
                  <a:lnTo>
                    <a:pt x="218909" y="1562100"/>
                  </a:lnTo>
                  <a:lnTo>
                    <a:pt x="229984" y="1562100"/>
                  </a:lnTo>
                  <a:lnTo>
                    <a:pt x="241439" y="1574800"/>
                  </a:lnTo>
                  <a:lnTo>
                    <a:pt x="253276" y="1574800"/>
                  </a:lnTo>
                  <a:lnTo>
                    <a:pt x="265468" y="1587500"/>
                  </a:lnTo>
                  <a:lnTo>
                    <a:pt x="284365" y="1587500"/>
                  </a:lnTo>
                  <a:lnTo>
                    <a:pt x="290830" y="1600200"/>
                  </a:lnTo>
                  <a:lnTo>
                    <a:pt x="324192" y="1600200"/>
                  </a:lnTo>
                  <a:lnTo>
                    <a:pt x="331063" y="1612900"/>
                  </a:lnTo>
                  <a:lnTo>
                    <a:pt x="5429656" y="1612900"/>
                  </a:lnTo>
                  <a:lnTo>
                    <a:pt x="5436527" y="1600200"/>
                  </a:lnTo>
                  <a:lnTo>
                    <a:pt x="5469890" y="1600200"/>
                  </a:lnTo>
                  <a:lnTo>
                    <a:pt x="5476341" y="1587500"/>
                  </a:lnTo>
                  <a:lnTo>
                    <a:pt x="5495252" y="1587500"/>
                  </a:lnTo>
                  <a:lnTo>
                    <a:pt x="5507444" y="1574800"/>
                  </a:lnTo>
                  <a:lnTo>
                    <a:pt x="5519267" y="1574800"/>
                  </a:lnTo>
                  <a:lnTo>
                    <a:pt x="5530735" y="1562100"/>
                  </a:lnTo>
                  <a:lnTo>
                    <a:pt x="5541810" y="1562100"/>
                  </a:lnTo>
                  <a:lnTo>
                    <a:pt x="5552491" y="1549400"/>
                  </a:lnTo>
                  <a:lnTo>
                    <a:pt x="5562739" y="1536700"/>
                  </a:lnTo>
                  <a:lnTo>
                    <a:pt x="5572544" y="1524000"/>
                  </a:lnTo>
                  <a:lnTo>
                    <a:pt x="5581904" y="1524000"/>
                  </a:lnTo>
                  <a:lnTo>
                    <a:pt x="5607037" y="1485900"/>
                  </a:lnTo>
                  <a:lnTo>
                    <a:pt x="5627446" y="1447800"/>
                  </a:lnTo>
                  <a:lnTo>
                    <a:pt x="5633047" y="1435100"/>
                  </a:lnTo>
                  <a:lnTo>
                    <a:pt x="5635701" y="1435100"/>
                  </a:lnTo>
                  <a:lnTo>
                    <a:pt x="5638152" y="1422400"/>
                  </a:lnTo>
                  <a:lnTo>
                    <a:pt x="5640463" y="1422400"/>
                  </a:lnTo>
                  <a:lnTo>
                    <a:pt x="5642610" y="1409700"/>
                  </a:lnTo>
                  <a:lnTo>
                    <a:pt x="5644591" y="1409700"/>
                  </a:lnTo>
                  <a:lnTo>
                    <a:pt x="5646407" y="1397000"/>
                  </a:lnTo>
                  <a:lnTo>
                    <a:pt x="5648071" y="1397000"/>
                  </a:lnTo>
                  <a:lnTo>
                    <a:pt x="5649569" y="1384300"/>
                  </a:lnTo>
                  <a:lnTo>
                    <a:pt x="5650903" y="1384300"/>
                  </a:lnTo>
                  <a:lnTo>
                    <a:pt x="5652059" y="1371600"/>
                  </a:lnTo>
                  <a:lnTo>
                    <a:pt x="5653036" y="1371600"/>
                  </a:lnTo>
                  <a:lnTo>
                    <a:pt x="5653849" y="1358900"/>
                  </a:lnTo>
                  <a:lnTo>
                    <a:pt x="5654484" y="1346200"/>
                  </a:lnTo>
                  <a:lnTo>
                    <a:pt x="5654941" y="1346200"/>
                  </a:lnTo>
                  <a:lnTo>
                    <a:pt x="5655221" y="1333500"/>
                  </a:lnTo>
                  <a:lnTo>
                    <a:pt x="5655221" y="26670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02484" y="1405127"/>
            <a:ext cx="5629275" cy="5324856"/>
          </a:xfrm>
          <a:prstGeom prst="rect">
            <a:avLst/>
          </a:prstGeom>
        </p:spPr>
      </p:pic>
      <p:pic>
        <p:nvPicPr>
          <p:cNvPr id="3" name="object 3"/>
          <p:cNvPicPr/>
          <p:nvPr/>
        </p:nvPicPr>
        <p:blipFill>
          <a:blip r:embed="rId3" cstate="print"/>
          <a:stretch>
            <a:fillRect/>
          </a:stretch>
        </p:blipFill>
        <p:spPr>
          <a:xfrm>
            <a:off x="2167466" y="149352"/>
            <a:ext cx="8004473" cy="452496"/>
          </a:xfrm>
          <a:prstGeom prst="rect">
            <a:avLst/>
          </a:prstGeom>
        </p:spPr>
      </p:pic>
      <p:sp>
        <p:nvSpPr>
          <p:cNvPr id="4" name="object 4"/>
          <p:cNvSpPr txBox="1"/>
          <p:nvPr/>
        </p:nvSpPr>
        <p:spPr>
          <a:xfrm>
            <a:off x="2039780" y="727709"/>
            <a:ext cx="8098155" cy="546100"/>
          </a:xfrm>
          <a:prstGeom prst="rect">
            <a:avLst/>
          </a:prstGeom>
        </p:spPr>
        <p:txBody>
          <a:bodyPr vert="horz" wrap="square" lIns="0" tIns="43815" rIns="0" bIns="0" rtlCol="0">
            <a:spAutoFit/>
          </a:bodyPr>
          <a:lstStyle/>
          <a:p>
            <a:pPr marL="12700" marR="5080">
              <a:lnSpc>
                <a:spcPts val="1939"/>
              </a:lnSpc>
              <a:spcBef>
                <a:spcPts val="345"/>
              </a:spcBef>
            </a:pPr>
            <a:r>
              <a:rPr b="1" dirty="0">
                <a:latin typeface="Segoe UI"/>
                <a:cs typeface="Segoe UI"/>
              </a:rPr>
              <a:t>Step</a:t>
            </a:r>
            <a:r>
              <a:rPr b="1" spc="-45" dirty="0">
                <a:latin typeface="Segoe UI"/>
                <a:cs typeface="Segoe UI"/>
              </a:rPr>
              <a:t> </a:t>
            </a:r>
            <a:r>
              <a:rPr b="1" dirty="0">
                <a:latin typeface="Segoe UI"/>
                <a:cs typeface="Segoe UI"/>
              </a:rPr>
              <a:t>7</a:t>
            </a:r>
            <a:r>
              <a:rPr b="1" spc="-40" dirty="0">
                <a:latin typeface="Segoe UI"/>
                <a:cs typeface="Segoe UI"/>
              </a:rPr>
              <a:t> </a:t>
            </a:r>
            <a:r>
              <a:rPr b="1" dirty="0">
                <a:latin typeface="Segoe UI"/>
                <a:cs typeface="Segoe UI"/>
              </a:rPr>
              <a:t>::</a:t>
            </a:r>
            <a:r>
              <a:rPr b="1" spc="-35" dirty="0">
                <a:latin typeface="Segoe UI"/>
                <a:cs typeface="Segoe UI"/>
              </a:rPr>
              <a:t> </a:t>
            </a:r>
            <a:r>
              <a:rPr b="1" spc="-20" dirty="0">
                <a:latin typeface="Segoe UI"/>
                <a:cs typeface="Segoe UI"/>
              </a:rPr>
              <a:t>Your</a:t>
            </a:r>
            <a:r>
              <a:rPr b="1" spc="-45" dirty="0">
                <a:latin typeface="Segoe UI"/>
                <a:cs typeface="Segoe UI"/>
              </a:rPr>
              <a:t> </a:t>
            </a:r>
            <a:r>
              <a:rPr b="1" dirty="0">
                <a:latin typeface="Segoe UI"/>
                <a:cs typeface="Segoe UI"/>
              </a:rPr>
              <a:t>nomination</a:t>
            </a:r>
            <a:r>
              <a:rPr b="1" spc="-40" dirty="0">
                <a:latin typeface="Segoe UI"/>
                <a:cs typeface="Segoe UI"/>
              </a:rPr>
              <a:t> </a:t>
            </a:r>
            <a:r>
              <a:rPr b="1" dirty="0">
                <a:latin typeface="Segoe UI"/>
                <a:cs typeface="Segoe UI"/>
              </a:rPr>
              <a:t>shall</a:t>
            </a:r>
            <a:r>
              <a:rPr b="1" spc="-40" dirty="0">
                <a:latin typeface="Segoe UI"/>
                <a:cs typeface="Segoe UI"/>
              </a:rPr>
              <a:t> </a:t>
            </a:r>
            <a:r>
              <a:rPr b="1" dirty="0">
                <a:latin typeface="Segoe UI"/>
                <a:cs typeface="Segoe UI"/>
              </a:rPr>
              <a:t>be</a:t>
            </a:r>
            <a:r>
              <a:rPr b="1" spc="-45" dirty="0">
                <a:latin typeface="Segoe UI"/>
                <a:cs typeface="Segoe UI"/>
              </a:rPr>
              <a:t> </a:t>
            </a:r>
            <a:r>
              <a:rPr b="1" dirty="0">
                <a:latin typeface="Segoe UI"/>
                <a:cs typeface="Segoe UI"/>
              </a:rPr>
              <a:t>added</a:t>
            </a:r>
            <a:r>
              <a:rPr b="1" spc="-40" dirty="0">
                <a:latin typeface="Segoe UI"/>
                <a:cs typeface="Segoe UI"/>
              </a:rPr>
              <a:t> </a:t>
            </a:r>
            <a:r>
              <a:rPr b="1" dirty="0">
                <a:latin typeface="Segoe UI"/>
                <a:cs typeface="Segoe UI"/>
              </a:rPr>
              <a:t>in</a:t>
            </a:r>
            <a:r>
              <a:rPr b="1" spc="-40" dirty="0">
                <a:latin typeface="Segoe UI"/>
                <a:cs typeface="Segoe UI"/>
              </a:rPr>
              <a:t> </a:t>
            </a:r>
            <a:r>
              <a:rPr b="1" dirty="0">
                <a:latin typeface="Segoe UI"/>
                <a:cs typeface="Segoe UI"/>
              </a:rPr>
              <a:t>the</a:t>
            </a:r>
            <a:r>
              <a:rPr b="1" spc="-40" dirty="0">
                <a:latin typeface="Segoe UI"/>
                <a:cs typeface="Segoe UI"/>
              </a:rPr>
              <a:t> </a:t>
            </a:r>
            <a:r>
              <a:rPr b="1" spc="-10" dirty="0">
                <a:latin typeface="Segoe UI"/>
                <a:cs typeface="Segoe UI"/>
              </a:rPr>
              <a:t>EDU-</a:t>
            </a:r>
            <a:r>
              <a:rPr b="1" dirty="0">
                <a:latin typeface="Segoe UI"/>
                <a:cs typeface="Segoe UI"/>
              </a:rPr>
              <a:t>Revolution</a:t>
            </a:r>
            <a:r>
              <a:rPr b="1" spc="-45" dirty="0">
                <a:latin typeface="Segoe UI"/>
                <a:cs typeface="Segoe UI"/>
              </a:rPr>
              <a:t> </a:t>
            </a:r>
            <a:r>
              <a:rPr b="1" dirty="0">
                <a:latin typeface="Segoe UI"/>
                <a:cs typeface="Segoe UI"/>
              </a:rPr>
              <a:t>Cart:</a:t>
            </a:r>
            <a:r>
              <a:rPr b="1" spc="-35" dirty="0">
                <a:latin typeface="Segoe UI"/>
                <a:cs typeface="Segoe UI"/>
              </a:rPr>
              <a:t> </a:t>
            </a:r>
            <a:r>
              <a:rPr b="1" dirty="0">
                <a:latin typeface="Segoe UI"/>
                <a:cs typeface="Segoe UI"/>
              </a:rPr>
              <a:t>Which</a:t>
            </a:r>
            <a:r>
              <a:rPr b="1" spc="-40" dirty="0">
                <a:latin typeface="Segoe UI"/>
                <a:cs typeface="Segoe UI"/>
              </a:rPr>
              <a:t> </a:t>
            </a:r>
            <a:r>
              <a:rPr b="1" dirty="0">
                <a:latin typeface="Segoe UI"/>
                <a:cs typeface="Segoe UI"/>
              </a:rPr>
              <a:t>you</a:t>
            </a:r>
            <a:r>
              <a:rPr b="1" spc="-45" dirty="0">
                <a:latin typeface="Segoe UI"/>
                <a:cs typeface="Segoe UI"/>
              </a:rPr>
              <a:t> </a:t>
            </a:r>
            <a:r>
              <a:rPr b="1" dirty="0">
                <a:latin typeface="Segoe UI"/>
                <a:cs typeface="Segoe UI"/>
              </a:rPr>
              <a:t>can</a:t>
            </a:r>
            <a:r>
              <a:rPr b="1" spc="-40" dirty="0">
                <a:latin typeface="Segoe UI"/>
                <a:cs typeface="Segoe UI"/>
              </a:rPr>
              <a:t> </a:t>
            </a:r>
            <a:r>
              <a:rPr b="1" spc="-10" dirty="0">
                <a:latin typeface="Segoe UI"/>
                <a:cs typeface="Segoe UI"/>
              </a:rPr>
              <a:t>Review,</a:t>
            </a:r>
            <a:r>
              <a:rPr b="1" spc="-35" dirty="0">
                <a:latin typeface="Segoe UI"/>
                <a:cs typeface="Segoe UI"/>
              </a:rPr>
              <a:t> </a:t>
            </a:r>
            <a:r>
              <a:rPr b="1" spc="-10" dirty="0">
                <a:latin typeface="Segoe UI"/>
                <a:cs typeface="Segoe UI"/>
              </a:rPr>
              <a:t>Modify, </a:t>
            </a:r>
            <a:r>
              <a:rPr b="1" dirty="0">
                <a:latin typeface="Segoe UI"/>
                <a:cs typeface="Segoe UI"/>
              </a:rPr>
              <a:t>and</a:t>
            </a:r>
            <a:r>
              <a:rPr b="1" spc="-5" dirty="0">
                <a:latin typeface="Segoe UI"/>
                <a:cs typeface="Segoe UI"/>
              </a:rPr>
              <a:t> </a:t>
            </a:r>
            <a:r>
              <a:rPr b="1" spc="-10" dirty="0">
                <a:latin typeface="Segoe UI"/>
                <a:cs typeface="Segoe UI"/>
              </a:rPr>
              <a:t>Remove</a:t>
            </a:r>
            <a:endParaRPr>
              <a:latin typeface="Segoe UI"/>
              <a:cs typeface="Segoe UI"/>
            </a:endParaRPr>
          </a:p>
        </p:txBody>
      </p:sp>
      <p:pic>
        <p:nvPicPr>
          <p:cNvPr id="5" name="object 5"/>
          <p:cNvPicPr/>
          <p:nvPr/>
        </p:nvPicPr>
        <p:blipFill>
          <a:blip r:embed="rId4" cstate="print"/>
          <a:stretch>
            <a:fillRect/>
          </a:stretch>
        </p:blipFill>
        <p:spPr>
          <a:xfrm>
            <a:off x="4100036" y="3747134"/>
            <a:ext cx="3290888" cy="171831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39779" y="727709"/>
            <a:ext cx="8051006" cy="775212"/>
          </a:xfrm>
          <a:prstGeom prst="rect">
            <a:avLst/>
          </a:prstGeom>
        </p:spPr>
        <p:txBody>
          <a:bodyPr vert="horz" wrap="square" lIns="0" tIns="43815" rIns="0" bIns="0" rtlCol="0">
            <a:spAutoFit/>
          </a:bodyPr>
          <a:lstStyle/>
          <a:p>
            <a:pPr marL="12700" marR="5080">
              <a:lnSpc>
                <a:spcPts val="1939"/>
              </a:lnSpc>
              <a:spcBef>
                <a:spcPts val="345"/>
              </a:spcBef>
            </a:pPr>
            <a:r>
              <a:rPr b="1" dirty="0">
                <a:latin typeface="Segoe UI"/>
                <a:cs typeface="Segoe UI"/>
              </a:rPr>
              <a:t>Step</a:t>
            </a:r>
            <a:r>
              <a:rPr b="1" spc="-45" dirty="0">
                <a:latin typeface="Segoe UI"/>
                <a:cs typeface="Segoe UI"/>
              </a:rPr>
              <a:t> </a:t>
            </a:r>
            <a:r>
              <a:rPr b="1" dirty="0">
                <a:latin typeface="Segoe UI"/>
                <a:cs typeface="Segoe UI"/>
              </a:rPr>
              <a:t>8::</a:t>
            </a:r>
            <a:r>
              <a:rPr b="1" spc="-40" dirty="0">
                <a:latin typeface="Segoe UI"/>
                <a:cs typeface="Segoe UI"/>
              </a:rPr>
              <a:t> </a:t>
            </a:r>
            <a:r>
              <a:rPr b="1" spc="-20" dirty="0">
                <a:latin typeface="Segoe UI"/>
                <a:cs typeface="Segoe UI"/>
              </a:rPr>
              <a:t>Your</a:t>
            </a:r>
            <a:r>
              <a:rPr b="1" spc="-45" dirty="0">
                <a:latin typeface="Segoe UI"/>
                <a:cs typeface="Segoe UI"/>
              </a:rPr>
              <a:t> </a:t>
            </a:r>
            <a:r>
              <a:rPr b="1" dirty="0">
                <a:latin typeface="Segoe UI"/>
                <a:cs typeface="Segoe UI"/>
              </a:rPr>
              <a:t>nomination</a:t>
            </a:r>
            <a:r>
              <a:rPr b="1" spc="-45" dirty="0">
                <a:latin typeface="Segoe UI"/>
                <a:cs typeface="Segoe UI"/>
              </a:rPr>
              <a:t> </a:t>
            </a:r>
            <a:r>
              <a:rPr b="1" dirty="0">
                <a:latin typeface="Segoe UI"/>
                <a:cs typeface="Segoe UI"/>
              </a:rPr>
              <a:t>shall</a:t>
            </a:r>
            <a:r>
              <a:rPr b="1" spc="-45" dirty="0">
                <a:latin typeface="Segoe UI"/>
                <a:cs typeface="Segoe UI"/>
              </a:rPr>
              <a:t> </a:t>
            </a:r>
            <a:r>
              <a:rPr b="1" dirty="0">
                <a:latin typeface="Segoe UI"/>
                <a:cs typeface="Segoe UI"/>
              </a:rPr>
              <a:t>be</a:t>
            </a:r>
            <a:r>
              <a:rPr b="1" spc="-45" dirty="0">
                <a:latin typeface="Segoe UI"/>
                <a:cs typeface="Segoe UI"/>
              </a:rPr>
              <a:t> </a:t>
            </a:r>
            <a:r>
              <a:rPr b="1" dirty="0">
                <a:latin typeface="Segoe UI"/>
                <a:cs typeface="Segoe UI"/>
              </a:rPr>
              <a:t>added</a:t>
            </a:r>
            <a:r>
              <a:rPr b="1" spc="-40" dirty="0">
                <a:latin typeface="Segoe UI"/>
                <a:cs typeface="Segoe UI"/>
              </a:rPr>
              <a:t> </a:t>
            </a:r>
            <a:r>
              <a:rPr b="1" dirty="0">
                <a:latin typeface="Segoe UI"/>
                <a:cs typeface="Segoe UI"/>
              </a:rPr>
              <a:t>in</a:t>
            </a:r>
            <a:r>
              <a:rPr b="1" spc="-45" dirty="0">
                <a:latin typeface="Segoe UI"/>
                <a:cs typeface="Segoe UI"/>
              </a:rPr>
              <a:t> </a:t>
            </a:r>
            <a:r>
              <a:rPr b="1" dirty="0">
                <a:latin typeface="Segoe UI"/>
                <a:cs typeface="Segoe UI"/>
              </a:rPr>
              <a:t>the</a:t>
            </a:r>
            <a:r>
              <a:rPr b="1" spc="-45" dirty="0">
                <a:latin typeface="Segoe UI"/>
                <a:cs typeface="Segoe UI"/>
              </a:rPr>
              <a:t> </a:t>
            </a:r>
            <a:r>
              <a:rPr b="1" spc="-10" dirty="0">
                <a:latin typeface="Segoe UI"/>
                <a:cs typeface="Segoe UI"/>
              </a:rPr>
              <a:t>EDU-</a:t>
            </a:r>
            <a:r>
              <a:rPr b="1" dirty="0">
                <a:latin typeface="Segoe UI"/>
                <a:cs typeface="Segoe UI"/>
              </a:rPr>
              <a:t>Revolution</a:t>
            </a:r>
            <a:r>
              <a:rPr b="1" spc="-45" dirty="0">
                <a:latin typeface="Segoe UI"/>
                <a:cs typeface="Segoe UI"/>
              </a:rPr>
              <a:t> </a:t>
            </a:r>
            <a:r>
              <a:rPr b="1" dirty="0">
                <a:latin typeface="Segoe UI"/>
                <a:cs typeface="Segoe UI"/>
              </a:rPr>
              <a:t>Cart:</a:t>
            </a:r>
            <a:r>
              <a:rPr b="1" spc="-40" dirty="0">
                <a:latin typeface="Segoe UI"/>
                <a:cs typeface="Segoe UI"/>
              </a:rPr>
              <a:t> </a:t>
            </a:r>
            <a:r>
              <a:rPr b="1" dirty="0">
                <a:latin typeface="Segoe UI"/>
                <a:cs typeface="Segoe UI"/>
              </a:rPr>
              <a:t>Which</a:t>
            </a:r>
            <a:r>
              <a:rPr b="1" spc="-45" dirty="0">
                <a:latin typeface="Segoe UI"/>
                <a:cs typeface="Segoe UI"/>
              </a:rPr>
              <a:t> </a:t>
            </a:r>
            <a:r>
              <a:rPr b="1" dirty="0">
                <a:latin typeface="Segoe UI"/>
                <a:cs typeface="Segoe UI"/>
              </a:rPr>
              <a:t>you</a:t>
            </a:r>
            <a:r>
              <a:rPr b="1" spc="-40" dirty="0">
                <a:latin typeface="Segoe UI"/>
                <a:cs typeface="Segoe UI"/>
              </a:rPr>
              <a:t> </a:t>
            </a:r>
            <a:r>
              <a:rPr b="1" dirty="0">
                <a:latin typeface="Segoe UI"/>
                <a:cs typeface="Segoe UI"/>
              </a:rPr>
              <a:t>can</a:t>
            </a:r>
            <a:r>
              <a:rPr b="1" spc="-45" dirty="0">
                <a:latin typeface="Segoe UI"/>
                <a:cs typeface="Segoe UI"/>
              </a:rPr>
              <a:t> </a:t>
            </a:r>
            <a:r>
              <a:rPr b="1" spc="-10" dirty="0">
                <a:latin typeface="Segoe UI"/>
                <a:cs typeface="Segoe UI"/>
              </a:rPr>
              <a:t>Review,</a:t>
            </a:r>
            <a:r>
              <a:rPr b="1" spc="-40" dirty="0">
                <a:latin typeface="Segoe UI"/>
                <a:cs typeface="Segoe UI"/>
              </a:rPr>
              <a:t> </a:t>
            </a:r>
            <a:r>
              <a:rPr b="1" spc="-10" dirty="0">
                <a:latin typeface="Segoe UI"/>
                <a:cs typeface="Segoe UI"/>
              </a:rPr>
              <a:t>Modify, </a:t>
            </a:r>
            <a:r>
              <a:rPr b="1" dirty="0">
                <a:latin typeface="Segoe UI"/>
                <a:cs typeface="Segoe UI"/>
              </a:rPr>
              <a:t>and</a:t>
            </a:r>
            <a:r>
              <a:rPr b="1" spc="-45" dirty="0">
                <a:latin typeface="Segoe UI"/>
                <a:cs typeface="Segoe UI"/>
              </a:rPr>
              <a:t> </a:t>
            </a:r>
            <a:r>
              <a:rPr b="1" dirty="0">
                <a:latin typeface="Segoe UI"/>
                <a:cs typeface="Segoe UI"/>
              </a:rPr>
              <a:t>Remove.</a:t>
            </a:r>
            <a:r>
              <a:rPr b="1" spc="-35" dirty="0">
                <a:latin typeface="Segoe UI"/>
                <a:cs typeface="Segoe UI"/>
              </a:rPr>
              <a:t> You</a:t>
            </a:r>
            <a:r>
              <a:rPr b="1" spc="-45" dirty="0">
                <a:latin typeface="Segoe UI"/>
                <a:cs typeface="Segoe UI"/>
              </a:rPr>
              <a:t> </a:t>
            </a:r>
            <a:r>
              <a:rPr b="1" dirty="0">
                <a:latin typeface="Segoe UI"/>
                <a:cs typeface="Segoe UI"/>
              </a:rPr>
              <a:t>have</a:t>
            </a:r>
            <a:r>
              <a:rPr b="1" spc="-40" dirty="0">
                <a:latin typeface="Segoe UI"/>
                <a:cs typeface="Segoe UI"/>
              </a:rPr>
              <a:t> </a:t>
            </a:r>
            <a:r>
              <a:rPr b="1" dirty="0">
                <a:latin typeface="Segoe UI"/>
                <a:cs typeface="Segoe UI"/>
              </a:rPr>
              <a:t>to</a:t>
            </a:r>
            <a:r>
              <a:rPr b="1" spc="-45" dirty="0">
                <a:latin typeface="Segoe UI"/>
                <a:cs typeface="Segoe UI"/>
              </a:rPr>
              <a:t> </a:t>
            </a:r>
            <a:r>
              <a:rPr b="1" dirty="0">
                <a:latin typeface="Segoe UI"/>
                <a:cs typeface="Segoe UI"/>
              </a:rPr>
              <a:t>click</a:t>
            </a:r>
            <a:r>
              <a:rPr b="1" spc="-40" dirty="0">
                <a:latin typeface="Segoe UI"/>
                <a:cs typeface="Segoe UI"/>
              </a:rPr>
              <a:t> </a:t>
            </a:r>
            <a:r>
              <a:rPr b="1" dirty="0">
                <a:latin typeface="Segoe UI"/>
                <a:cs typeface="Segoe UI"/>
              </a:rPr>
              <a:t>on</a:t>
            </a:r>
            <a:r>
              <a:rPr b="1" spc="-45" dirty="0">
                <a:latin typeface="Segoe UI"/>
                <a:cs typeface="Segoe UI"/>
              </a:rPr>
              <a:t> </a:t>
            </a:r>
            <a:r>
              <a:rPr b="1" dirty="0">
                <a:latin typeface="Segoe UI"/>
                <a:cs typeface="Segoe UI"/>
              </a:rPr>
              <a:t>“Final</a:t>
            </a:r>
            <a:r>
              <a:rPr b="1" spc="-40" dirty="0">
                <a:latin typeface="Segoe UI"/>
                <a:cs typeface="Segoe UI"/>
              </a:rPr>
              <a:t> </a:t>
            </a:r>
            <a:r>
              <a:rPr b="1" dirty="0">
                <a:latin typeface="Segoe UI"/>
                <a:cs typeface="Segoe UI"/>
              </a:rPr>
              <a:t>Submit”</a:t>
            </a:r>
            <a:r>
              <a:rPr b="1" spc="-40" dirty="0">
                <a:latin typeface="Segoe UI"/>
                <a:cs typeface="Segoe UI"/>
              </a:rPr>
              <a:t> </a:t>
            </a:r>
            <a:r>
              <a:rPr b="1" dirty="0">
                <a:latin typeface="Segoe UI"/>
                <a:cs typeface="Segoe UI"/>
              </a:rPr>
              <a:t>for</a:t>
            </a:r>
            <a:r>
              <a:rPr b="1" spc="-40" dirty="0">
                <a:latin typeface="Segoe UI"/>
                <a:cs typeface="Segoe UI"/>
              </a:rPr>
              <a:t> </a:t>
            </a:r>
            <a:r>
              <a:rPr b="1" dirty="0">
                <a:latin typeface="Segoe UI"/>
                <a:cs typeface="Segoe UI"/>
              </a:rPr>
              <a:t>submission</a:t>
            </a:r>
            <a:r>
              <a:rPr b="1" spc="-45" dirty="0">
                <a:latin typeface="Segoe UI"/>
                <a:cs typeface="Segoe UI"/>
              </a:rPr>
              <a:t> </a:t>
            </a:r>
            <a:r>
              <a:rPr b="1" dirty="0">
                <a:latin typeface="Segoe UI"/>
                <a:cs typeface="Segoe UI"/>
              </a:rPr>
              <a:t>of</a:t>
            </a:r>
            <a:r>
              <a:rPr b="1" spc="-40" dirty="0">
                <a:latin typeface="Segoe UI"/>
                <a:cs typeface="Segoe UI"/>
              </a:rPr>
              <a:t> </a:t>
            </a:r>
            <a:r>
              <a:rPr b="1" dirty="0">
                <a:latin typeface="Segoe UI"/>
                <a:cs typeface="Segoe UI"/>
              </a:rPr>
              <a:t>your</a:t>
            </a:r>
            <a:r>
              <a:rPr b="1" spc="-45" dirty="0">
                <a:latin typeface="Segoe UI"/>
                <a:cs typeface="Segoe UI"/>
              </a:rPr>
              <a:t> </a:t>
            </a:r>
            <a:r>
              <a:rPr b="1" spc="-10" dirty="0">
                <a:latin typeface="Segoe UI"/>
                <a:cs typeface="Segoe UI"/>
              </a:rPr>
              <a:t>nominations.</a:t>
            </a:r>
            <a:endParaRPr>
              <a:latin typeface="Segoe UI"/>
              <a:cs typeface="Segoe UI"/>
            </a:endParaRPr>
          </a:p>
        </p:txBody>
      </p:sp>
      <p:grpSp>
        <p:nvGrpSpPr>
          <p:cNvPr id="3" name="object 3"/>
          <p:cNvGrpSpPr/>
          <p:nvPr/>
        </p:nvGrpSpPr>
        <p:grpSpPr>
          <a:xfrm>
            <a:off x="1714882" y="1455419"/>
            <a:ext cx="8829675" cy="5140960"/>
            <a:chOff x="254508" y="1455419"/>
            <a:chExt cx="11772900" cy="5140960"/>
          </a:xfrm>
        </p:grpSpPr>
        <p:pic>
          <p:nvPicPr>
            <p:cNvPr id="4" name="object 4"/>
            <p:cNvPicPr/>
            <p:nvPr/>
          </p:nvPicPr>
          <p:blipFill>
            <a:blip r:embed="rId2" cstate="print"/>
            <a:stretch>
              <a:fillRect/>
            </a:stretch>
          </p:blipFill>
          <p:spPr>
            <a:xfrm>
              <a:off x="254508" y="1455419"/>
              <a:ext cx="11772900" cy="5140452"/>
            </a:xfrm>
            <a:prstGeom prst="rect">
              <a:avLst/>
            </a:prstGeom>
          </p:spPr>
        </p:pic>
        <p:sp>
          <p:nvSpPr>
            <p:cNvPr id="5" name="object 5"/>
            <p:cNvSpPr/>
            <p:nvPr/>
          </p:nvSpPr>
          <p:spPr>
            <a:xfrm>
              <a:off x="590121" y="1581264"/>
              <a:ext cx="1866900" cy="494030"/>
            </a:xfrm>
            <a:custGeom>
              <a:avLst/>
              <a:gdLst/>
              <a:ahLst/>
              <a:cxnLst/>
              <a:rect l="l" t="t" r="r" b="b"/>
              <a:pathLst>
                <a:path w="1866900" h="494030">
                  <a:moveTo>
                    <a:pt x="1785921" y="494029"/>
                  </a:moveTo>
                  <a:lnTo>
                    <a:pt x="80565" y="494029"/>
                  </a:lnTo>
                  <a:lnTo>
                    <a:pt x="71256" y="491489"/>
                  </a:lnTo>
                  <a:lnTo>
                    <a:pt x="57959" y="487679"/>
                  </a:lnTo>
                  <a:lnTo>
                    <a:pt x="53743" y="485139"/>
                  </a:lnTo>
                  <a:lnTo>
                    <a:pt x="49628" y="482600"/>
                  </a:lnTo>
                  <a:lnTo>
                    <a:pt x="45640" y="481329"/>
                  </a:lnTo>
                  <a:lnTo>
                    <a:pt x="41767" y="478789"/>
                  </a:lnTo>
                  <a:lnTo>
                    <a:pt x="38046" y="476250"/>
                  </a:lnTo>
                  <a:lnTo>
                    <a:pt x="34439" y="472439"/>
                  </a:lnTo>
                  <a:lnTo>
                    <a:pt x="30997" y="469900"/>
                  </a:lnTo>
                  <a:lnTo>
                    <a:pt x="27682" y="466089"/>
                  </a:lnTo>
                  <a:lnTo>
                    <a:pt x="24533" y="463550"/>
                  </a:lnTo>
                  <a:lnTo>
                    <a:pt x="21548" y="459739"/>
                  </a:lnTo>
                  <a:lnTo>
                    <a:pt x="5572" y="431800"/>
                  </a:lnTo>
                  <a:lnTo>
                    <a:pt x="4073" y="427989"/>
                  </a:lnTo>
                  <a:lnTo>
                    <a:pt x="2790" y="422909"/>
                  </a:lnTo>
                  <a:lnTo>
                    <a:pt x="1724" y="419100"/>
                  </a:lnTo>
                  <a:lnTo>
                    <a:pt x="885" y="414019"/>
                  </a:lnTo>
                  <a:lnTo>
                    <a:pt x="276" y="408939"/>
                  </a:lnTo>
                  <a:lnTo>
                    <a:pt x="0" y="405129"/>
                  </a:lnTo>
                  <a:lnTo>
                    <a:pt x="92" y="87629"/>
                  </a:lnTo>
                  <a:lnTo>
                    <a:pt x="184" y="86359"/>
                  </a:lnTo>
                  <a:lnTo>
                    <a:pt x="276" y="85089"/>
                  </a:lnTo>
                  <a:lnTo>
                    <a:pt x="885" y="80009"/>
                  </a:lnTo>
                  <a:lnTo>
                    <a:pt x="1724" y="74929"/>
                  </a:lnTo>
                  <a:lnTo>
                    <a:pt x="2790" y="71119"/>
                  </a:lnTo>
                  <a:lnTo>
                    <a:pt x="4073" y="66039"/>
                  </a:lnTo>
                  <a:lnTo>
                    <a:pt x="5572" y="62229"/>
                  </a:lnTo>
                  <a:lnTo>
                    <a:pt x="7286" y="57150"/>
                  </a:lnTo>
                  <a:lnTo>
                    <a:pt x="9191" y="53339"/>
                  </a:lnTo>
                  <a:lnTo>
                    <a:pt x="11299" y="49529"/>
                  </a:lnTo>
                  <a:lnTo>
                    <a:pt x="13585" y="45719"/>
                  </a:lnTo>
                  <a:lnTo>
                    <a:pt x="16062" y="40639"/>
                  </a:lnTo>
                  <a:lnTo>
                    <a:pt x="18716" y="38099"/>
                  </a:lnTo>
                  <a:lnTo>
                    <a:pt x="21548" y="34289"/>
                  </a:lnTo>
                  <a:lnTo>
                    <a:pt x="24533" y="30479"/>
                  </a:lnTo>
                  <a:lnTo>
                    <a:pt x="27682" y="26669"/>
                  </a:lnTo>
                  <a:lnTo>
                    <a:pt x="30997" y="24129"/>
                  </a:lnTo>
                  <a:lnTo>
                    <a:pt x="34439" y="21589"/>
                  </a:lnTo>
                  <a:lnTo>
                    <a:pt x="38046" y="17779"/>
                  </a:lnTo>
                  <a:lnTo>
                    <a:pt x="41767" y="15239"/>
                  </a:lnTo>
                  <a:lnTo>
                    <a:pt x="45640" y="12699"/>
                  </a:lnTo>
                  <a:lnTo>
                    <a:pt x="49628" y="10159"/>
                  </a:lnTo>
                  <a:lnTo>
                    <a:pt x="53743" y="8889"/>
                  </a:lnTo>
                  <a:lnTo>
                    <a:pt x="57959" y="6349"/>
                  </a:lnTo>
                  <a:lnTo>
                    <a:pt x="66722" y="3809"/>
                  </a:lnTo>
                  <a:lnTo>
                    <a:pt x="80565" y="0"/>
                  </a:lnTo>
                  <a:lnTo>
                    <a:pt x="1785921" y="0"/>
                  </a:lnTo>
                  <a:lnTo>
                    <a:pt x="1799764" y="3809"/>
                  </a:lnTo>
                  <a:lnTo>
                    <a:pt x="1808527" y="6349"/>
                  </a:lnTo>
                  <a:lnTo>
                    <a:pt x="1812744" y="8889"/>
                  </a:lnTo>
                  <a:lnTo>
                    <a:pt x="1816858" y="10159"/>
                  </a:lnTo>
                  <a:lnTo>
                    <a:pt x="1820846" y="12699"/>
                  </a:lnTo>
                  <a:lnTo>
                    <a:pt x="1824720" y="15239"/>
                  </a:lnTo>
                  <a:lnTo>
                    <a:pt x="1828441" y="17779"/>
                  </a:lnTo>
                  <a:lnTo>
                    <a:pt x="1832048" y="21589"/>
                  </a:lnTo>
                  <a:lnTo>
                    <a:pt x="1835489" y="24129"/>
                  </a:lnTo>
                  <a:lnTo>
                    <a:pt x="1838804" y="26669"/>
                  </a:lnTo>
                  <a:lnTo>
                    <a:pt x="1841954" y="30479"/>
                  </a:lnTo>
                  <a:lnTo>
                    <a:pt x="1844938" y="34289"/>
                  </a:lnTo>
                  <a:lnTo>
                    <a:pt x="1846826" y="36829"/>
                  </a:lnTo>
                  <a:lnTo>
                    <a:pt x="92567" y="36829"/>
                  </a:lnTo>
                  <a:lnTo>
                    <a:pt x="88693" y="38099"/>
                  </a:lnTo>
                  <a:lnTo>
                    <a:pt x="83969" y="38099"/>
                  </a:lnTo>
                  <a:lnTo>
                    <a:pt x="80286" y="39369"/>
                  </a:lnTo>
                  <a:lnTo>
                    <a:pt x="78495" y="39369"/>
                  </a:lnTo>
                  <a:lnTo>
                    <a:pt x="74952" y="40639"/>
                  </a:lnTo>
                  <a:lnTo>
                    <a:pt x="75828" y="40639"/>
                  </a:lnTo>
                  <a:lnTo>
                    <a:pt x="72374" y="41909"/>
                  </a:lnTo>
                  <a:lnTo>
                    <a:pt x="73237" y="41909"/>
                  </a:lnTo>
                  <a:lnTo>
                    <a:pt x="69859" y="43179"/>
                  </a:lnTo>
                  <a:lnTo>
                    <a:pt x="70697" y="43179"/>
                  </a:lnTo>
                  <a:lnTo>
                    <a:pt x="67408" y="44450"/>
                  </a:lnTo>
                  <a:lnTo>
                    <a:pt x="68221" y="44450"/>
                  </a:lnTo>
                  <a:lnTo>
                    <a:pt x="65033" y="45719"/>
                  </a:lnTo>
                  <a:lnTo>
                    <a:pt x="65808" y="45719"/>
                  </a:lnTo>
                  <a:lnTo>
                    <a:pt x="62722" y="46989"/>
                  </a:lnTo>
                  <a:lnTo>
                    <a:pt x="63484" y="46989"/>
                  </a:lnTo>
                  <a:lnTo>
                    <a:pt x="61985" y="48259"/>
                  </a:lnTo>
                  <a:lnTo>
                    <a:pt x="61223" y="48259"/>
                  </a:lnTo>
                  <a:lnTo>
                    <a:pt x="59782" y="49529"/>
                  </a:lnTo>
                  <a:lnTo>
                    <a:pt x="59051" y="49529"/>
                  </a:lnTo>
                  <a:lnTo>
                    <a:pt x="56283" y="52069"/>
                  </a:lnTo>
                  <a:lnTo>
                    <a:pt x="56956" y="52069"/>
                  </a:lnTo>
                  <a:lnTo>
                    <a:pt x="55629" y="53339"/>
                  </a:lnTo>
                  <a:lnTo>
                    <a:pt x="54949" y="53339"/>
                  </a:lnTo>
                  <a:lnTo>
                    <a:pt x="52422" y="55879"/>
                  </a:lnTo>
                  <a:lnTo>
                    <a:pt x="53044" y="55879"/>
                  </a:lnTo>
                  <a:lnTo>
                    <a:pt x="50644" y="58419"/>
                  </a:lnTo>
                  <a:lnTo>
                    <a:pt x="51228" y="58419"/>
                  </a:lnTo>
                  <a:lnTo>
                    <a:pt x="50091" y="59689"/>
                  </a:lnTo>
                  <a:lnTo>
                    <a:pt x="49501" y="59689"/>
                  </a:lnTo>
                  <a:lnTo>
                    <a:pt x="48087" y="62229"/>
                  </a:lnTo>
                  <a:lnTo>
                    <a:pt x="47901" y="62229"/>
                  </a:lnTo>
                  <a:lnTo>
                    <a:pt x="45907" y="64769"/>
                  </a:lnTo>
                  <a:lnTo>
                    <a:pt x="46389" y="64769"/>
                  </a:lnTo>
                  <a:lnTo>
                    <a:pt x="44561" y="67309"/>
                  </a:lnTo>
                  <a:lnTo>
                    <a:pt x="44992" y="67309"/>
                  </a:lnTo>
                  <a:lnTo>
                    <a:pt x="43316" y="69850"/>
                  </a:lnTo>
                  <a:lnTo>
                    <a:pt x="43710" y="69850"/>
                  </a:lnTo>
                  <a:lnTo>
                    <a:pt x="42186" y="72389"/>
                  </a:lnTo>
                  <a:lnTo>
                    <a:pt x="42554" y="72389"/>
                  </a:lnTo>
                  <a:lnTo>
                    <a:pt x="41195" y="74929"/>
                  </a:lnTo>
                  <a:lnTo>
                    <a:pt x="41513" y="74929"/>
                  </a:lnTo>
                  <a:lnTo>
                    <a:pt x="40319" y="77469"/>
                  </a:lnTo>
                  <a:lnTo>
                    <a:pt x="40598" y="77469"/>
                  </a:lnTo>
                  <a:lnTo>
                    <a:pt x="39231" y="82550"/>
                  </a:lnTo>
                  <a:lnTo>
                    <a:pt x="38947" y="83819"/>
                  </a:lnTo>
                  <a:lnTo>
                    <a:pt x="38477" y="86359"/>
                  </a:lnTo>
                  <a:lnTo>
                    <a:pt x="38134" y="88900"/>
                  </a:lnTo>
                  <a:lnTo>
                    <a:pt x="38134" y="405129"/>
                  </a:lnTo>
                  <a:lnTo>
                    <a:pt x="38617" y="408939"/>
                  </a:lnTo>
                  <a:lnTo>
                    <a:pt x="38926" y="410209"/>
                  </a:lnTo>
                  <a:lnTo>
                    <a:pt x="39150" y="411479"/>
                  </a:lnTo>
                  <a:lnTo>
                    <a:pt x="39514" y="412750"/>
                  </a:lnTo>
                  <a:lnTo>
                    <a:pt x="39798" y="414019"/>
                  </a:lnTo>
                  <a:lnTo>
                    <a:pt x="40255" y="415289"/>
                  </a:lnTo>
                  <a:lnTo>
                    <a:pt x="40598" y="416559"/>
                  </a:lnTo>
                  <a:lnTo>
                    <a:pt x="41513" y="419100"/>
                  </a:lnTo>
                  <a:lnTo>
                    <a:pt x="41195" y="419100"/>
                  </a:lnTo>
                  <a:lnTo>
                    <a:pt x="42554" y="421639"/>
                  </a:lnTo>
                  <a:lnTo>
                    <a:pt x="42186" y="421639"/>
                  </a:lnTo>
                  <a:lnTo>
                    <a:pt x="43710" y="424179"/>
                  </a:lnTo>
                  <a:lnTo>
                    <a:pt x="43316" y="424179"/>
                  </a:lnTo>
                  <a:lnTo>
                    <a:pt x="44992" y="426719"/>
                  </a:lnTo>
                  <a:lnTo>
                    <a:pt x="44561" y="426719"/>
                  </a:lnTo>
                  <a:lnTo>
                    <a:pt x="46389" y="429259"/>
                  </a:lnTo>
                  <a:lnTo>
                    <a:pt x="46571" y="429259"/>
                  </a:lnTo>
                  <a:lnTo>
                    <a:pt x="47901" y="431800"/>
                  </a:lnTo>
                  <a:lnTo>
                    <a:pt x="48087" y="431800"/>
                  </a:lnTo>
                  <a:lnTo>
                    <a:pt x="48832" y="433138"/>
                  </a:lnTo>
                  <a:lnTo>
                    <a:pt x="49106" y="433420"/>
                  </a:lnTo>
                  <a:lnTo>
                    <a:pt x="49501" y="434339"/>
                  </a:lnTo>
                  <a:lnTo>
                    <a:pt x="50091" y="434339"/>
                  </a:lnTo>
                  <a:lnTo>
                    <a:pt x="51228" y="435609"/>
                  </a:lnTo>
                  <a:lnTo>
                    <a:pt x="50644" y="435609"/>
                  </a:lnTo>
                  <a:lnTo>
                    <a:pt x="53044" y="438150"/>
                  </a:lnTo>
                  <a:lnTo>
                    <a:pt x="53686" y="438150"/>
                  </a:lnTo>
                  <a:lnTo>
                    <a:pt x="54949" y="439419"/>
                  </a:lnTo>
                  <a:lnTo>
                    <a:pt x="54302" y="439419"/>
                  </a:lnTo>
                  <a:lnTo>
                    <a:pt x="56956" y="441959"/>
                  </a:lnTo>
                  <a:lnTo>
                    <a:pt x="57667" y="441959"/>
                  </a:lnTo>
                  <a:lnTo>
                    <a:pt x="59051" y="443229"/>
                  </a:lnTo>
                  <a:lnTo>
                    <a:pt x="58340" y="443229"/>
                  </a:lnTo>
                  <a:lnTo>
                    <a:pt x="61223" y="445769"/>
                  </a:lnTo>
                  <a:lnTo>
                    <a:pt x="61985" y="445769"/>
                  </a:lnTo>
                  <a:lnTo>
                    <a:pt x="63484" y="447039"/>
                  </a:lnTo>
                  <a:lnTo>
                    <a:pt x="62722" y="447039"/>
                  </a:lnTo>
                  <a:lnTo>
                    <a:pt x="65808" y="448309"/>
                  </a:lnTo>
                  <a:lnTo>
                    <a:pt x="65033" y="448309"/>
                  </a:lnTo>
                  <a:lnTo>
                    <a:pt x="68221" y="449579"/>
                  </a:lnTo>
                  <a:lnTo>
                    <a:pt x="67408" y="449579"/>
                  </a:lnTo>
                  <a:lnTo>
                    <a:pt x="70697" y="450850"/>
                  </a:lnTo>
                  <a:lnTo>
                    <a:pt x="69859" y="450850"/>
                  </a:lnTo>
                  <a:lnTo>
                    <a:pt x="73237" y="452119"/>
                  </a:lnTo>
                  <a:lnTo>
                    <a:pt x="72374" y="452119"/>
                  </a:lnTo>
                  <a:lnTo>
                    <a:pt x="75828" y="453389"/>
                  </a:lnTo>
                  <a:lnTo>
                    <a:pt x="74952" y="453389"/>
                  </a:lnTo>
                  <a:lnTo>
                    <a:pt x="78495" y="454659"/>
                  </a:lnTo>
                  <a:lnTo>
                    <a:pt x="80286" y="454659"/>
                  </a:lnTo>
                  <a:lnTo>
                    <a:pt x="83969" y="455929"/>
                  </a:lnTo>
                  <a:lnTo>
                    <a:pt x="1847770" y="455929"/>
                  </a:lnTo>
                  <a:lnTo>
                    <a:pt x="1844938" y="459739"/>
                  </a:lnTo>
                  <a:lnTo>
                    <a:pt x="1841954" y="463550"/>
                  </a:lnTo>
                  <a:lnTo>
                    <a:pt x="1838804" y="466089"/>
                  </a:lnTo>
                  <a:lnTo>
                    <a:pt x="1835489" y="469900"/>
                  </a:lnTo>
                  <a:lnTo>
                    <a:pt x="1832048" y="472439"/>
                  </a:lnTo>
                  <a:lnTo>
                    <a:pt x="1828441" y="476250"/>
                  </a:lnTo>
                  <a:lnTo>
                    <a:pt x="1824720" y="478789"/>
                  </a:lnTo>
                  <a:lnTo>
                    <a:pt x="1820846" y="481329"/>
                  </a:lnTo>
                  <a:lnTo>
                    <a:pt x="1816858" y="482600"/>
                  </a:lnTo>
                  <a:lnTo>
                    <a:pt x="1812744" y="485139"/>
                  </a:lnTo>
                  <a:lnTo>
                    <a:pt x="1808527" y="487679"/>
                  </a:lnTo>
                  <a:lnTo>
                    <a:pt x="1799764" y="490219"/>
                  </a:lnTo>
                  <a:lnTo>
                    <a:pt x="1785921" y="494029"/>
                  </a:lnTo>
                  <a:close/>
                </a:path>
                <a:path w="1866900" h="494030">
                  <a:moveTo>
                    <a:pt x="1806000" y="49529"/>
                  </a:moveTo>
                  <a:lnTo>
                    <a:pt x="1803003" y="46989"/>
                  </a:lnTo>
                  <a:lnTo>
                    <a:pt x="1803765" y="46989"/>
                  </a:lnTo>
                  <a:lnTo>
                    <a:pt x="1800679" y="45719"/>
                  </a:lnTo>
                  <a:lnTo>
                    <a:pt x="1801453" y="45719"/>
                  </a:lnTo>
                  <a:lnTo>
                    <a:pt x="1798266" y="44450"/>
                  </a:lnTo>
                  <a:lnTo>
                    <a:pt x="1799078" y="44450"/>
                  </a:lnTo>
                  <a:lnTo>
                    <a:pt x="1795789" y="43179"/>
                  </a:lnTo>
                  <a:lnTo>
                    <a:pt x="1796627" y="43179"/>
                  </a:lnTo>
                  <a:lnTo>
                    <a:pt x="1793249" y="41909"/>
                  </a:lnTo>
                  <a:lnTo>
                    <a:pt x="1794113" y="41909"/>
                  </a:lnTo>
                  <a:lnTo>
                    <a:pt x="1790658" y="40639"/>
                  </a:lnTo>
                  <a:lnTo>
                    <a:pt x="1791535" y="40639"/>
                  </a:lnTo>
                  <a:lnTo>
                    <a:pt x="1787991" y="39369"/>
                  </a:lnTo>
                  <a:lnTo>
                    <a:pt x="1786201" y="39369"/>
                  </a:lnTo>
                  <a:lnTo>
                    <a:pt x="1782518" y="38099"/>
                  </a:lnTo>
                  <a:lnTo>
                    <a:pt x="1777793" y="38099"/>
                  </a:lnTo>
                  <a:lnTo>
                    <a:pt x="1773920" y="36829"/>
                  </a:lnTo>
                  <a:lnTo>
                    <a:pt x="1846826" y="36829"/>
                  </a:lnTo>
                  <a:lnTo>
                    <a:pt x="1847770" y="38099"/>
                  </a:lnTo>
                  <a:lnTo>
                    <a:pt x="1850424" y="40639"/>
                  </a:lnTo>
                  <a:lnTo>
                    <a:pt x="1852901" y="45719"/>
                  </a:lnTo>
                  <a:lnTo>
                    <a:pt x="1854425" y="48259"/>
                  </a:lnTo>
                  <a:lnTo>
                    <a:pt x="1805263" y="48259"/>
                  </a:lnTo>
                  <a:lnTo>
                    <a:pt x="1806000" y="49529"/>
                  </a:lnTo>
                  <a:close/>
                </a:path>
                <a:path w="1866900" h="494030">
                  <a:moveTo>
                    <a:pt x="77593" y="40639"/>
                  </a:moveTo>
                  <a:lnTo>
                    <a:pt x="78495" y="39369"/>
                  </a:lnTo>
                  <a:lnTo>
                    <a:pt x="81200" y="39369"/>
                  </a:lnTo>
                  <a:lnTo>
                    <a:pt x="77593" y="40639"/>
                  </a:lnTo>
                  <a:close/>
                </a:path>
                <a:path w="1866900" h="494030">
                  <a:moveTo>
                    <a:pt x="1788893" y="40639"/>
                  </a:moveTo>
                  <a:lnTo>
                    <a:pt x="1785286" y="39369"/>
                  </a:lnTo>
                  <a:lnTo>
                    <a:pt x="1787991" y="39369"/>
                  </a:lnTo>
                  <a:lnTo>
                    <a:pt x="1788893" y="40639"/>
                  </a:lnTo>
                  <a:close/>
                </a:path>
                <a:path w="1866900" h="494030">
                  <a:moveTo>
                    <a:pt x="60486" y="49529"/>
                  </a:moveTo>
                  <a:lnTo>
                    <a:pt x="61223" y="48259"/>
                  </a:lnTo>
                  <a:lnTo>
                    <a:pt x="61985" y="48259"/>
                  </a:lnTo>
                  <a:lnTo>
                    <a:pt x="60486" y="49529"/>
                  </a:lnTo>
                  <a:close/>
                </a:path>
                <a:path w="1866900" h="494030">
                  <a:moveTo>
                    <a:pt x="1808146" y="50800"/>
                  </a:moveTo>
                  <a:lnTo>
                    <a:pt x="1805263" y="48259"/>
                  </a:lnTo>
                  <a:lnTo>
                    <a:pt x="1854425" y="48259"/>
                  </a:lnTo>
                  <a:lnTo>
                    <a:pt x="1855187" y="49529"/>
                  </a:lnTo>
                  <a:lnTo>
                    <a:pt x="1807435" y="49529"/>
                  </a:lnTo>
                  <a:lnTo>
                    <a:pt x="1808146" y="50800"/>
                  </a:lnTo>
                  <a:close/>
                </a:path>
                <a:path w="1866900" h="494030">
                  <a:moveTo>
                    <a:pt x="58340" y="50800"/>
                  </a:moveTo>
                  <a:lnTo>
                    <a:pt x="59051" y="49529"/>
                  </a:lnTo>
                  <a:lnTo>
                    <a:pt x="59782" y="49529"/>
                  </a:lnTo>
                  <a:lnTo>
                    <a:pt x="58340" y="50800"/>
                  </a:lnTo>
                  <a:close/>
                </a:path>
                <a:path w="1866900" h="494030">
                  <a:moveTo>
                    <a:pt x="1812185" y="54609"/>
                  </a:moveTo>
                  <a:lnTo>
                    <a:pt x="1809530" y="52069"/>
                  </a:lnTo>
                  <a:lnTo>
                    <a:pt x="1810204" y="52069"/>
                  </a:lnTo>
                  <a:lnTo>
                    <a:pt x="1807435" y="49529"/>
                  </a:lnTo>
                  <a:lnTo>
                    <a:pt x="1855187" y="49529"/>
                  </a:lnTo>
                  <a:lnTo>
                    <a:pt x="1857295" y="53339"/>
                  </a:lnTo>
                  <a:lnTo>
                    <a:pt x="1811537" y="53339"/>
                  </a:lnTo>
                  <a:lnTo>
                    <a:pt x="1812185" y="54609"/>
                  </a:lnTo>
                  <a:close/>
                </a:path>
                <a:path w="1866900" h="494030">
                  <a:moveTo>
                    <a:pt x="54302" y="54609"/>
                  </a:moveTo>
                  <a:lnTo>
                    <a:pt x="54949" y="53339"/>
                  </a:lnTo>
                  <a:lnTo>
                    <a:pt x="55629" y="53339"/>
                  </a:lnTo>
                  <a:lnTo>
                    <a:pt x="54302" y="54609"/>
                  </a:lnTo>
                  <a:close/>
                </a:path>
                <a:path w="1866900" h="494030">
                  <a:moveTo>
                    <a:pt x="1817957" y="61435"/>
                  </a:moveTo>
                  <a:lnTo>
                    <a:pt x="1815258" y="58419"/>
                  </a:lnTo>
                  <a:lnTo>
                    <a:pt x="1815842" y="58419"/>
                  </a:lnTo>
                  <a:lnTo>
                    <a:pt x="1813442" y="55879"/>
                  </a:lnTo>
                  <a:lnTo>
                    <a:pt x="1814064" y="55879"/>
                  </a:lnTo>
                  <a:lnTo>
                    <a:pt x="1811537" y="53339"/>
                  </a:lnTo>
                  <a:lnTo>
                    <a:pt x="1857295" y="53339"/>
                  </a:lnTo>
                  <a:lnTo>
                    <a:pt x="1859200" y="57150"/>
                  </a:lnTo>
                  <a:lnTo>
                    <a:pt x="1860057" y="59689"/>
                  </a:lnTo>
                  <a:lnTo>
                    <a:pt x="1816985" y="59689"/>
                  </a:lnTo>
                  <a:lnTo>
                    <a:pt x="1817957" y="61435"/>
                  </a:lnTo>
                  <a:close/>
                </a:path>
                <a:path w="1866900" h="494030">
                  <a:moveTo>
                    <a:pt x="48529" y="61435"/>
                  </a:moveTo>
                  <a:lnTo>
                    <a:pt x="49501" y="59689"/>
                  </a:lnTo>
                  <a:lnTo>
                    <a:pt x="50091" y="59689"/>
                  </a:lnTo>
                  <a:lnTo>
                    <a:pt x="48529" y="61435"/>
                  </a:lnTo>
                  <a:close/>
                </a:path>
                <a:path w="1866900" h="494030">
                  <a:moveTo>
                    <a:pt x="1819106" y="63500"/>
                  </a:moveTo>
                  <a:lnTo>
                    <a:pt x="1817654" y="60891"/>
                  </a:lnTo>
                  <a:lnTo>
                    <a:pt x="1817381" y="60609"/>
                  </a:lnTo>
                  <a:lnTo>
                    <a:pt x="1816985" y="59689"/>
                  </a:lnTo>
                  <a:lnTo>
                    <a:pt x="1860057" y="59689"/>
                  </a:lnTo>
                  <a:lnTo>
                    <a:pt x="1860915" y="62229"/>
                  </a:lnTo>
                  <a:lnTo>
                    <a:pt x="1818586" y="62229"/>
                  </a:lnTo>
                  <a:lnTo>
                    <a:pt x="1819106" y="63500"/>
                  </a:lnTo>
                  <a:close/>
                </a:path>
                <a:path w="1866900" h="494030">
                  <a:moveTo>
                    <a:pt x="47380" y="63500"/>
                  </a:moveTo>
                  <a:lnTo>
                    <a:pt x="47901" y="62229"/>
                  </a:lnTo>
                  <a:lnTo>
                    <a:pt x="48087" y="62229"/>
                  </a:lnTo>
                  <a:lnTo>
                    <a:pt x="47380" y="63500"/>
                  </a:lnTo>
                  <a:close/>
                </a:path>
                <a:path w="1866900" h="494030">
                  <a:moveTo>
                    <a:pt x="1861914" y="429259"/>
                  </a:moveTo>
                  <a:lnTo>
                    <a:pt x="1820097" y="429259"/>
                  </a:lnTo>
                  <a:lnTo>
                    <a:pt x="1821926" y="426719"/>
                  </a:lnTo>
                  <a:lnTo>
                    <a:pt x="1821494" y="426719"/>
                  </a:lnTo>
                  <a:lnTo>
                    <a:pt x="1823170" y="424179"/>
                  </a:lnTo>
                  <a:lnTo>
                    <a:pt x="1822777" y="424179"/>
                  </a:lnTo>
                  <a:lnTo>
                    <a:pt x="1824301" y="421639"/>
                  </a:lnTo>
                  <a:lnTo>
                    <a:pt x="1823932" y="421639"/>
                  </a:lnTo>
                  <a:lnTo>
                    <a:pt x="1825291" y="419100"/>
                  </a:lnTo>
                  <a:lnTo>
                    <a:pt x="1824974" y="419100"/>
                  </a:lnTo>
                  <a:lnTo>
                    <a:pt x="1825888" y="416559"/>
                  </a:lnTo>
                  <a:lnTo>
                    <a:pt x="1826231" y="415289"/>
                  </a:lnTo>
                  <a:lnTo>
                    <a:pt x="1826688" y="414019"/>
                  </a:lnTo>
                  <a:lnTo>
                    <a:pt x="1826972" y="412750"/>
                  </a:lnTo>
                  <a:lnTo>
                    <a:pt x="1827336" y="411479"/>
                  </a:lnTo>
                  <a:lnTo>
                    <a:pt x="1827560" y="410209"/>
                  </a:lnTo>
                  <a:lnTo>
                    <a:pt x="1827869" y="408939"/>
                  </a:lnTo>
                  <a:lnTo>
                    <a:pt x="1828250" y="405129"/>
                  </a:lnTo>
                  <a:lnTo>
                    <a:pt x="1828352" y="88900"/>
                  </a:lnTo>
                  <a:lnTo>
                    <a:pt x="1828009" y="86359"/>
                  </a:lnTo>
                  <a:lnTo>
                    <a:pt x="1827539" y="83819"/>
                  </a:lnTo>
                  <a:lnTo>
                    <a:pt x="1827255" y="82550"/>
                  </a:lnTo>
                  <a:lnTo>
                    <a:pt x="1825888" y="77469"/>
                  </a:lnTo>
                  <a:lnTo>
                    <a:pt x="1826167" y="77469"/>
                  </a:lnTo>
                  <a:lnTo>
                    <a:pt x="1824974" y="74929"/>
                  </a:lnTo>
                  <a:lnTo>
                    <a:pt x="1825291" y="74929"/>
                  </a:lnTo>
                  <a:lnTo>
                    <a:pt x="1823932" y="72389"/>
                  </a:lnTo>
                  <a:lnTo>
                    <a:pt x="1824301" y="72389"/>
                  </a:lnTo>
                  <a:lnTo>
                    <a:pt x="1822777" y="69850"/>
                  </a:lnTo>
                  <a:lnTo>
                    <a:pt x="1823170" y="69850"/>
                  </a:lnTo>
                  <a:lnTo>
                    <a:pt x="1821494" y="67309"/>
                  </a:lnTo>
                  <a:lnTo>
                    <a:pt x="1821926" y="67309"/>
                  </a:lnTo>
                  <a:lnTo>
                    <a:pt x="1820097" y="64769"/>
                  </a:lnTo>
                  <a:lnTo>
                    <a:pt x="1820579" y="64769"/>
                  </a:lnTo>
                  <a:lnTo>
                    <a:pt x="1818586" y="62229"/>
                  </a:lnTo>
                  <a:lnTo>
                    <a:pt x="1860915" y="62229"/>
                  </a:lnTo>
                  <a:lnTo>
                    <a:pt x="1862413" y="66039"/>
                  </a:lnTo>
                  <a:lnTo>
                    <a:pt x="1863696" y="71119"/>
                  </a:lnTo>
                  <a:lnTo>
                    <a:pt x="1864763" y="74929"/>
                  </a:lnTo>
                  <a:lnTo>
                    <a:pt x="1865601" y="80009"/>
                  </a:lnTo>
                  <a:lnTo>
                    <a:pt x="1866211" y="85089"/>
                  </a:lnTo>
                  <a:lnTo>
                    <a:pt x="1866303" y="86359"/>
                  </a:lnTo>
                  <a:lnTo>
                    <a:pt x="1866395" y="87629"/>
                  </a:lnTo>
                  <a:lnTo>
                    <a:pt x="1866487" y="405129"/>
                  </a:lnTo>
                  <a:lnTo>
                    <a:pt x="1863696" y="422909"/>
                  </a:lnTo>
                  <a:lnTo>
                    <a:pt x="1862413" y="427989"/>
                  </a:lnTo>
                  <a:lnTo>
                    <a:pt x="1861914" y="429259"/>
                  </a:lnTo>
                  <a:close/>
                </a:path>
                <a:path w="1866900" h="494030">
                  <a:moveTo>
                    <a:pt x="46571" y="429259"/>
                  </a:moveTo>
                  <a:lnTo>
                    <a:pt x="46389" y="429259"/>
                  </a:lnTo>
                  <a:lnTo>
                    <a:pt x="45907" y="427989"/>
                  </a:lnTo>
                  <a:lnTo>
                    <a:pt x="46571" y="429259"/>
                  </a:lnTo>
                  <a:close/>
                </a:path>
                <a:path w="1866900" h="494030">
                  <a:moveTo>
                    <a:pt x="1860915" y="431800"/>
                  </a:moveTo>
                  <a:lnTo>
                    <a:pt x="1818586" y="431800"/>
                  </a:lnTo>
                  <a:lnTo>
                    <a:pt x="1820579" y="427989"/>
                  </a:lnTo>
                  <a:lnTo>
                    <a:pt x="1820097" y="429259"/>
                  </a:lnTo>
                  <a:lnTo>
                    <a:pt x="1861914" y="429259"/>
                  </a:lnTo>
                  <a:lnTo>
                    <a:pt x="1860915" y="431800"/>
                  </a:lnTo>
                  <a:close/>
                </a:path>
                <a:path w="1866900" h="494030">
                  <a:moveTo>
                    <a:pt x="48087" y="431800"/>
                  </a:moveTo>
                  <a:lnTo>
                    <a:pt x="47901" y="431800"/>
                  </a:lnTo>
                  <a:lnTo>
                    <a:pt x="47380" y="430529"/>
                  </a:lnTo>
                  <a:lnTo>
                    <a:pt x="48087" y="431800"/>
                  </a:lnTo>
                  <a:close/>
                </a:path>
                <a:path w="1866900" h="494030">
                  <a:moveTo>
                    <a:pt x="1860057" y="434339"/>
                  </a:moveTo>
                  <a:lnTo>
                    <a:pt x="1816985" y="434339"/>
                  </a:lnTo>
                  <a:lnTo>
                    <a:pt x="1819106" y="430529"/>
                  </a:lnTo>
                  <a:lnTo>
                    <a:pt x="1818586" y="431800"/>
                  </a:lnTo>
                  <a:lnTo>
                    <a:pt x="1860915" y="431800"/>
                  </a:lnTo>
                  <a:lnTo>
                    <a:pt x="1860057" y="434339"/>
                  </a:lnTo>
                  <a:close/>
                </a:path>
                <a:path w="1866900" h="494030">
                  <a:moveTo>
                    <a:pt x="50091" y="434339"/>
                  </a:moveTo>
                  <a:lnTo>
                    <a:pt x="49501" y="434339"/>
                  </a:lnTo>
                  <a:lnTo>
                    <a:pt x="48529" y="432594"/>
                  </a:lnTo>
                  <a:lnTo>
                    <a:pt x="50091" y="434339"/>
                  </a:lnTo>
                  <a:close/>
                </a:path>
                <a:path w="1866900" h="494030">
                  <a:moveTo>
                    <a:pt x="1858565" y="438150"/>
                  </a:moveTo>
                  <a:lnTo>
                    <a:pt x="1813442" y="438150"/>
                  </a:lnTo>
                  <a:lnTo>
                    <a:pt x="1815842" y="435609"/>
                  </a:lnTo>
                  <a:lnTo>
                    <a:pt x="1815258" y="435609"/>
                  </a:lnTo>
                  <a:lnTo>
                    <a:pt x="1817957" y="432594"/>
                  </a:lnTo>
                  <a:lnTo>
                    <a:pt x="1816985" y="434339"/>
                  </a:lnTo>
                  <a:lnTo>
                    <a:pt x="1860057" y="434339"/>
                  </a:lnTo>
                  <a:lnTo>
                    <a:pt x="1859200" y="436879"/>
                  </a:lnTo>
                  <a:lnTo>
                    <a:pt x="1858565" y="438150"/>
                  </a:lnTo>
                  <a:close/>
                </a:path>
                <a:path w="1866900" h="494030">
                  <a:moveTo>
                    <a:pt x="53686" y="438150"/>
                  </a:moveTo>
                  <a:lnTo>
                    <a:pt x="53044" y="438150"/>
                  </a:lnTo>
                  <a:lnTo>
                    <a:pt x="52422" y="436879"/>
                  </a:lnTo>
                  <a:lnTo>
                    <a:pt x="53686" y="438150"/>
                  </a:lnTo>
                  <a:close/>
                </a:path>
                <a:path w="1866900" h="494030">
                  <a:moveTo>
                    <a:pt x="1856592" y="441959"/>
                  </a:moveTo>
                  <a:lnTo>
                    <a:pt x="1809530" y="441959"/>
                  </a:lnTo>
                  <a:lnTo>
                    <a:pt x="1812185" y="439419"/>
                  </a:lnTo>
                  <a:lnTo>
                    <a:pt x="1811537" y="439419"/>
                  </a:lnTo>
                  <a:lnTo>
                    <a:pt x="1814064" y="436879"/>
                  </a:lnTo>
                  <a:lnTo>
                    <a:pt x="1813442" y="438150"/>
                  </a:lnTo>
                  <a:lnTo>
                    <a:pt x="1858565" y="438150"/>
                  </a:lnTo>
                  <a:lnTo>
                    <a:pt x="1857295" y="440689"/>
                  </a:lnTo>
                  <a:lnTo>
                    <a:pt x="1856592" y="441959"/>
                  </a:lnTo>
                  <a:close/>
                </a:path>
                <a:path w="1866900" h="494030">
                  <a:moveTo>
                    <a:pt x="57667" y="441959"/>
                  </a:moveTo>
                  <a:lnTo>
                    <a:pt x="56956" y="441959"/>
                  </a:lnTo>
                  <a:lnTo>
                    <a:pt x="56283" y="440689"/>
                  </a:lnTo>
                  <a:lnTo>
                    <a:pt x="57667" y="441959"/>
                  </a:lnTo>
                  <a:close/>
                </a:path>
                <a:path w="1866900" h="494030">
                  <a:moveTo>
                    <a:pt x="1854425" y="445769"/>
                  </a:moveTo>
                  <a:lnTo>
                    <a:pt x="1805263" y="445769"/>
                  </a:lnTo>
                  <a:lnTo>
                    <a:pt x="1808146" y="443229"/>
                  </a:lnTo>
                  <a:lnTo>
                    <a:pt x="1807435" y="443229"/>
                  </a:lnTo>
                  <a:lnTo>
                    <a:pt x="1810204" y="440689"/>
                  </a:lnTo>
                  <a:lnTo>
                    <a:pt x="1809530" y="441959"/>
                  </a:lnTo>
                  <a:lnTo>
                    <a:pt x="1856592" y="441959"/>
                  </a:lnTo>
                  <a:lnTo>
                    <a:pt x="1855187" y="444500"/>
                  </a:lnTo>
                  <a:lnTo>
                    <a:pt x="1854425" y="445769"/>
                  </a:lnTo>
                  <a:close/>
                </a:path>
                <a:path w="1866900" h="494030">
                  <a:moveTo>
                    <a:pt x="61985" y="445769"/>
                  </a:moveTo>
                  <a:lnTo>
                    <a:pt x="61223" y="445769"/>
                  </a:lnTo>
                  <a:lnTo>
                    <a:pt x="60486" y="444500"/>
                  </a:lnTo>
                  <a:lnTo>
                    <a:pt x="61985" y="445769"/>
                  </a:lnTo>
                  <a:close/>
                </a:path>
                <a:path w="1866900" h="494030">
                  <a:moveTo>
                    <a:pt x="1847770" y="455929"/>
                  </a:moveTo>
                  <a:lnTo>
                    <a:pt x="1782518" y="455929"/>
                  </a:lnTo>
                  <a:lnTo>
                    <a:pt x="1786201" y="454659"/>
                  </a:lnTo>
                  <a:lnTo>
                    <a:pt x="1787991" y="454659"/>
                  </a:lnTo>
                  <a:lnTo>
                    <a:pt x="1791535" y="453389"/>
                  </a:lnTo>
                  <a:lnTo>
                    <a:pt x="1790658" y="453389"/>
                  </a:lnTo>
                  <a:lnTo>
                    <a:pt x="1794113" y="452119"/>
                  </a:lnTo>
                  <a:lnTo>
                    <a:pt x="1793249" y="452119"/>
                  </a:lnTo>
                  <a:lnTo>
                    <a:pt x="1796627" y="450850"/>
                  </a:lnTo>
                  <a:lnTo>
                    <a:pt x="1795789" y="450850"/>
                  </a:lnTo>
                  <a:lnTo>
                    <a:pt x="1799078" y="449579"/>
                  </a:lnTo>
                  <a:lnTo>
                    <a:pt x="1798266" y="449579"/>
                  </a:lnTo>
                  <a:lnTo>
                    <a:pt x="1801453" y="448309"/>
                  </a:lnTo>
                  <a:lnTo>
                    <a:pt x="1800679" y="448309"/>
                  </a:lnTo>
                  <a:lnTo>
                    <a:pt x="1803765" y="447039"/>
                  </a:lnTo>
                  <a:lnTo>
                    <a:pt x="1803003" y="447039"/>
                  </a:lnTo>
                  <a:lnTo>
                    <a:pt x="1806000" y="444500"/>
                  </a:lnTo>
                  <a:lnTo>
                    <a:pt x="1805263" y="445769"/>
                  </a:lnTo>
                  <a:lnTo>
                    <a:pt x="1854425" y="445769"/>
                  </a:lnTo>
                  <a:lnTo>
                    <a:pt x="1852901" y="448309"/>
                  </a:lnTo>
                  <a:lnTo>
                    <a:pt x="1850424" y="452119"/>
                  </a:lnTo>
                  <a:lnTo>
                    <a:pt x="1847770" y="455929"/>
                  </a:lnTo>
                  <a:close/>
                </a:path>
                <a:path w="1866900" h="494030">
                  <a:moveTo>
                    <a:pt x="81200" y="454659"/>
                  </a:moveTo>
                  <a:lnTo>
                    <a:pt x="78495" y="454659"/>
                  </a:lnTo>
                  <a:lnTo>
                    <a:pt x="77593" y="453389"/>
                  </a:lnTo>
                  <a:lnTo>
                    <a:pt x="81200" y="454659"/>
                  </a:lnTo>
                  <a:close/>
                </a:path>
                <a:path w="1866900" h="494030">
                  <a:moveTo>
                    <a:pt x="1787991" y="454659"/>
                  </a:moveTo>
                  <a:lnTo>
                    <a:pt x="1785286" y="454659"/>
                  </a:lnTo>
                  <a:lnTo>
                    <a:pt x="1788893" y="453389"/>
                  </a:lnTo>
                  <a:lnTo>
                    <a:pt x="1787991" y="454659"/>
                  </a:lnTo>
                  <a:close/>
                </a:path>
                <a:path w="1866900" h="494030">
                  <a:moveTo>
                    <a:pt x="86788" y="455929"/>
                  </a:moveTo>
                  <a:lnTo>
                    <a:pt x="83969" y="455929"/>
                  </a:lnTo>
                  <a:lnTo>
                    <a:pt x="83042" y="454659"/>
                  </a:lnTo>
                  <a:lnTo>
                    <a:pt x="86788" y="455929"/>
                  </a:lnTo>
                  <a:close/>
                </a:path>
                <a:path w="1866900" h="494030">
                  <a:moveTo>
                    <a:pt x="1782518" y="455929"/>
                  </a:moveTo>
                  <a:lnTo>
                    <a:pt x="1779698" y="455929"/>
                  </a:lnTo>
                  <a:lnTo>
                    <a:pt x="1783445" y="454659"/>
                  </a:lnTo>
                  <a:lnTo>
                    <a:pt x="1782518" y="455929"/>
                  </a:lnTo>
                  <a:close/>
                </a:path>
              </a:pathLst>
            </a:custGeom>
            <a:solidFill>
              <a:srgbClr val="FF0000"/>
            </a:solidFill>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39779" y="727709"/>
            <a:ext cx="5264468" cy="566822"/>
          </a:xfrm>
          <a:prstGeom prst="rect">
            <a:avLst/>
          </a:prstGeom>
        </p:spPr>
        <p:txBody>
          <a:bodyPr vert="horz" wrap="square" lIns="0" tIns="12700" rIns="0" bIns="0" rtlCol="0">
            <a:spAutoFit/>
          </a:bodyPr>
          <a:lstStyle/>
          <a:p>
            <a:pPr marL="12700">
              <a:spcBef>
                <a:spcPts val="100"/>
              </a:spcBef>
            </a:pPr>
            <a:r>
              <a:rPr b="1" spc="-20" dirty="0">
                <a:latin typeface="Segoe UI"/>
                <a:cs typeface="Segoe UI"/>
              </a:rPr>
              <a:t>Your</a:t>
            </a:r>
            <a:r>
              <a:rPr b="1" spc="-50" dirty="0">
                <a:latin typeface="Segoe UI"/>
                <a:cs typeface="Segoe UI"/>
              </a:rPr>
              <a:t> </a:t>
            </a:r>
            <a:r>
              <a:rPr b="1" dirty="0">
                <a:latin typeface="Segoe UI"/>
                <a:cs typeface="Segoe UI"/>
              </a:rPr>
              <a:t>can</a:t>
            </a:r>
            <a:r>
              <a:rPr b="1" spc="-45" dirty="0">
                <a:latin typeface="Segoe UI"/>
                <a:cs typeface="Segoe UI"/>
              </a:rPr>
              <a:t> </a:t>
            </a:r>
            <a:r>
              <a:rPr b="1" dirty="0">
                <a:latin typeface="Segoe UI"/>
                <a:cs typeface="Segoe UI"/>
              </a:rPr>
              <a:t>track</a:t>
            </a:r>
            <a:r>
              <a:rPr b="1" spc="-50" dirty="0">
                <a:latin typeface="Segoe UI"/>
                <a:cs typeface="Segoe UI"/>
              </a:rPr>
              <a:t> </a:t>
            </a:r>
            <a:r>
              <a:rPr b="1" dirty="0">
                <a:latin typeface="Segoe UI"/>
                <a:cs typeface="Segoe UI"/>
              </a:rPr>
              <a:t>the</a:t>
            </a:r>
            <a:r>
              <a:rPr b="1" spc="-45" dirty="0">
                <a:latin typeface="Segoe UI"/>
                <a:cs typeface="Segoe UI"/>
              </a:rPr>
              <a:t> </a:t>
            </a:r>
            <a:r>
              <a:rPr b="1" dirty="0">
                <a:latin typeface="Segoe UI"/>
                <a:cs typeface="Segoe UI"/>
              </a:rPr>
              <a:t>progress</a:t>
            </a:r>
            <a:r>
              <a:rPr b="1" spc="-50" dirty="0">
                <a:latin typeface="Segoe UI"/>
                <a:cs typeface="Segoe UI"/>
              </a:rPr>
              <a:t> </a:t>
            </a:r>
            <a:r>
              <a:rPr b="1" dirty="0">
                <a:latin typeface="Segoe UI"/>
                <a:cs typeface="Segoe UI"/>
              </a:rPr>
              <a:t>from</a:t>
            </a:r>
            <a:r>
              <a:rPr b="1" spc="-45" dirty="0">
                <a:latin typeface="Segoe UI"/>
                <a:cs typeface="Segoe UI"/>
              </a:rPr>
              <a:t> </a:t>
            </a:r>
            <a:r>
              <a:rPr b="1" dirty="0">
                <a:latin typeface="Segoe UI"/>
                <a:cs typeface="Segoe UI"/>
              </a:rPr>
              <a:t>the</a:t>
            </a:r>
            <a:r>
              <a:rPr b="1" spc="-50" dirty="0">
                <a:latin typeface="Segoe UI"/>
                <a:cs typeface="Segoe UI"/>
              </a:rPr>
              <a:t> </a:t>
            </a:r>
            <a:r>
              <a:rPr b="1" spc="-10" dirty="0">
                <a:latin typeface="Segoe UI"/>
                <a:cs typeface="Segoe UI"/>
              </a:rPr>
              <a:t>Track</a:t>
            </a:r>
            <a:r>
              <a:rPr b="1" spc="-45" dirty="0">
                <a:latin typeface="Segoe UI"/>
                <a:cs typeface="Segoe UI"/>
              </a:rPr>
              <a:t> </a:t>
            </a:r>
            <a:r>
              <a:rPr b="1" dirty="0">
                <a:latin typeface="Segoe UI"/>
                <a:cs typeface="Segoe UI"/>
              </a:rPr>
              <a:t>Progress</a:t>
            </a:r>
            <a:r>
              <a:rPr b="1" spc="-50" dirty="0">
                <a:latin typeface="Segoe UI"/>
                <a:cs typeface="Segoe UI"/>
              </a:rPr>
              <a:t> </a:t>
            </a:r>
            <a:r>
              <a:rPr b="1" dirty="0">
                <a:latin typeface="Segoe UI"/>
                <a:cs typeface="Segoe UI"/>
              </a:rPr>
              <a:t>tab</a:t>
            </a:r>
            <a:r>
              <a:rPr b="1" spc="-45" dirty="0">
                <a:latin typeface="Segoe UI"/>
                <a:cs typeface="Segoe UI"/>
              </a:rPr>
              <a:t> </a:t>
            </a:r>
            <a:r>
              <a:rPr b="1" spc="-10" dirty="0">
                <a:latin typeface="Segoe UI"/>
                <a:cs typeface="Segoe UI"/>
              </a:rPr>
              <a:t>provided</a:t>
            </a:r>
            <a:endParaRPr>
              <a:latin typeface="Segoe UI"/>
              <a:cs typeface="Segoe UI"/>
            </a:endParaRPr>
          </a:p>
        </p:txBody>
      </p:sp>
      <p:grpSp>
        <p:nvGrpSpPr>
          <p:cNvPr id="3" name="object 3"/>
          <p:cNvGrpSpPr/>
          <p:nvPr/>
        </p:nvGrpSpPr>
        <p:grpSpPr>
          <a:xfrm>
            <a:off x="1609726" y="1594884"/>
            <a:ext cx="8946356" cy="4811112"/>
            <a:chOff x="114300" y="1218679"/>
            <a:chExt cx="11928475" cy="5187315"/>
          </a:xfrm>
        </p:grpSpPr>
        <p:pic>
          <p:nvPicPr>
            <p:cNvPr id="4" name="object 4"/>
            <p:cNvPicPr/>
            <p:nvPr/>
          </p:nvPicPr>
          <p:blipFill>
            <a:blip r:embed="rId2" cstate="print"/>
            <a:stretch>
              <a:fillRect/>
            </a:stretch>
          </p:blipFill>
          <p:spPr>
            <a:xfrm>
              <a:off x="114300" y="1237487"/>
              <a:ext cx="11928348" cy="5167884"/>
            </a:xfrm>
            <a:prstGeom prst="rect">
              <a:avLst/>
            </a:prstGeom>
          </p:spPr>
        </p:pic>
        <p:sp>
          <p:nvSpPr>
            <p:cNvPr id="5" name="object 5"/>
            <p:cNvSpPr/>
            <p:nvPr/>
          </p:nvSpPr>
          <p:spPr>
            <a:xfrm>
              <a:off x="1969976" y="1218679"/>
              <a:ext cx="1924050" cy="494030"/>
            </a:xfrm>
            <a:custGeom>
              <a:avLst/>
              <a:gdLst/>
              <a:ahLst/>
              <a:cxnLst/>
              <a:rect l="l" t="t" r="r" b="b"/>
              <a:pathLst>
                <a:path w="1924050" h="494030">
                  <a:moveTo>
                    <a:pt x="1843071" y="494030"/>
                  </a:moveTo>
                  <a:lnTo>
                    <a:pt x="80565" y="494030"/>
                  </a:lnTo>
                  <a:lnTo>
                    <a:pt x="71256" y="491489"/>
                  </a:lnTo>
                  <a:lnTo>
                    <a:pt x="57959" y="487680"/>
                  </a:lnTo>
                  <a:lnTo>
                    <a:pt x="53743" y="485139"/>
                  </a:lnTo>
                  <a:lnTo>
                    <a:pt x="49628" y="482600"/>
                  </a:lnTo>
                  <a:lnTo>
                    <a:pt x="45640" y="481330"/>
                  </a:lnTo>
                  <a:lnTo>
                    <a:pt x="41767" y="478789"/>
                  </a:lnTo>
                  <a:lnTo>
                    <a:pt x="38046" y="476250"/>
                  </a:lnTo>
                  <a:lnTo>
                    <a:pt x="34439" y="472439"/>
                  </a:lnTo>
                  <a:lnTo>
                    <a:pt x="30997" y="469900"/>
                  </a:lnTo>
                  <a:lnTo>
                    <a:pt x="27682" y="466089"/>
                  </a:lnTo>
                  <a:lnTo>
                    <a:pt x="24533" y="463550"/>
                  </a:lnTo>
                  <a:lnTo>
                    <a:pt x="21548" y="459739"/>
                  </a:lnTo>
                  <a:lnTo>
                    <a:pt x="5572" y="431800"/>
                  </a:lnTo>
                  <a:lnTo>
                    <a:pt x="4073" y="427989"/>
                  </a:lnTo>
                  <a:lnTo>
                    <a:pt x="2790" y="422910"/>
                  </a:lnTo>
                  <a:lnTo>
                    <a:pt x="1724" y="419100"/>
                  </a:lnTo>
                  <a:lnTo>
                    <a:pt x="885" y="414019"/>
                  </a:lnTo>
                  <a:lnTo>
                    <a:pt x="276" y="408939"/>
                  </a:lnTo>
                  <a:lnTo>
                    <a:pt x="0" y="405130"/>
                  </a:lnTo>
                  <a:lnTo>
                    <a:pt x="92" y="87630"/>
                  </a:lnTo>
                  <a:lnTo>
                    <a:pt x="2790" y="71119"/>
                  </a:lnTo>
                  <a:lnTo>
                    <a:pt x="4073" y="66040"/>
                  </a:lnTo>
                  <a:lnTo>
                    <a:pt x="5572" y="62230"/>
                  </a:lnTo>
                  <a:lnTo>
                    <a:pt x="7286" y="57150"/>
                  </a:lnTo>
                  <a:lnTo>
                    <a:pt x="9191" y="53340"/>
                  </a:lnTo>
                  <a:lnTo>
                    <a:pt x="11299" y="49530"/>
                  </a:lnTo>
                  <a:lnTo>
                    <a:pt x="13585" y="45719"/>
                  </a:lnTo>
                  <a:lnTo>
                    <a:pt x="16062" y="40640"/>
                  </a:lnTo>
                  <a:lnTo>
                    <a:pt x="18716" y="38100"/>
                  </a:lnTo>
                  <a:lnTo>
                    <a:pt x="21548" y="34290"/>
                  </a:lnTo>
                  <a:lnTo>
                    <a:pt x="24533" y="30480"/>
                  </a:lnTo>
                  <a:lnTo>
                    <a:pt x="27682" y="26669"/>
                  </a:lnTo>
                  <a:lnTo>
                    <a:pt x="30997" y="24130"/>
                  </a:lnTo>
                  <a:lnTo>
                    <a:pt x="34439" y="21590"/>
                  </a:lnTo>
                  <a:lnTo>
                    <a:pt x="38046" y="17780"/>
                  </a:lnTo>
                  <a:lnTo>
                    <a:pt x="41767" y="15240"/>
                  </a:lnTo>
                  <a:lnTo>
                    <a:pt x="45640" y="12700"/>
                  </a:lnTo>
                  <a:lnTo>
                    <a:pt x="49628" y="10159"/>
                  </a:lnTo>
                  <a:lnTo>
                    <a:pt x="53743" y="8890"/>
                  </a:lnTo>
                  <a:lnTo>
                    <a:pt x="57959" y="6350"/>
                  </a:lnTo>
                  <a:lnTo>
                    <a:pt x="66722" y="3809"/>
                  </a:lnTo>
                  <a:lnTo>
                    <a:pt x="80565" y="0"/>
                  </a:lnTo>
                  <a:lnTo>
                    <a:pt x="1843071" y="0"/>
                  </a:lnTo>
                  <a:lnTo>
                    <a:pt x="1856914" y="3809"/>
                  </a:lnTo>
                  <a:lnTo>
                    <a:pt x="1865677" y="6350"/>
                  </a:lnTo>
                  <a:lnTo>
                    <a:pt x="1869894" y="8890"/>
                  </a:lnTo>
                  <a:lnTo>
                    <a:pt x="1874008" y="10159"/>
                  </a:lnTo>
                  <a:lnTo>
                    <a:pt x="1877996" y="12700"/>
                  </a:lnTo>
                  <a:lnTo>
                    <a:pt x="1881857" y="15240"/>
                  </a:lnTo>
                  <a:lnTo>
                    <a:pt x="1885591" y="17780"/>
                  </a:lnTo>
                  <a:lnTo>
                    <a:pt x="1889185" y="21590"/>
                  </a:lnTo>
                  <a:lnTo>
                    <a:pt x="1892639" y="24130"/>
                  </a:lnTo>
                  <a:lnTo>
                    <a:pt x="1895954" y="26669"/>
                  </a:lnTo>
                  <a:lnTo>
                    <a:pt x="1899104" y="30480"/>
                  </a:lnTo>
                  <a:lnTo>
                    <a:pt x="1902088" y="34290"/>
                  </a:lnTo>
                  <a:lnTo>
                    <a:pt x="1903976" y="36830"/>
                  </a:lnTo>
                  <a:lnTo>
                    <a:pt x="92567" y="36830"/>
                  </a:lnTo>
                  <a:lnTo>
                    <a:pt x="88693" y="38100"/>
                  </a:lnTo>
                  <a:lnTo>
                    <a:pt x="83969" y="38100"/>
                  </a:lnTo>
                  <a:lnTo>
                    <a:pt x="80286" y="39369"/>
                  </a:lnTo>
                  <a:lnTo>
                    <a:pt x="78495" y="39369"/>
                  </a:lnTo>
                  <a:lnTo>
                    <a:pt x="74952" y="40640"/>
                  </a:lnTo>
                  <a:lnTo>
                    <a:pt x="75828" y="40640"/>
                  </a:lnTo>
                  <a:lnTo>
                    <a:pt x="72374" y="41909"/>
                  </a:lnTo>
                  <a:lnTo>
                    <a:pt x="73237" y="41909"/>
                  </a:lnTo>
                  <a:lnTo>
                    <a:pt x="69859" y="43180"/>
                  </a:lnTo>
                  <a:lnTo>
                    <a:pt x="70697" y="43180"/>
                  </a:lnTo>
                  <a:lnTo>
                    <a:pt x="67408" y="44450"/>
                  </a:lnTo>
                  <a:lnTo>
                    <a:pt x="68221" y="44450"/>
                  </a:lnTo>
                  <a:lnTo>
                    <a:pt x="65033" y="45719"/>
                  </a:lnTo>
                  <a:lnTo>
                    <a:pt x="65808" y="45719"/>
                  </a:lnTo>
                  <a:lnTo>
                    <a:pt x="62722" y="46990"/>
                  </a:lnTo>
                  <a:lnTo>
                    <a:pt x="63484" y="46990"/>
                  </a:lnTo>
                  <a:lnTo>
                    <a:pt x="61985" y="48259"/>
                  </a:lnTo>
                  <a:lnTo>
                    <a:pt x="61223" y="48259"/>
                  </a:lnTo>
                  <a:lnTo>
                    <a:pt x="59782" y="49530"/>
                  </a:lnTo>
                  <a:lnTo>
                    <a:pt x="59051" y="49530"/>
                  </a:lnTo>
                  <a:lnTo>
                    <a:pt x="56283" y="52069"/>
                  </a:lnTo>
                  <a:lnTo>
                    <a:pt x="56956" y="52069"/>
                  </a:lnTo>
                  <a:lnTo>
                    <a:pt x="55629" y="53340"/>
                  </a:lnTo>
                  <a:lnTo>
                    <a:pt x="54949" y="53340"/>
                  </a:lnTo>
                  <a:lnTo>
                    <a:pt x="52422" y="55880"/>
                  </a:lnTo>
                  <a:lnTo>
                    <a:pt x="53032" y="55880"/>
                  </a:lnTo>
                  <a:lnTo>
                    <a:pt x="50644" y="58419"/>
                  </a:lnTo>
                  <a:lnTo>
                    <a:pt x="51228" y="58419"/>
                  </a:lnTo>
                  <a:lnTo>
                    <a:pt x="50091" y="59690"/>
                  </a:lnTo>
                  <a:lnTo>
                    <a:pt x="49501" y="59690"/>
                  </a:lnTo>
                  <a:lnTo>
                    <a:pt x="48087" y="62230"/>
                  </a:lnTo>
                  <a:lnTo>
                    <a:pt x="47888" y="62230"/>
                  </a:lnTo>
                  <a:lnTo>
                    <a:pt x="45907" y="64769"/>
                  </a:lnTo>
                  <a:lnTo>
                    <a:pt x="46389" y="64769"/>
                  </a:lnTo>
                  <a:lnTo>
                    <a:pt x="44561" y="67309"/>
                  </a:lnTo>
                  <a:lnTo>
                    <a:pt x="44992" y="67309"/>
                  </a:lnTo>
                  <a:lnTo>
                    <a:pt x="43316" y="69850"/>
                  </a:lnTo>
                  <a:lnTo>
                    <a:pt x="43710" y="69850"/>
                  </a:lnTo>
                  <a:lnTo>
                    <a:pt x="42186" y="72390"/>
                  </a:lnTo>
                  <a:lnTo>
                    <a:pt x="42554" y="72390"/>
                  </a:lnTo>
                  <a:lnTo>
                    <a:pt x="41195" y="74930"/>
                  </a:lnTo>
                  <a:lnTo>
                    <a:pt x="41513" y="74930"/>
                  </a:lnTo>
                  <a:lnTo>
                    <a:pt x="40319" y="77469"/>
                  </a:lnTo>
                  <a:lnTo>
                    <a:pt x="40598" y="77469"/>
                  </a:lnTo>
                  <a:lnTo>
                    <a:pt x="39231" y="82550"/>
                  </a:lnTo>
                  <a:lnTo>
                    <a:pt x="38947" y="83819"/>
                  </a:lnTo>
                  <a:lnTo>
                    <a:pt x="38477" y="86359"/>
                  </a:lnTo>
                  <a:lnTo>
                    <a:pt x="38134" y="88900"/>
                  </a:lnTo>
                  <a:lnTo>
                    <a:pt x="38134" y="405130"/>
                  </a:lnTo>
                  <a:lnTo>
                    <a:pt x="38617" y="408939"/>
                  </a:lnTo>
                  <a:lnTo>
                    <a:pt x="38926" y="410210"/>
                  </a:lnTo>
                  <a:lnTo>
                    <a:pt x="39150" y="411480"/>
                  </a:lnTo>
                  <a:lnTo>
                    <a:pt x="39514" y="412750"/>
                  </a:lnTo>
                  <a:lnTo>
                    <a:pt x="39798" y="414019"/>
                  </a:lnTo>
                  <a:lnTo>
                    <a:pt x="40255" y="415289"/>
                  </a:lnTo>
                  <a:lnTo>
                    <a:pt x="40598" y="416560"/>
                  </a:lnTo>
                  <a:lnTo>
                    <a:pt x="41513" y="419100"/>
                  </a:lnTo>
                  <a:lnTo>
                    <a:pt x="41195" y="419100"/>
                  </a:lnTo>
                  <a:lnTo>
                    <a:pt x="42554" y="421639"/>
                  </a:lnTo>
                  <a:lnTo>
                    <a:pt x="42186" y="421639"/>
                  </a:lnTo>
                  <a:lnTo>
                    <a:pt x="43710" y="424180"/>
                  </a:lnTo>
                  <a:lnTo>
                    <a:pt x="43316" y="424180"/>
                  </a:lnTo>
                  <a:lnTo>
                    <a:pt x="44992" y="426719"/>
                  </a:lnTo>
                  <a:lnTo>
                    <a:pt x="44561" y="426719"/>
                  </a:lnTo>
                  <a:lnTo>
                    <a:pt x="46389" y="429260"/>
                  </a:lnTo>
                  <a:lnTo>
                    <a:pt x="46567" y="429260"/>
                  </a:lnTo>
                  <a:lnTo>
                    <a:pt x="47888" y="431800"/>
                  </a:lnTo>
                  <a:lnTo>
                    <a:pt x="48087" y="431800"/>
                  </a:lnTo>
                  <a:lnTo>
                    <a:pt x="49501" y="434339"/>
                  </a:lnTo>
                  <a:lnTo>
                    <a:pt x="50091" y="434339"/>
                  </a:lnTo>
                  <a:lnTo>
                    <a:pt x="51228" y="435610"/>
                  </a:lnTo>
                  <a:lnTo>
                    <a:pt x="50644" y="435610"/>
                  </a:lnTo>
                  <a:lnTo>
                    <a:pt x="53032" y="438150"/>
                  </a:lnTo>
                  <a:lnTo>
                    <a:pt x="53686" y="438150"/>
                  </a:lnTo>
                  <a:lnTo>
                    <a:pt x="54949" y="439419"/>
                  </a:lnTo>
                  <a:lnTo>
                    <a:pt x="54302" y="439419"/>
                  </a:lnTo>
                  <a:lnTo>
                    <a:pt x="56956" y="441960"/>
                  </a:lnTo>
                  <a:lnTo>
                    <a:pt x="57667" y="441960"/>
                  </a:lnTo>
                  <a:lnTo>
                    <a:pt x="59051" y="443230"/>
                  </a:lnTo>
                  <a:lnTo>
                    <a:pt x="58340" y="443230"/>
                  </a:lnTo>
                  <a:lnTo>
                    <a:pt x="61223" y="445769"/>
                  </a:lnTo>
                  <a:lnTo>
                    <a:pt x="61985" y="445769"/>
                  </a:lnTo>
                  <a:lnTo>
                    <a:pt x="63484" y="447039"/>
                  </a:lnTo>
                  <a:lnTo>
                    <a:pt x="62722" y="447039"/>
                  </a:lnTo>
                  <a:lnTo>
                    <a:pt x="65808" y="448310"/>
                  </a:lnTo>
                  <a:lnTo>
                    <a:pt x="65033" y="448310"/>
                  </a:lnTo>
                  <a:lnTo>
                    <a:pt x="68221" y="449580"/>
                  </a:lnTo>
                  <a:lnTo>
                    <a:pt x="67408" y="449580"/>
                  </a:lnTo>
                  <a:lnTo>
                    <a:pt x="70697" y="450850"/>
                  </a:lnTo>
                  <a:lnTo>
                    <a:pt x="69859" y="450850"/>
                  </a:lnTo>
                  <a:lnTo>
                    <a:pt x="73237" y="452119"/>
                  </a:lnTo>
                  <a:lnTo>
                    <a:pt x="72374" y="452119"/>
                  </a:lnTo>
                  <a:lnTo>
                    <a:pt x="75828" y="453389"/>
                  </a:lnTo>
                  <a:lnTo>
                    <a:pt x="77593" y="453389"/>
                  </a:lnTo>
                  <a:lnTo>
                    <a:pt x="81200" y="454660"/>
                  </a:lnTo>
                  <a:lnTo>
                    <a:pt x="80286" y="454660"/>
                  </a:lnTo>
                  <a:lnTo>
                    <a:pt x="83969" y="455930"/>
                  </a:lnTo>
                  <a:lnTo>
                    <a:pt x="1904920" y="455930"/>
                  </a:lnTo>
                  <a:lnTo>
                    <a:pt x="1902088" y="459739"/>
                  </a:lnTo>
                  <a:lnTo>
                    <a:pt x="1899104" y="463550"/>
                  </a:lnTo>
                  <a:lnTo>
                    <a:pt x="1895954" y="466089"/>
                  </a:lnTo>
                  <a:lnTo>
                    <a:pt x="1892639" y="469900"/>
                  </a:lnTo>
                  <a:lnTo>
                    <a:pt x="1889185" y="472439"/>
                  </a:lnTo>
                  <a:lnTo>
                    <a:pt x="1885591" y="476250"/>
                  </a:lnTo>
                  <a:lnTo>
                    <a:pt x="1881857" y="478789"/>
                  </a:lnTo>
                  <a:lnTo>
                    <a:pt x="1877996" y="481330"/>
                  </a:lnTo>
                  <a:lnTo>
                    <a:pt x="1874008" y="482600"/>
                  </a:lnTo>
                  <a:lnTo>
                    <a:pt x="1869894" y="485139"/>
                  </a:lnTo>
                  <a:lnTo>
                    <a:pt x="1865677" y="487680"/>
                  </a:lnTo>
                  <a:lnTo>
                    <a:pt x="1856914" y="490219"/>
                  </a:lnTo>
                  <a:lnTo>
                    <a:pt x="1843071" y="494030"/>
                  </a:lnTo>
                  <a:close/>
                </a:path>
                <a:path w="1924050" h="494030">
                  <a:moveTo>
                    <a:pt x="1863150" y="49530"/>
                  </a:moveTo>
                  <a:lnTo>
                    <a:pt x="1860153" y="46990"/>
                  </a:lnTo>
                  <a:lnTo>
                    <a:pt x="1860915" y="46990"/>
                  </a:lnTo>
                  <a:lnTo>
                    <a:pt x="1857829" y="45719"/>
                  </a:lnTo>
                  <a:lnTo>
                    <a:pt x="1858603" y="45719"/>
                  </a:lnTo>
                  <a:lnTo>
                    <a:pt x="1855416" y="44450"/>
                  </a:lnTo>
                  <a:lnTo>
                    <a:pt x="1856228" y="44450"/>
                  </a:lnTo>
                  <a:lnTo>
                    <a:pt x="1852939" y="43180"/>
                  </a:lnTo>
                  <a:lnTo>
                    <a:pt x="1853777" y="43180"/>
                  </a:lnTo>
                  <a:lnTo>
                    <a:pt x="1850399" y="41909"/>
                  </a:lnTo>
                  <a:lnTo>
                    <a:pt x="1851263" y="41909"/>
                  </a:lnTo>
                  <a:lnTo>
                    <a:pt x="1847808" y="40640"/>
                  </a:lnTo>
                  <a:lnTo>
                    <a:pt x="1848685" y="40640"/>
                  </a:lnTo>
                  <a:lnTo>
                    <a:pt x="1845141" y="39369"/>
                  </a:lnTo>
                  <a:lnTo>
                    <a:pt x="1843351" y="39369"/>
                  </a:lnTo>
                  <a:lnTo>
                    <a:pt x="1839668" y="38100"/>
                  </a:lnTo>
                  <a:lnTo>
                    <a:pt x="1834943" y="38100"/>
                  </a:lnTo>
                  <a:lnTo>
                    <a:pt x="1831070" y="36830"/>
                  </a:lnTo>
                  <a:lnTo>
                    <a:pt x="1903976" y="36830"/>
                  </a:lnTo>
                  <a:lnTo>
                    <a:pt x="1904920" y="38100"/>
                  </a:lnTo>
                  <a:lnTo>
                    <a:pt x="1907574" y="40640"/>
                  </a:lnTo>
                  <a:lnTo>
                    <a:pt x="1910051" y="45719"/>
                  </a:lnTo>
                  <a:lnTo>
                    <a:pt x="1911575" y="48259"/>
                  </a:lnTo>
                  <a:lnTo>
                    <a:pt x="1862413" y="48259"/>
                  </a:lnTo>
                  <a:lnTo>
                    <a:pt x="1863150" y="49530"/>
                  </a:lnTo>
                  <a:close/>
                </a:path>
                <a:path w="1924050" h="494030">
                  <a:moveTo>
                    <a:pt x="77593" y="40640"/>
                  </a:moveTo>
                  <a:lnTo>
                    <a:pt x="78495" y="39369"/>
                  </a:lnTo>
                  <a:lnTo>
                    <a:pt x="81200" y="39369"/>
                  </a:lnTo>
                  <a:lnTo>
                    <a:pt x="77593" y="40640"/>
                  </a:lnTo>
                  <a:close/>
                </a:path>
                <a:path w="1924050" h="494030">
                  <a:moveTo>
                    <a:pt x="1846043" y="40640"/>
                  </a:moveTo>
                  <a:lnTo>
                    <a:pt x="1842436" y="39369"/>
                  </a:lnTo>
                  <a:lnTo>
                    <a:pt x="1845141" y="39369"/>
                  </a:lnTo>
                  <a:lnTo>
                    <a:pt x="1846043" y="40640"/>
                  </a:lnTo>
                  <a:close/>
                </a:path>
                <a:path w="1924050" h="494030">
                  <a:moveTo>
                    <a:pt x="60486" y="49530"/>
                  </a:moveTo>
                  <a:lnTo>
                    <a:pt x="61223" y="48259"/>
                  </a:lnTo>
                  <a:lnTo>
                    <a:pt x="61985" y="48259"/>
                  </a:lnTo>
                  <a:lnTo>
                    <a:pt x="60486" y="49530"/>
                  </a:lnTo>
                  <a:close/>
                </a:path>
                <a:path w="1924050" h="494030">
                  <a:moveTo>
                    <a:pt x="1865296" y="50800"/>
                  </a:moveTo>
                  <a:lnTo>
                    <a:pt x="1862413" y="48259"/>
                  </a:lnTo>
                  <a:lnTo>
                    <a:pt x="1911575" y="48259"/>
                  </a:lnTo>
                  <a:lnTo>
                    <a:pt x="1912337" y="49530"/>
                  </a:lnTo>
                  <a:lnTo>
                    <a:pt x="1864585" y="49530"/>
                  </a:lnTo>
                  <a:lnTo>
                    <a:pt x="1865296" y="50800"/>
                  </a:lnTo>
                  <a:close/>
                </a:path>
                <a:path w="1924050" h="494030">
                  <a:moveTo>
                    <a:pt x="58340" y="50800"/>
                  </a:moveTo>
                  <a:lnTo>
                    <a:pt x="59051" y="49530"/>
                  </a:lnTo>
                  <a:lnTo>
                    <a:pt x="59782" y="49530"/>
                  </a:lnTo>
                  <a:lnTo>
                    <a:pt x="58340" y="50800"/>
                  </a:lnTo>
                  <a:close/>
                </a:path>
                <a:path w="1924050" h="494030">
                  <a:moveTo>
                    <a:pt x="1869335" y="54609"/>
                  </a:moveTo>
                  <a:lnTo>
                    <a:pt x="1866680" y="52069"/>
                  </a:lnTo>
                  <a:lnTo>
                    <a:pt x="1867354" y="52069"/>
                  </a:lnTo>
                  <a:lnTo>
                    <a:pt x="1864585" y="49530"/>
                  </a:lnTo>
                  <a:lnTo>
                    <a:pt x="1912337" y="49530"/>
                  </a:lnTo>
                  <a:lnTo>
                    <a:pt x="1914445" y="53340"/>
                  </a:lnTo>
                  <a:lnTo>
                    <a:pt x="1868687" y="53340"/>
                  </a:lnTo>
                  <a:lnTo>
                    <a:pt x="1869335" y="54609"/>
                  </a:lnTo>
                  <a:close/>
                </a:path>
                <a:path w="1924050" h="494030">
                  <a:moveTo>
                    <a:pt x="54302" y="54609"/>
                  </a:moveTo>
                  <a:lnTo>
                    <a:pt x="54949" y="53340"/>
                  </a:lnTo>
                  <a:lnTo>
                    <a:pt x="55629" y="53340"/>
                  </a:lnTo>
                  <a:lnTo>
                    <a:pt x="54302" y="54609"/>
                  </a:lnTo>
                  <a:close/>
                </a:path>
                <a:path w="1924050" h="494030">
                  <a:moveTo>
                    <a:pt x="1875107" y="61435"/>
                  </a:moveTo>
                  <a:lnTo>
                    <a:pt x="1872408" y="58419"/>
                  </a:lnTo>
                  <a:lnTo>
                    <a:pt x="1872992" y="58419"/>
                  </a:lnTo>
                  <a:lnTo>
                    <a:pt x="1870592" y="55880"/>
                  </a:lnTo>
                  <a:lnTo>
                    <a:pt x="1871214" y="55880"/>
                  </a:lnTo>
                  <a:lnTo>
                    <a:pt x="1868687" y="53340"/>
                  </a:lnTo>
                  <a:lnTo>
                    <a:pt x="1914445" y="53340"/>
                  </a:lnTo>
                  <a:lnTo>
                    <a:pt x="1916350" y="57150"/>
                  </a:lnTo>
                  <a:lnTo>
                    <a:pt x="1917207" y="59690"/>
                  </a:lnTo>
                  <a:lnTo>
                    <a:pt x="1874135" y="59690"/>
                  </a:lnTo>
                  <a:lnTo>
                    <a:pt x="1875107" y="61435"/>
                  </a:lnTo>
                  <a:close/>
                </a:path>
                <a:path w="1924050" h="494030">
                  <a:moveTo>
                    <a:pt x="48529" y="61435"/>
                  </a:moveTo>
                  <a:lnTo>
                    <a:pt x="49501" y="59690"/>
                  </a:lnTo>
                  <a:lnTo>
                    <a:pt x="50091" y="59690"/>
                  </a:lnTo>
                  <a:lnTo>
                    <a:pt x="48529" y="61435"/>
                  </a:lnTo>
                  <a:close/>
                </a:path>
                <a:path w="1924050" h="494030">
                  <a:moveTo>
                    <a:pt x="1876256" y="63500"/>
                  </a:moveTo>
                  <a:lnTo>
                    <a:pt x="1874804" y="60891"/>
                  </a:lnTo>
                  <a:lnTo>
                    <a:pt x="1874531" y="60609"/>
                  </a:lnTo>
                  <a:lnTo>
                    <a:pt x="1874135" y="59690"/>
                  </a:lnTo>
                  <a:lnTo>
                    <a:pt x="1917207" y="59690"/>
                  </a:lnTo>
                  <a:lnTo>
                    <a:pt x="1918065" y="62230"/>
                  </a:lnTo>
                  <a:lnTo>
                    <a:pt x="1875736" y="62230"/>
                  </a:lnTo>
                  <a:lnTo>
                    <a:pt x="1876256" y="63500"/>
                  </a:lnTo>
                  <a:close/>
                </a:path>
                <a:path w="1924050" h="494030">
                  <a:moveTo>
                    <a:pt x="47380" y="63500"/>
                  </a:moveTo>
                  <a:lnTo>
                    <a:pt x="47888" y="62230"/>
                  </a:lnTo>
                  <a:lnTo>
                    <a:pt x="48087" y="62230"/>
                  </a:lnTo>
                  <a:lnTo>
                    <a:pt x="47380" y="63500"/>
                  </a:lnTo>
                  <a:close/>
                </a:path>
                <a:path w="1924050" h="494030">
                  <a:moveTo>
                    <a:pt x="1919064" y="429260"/>
                  </a:moveTo>
                  <a:lnTo>
                    <a:pt x="1877247" y="429260"/>
                  </a:lnTo>
                  <a:lnTo>
                    <a:pt x="1879076" y="426719"/>
                  </a:lnTo>
                  <a:lnTo>
                    <a:pt x="1878644" y="426719"/>
                  </a:lnTo>
                  <a:lnTo>
                    <a:pt x="1880320" y="424180"/>
                  </a:lnTo>
                  <a:lnTo>
                    <a:pt x="1879927" y="424180"/>
                  </a:lnTo>
                  <a:lnTo>
                    <a:pt x="1881451" y="421639"/>
                  </a:lnTo>
                  <a:lnTo>
                    <a:pt x="1881082" y="421639"/>
                  </a:lnTo>
                  <a:lnTo>
                    <a:pt x="1882441" y="419100"/>
                  </a:lnTo>
                  <a:lnTo>
                    <a:pt x="1882124" y="419100"/>
                  </a:lnTo>
                  <a:lnTo>
                    <a:pt x="1883038" y="416560"/>
                  </a:lnTo>
                  <a:lnTo>
                    <a:pt x="1883381" y="415289"/>
                  </a:lnTo>
                  <a:lnTo>
                    <a:pt x="1883825" y="414019"/>
                  </a:lnTo>
                  <a:lnTo>
                    <a:pt x="1884113" y="412750"/>
                  </a:lnTo>
                  <a:lnTo>
                    <a:pt x="1884486" y="411480"/>
                  </a:lnTo>
                  <a:lnTo>
                    <a:pt x="1884710" y="410210"/>
                  </a:lnTo>
                  <a:lnTo>
                    <a:pt x="1885019" y="408939"/>
                  </a:lnTo>
                  <a:lnTo>
                    <a:pt x="1885400" y="405130"/>
                  </a:lnTo>
                  <a:lnTo>
                    <a:pt x="1885502" y="88900"/>
                  </a:lnTo>
                  <a:lnTo>
                    <a:pt x="1885159" y="86359"/>
                  </a:lnTo>
                  <a:lnTo>
                    <a:pt x="1884689" y="83819"/>
                  </a:lnTo>
                  <a:lnTo>
                    <a:pt x="1884401" y="82550"/>
                  </a:lnTo>
                  <a:lnTo>
                    <a:pt x="1883038" y="77469"/>
                  </a:lnTo>
                  <a:lnTo>
                    <a:pt x="1883317" y="77469"/>
                  </a:lnTo>
                  <a:lnTo>
                    <a:pt x="1882124" y="74930"/>
                  </a:lnTo>
                  <a:lnTo>
                    <a:pt x="1882441" y="74930"/>
                  </a:lnTo>
                  <a:lnTo>
                    <a:pt x="1881082" y="72390"/>
                  </a:lnTo>
                  <a:lnTo>
                    <a:pt x="1881451" y="72390"/>
                  </a:lnTo>
                  <a:lnTo>
                    <a:pt x="1879927" y="69850"/>
                  </a:lnTo>
                  <a:lnTo>
                    <a:pt x="1880320" y="69850"/>
                  </a:lnTo>
                  <a:lnTo>
                    <a:pt x="1878644" y="67309"/>
                  </a:lnTo>
                  <a:lnTo>
                    <a:pt x="1879076" y="67309"/>
                  </a:lnTo>
                  <a:lnTo>
                    <a:pt x="1877247" y="64769"/>
                  </a:lnTo>
                  <a:lnTo>
                    <a:pt x="1877729" y="64769"/>
                  </a:lnTo>
                  <a:lnTo>
                    <a:pt x="1875736" y="62230"/>
                  </a:lnTo>
                  <a:lnTo>
                    <a:pt x="1918065" y="62230"/>
                  </a:lnTo>
                  <a:lnTo>
                    <a:pt x="1919563" y="66040"/>
                  </a:lnTo>
                  <a:lnTo>
                    <a:pt x="1920846" y="71119"/>
                  </a:lnTo>
                  <a:lnTo>
                    <a:pt x="1921913" y="74930"/>
                  </a:lnTo>
                  <a:lnTo>
                    <a:pt x="1923637" y="405130"/>
                  </a:lnTo>
                  <a:lnTo>
                    <a:pt x="1923453" y="407669"/>
                  </a:lnTo>
                  <a:lnTo>
                    <a:pt x="1923361" y="408939"/>
                  </a:lnTo>
                  <a:lnTo>
                    <a:pt x="1922751" y="414019"/>
                  </a:lnTo>
                  <a:lnTo>
                    <a:pt x="1921913" y="419100"/>
                  </a:lnTo>
                  <a:lnTo>
                    <a:pt x="1920846" y="422910"/>
                  </a:lnTo>
                  <a:lnTo>
                    <a:pt x="1919563" y="427989"/>
                  </a:lnTo>
                  <a:lnTo>
                    <a:pt x="1919064" y="429260"/>
                  </a:lnTo>
                  <a:close/>
                </a:path>
                <a:path w="1924050" h="494030">
                  <a:moveTo>
                    <a:pt x="46567" y="429260"/>
                  </a:moveTo>
                  <a:lnTo>
                    <a:pt x="46389" y="429260"/>
                  </a:lnTo>
                  <a:lnTo>
                    <a:pt x="45907" y="427989"/>
                  </a:lnTo>
                  <a:lnTo>
                    <a:pt x="46567" y="429260"/>
                  </a:lnTo>
                  <a:close/>
                </a:path>
                <a:path w="1924050" h="494030">
                  <a:moveTo>
                    <a:pt x="1918065" y="431800"/>
                  </a:moveTo>
                  <a:lnTo>
                    <a:pt x="1875736" y="431800"/>
                  </a:lnTo>
                  <a:lnTo>
                    <a:pt x="1877729" y="427989"/>
                  </a:lnTo>
                  <a:lnTo>
                    <a:pt x="1877247" y="429260"/>
                  </a:lnTo>
                  <a:lnTo>
                    <a:pt x="1919064" y="429260"/>
                  </a:lnTo>
                  <a:lnTo>
                    <a:pt x="1918065" y="431800"/>
                  </a:lnTo>
                  <a:close/>
                </a:path>
                <a:path w="1924050" h="494030">
                  <a:moveTo>
                    <a:pt x="48087" y="431800"/>
                  </a:moveTo>
                  <a:lnTo>
                    <a:pt x="47888" y="431800"/>
                  </a:lnTo>
                  <a:lnTo>
                    <a:pt x="47380" y="430530"/>
                  </a:lnTo>
                  <a:lnTo>
                    <a:pt x="48087" y="431800"/>
                  </a:lnTo>
                  <a:close/>
                </a:path>
                <a:path w="1924050" h="494030">
                  <a:moveTo>
                    <a:pt x="1917207" y="434339"/>
                  </a:moveTo>
                  <a:lnTo>
                    <a:pt x="1874135" y="434339"/>
                  </a:lnTo>
                  <a:lnTo>
                    <a:pt x="1876256" y="430530"/>
                  </a:lnTo>
                  <a:lnTo>
                    <a:pt x="1875736" y="431800"/>
                  </a:lnTo>
                  <a:lnTo>
                    <a:pt x="1918065" y="431800"/>
                  </a:lnTo>
                  <a:lnTo>
                    <a:pt x="1917207" y="434339"/>
                  </a:lnTo>
                  <a:close/>
                </a:path>
                <a:path w="1924050" h="494030">
                  <a:moveTo>
                    <a:pt x="50091" y="434339"/>
                  </a:moveTo>
                  <a:lnTo>
                    <a:pt x="49501" y="434339"/>
                  </a:lnTo>
                  <a:lnTo>
                    <a:pt x="49106" y="433420"/>
                  </a:lnTo>
                  <a:lnTo>
                    <a:pt x="48832" y="433138"/>
                  </a:lnTo>
                  <a:lnTo>
                    <a:pt x="48529" y="432594"/>
                  </a:lnTo>
                  <a:lnTo>
                    <a:pt x="50091" y="434339"/>
                  </a:lnTo>
                  <a:close/>
                </a:path>
                <a:path w="1924050" h="494030">
                  <a:moveTo>
                    <a:pt x="1915715" y="438150"/>
                  </a:moveTo>
                  <a:lnTo>
                    <a:pt x="1870592" y="438150"/>
                  </a:lnTo>
                  <a:lnTo>
                    <a:pt x="1872992" y="435610"/>
                  </a:lnTo>
                  <a:lnTo>
                    <a:pt x="1872408" y="435610"/>
                  </a:lnTo>
                  <a:lnTo>
                    <a:pt x="1875107" y="432594"/>
                  </a:lnTo>
                  <a:lnTo>
                    <a:pt x="1874135" y="434339"/>
                  </a:lnTo>
                  <a:lnTo>
                    <a:pt x="1917207" y="434339"/>
                  </a:lnTo>
                  <a:lnTo>
                    <a:pt x="1916350" y="436880"/>
                  </a:lnTo>
                  <a:lnTo>
                    <a:pt x="1915715" y="438150"/>
                  </a:lnTo>
                  <a:close/>
                </a:path>
                <a:path w="1924050" h="494030">
                  <a:moveTo>
                    <a:pt x="53686" y="438150"/>
                  </a:moveTo>
                  <a:lnTo>
                    <a:pt x="53032" y="438150"/>
                  </a:lnTo>
                  <a:lnTo>
                    <a:pt x="52422" y="436880"/>
                  </a:lnTo>
                  <a:lnTo>
                    <a:pt x="53686" y="438150"/>
                  </a:lnTo>
                  <a:close/>
                </a:path>
                <a:path w="1924050" h="494030">
                  <a:moveTo>
                    <a:pt x="1913742" y="441960"/>
                  </a:moveTo>
                  <a:lnTo>
                    <a:pt x="1866680" y="441960"/>
                  </a:lnTo>
                  <a:lnTo>
                    <a:pt x="1869335" y="439419"/>
                  </a:lnTo>
                  <a:lnTo>
                    <a:pt x="1868687" y="439419"/>
                  </a:lnTo>
                  <a:lnTo>
                    <a:pt x="1871214" y="436880"/>
                  </a:lnTo>
                  <a:lnTo>
                    <a:pt x="1870592" y="438150"/>
                  </a:lnTo>
                  <a:lnTo>
                    <a:pt x="1915715" y="438150"/>
                  </a:lnTo>
                  <a:lnTo>
                    <a:pt x="1914445" y="440689"/>
                  </a:lnTo>
                  <a:lnTo>
                    <a:pt x="1913742" y="441960"/>
                  </a:lnTo>
                  <a:close/>
                </a:path>
                <a:path w="1924050" h="494030">
                  <a:moveTo>
                    <a:pt x="57667" y="441960"/>
                  </a:moveTo>
                  <a:lnTo>
                    <a:pt x="56956" y="441960"/>
                  </a:lnTo>
                  <a:lnTo>
                    <a:pt x="56283" y="440689"/>
                  </a:lnTo>
                  <a:lnTo>
                    <a:pt x="57667" y="441960"/>
                  </a:lnTo>
                  <a:close/>
                </a:path>
                <a:path w="1924050" h="494030">
                  <a:moveTo>
                    <a:pt x="1911575" y="445769"/>
                  </a:moveTo>
                  <a:lnTo>
                    <a:pt x="1862413" y="445769"/>
                  </a:lnTo>
                  <a:lnTo>
                    <a:pt x="1865296" y="443230"/>
                  </a:lnTo>
                  <a:lnTo>
                    <a:pt x="1864585" y="443230"/>
                  </a:lnTo>
                  <a:lnTo>
                    <a:pt x="1867354" y="440689"/>
                  </a:lnTo>
                  <a:lnTo>
                    <a:pt x="1866680" y="441960"/>
                  </a:lnTo>
                  <a:lnTo>
                    <a:pt x="1913742" y="441960"/>
                  </a:lnTo>
                  <a:lnTo>
                    <a:pt x="1912337" y="444500"/>
                  </a:lnTo>
                  <a:lnTo>
                    <a:pt x="1911575" y="445769"/>
                  </a:lnTo>
                  <a:close/>
                </a:path>
                <a:path w="1924050" h="494030">
                  <a:moveTo>
                    <a:pt x="61985" y="445769"/>
                  </a:moveTo>
                  <a:lnTo>
                    <a:pt x="61223" y="445769"/>
                  </a:lnTo>
                  <a:lnTo>
                    <a:pt x="60486" y="444500"/>
                  </a:lnTo>
                  <a:lnTo>
                    <a:pt x="61985" y="445769"/>
                  </a:lnTo>
                  <a:close/>
                </a:path>
                <a:path w="1924050" h="494030">
                  <a:moveTo>
                    <a:pt x="1904920" y="455930"/>
                  </a:moveTo>
                  <a:lnTo>
                    <a:pt x="1839668" y="455930"/>
                  </a:lnTo>
                  <a:lnTo>
                    <a:pt x="1843351" y="454660"/>
                  </a:lnTo>
                  <a:lnTo>
                    <a:pt x="1842436" y="454660"/>
                  </a:lnTo>
                  <a:lnTo>
                    <a:pt x="1846043" y="453389"/>
                  </a:lnTo>
                  <a:lnTo>
                    <a:pt x="1847808" y="453389"/>
                  </a:lnTo>
                  <a:lnTo>
                    <a:pt x="1851263" y="452119"/>
                  </a:lnTo>
                  <a:lnTo>
                    <a:pt x="1850399" y="452119"/>
                  </a:lnTo>
                  <a:lnTo>
                    <a:pt x="1853777" y="450850"/>
                  </a:lnTo>
                  <a:lnTo>
                    <a:pt x="1852939" y="450850"/>
                  </a:lnTo>
                  <a:lnTo>
                    <a:pt x="1856228" y="449580"/>
                  </a:lnTo>
                  <a:lnTo>
                    <a:pt x="1855416" y="449580"/>
                  </a:lnTo>
                  <a:lnTo>
                    <a:pt x="1858603" y="448310"/>
                  </a:lnTo>
                  <a:lnTo>
                    <a:pt x="1857829" y="448310"/>
                  </a:lnTo>
                  <a:lnTo>
                    <a:pt x="1860915" y="447039"/>
                  </a:lnTo>
                  <a:lnTo>
                    <a:pt x="1860153" y="447039"/>
                  </a:lnTo>
                  <a:lnTo>
                    <a:pt x="1863150" y="444500"/>
                  </a:lnTo>
                  <a:lnTo>
                    <a:pt x="1862413" y="445769"/>
                  </a:lnTo>
                  <a:lnTo>
                    <a:pt x="1911575" y="445769"/>
                  </a:lnTo>
                  <a:lnTo>
                    <a:pt x="1910051" y="448310"/>
                  </a:lnTo>
                  <a:lnTo>
                    <a:pt x="1907574" y="452119"/>
                  </a:lnTo>
                  <a:lnTo>
                    <a:pt x="1904920" y="455930"/>
                  </a:lnTo>
                  <a:close/>
                </a:path>
                <a:path w="1924050" h="494030">
                  <a:moveTo>
                    <a:pt x="86788" y="455930"/>
                  </a:moveTo>
                  <a:lnTo>
                    <a:pt x="83969" y="455930"/>
                  </a:lnTo>
                  <a:lnTo>
                    <a:pt x="83042" y="454660"/>
                  </a:lnTo>
                  <a:lnTo>
                    <a:pt x="86788" y="455930"/>
                  </a:lnTo>
                  <a:close/>
                </a:path>
                <a:path w="1924050" h="494030">
                  <a:moveTo>
                    <a:pt x="1839668" y="455930"/>
                  </a:moveTo>
                  <a:lnTo>
                    <a:pt x="1836848" y="455930"/>
                  </a:lnTo>
                  <a:lnTo>
                    <a:pt x="1840595" y="454660"/>
                  </a:lnTo>
                  <a:lnTo>
                    <a:pt x="1839668" y="45593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83055" y="627255"/>
            <a:ext cx="8575834" cy="936625"/>
          </a:xfrm>
          <a:prstGeom prst="rect">
            <a:avLst/>
          </a:prstGeom>
        </p:spPr>
        <p:txBody>
          <a:bodyPr vert="horz" wrap="square" lIns="0" tIns="114935" rIns="0" bIns="0" rtlCol="0">
            <a:spAutoFit/>
          </a:bodyPr>
          <a:lstStyle/>
          <a:p>
            <a:pPr marL="12700">
              <a:spcBef>
                <a:spcPts val="905"/>
              </a:spcBef>
            </a:pPr>
            <a:r>
              <a:rPr sz="1600" b="1" dirty="0">
                <a:latin typeface="Segoe UI"/>
                <a:cs typeface="Segoe UI"/>
              </a:rPr>
              <a:t>Submit</a:t>
            </a:r>
            <a:r>
              <a:rPr sz="1600" b="1" spc="-35" dirty="0">
                <a:latin typeface="Segoe UI"/>
                <a:cs typeface="Segoe UI"/>
              </a:rPr>
              <a:t> </a:t>
            </a:r>
            <a:r>
              <a:rPr sz="1600" b="1" dirty="0">
                <a:latin typeface="Segoe UI"/>
                <a:cs typeface="Segoe UI"/>
              </a:rPr>
              <a:t>Completed</a:t>
            </a:r>
            <a:r>
              <a:rPr sz="1600" b="1" spc="-35" dirty="0">
                <a:latin typeface="Segoe UI"/>
                <a:cs typeface="Segoe UI"/>
              </a:rPr>
              <a:t> </a:t>
            </a:r>
            <a:r>
              <a:rPr sz="1600" b="1" spc="-10" dirty="0">
                <a:latin typeface="Segoe UI"/>
                <a:cs typeface="Segoe UI"/>
              </a:rPr>
              <a:t>Initiatives</a:t>
            </a:r>
            <a:endParaRPr sz="1600">
              <a:latin typeface="Segoe UI"/>
              <a:cs typeface="Segoe UI"/>
            </a:endParaRPr>
          </a:p>
          <a:p>
            <a:pPr marL="12700" marR="5080">
              <a:lnSpc>
                <a:spcPts val="1730"/>
              </a:lnSpc>
              <a:spcBef>
                <a:spcPts val="1019"/>
              </a:spcBef>
            </a:pPr>
            <a:r>
              <a:rPr sz="1600" b="1" dirty="0">
                <a:latin typeface="Segoe UI"/>
                <a:cs typeface="Segoe UI"/>
              </a:rPr>
              <a:t>If</a:t>
            </a:r>
            <a:r>
              <a:rPr sz="1600" b="1" spc="-30" dirty="0">
                <a:latin typeface="Segoe UI"/>
                <a:cs typeface="Segoe UI"/>
              </a:rPr>
              <a:t> </a:t>
            </a:r>
            <a:r>
              <a:rPr sz="1600" b="1" dirty="0">
                <a:latin typeface="Segoe UI"/>
                <a:cs typeface="Segoe UI"/>
              </a:rPr>
              <a:t>you</a:t>
            </a:r>
            <a:r>
              <a:rPr sz="1600" b="1" spc="-30" dirty="0">
                <a:latin typeface="Segoe UI"/>
                <a:cs typeface="Segoe UI"/>
              </a:rPr>
              <a:t> </a:t>
            </a:r>
            <a:r>
              <a:rPr sz="1600" b="1" dirty="0">
                <a:latin typeface="Segoe UI"/>
                <a:cs typeface="Segoe UI"/>
              </a:rPr>
              <a:t>have</a:t>
            </a:r>
            <a:r>
              <a:rPr sz="1600" b="1" spc="-30" dirty="0">
                <a:latin typeface="Segoe UI"/>
                <a:cs typeface="Segoe UI"/>
              </a:rPr>
              <a:t> </a:t>
            </a:r>
            <a:r>
              <a:rPr sz="1600" b="1" dirty="0">
                <a:latin typeface="Segoe UI"/>
                <a:cs typeface="Segoe UI"/>
              </a:rPr>
              <a:t>already</a:t>
            </a:r>
            <a:r>
              <a:rPr sz="1600" b="1" spc="-25" dirty="0">
                <a:latin typeface="Segoe UI"/>
                <a:cs typeface="Segoe UI"/>
              </a:rPr>
              <a:t> </a:t>
            </a:r>
            <a:r>
              <a:rPr sz="1600" b="1" dirty="0">
                <a:latin typeface="Segoe UI"/>
                <a:cs typeface="Segoe UI"/>
              </a:rPr>
              <a:t>completed</a:t>
            </a:r>
            <a:r>
              <a:rPr sz="1600" b="1" spc="-30" dirty="0">
                <a:latin typeface="Segoe UI"/>
                <a:cs typeface="Segoe UI"/>
              </a:rPr>
              <a:t> </a:t>
            </a:r>
            <a:r>
              <a:rPr sz="1600" b="1" dirty="0">
                <a:latin typeface="Segoe UI"/>
                <a:cs typeface="Segoe UI"/>
              </a:rPr>
              <a:t>an</a:t>
            </a:r>
            <a:r>
              <a:rPr sz="1600" b="1" spc="-30" dirty="0">
                <a:latin typeface="Segoe UI"/>
                <a:cs typeface="Segoe UI"/>
              </a:rPr>
              <a:t> </a:t>
            </a:r>
            <a:r>
              <a:rPr sz="1600" b="1" dirty="0">
                <a:latin typeface="Segoe UI"/>
                <a:cs typeface="Segoe UI"/>
              </a:rPr>
              <a:t>initiative,</a:t>
            </a:r>
            <a:r>
              <a:rPr sz="1600" b="1" spc="-25" dirty="0">
                <a:latin typeface="Segoe UI"/>
                <a:cs typeface="Segoe UI"/>
              </a:rPr>
              <a:t> </a:t>
            </a:r>
            <a:r>
              <a:rPr sz="1600" b="1" dirty="0">
                <a:latin typeface="Segoe UI"/>
                <a:cs typeface="Segoe UI"/>
              </a:rPr>
              <a:t>upload</a:t>
            </a:r>
            <a:r>
              <a:rPr sz="1600" b="1" spc="-30" dirty="0">
                <a:latin typeface="Segoe UI"/>
                <a:cs typeface="Segoe UI"/>
              </a:rPr>
              <a:t> </a:t>
            </a:r>
            <a:r>
              <a:rPr sz="1600" b="1" dirty="0">
                <a:latin typeface="Segoe UI"/>
                <a:cs typeface="Segoe UI"/>
              </a:rPr>
              <a:t>your</a:t>
            </a:r>
            <a:r>
              <a:rPr sz="1600" b="1" spc="-35" dirty="0">
                <a:latin typeface="Segoe UI"/>
                <a:cs typeface="Segoe UI"/>
              </a:rPr>
              <a:t> </a:t>
            </a:r>
            <a:r>
              <a:rPr sz="1600" b="1" dirty="0">
                <a:latin typeface="Segoe UI"/>
                <a:cs typeface="Segoe UI"/>
              </a:rPr>
              <a:t>achievement</a:t>
            </a:r>
            <a:r>
              <a:rPr sz="1600" b="1" spc="-25" dirty="0">
                <a:latin typeface="Segoe UI"/>
                <a:cs typeface="Segoe UI"/>
              </a:rPr>
              <a:t> </a:t>
            </a:r>
            <a:r>
              <a:rPr sz="1600" b="1" dirty="0">
                <a:latin typeface="Segoe UI"/>
                <a:cs typeface="Segoe UI"/>
              </a:rPr>
              <a:t>using</a:t>
            </a:r>
            <a:r>
              <a:rPr sz="1600" b="1" spc="-30" dirty="0">
                <a:latin typeface="Segoe UI"/>
                <a:cs typeface="Segoe UI"/>
              </a:rPr>
              <a:t> </a:t>
            </a:r>
            <a:r>
              <a:rPr sz="1600" b="1" dirty="0">
                <a:latin typeface="Segoe UI"/>
                <a:cs typeface="Segoe UI"/>
              </a:rPr>
              <a:t>the</a:t>
            </a:r>
            <a:r>
              <a:rPr sz="1600" b="1" spc="-30" dirty="0">
                <a:latin typeface="Segoe UI"/>
                <a:cs typeface="Segoe UI"/>
              </a:rPr>
              <a:t> </a:t>
            </a:r>
            <a:r>
              <a:rPr sz="1600" b="1" spc="-20" dirty="0">
                <a:latin typeface="Segoe UI"/>
                <a:cs typeface="Segoe UI"/>
              </a:rPr>
              <a:t>“Already</a:t>
            </a:r>
            <a:r>
              <a:rPr sz="1600" b="1" spc="-30" dirty="0">
                <a:latin typeface="Segoe UI"/>
                <a:cs typeface="Segoe UI"/>
              </a:rPr>
              <a:t> </a:t>
            </a:r>
            <a:r>
              <a:rPr sz="1600" b="1" dirty="0">
                <a:latin typeface="Segoe UI"/>
                <a:cs typeface="Segoe UI"/>
              </a:rPr>
              <a:t>Completed”</a:t>
            </a:r>
            <a:r>
              <a:rPr sz="1600" b="1" spc="-25" dirty="0">
                <a:latin typeface="Segoe UI"/>
                <a:cs typeface="Segoe UI"/>
              </a:rPr>
              <a:t> </a:t>
            </a:r>
            <a:r>
              <a:rPr sz="1600" b="1" dirty="0">
                <a:latin typeface="Segoe UI"/>
                <a:cs typeface="Segoe UI"/>
              </a:rPr>
              <a:t>button</a:t>
            </a:r>
            <a:r>
              <a:rPr sz="1600" b="1" spc="-30" dirty="0">
                <a:latin typeface="Segoe UI"/>
                <a:cs typeface="Segoe UI"/>
              </a:rPr>
              <a:t> </a:t>
            </a:r>
            <a:r>
              <a:rPr sz="1600" b="1" dirty="0">
                <a:latin typeface="Segoe UI"/>
                <a:cs typeface="Segoe UI"/>
              </a:rPr>
              <a:t>and</a:t>
            </a:r>
            <a:r>
              <a:rPr sz="1600" b="1" spc="-30" dirty="0">
                <a:latin typeface="Segoe UI"/>
                <a:cs typeface="Segoe UI"/>
              </a:rPr>
              <a:t> </a:t>
            </a:r>
            <a:r>
              <a:rPr sz="1600" b="1" spc="-10" dirty="0">
                <a:latin typeface="Segoe UI"/>
                <a:cs typeface="Segoe UI"/>
              </a:rPr>
              <a:t>repeat </a:t>
            </a:r>
            <a:r>
              <a:rPr sz="1600" b="1" dirty="0">
                <a:latin typeface="Segoe UI"/>
                <a:cs typeface="Segoe UI"/>
              </a:rPr>
              <a:t>the</a:t>
            </a:r>
            <a:r>
              <a:rPr sz="1600" b="1" spc="-10" dirty="0">
                <a:latin typeface="Segoe UI"/>
                <a:cs typeface="Segoe UI"/>
              </a:rPr>
              <a:t> </a:t>
            </a:r>
            <a:r>
              <a:rPr sz="1600" b="1" dirty="0">
                <a:latin typeface="Segoe UI"/>
                <a:cs typeface="Segoe UI"/>
              </a:rPr>
              <a:t>steps</a:t>
            </a:r>
            <a:r>
              <a:rPr sz="1600" b="1" spc="-5" dirty="0">
                <a:latin typeface="Segoe UI"/>
                <a:cs typeface="Segoe UI"/>
              </a:rPr>
              <a:t> </a:t>
            </a:r>
            <a:r>
              <a:rPr sz="1600" b="1" dirty="0">
                <a:latin typeface="Segoe UI"/>
                <a:cs typeface="Segoe UI"/>
              </a:rPr>
              <a:t>from</a:t>
            </a:r>
            <a:r>
              <a:rPr sz="1600" b="1" spc="430" dirty="0">
                <a:latin typeface="Segoe UI"/>
                <a:cs typeface="Segoe UI"/>
              </a:rPr>
              <a:t> </a:t>
            </a:r>
            <a:r>
              <a:rPr sz="1600" b="1" spc="-20" dirty="0">
                <a:latin typeface="Segoe UI"/>
                <a:cs typeface="Segoe UI"/>
              </a:rPr>
              <a:t>Step-</a:t>
            </a:r>
            <a:r>
              <a:rPr sz="1600" b="1" dirty="0">
                <a:latin typeface="Segoe UI"/>
                <a:cs typeface="Segoe UI"/>
              </a:rPr>
              <a:t>6</a:t>
            </a:r>
            <a:r>
              <a:rPr sz="1600" b="1" spc="-5" dirty="0">
                <a:latin typeface="Segoe UI"/>
                <a:cs typeface="Segoe UI"/>
              </a:rPr>
              <a:t> </a:t>
            </a:r>
            <a:r>
              <a:rPr sz="1600" b="1" dirty="0">
                <a:latin typeface="Segoe UI"/>
                <a:cs typeface="Segoe UI"/>
              </a:rPr>
              <a:t>to</a:t>
            </a:r>
            <a:r>
              <a:rPr sz="1600" b="1" spc="425" dirty="0">
                <a:latin typeface="Segoe UI"/>
                <a:cs typeface="Segoe UI"/>
              </a:rPr>
              <a:t> </a:t>
            </a:r>
            <a:r>
              <a:rPr sz="1600" b="1" spc="-20" dirty="0">
                <a:latin typeface="Segoe UI"/>
                <a:cs typeface="Segoe UI"/>
              </a:rPr>
              <a:t>Step-</a:t>
            </a:r>
            <a:r>
              <a:rPr sz="1600" b="1" spc="-50" dirty="0">
                <a:latin typeface="Segoe UI"/>
                <a:cs typeface="Segoe UI"/>
              </a:rPr>
              <a:t>8</a:t>
            </a:r>
            <a:endParaRPr sz="1600">
              <a:latin typeface="Segoe UI"/>
              <a:cs typeface="Segoe UI"/>
            </a:endParaRPr>
          </a:p>
        </p:txBody>
      </p:sp>
      <p:grpSp>
        <p:nvGrpSpPr>
          <p:cNvPr id="3" name="object 3"/>
          <p:cNvGrpSpPr/>
          <p:nvPr/>
        </p:nvGrpSpPr>
        <p:grpSpPr>
          <a:xfrm>
            <a:off x="1609725" y="1668779"/>
            <a:ext cx="8948738" cy="3462654"/>
            <a:chOff x="114300" y="1668779"/>
            <a:chExt cx="11931650" cy="3462654"/>
          </a:xfrm>
        </p:grpSpPr>
        <p:pic>
          <p:nvPicPr>
            <p:cNvPr id="4" name="object 4"/>
            <p:cNvPicPr/>
            <p:nvPr/>
          </p:nvPicPr>
          <p:blipFill>
            <a:blip r:embed="rId2" cstate="print"/>
            <a:stretch>
              <a:fillRect/>
            </a:stretch>
          </p:blipFill>
          <p:spPr>
            <a:xfrm>
              <a:off x="114300" y="1668779"/>
              <a:ext cx="11931396" cy="3445764"/>
            </a:xfrm>
            <a:prstGeom prst="rect">
              <a:avLst/>
            </a:prstGeom>
          </p:spPr>
        </p:pic>
        <p:sp>
          <p:nvSpPr>
            <p:cNvPr id="5" name="object 5"/>
            <p:cNvSpPr/>
            <p:nvPr/>
          </p:nvSpPr>
          <p:spPr>
            <a:xfrm>
              <a:off x="1048385" y="4317364"/>
              <a:ext cx="10231120" cy="814069"/>
            </a:xfrm>
            <a:custGeom>
              <a:avLst/>
              <a:gdLst/>
              <a:ahLst/>
              <a:cxnLst/>
              <a:rect l="l" t="t" r="r" b="b"/>
              <a:pathLst>
                <a:path w="10231120" h="814070">
                  <a:moveTo>
                    <a:pt x="10097693" y="814069"/>
                  </a:moveTo>
                  <a:lnTo>
                    <a:pt x="133426" y="814069"/>
                  </a:lnTo>
                  <a:lnTo>
                    <a:pt x="111467" y="810260"/>
                  </a:lnTo>
                  <a:lnTo>
                    <a:pt x="104406" y="807720"/>
                  </a:lnTo>
                  <a:lnTo>
                    <a:pt x="90741" y="802639"/>
                  </a:lnTo>
                  <a:lnTo>
                    <a:pt x="84162" y="800100"/>
                  </a:lnTo>
                  <a:lnTo>
                    <a:pt x="77749" y="796289"/>
                  </a:lnTo>
                  <a:lnTo>
                    <a:pt x="71526" y="793750"/>
                  </a:lnTo>
                  <a:lnTo>
                    <a:pt x="65493" y="789939"/>
                  </a:lnTo>
                  <a:lnTo>
                    <a:pt x="59677" y="784860"/>
                  </a:lnTo>
                  <a:lnTo>
                    <a:pt x="54063" y="781050"/>
                  </a:lnTo>
                  <a:lnTo>
                    <a:pt x="25387" y="749300"/>
                  </a:lnTo>
                  <a:lnTo>
                    <a:pt x="6680" y="709929"/>
                  </a:lnTo>
                  <a:lnTo>
                    <a:pt x="4673" y="703579"/>
                  </a:lnTo>
                  <a:lnTo>
                    <a:pt x="3009" y="695960"/>
                  </a:lnTo>
                  <a:lnTo>
                    <a:pt x="1701" y="688339"/>
                  </a:lnTo>
                  <a:lnTo>
                    <a:pt x="918" y="681991"/>
                  </a:lnTo>
                  <a:lnTo>
                    <a:pt x="881" y="681685"/>
                  </a:lnTo>
                  <a:lnTo>
                    <a:pt x="762" y="680720"/>
                  </a:lnTo>
                  <a:lnTo>
                    <a:pt x="190" y="674370"/>
                  </a:lnTo>
                  <a:lnTo>
                    <a:pt x="0" y="666750"/>
                  </a:lnTo>
                  <a:lnTo>
                    <a:pt x="0" y="147320"/>
                  </a:lnTo>
                  <a:lnTo>
                    <a:pt x="127" y="142239"/>
                  </a:lnTo>
                  <a:lnTo>
                    <a:pt x="190" y="139700"/>
                  </a:lnTo>
                  <a:lnTo>
                    <a:pt x="6680" y="104139"/>
                  </a:lnTo>
                  <a:lnTo>
                    <a:pt x="9017" y="96520"/>
                  </a:lnTo>
                  <a:lnTo>
                    <a:pt x="29527" y="58420"/>
                  </a:lnTo>
                  <a:lnTo>
                    <a:pt x="59677" y="29210"/>
                  </a:lnTo>
                  <a:lnTo>
                    <a:pt x="65493" y="24129"/>
                  </a:lnTo>
                  <a:lnTo>
                    <a:pt x="71526" y="20320"/>
                  </a:lnTo>
                  <a:lnTo>
                    <a:pt x="77749" y="17779"/>
                  </a:lnTo>
                  <a:lnTo>
                    <a:pt x="84162" y="13970"/>
                  </a:lnTo>
                  <a:lnTo>
                    <a:pt x="90741" y="11429"/>
                  </a:lnTo>
                  <a:lnTo>
                    <a:pt x="97497" y="8889"/>
                  </a:lnTo>
                  <a:lnTo>
                    <a:pt x="111467" y="3810"/>
                  </a:lnTo>
                  <a:lnTo>
                    <a:pt x="133426" y="0"/>
                  </a:lnTo>
                  <a:lnTo>
                    <a:pt x="10097693" y="0"/>
                  </a:lnTo>
                  <a:lnTo>
                    <a:pt x="10140378" y="11429"/>
                  </a:lnTo>
                  <a:lnTo>
                    <a:pt x="10153370" y="17779"/>
                  </a:lnTo>
                  <a:lnTo>
                    <a:pt x="10159593" y="20320"/>
                  </a:lnTo>
                  <a:lnTo>
                    <a:pt x="10165626" y="24129"/>
                  </a:lnTo>
                  <a:lnTo>
                    <a:pt x="10171442" y="29210"/>
                  </a:lnTo>
                  <a:lnTo>
                    <a:pt x="10177056" y="33020"/>
                  </a:lnTo>
                  <a:lnTo>
                    <a:pt x="10182440" y="38100"/>
                  </a:lnTo>
                  <a:lnTo>
                    <a:pt x="132219" y="38100"/>
                  </a:lnTo>
                  <a:lnTo>
                    <a:pt x="125831" y="39370"/>
                  </a:lnTo>
                  <a:lnTo>
                    <a:pt x="126771" y="39370"/>
                  </a:lnTo>
                  <a:lnTo>
                    <a:pt x="120497" y="40639"/>
                  </a:lnTo>
                  <a:lnTo>
                    <a:pt x="121424" y="40639"/>
                  </a:lnTo>
                  <a:lnTo>
                    <a:pt x="118351" y="41910"/>
                  </a:lnTo>
                  <a:lnTo>
                    <a:pt x="116179" y="41910"/>
                  </a:lnTo>
                  <a:lnTo>
                    <a:pt x="110159" y="44450"/>
                  </a:lnTo>
                  <a:lnTo>
                    <a:pt x="111036" y="44450"/>
                  </a:lnTo>
                  <a:lnTo>
                    <a:pt x="105156" y="45720"/>
                  </a:lnTo>
                  <a:lnTo>
                    <a:pt x="106019" y="45720"/>
                  </a:lnTo>
                  <a:lnTo>
                    <a:pt x="100279" y="48260"/>
                  </a:lnTo>
                  <a:lnTo>
                    <a:pt x="101117" y="48260"/>
                  </a:lnTo>
                  <a:lnTo>
                    <a:pt x="95529" y="50800"/>
                  </a:lnTo>
                  <a:lnTo>
                    <a:pt x="96342" y="50800"/>
                  </a:lnTo>
                  <a:lnTo>
                    <a:pt x="90919" y="53339"/>
                  </a:lnTo>
                  <a:lnTo>
                    <a:pt x="91706" y="53339"/>
                  </a:lnTo>
                  <a:lnTo>
                    <a:pt x="88201" y="55879"/>
                  </a:lnTo>
                  <a:lnTo>
                    <a:pt x="87198" y="55879"/>
                  </a:lnTo>
                  <a:lnTo>
                    <a:pt x="82130" y="59689"/>
                  </a:lnTo>
                  <a:lnTo>
                    <a:pt x="82854" y="59689"/>
                  </a:lnTo>
                  <a:lnTo>
                    <a:pt x="79595" y="62229"/>
                  </a:lnTo>
                  <a:lnTo>
                    <a:pt x="78663" y="62229"/>
                  </a:lnTo>
                  <a:lnTo>
                    <a:pt x="73964" y="66039"/>
                  </a:lnTo>
                  <a:lnTo>
                    <a:pt x="74637" y="66039"/>
                  </a:lnTo>
                  <a:lnTo>
                    <a:pt x="70142" y="69850"/>
                  </a:lnTo>
                  <a:lnTo>
                    <a:pt x="70777" y="69850"/>
                  </a:lnTo>
                  <a:lnTo>
                    <a:pt x="66484" y="73660"/>
                  </a:lnTo>
                  <a:lnTo>
                    <a:pt x="67106" y="73660"/>
                  </a:lnTo>
                  <a:lnTo>
                    <a:pt x="63030" y="77470"/>
                  </a:lnTo>
                  <a:lnTo>
                    <a:pt x="63614" y="77470"/>
                  </a:lnTo>
                  <a:lnTo>
                    <a:pt x="60728" y="81279"/>
                  </a:lnTo>
                  <a:lnTo>
                    <a:pt x="60312" y="81279"/>
                  </a:lnTo>
                  <a:lnTo>
                    <a:pt x="56692" y="86360"/>
                  </a:lnTo>
                  <a:lnTo>
                    <a:pt x="57213" y="86360"/>
                  </a:lnTo>
                  <a:lnTo>
                    <a:pt x="54689" y="90170"/>
                  </a:lnTo>
                  <a:lnTo>
                    <a:pt x="54317" y="90170"/>
                  </a:lnTo>
                  <a:lnTo>
                    <a:pt x="51193" y="95250"/>
                  </a:lnTo>
                  <a:lnTo>
                    <a:pt x="51638" y="95250"/>
                  </a:lnTo>
                  <a:lnTo>
                    <a:pt x="49495" y="99060"/>
                  </a:lnTo>
                  <a:lnTo>
                    <a:pt x="49187" y="99060"/>
                  </a:lnTo>
                  <a:lnTo>
                    <a:pt x="47104" y="104139"/>
                  </a:lnTo>
                  <a:lnTo>
                    <a:pt x="46951" y="104139"/>
                  </a:lnTo>
                  <a:lnTo>
                    <a:pt x="43972" y="112279"/>
                  </a:lnTo>
                  <a:lnTo>
                    <a:pt x="42614" y="116441"/>
                  </a:lnTo>
                  <a:lnTo>
                    <a:pt x="41238" y="121378"/>
                  </a:lnTo>
                  <a:lnTo>
                    <a:pt x="40246" y="125729"/>
                  </a:lnTo>
                  <a:lnTo>
                    <a:pt x="40436" y="125729"/>
                  </a:lnTo>
                  <a:lnTo>
                    <a:pt x="39281" y="132078"/>
                  </a:lnTo>
                  <a:lnTo>
                    <a:pt x="38620" y="137159"/>
                  </a:lnTo>
                  <a:lnTo>
                    <a:pt x="38265" y="142239"/>
                  </a:lnTo>
                  <a:lnTo>
                    <a:pt x="38214" y="671829"/>
                  </a:lnTo>
                  <a:lnTo>
                    <a:pt x="38595" y="676714"/>
                  </a:lnTo>
                  <a:lnTo>
                    <a:pt x="39113" y="680720"/>
                  </a:lnTo>
                  <a:lnTo>
                    <a:pt x="39238" y="681685"/>
                  </a:lnTo>
                  <a:lnTo>
                    <a:pt x="40436" y="688339"/>
                  </a:lnTo>
                  <a:lnTo>
                    <a:pt x="40246" y="688339"/>
                  </a:lnTo>
                  <a:lnTo>
                    <a:pt x="41175" y="692414"/>
                  </a:lnTo>
                  <a:lnTo>
                    <a:pt x="41251" y="692691"/>
                  </a:lnTo>
                  <a:lnTo>
                    <a:pt x="41406" y="693430"/>
                  </a:lnTo>
                  <a:lnTo>
                    <a:pt x="41795" y="694661"/>
                  </a:lnTo>
                  <a:lnTo>
                    <a:pt x="42504" y="697229"/>
                  </a:lnTo>
                  <a:lnTo>
                    <a:pt x="42632" y="697628"/>
                  </a:lnTo>
                  <a:lnTo>
                    <a:pt x="43195" y="699735"/>
                  </a:lnTo>
                  <a:lnTo>
                    <a:pt x="44627" y="703579"/>
                  </a:lnTo>
                  <a:lnTo>
                    <a:pt x="44944" y="704806"/>
                  </a:lnTo>
                  <a:lnTo>
                    <a:pt x="45076" y="704806"/>
                  </a:lnTo>
                  <a:lnTo>
                    <a:pt x="46951" y="709929"/>
                  </a:lnTo>
                  <a:lnTo>
                    <a:pt x="47085" y="709929"/>
                  </a:lnTo>
                  <a:lnTo>
                    <a:pt x="48230" y="712762"/>
                  </a:lnTo>
                  <a:lnTo>
                    <a:pt x="49187" y="715010"/>
                  </a:lnTo>
                  <a:lnTo>
                    <a:pt x="49495" y="715010"/>
                  </a:lnTo>
                  <a:lnTo>
                    <a:pt x="51638" y="718820"/>
                  </a:lnTo>
                  <a:lnTo>
                    <a:pt x="51193" y="718820"/>
                  </a:lnTo>
                  <a:lnTo>
                    <a:pt x="54317" y="723900"/>
                  </a:lnTo>
                  <a:lnTo>
                    <a:pt x="54689" y="723900"/>
                  </a:lnTo>
                  <a:lnTo>
                    <a:pt x="57213" y="727710"/>
                  </a:lnTo>
                  <a:lnTo>
                    <a:pt x="56692" y="727710"/>
                  </a:lnTo>
                  <a:lnTo>
                    <a:pt x="60312" y="732789"/>
                  </a:lnTo>
                  <a:lnTo>
                    <a:pt x="60728" y="732789"/>
                  </a:lnTo>
                  <a:lnTo>
                    <a:pt x="63614" y="736600"/>
                  </a:lnTo>
                  <a:lnTo>
                    <a:pt x="63030" y="736600"/>
                  </a:lnTo>
                  <a:lnTo>
                    <a:pt x="67106" y="740410"/>
                  </a:lnTo>
                  <a:lnTo>
                    <a:pt x="66484" y="740410"/>
                  </a:lnTo>
                  <a:lnTo>
                    <a:pt x="70777" y="744220"/>
                  </a:lnTo>
                  <a:lnTo>
                    <a:pt x="70142" y="744220"/>
                  </a:lnTo>
                  <a:lnTo>
                    <a:pt x="74637" y="748029"/>
                  </a:lnTo>
                  <a:lnTo>
                    <a:pt x="73964" y="748029"/>
                  </a:lnTo>
                  <a:lnTo>
                    <a:pt x="78663" y="751839"/>
                  </a:lnTo>
                  <a:lnTo>
                    <a:pt x="79595" y="751839"/>
                  </a:lnTo>
                  <a:lnTo>
                    <a:pt x="82854" y="754379"/>
                  </a:lnTo>
                  <a:lnTo>
                    <a:pt x="82130" y="754379"/>
                  </a:lnTo>
                  <a:lnTo>
                    <a:pt x="87198" y="758189"/>
                  </a:lnTo>
                  <a:lnTo>
                    <a:pt x="88201" y="758189"/>
                  </a:lnTo>
                  <a:lnTo>
                    <a:pt x="91706" y="760729"/>
                  </a:lnTo>
                  <a:lnTo>
                    <a:pt x="90919" y="760729"/>
                  </a:lnTo>
                  <a:lnTo>
                    <a:pt x="96342" y="763270"/>
                  </a:lnTo>
                  <a:lnTo>
                    <a:pt x="95529" y="763270"/>
                  </a:lnTo>
                  <a:lnTo>
                    <a:pt x="101117" y="765810"/>
                  </a:lnTo>
                  <a:lnTo>
                    <a:pt x="100279" y="765810"/>
                  </a:lnTo>
                  <a:lnTo>
                    <a:pt x="106019" y="768350"/>
                  </a:lnTo>
                  <a:lnTo>
                    <a:pt x="105156" y="768350"/>
                  </a:lnTo>
                  <a:lnTo>
                    <a:pt x="111036" y="769620"/>
                  </a:lnTo>
                  <a:lnTo>
                    <a:pt x="110159" y="769620"/>
                  </a:lnTo>
                  <a:lnTo>
                    <a:pt x="116179" y="772160"/>
                  </a:lnTo>
                  <a:lnTo>
                    <a:pt x="118351" y="772160"/>
                  </a:lnTo>
                  <a:lnTo>
                    <a:pt x="121424" y="773429"/>
                  </a:lnTo>
                  <a:lnTo>
                    <a:pt x="120497" y="773429"/>
                  </a:lnTo>
                  <a:lnTo>
                    <a:pt x="126771" y="774700"/>
                  </a:lnTo>
                  <a:lnTo>
                    <a:pt x="125831" y="774700"/>
                  </a:lnTo>
                  <a:lnTo>
                    <a:pt x="132219" y="775970"/>
                  </a:lnTo>
                  <a:lnTo>
                    <a:pt x="10182440" y="775970"/>
                  </a:lnTo>
                  <a:lnTo>
                    <a:pt x="10177056" y="781050"/>
                  </a:lnTo>
                  <a:lnTo>
                    <a:pt x="10171442" y="784860"/>
                  </a:lnTo>
                  <a:lnTo>
                    <a:pt x="10165626" y="789939"/>
                  </a:lnTo>
                  <a:lnTo>
                    <a:pt x="10159593" y="793750"/>
                  </a:lnTo>
                  <a:lnTo>
                    <a:pt x="10153370" y="796289"/>
                  </a:lnTo>
                  <a:lnTo>
                    <a:pt x="10146957" y="800100"/>
                  </a:lnTo>
                  <a:lnTo>
                    <a:pt x="10140378" y="802639"/>
                  </a:lnTo>
                  <a:lnTo>
                    <a:pt x="10126713" y="807720"/>
                  </a:lnTo>
                  <a:lnTo>
                    <a:pt x="10119652" y="810260"/>
                  </a:lnTo>
                  <a:lnTo>
                    <a:pt x="10097693" y="814069"/>
                  </a:lnTo>
                  <a:close/>
                </a:path>
                <a:path w="10231120" h="814070">
                  <a:moveTo>
                    <a:pt x="131267" y="39370"/>
                  </a:moveTo>
                  <a:lnTo>
                    <a:pt x="132219" y="38100"/>
                  </a:lnTo>
                  <a:lnTo>
                    <a:pt x="137744" y="38100"/>
                  </a:lnTo>
                  <a:lnTo>
                    <a:pt x="131267" y="39370"/>
                  </a:lnTo>
                  <a:close/>
                </a:path>
                <a:path w="10231120" h="814070">
                  <a:moveTo>
                    <a:pt x="10099852" y="39370"/>
                  </a:moveTo>
                  <a:lnTo>
                    <a:pt x="10093375" y="38100"/>
                  </a:lnTo>
                  <a:lnTo>
                    <a:pt x="10098900" y="38100"/>
                  </a:lnTo>
                  <a:lnTo>
                    <a:pt x="10099852" y="39370"/>
                  </a:lnTo>
                  <a:close/>
                </a:path>
                <a:path w="10231120" h="814070">
                  <a:moveTo>
                    <a:pt x="10115842" y="43179"/>
                  </a:moveTo>
                  <a:lnTo>
                    <a:pt x="10109695" y="40639"/>
                  </a:lnTo>
                  <a:lnTo>
                    <a:pt x="10110622" y="40639"/>
                  </a:lnTo>
                  <a:lnTo>
                    <a:pt x="10104348" y="39370"/>
                  </a:lnTo>
                  <a:lnTo>
                    <a:pt x="10105288" y="39370"/>
                  </a:lnTo>
                  <a:lnTo>
                    <a:pt x="10098900" y="38100"/>
                  </a:lnTo>
                  <a:lnTo>
                    <a:pt x="10182440" y="38100"/>
                  </a:lnTo>
                  <a:lnTo>
                    <a:pt x="10186308" y="41910"/>
                  </a:lnTo>
                  <a:lnTo>
                    <a:pt x="10114940" y="41910"/>
                  </a:lnTo>
                  <a:lnTo>
                    <a:pt x="10115842" y="43179"/>
                  </a:lnTo>
                  <a:close/>
                </a:path>
                <a:path w="10231120" h="814070">
                  <a:moveTo>
                    <a:pt x="115277" y="43179"/>
                  </a:moveTo>
                  <a:lnTo>
                    <a:pt x="116179" y="41910"/>
                  </a:lnTo>
                  <a:lnTo>
                    <a:pt x="118351" y="41910"/>
                  </a:lnTo>
                  <a:lnTo>
                    <a:pt x="115277" y="43179"/>
                  </a:lnTo>
                  <a:close/>
                </a:path>
                <a:path w="10231120" h="814070">
                  <a:moveTo>
                    <a:pt x="10144671" y="57150"/>
                  </a:moveTo>
                  <a:lnTo>
                    <a:pt x="10139413" y="53339"/>
                  </a:lnTo>
                  <a:lnTo>
                    <a:pt x="10140200" y="53339"/>
                  </a:lnTo>
                  <a:lnTo>
                    <a:pt x="10134777" y="50800"/>
                  </a:lnTo>
                  <a:lnTo>
                    <a:pt x="10135590" y="50800"/>
                  </a:lnTo>
                  <a:lnTo>
                    <a:pt x="10130002" y="48260"/>
                  </a:lnTo>
                  <a:lnTo>
                    <a:pt x="10130840" y="48260"/>
                  </a:lnTo>
                  <a:lnTo>
                    <a:pt x="10125100" y="45720"/>
                  </a:lnTo>
                  <a:lnTo>
                    <a:pt x="10125964" y="45720"/>
                  </a:lnTo>
                  <a:lnTo>
                    <a:pt x="10120083" y="44450"/>
                  </a:lnTo>
                  <a:lnTo>
                    <a:pt x="10120960" y="44450"/>
                  </a:lnTo>
                  <a:lnTo>
                    <a:pt x="10114940" y="41910"/>
                  </a:lnTo>
                  <a:lnTo>
                    <a:pt x="10186308" y="41910"/>
                  </a:lnTo>
                  <a:lnTo>
                    <a:pt x="10187597" y="43179"/>
                  </a:lnTo>
                  <a:lnTo>
                    <a:pt x="10192512" y="48260"/>
                  </a:lnTo>
                  <a:lnTo>
                    <a:pt x="10197185" y="53339"/>
                  </a:lnTo>
                  <a:lnTo>
                    <a:pt x="10199389" y="55879"/>
                  </a:lnTo>
                  <a:lnTo>
                    <a:pt x="10143921" y="55879"/>
                  </a:lnTo>
                  <a:lnTo>
                    <a:pt x="10144671" y="57150"/>
                  </a:lnTo>
                  <a:close/>
                </a:path>
                <a:path w="10231120" h="814070">
                  <a:moveTo>
                    <a:pt x="86448" y="57150"/>
                  </a:moveTo>
                  <a:lnTo>
                    <a:pt x="87198" y="55879"/>
                  </a:lnTo>
                  <a:lnTo>
                    <a:pt x="88201" y="55879"/>
                  </a:lnTo>
                  <a:lnTo>
                    <a:pt x="86448" y="57150"/>
                  </a:lnTo>
                  <a:close/>
                </a:path>
                <a:path w="10231120" h="814070">
                  <a:moveTo>
                    <a:pt x="10153154" y="63500"/>
                  </a:moveTo>
                  <a:lnTo>
                    <a:pt x="10148265" y="59689"/>
                  </a:lnTo>
                  <a:lnTo>
                    <a:pt x="10148989" y="59689"/>
                  </a:lnTo>
                  <a:lnTo>
                    <a:pt x="10143921" y="55879"/>
                  </a:lnTo>
                  <a:lnTo>
                    <a:pt x="10199389" y="55879"/>
                  </a:lnTo>
                  <a:lnTo>
                    <a:pt x="10201592" y="58420"/>
                  </a:lnTo>
                  <a:lnTo>
                    <a:pt x="10204076" y="62229"/>
                  </a:lnTo>
                  <a:lnTo>
                    <a:pt x="10152456" y="62229"/>
                  </a:lnTo>
                  <a:lnTo>
                    <a:pt x="10153154" y="63500"/>
                  </a:lnTo>
                  <a:close/>
                </a:path>
                <a:path w="10231120" h="814070">
                  <a:moveTo>
                    <a:pt x="77965" y="63500"/>
                  </a:moveTo>
                  <a:lnTo>
                    <a:pt x="78663" y="62229"/>
                  </a:lnTo>
                  <a:lnTo>
                    <a:pt x="79595" y="62229"/>
                  </a:lnTo>
                  <a:lnTo>
                    <a:pt x="77965" y="63500"/>
                  </a:lnTo>
                  <a:close/>
                </a:path>
                <a:path w="10231120" h="814070">
                  <a:moveTo>
                    <a:pt x="10171353" y="82550"/>
                  </a:moveTo>
                  <a:lnTo>
                    <a:pt x="10167505" y="77470"/>
                  </a:lnTo>
                  <a:lnTo>
                    <a:pt x="10168089" y="77470"/>
                  </a:lnTo>
                  <a:lnTo>
                    <a:pt x="10164013" y="73660"/>
                  </a:lnTo>
                  <a:lnTo>
                    <a:pt x="10164622" y="73660"/>
                  </a:lnTo>
                  <a:lnTo>
                    <a:pt x="10160342" y="69850"/>
                  </a:lnTo>
                  <a:lnTo>
                    <a:pt x="10160977" y="69850"/>
                  </a:lnTo>
                  <a:lnTo>
                    <a:pt x="10156482" y="66039"/>
                  </a:lnTo>
                  <a:lnTo>
                    <a:pt x="10157155" y="66039"/>
                  </a:lnTo>
                  <a:lnTo>
                    <a:pt x="10152456" y="62229"/>
                  </a:lnTo>
                  <a:lnTo>
                    <a:pt x="10204076" y="62229"/>
                  </a:lnTo>
                  <a:lnTo>
                    <a:pt x="10205732" y="64770"/>
                  </a:lnTo>
                  <a:lnTo>
                    <a:pt x="10209606" y="71120"/>
                  </a:lnTo>
                  <a:lnTo>
                    <a:pt x="10213174" y="77470"/>
                  </a:lnTo>
                  <a:lnTo>
                    <a:pt x="10215148" y="81279"/>
                  </a:lnTo>
                  <a:lnTo>
                    <a:pt x="10170807" y="81279"/>
                  </a:lnTo>
                  <a:lnTo>
                    <a:pt x="10171353" y="82550"/>
                  </a:lnTo>
                  <a:close/>
                </a:path>
                <a:path w="10231120" h="814070">
                  <a:moveTo>
                    <a:pt x="59766" y="82550"/>
                  </a:moveTo>
                  <a:lnTo>
                    <a:pt x="60312" y="81279"/>
                  </a:lnTo>
                  <a:lnTo>
                    <a:pt x="60728" y="81279"/>
                  </a:lnTo>
                  <a:lnTo>
                    <a:pt x="59766" y="82550"/>
                  </a:lnTo>
                  <a:close/>
                </a:path>
                <a:path w="10231120" h="814070">
                  <a:moveTo>
                    <a:pt x="10177272" y="91439"/>
                  </a:moveTo>
                  <a:lnTo>
                    <a:pt x="10173906" y="86360"/>
                  </a:lnTo>
                  <a:lnTo>
                    <a:pt x="10174414" y="86360"/>
                  </a:lnTo>
                  <a:lnTo>
                    <a:pt x="10170807" y="81279"/>
                  </a:lnTo>
                  <a:lnTo>
                    <a:pt x="10215148" y="81279"/>
                  </a:lnTo>
                  <a:lnTo>
                    <a:pt x="10216464" y="83820"/>
                  </a:lnTo>
                  <a:lnTo>
                    <a:pt x="10219436" y="90170"/>
                  </a:lnTo>
                  <a:lnTo>
                    <a:pt x="10176802" y="90170"/>
                  </a:lnTo>
                  <a:lnTo>
                    <a:pt x="10177272" y="91439"/>
                  </a:lnTo>
                  <a:close/>
                </a:path>
                <a:path w="10231120" h="814070">
                  <a:moveTo>
                    <a:pt x="53848" y="91439"/>
                  </a:moveTo>
                  <a:lnTo>
                    <a:pt x="54317" y="90170"/>
                  </a:lnTo>
                  <a:lnTo>
                    <a:pt x="54689" y="90170"/>
                  </a:lnTo>
                  <a:lnTo>
                    <a:pt x="53848" y="91439"/>
                  </a:lnTo>
                  <a:close/>
                </a:path>
                <a:path w="10231120" h="814070">
                  <a:moveTo>
                    <a:pt x="10182437" y="100289"/>
                  </a:moveTo>
                  <a:lnTo>
                    <a:pt x="10182044" y="99805"/>
                  </a:lnTo>
                  <a:lnTo>
                    <a:pt x="10179481" y="95250"/>
                  </a:lnTo>
                  <a:lnTo>
                    <a:pt x="10179913" y="95250"/>
                  </a:lnTo>
                  <a:lnTo>
                    <a:pt x="10176802" y="90170"/>
                  </a:lnTo>
                  <a:lnTo>
                    <a:pt x="10219436" y="90170"/>
                  </a:lnTo>
                  <a:lnTo>
                    <a:pt x="10222103" y="96520"/>
                  </a:lnTo>
                  <a:lnTo>
                    <a:pt x="10222881" y="99060"/>
                  </a:lnTo>
                  <a:lnTo>
                    <a:pt x="10181932" y="99060"/>
                  </a:lnTo>
                  <a:lnTo>
                    <a:pt x="10182437" y="100289"/>
                  </a:lnTo>
                  <a:close/>
                </a:path>
                <a:path w="10231120" h="814070">
                  <a:moveTo>
                    <a:pt x="48803" y="100289"/>
                  </a:moveTo>
                  <a:lnTo>
                    <a:pt x="48881" y="99805"/>
                  </a:lnTo>
                  <a:lnTo>
                    <a:pt x="49187" y="99060"/>
                  </a:lnTo>
                  <a:lnTo>
                    <a:pt x="49495" y="99060"/>
                  </a:lnTo>
                  <a:lnTo>
                    <a:pt x="48803" y="100289"/>
                  </a:lnTo>
                  <a:close/>
                </a:path>
                <a:path w="10231120" h="814070">
                  <a:moveTo>
                    <a:pt x="10224439" y="709929"/>
                  </a:moveTo>
                  <a:lnTo>
                    <a:pt x="10184168" y="709929"/>
                  </a:lnTo>
                  <a:lnTo>
                    <a:pt x="10187147" y="701790"/>
                  </a:lnTo>
                  <a:lnTo>
                    <a:pt x="10187808" y="699735"/>
                  </a:lnTo>
                  <a:lnTo>
                    <a:pt x="10188260" y="698514"/>
                  </a:lnTo>
                  <a:lnTo>
                    <a:pt x="10188487" y="697628"/>
                  </a:lnTo>
                  <a:lnTo>
                    <a:pt x="10189324" y="694661"/>
                  </a:lnTo>
                  <a:lnTo>
                    <a:pt x="10189713" y="693430"/>
                  </a:lnTo>
                  <a:lnTo>
                    <a:pt x="10189868" y="692691"/>
                  </a:lnTo>
                  <a:lnTo>
                    <a:pt x="10190873" y="688339"/>
                  </a:lnTo>
                  <a:lnTo>
                    <a:pt x="10190683" y="688339"/>
                  </a:lnTo>
                  <a:lnTo>
                    <a:pt x="10191825" y="681991"/>
                  </a:lnTo>
                  <a:lnTo>
                    <a:pt x="10191878" y="681685"/>
                  </a:lnTo>
                  <a:lnTo>
                    <a:pt x="10192004" y="680720"/>
                  </a:lnTo>
                  <a:lnTo>
                    <a:pt x="10192411" y="678170"/>
                  </a:lnTo>
                  <a:lnTo>
                    <a:pt x="10192854" y="671829"/>
                  </a:lnTo>
                  <a:lnTo>
                    <a:pt x="10192905" y="142239"/>
                  </a:lnTo>
                  <a:lnTo>
                    <a:pt x="10192524" y="137355"/>
                  </a:lnTo>
                  <a:lnTo>
                    <a:pt x="10191871" y="132333"/>
                  </a:lnTo>
                  <a:lnTo>
                    <a:pt x="10190683" y="125729"/>
                  </a:lnTo>
                  <a:lnTo>
                    <a:pt x="10190873" y="125729"/>
                  </a:lnTo>
                  <a:lnTo>
                    <a:pt x="10189944" y="121655"/>
                  </a:lnTo>
                  <a:lnTo>
                    <a:pt x="10189881" y="121378"/>
                  </a:lnTo>
                  <a:lnTo>
                    <a:pt x="10188260" y="115555"/>
                  </a:lnTo>
                  <a:lnTo>
                    <a:pt x="10187797" y="114300"/>
                  </a:lnTo>
                  <a:lnTo>
                    <a:pt x="10186162" y="109220"/>
                  </a:lnTo>
                  <a:lnTo>
                    <a:pt x="10186027" y="109220"/>
                  </a:lnTo>
                  <a:lnTo>
                    <a:pt x="10184168" y="104139"/>
                  </a:lnTo>
                  <a:lnTo>
                    <a:pt x="10184034" y="104139"/>
                  </a:lnTo>
                  <a:lnTo>
                    <a:pt x="10182889" y="101307"/>
                  </a:lnTo>
                  <a:lnTo>
                    <a:pt x="10182456" y="100289"/>
                  </a:lnTo>
                  <a:lnTo>
                    <a:pt x="10182171" y="99805"/>
                  </a:lnTo>
                  <a:lnTo>
                    <a:pt x="10181932" y="99060"/>
                  </a:lnTo>
                  <a:lnTo>
                    <a:pt x="10222881" y="99060"/>
                  </a:lnTo>
                  <a:lnTo>
                    <a:pt x="10224439" y="104139"/>
                  </a:lnTo>
                  <a:lnTo>
                    <a:pt x="10184168" y="104139"/>
                  </a:lnTo>
                  <a:lnTo>
                    <a:pt x="10184621" y="105378"/>
                  </a:lnTo>
                  <a:lnTo>
                    <a:pt x="10224831" y="105378"/>
                  </a:lnTo>
                  <a:lnTo>
                    <a:pt x="10226045" y="109220"/>
                  </a:lnTo>
                  <a:lnTo>
                    <a:pt x="10186162" y="109220"/>
                  </a:lnTo>
                  <a:lnTo>
                    <a:pt x="10186563" y="110467"/>
                  </a:lnTo>
                  <a:lnTo>
                    <a:pt x="10226439" y="110467"/>
                  </a:lnTo>
                  <a:lnTo>
                    <a:pt x="10228110" y="118110"/>
                  </a:lnTo>
                  <a:lnTo>
                    <a:pt x="10229418" y="125729"/>
                  </a:lnTo>
                  <a:lnTo>
                    <a:pt x="10230201" y="132078"/>
                  </a:lnTo>
                  <a:lnTo>
                    <a:pt x="10230232" y="132333"/>
                  </a:lnTo>
                  <a:lnTo>
                    <a:pt x="10230358" y="133350"/>
                  </a:lnTo>
                  <a:lnTo>
                    <a:pt x="10230929" y="139700"/>
                  </a:lnTo>
                  <a:lnTo>
                    <a:pt x="10230929" y="674370"/>
                  </a:lnTo>
                  <a:lnTo>
                    <a:pt x="10230358" y="680720"/>
                  </a:lnTo>
                  <a:lnTo>
                    <a:pt x="10229418" y="688339"/>
                  </a:lnTo>
                  <a:lnTo>
                    <a:pt x="10228110" y="695960"/>
                  </a:lnTo>
                  <a:lnTo>
                    <a:pt x="10226446" y="703579"/>
                  </a:lnTo>
                  <a:lnTo>
                    <a:pt x="10224439" y="709929"/>
                  </a:lnTo>
                  <a:close/>
                </a:path>
                <a:path w="10231120" h="814070">
                  <a:moveTo>
                    <a:pt x="46596" y="105378"/>
                  </a:moveTo>
                  <a:lnTo>
                    <a:pt x="46951" y="104139"/>
                  </a:lnTo>
                  <a:lnTo>
                    <a:pt x="47104" y="104139"/>
                  </a:lnTo>
                  <a:lnTo>
                    <a:pt x="46596" y="105378"/>
                  </a:lnTo>
                  <a:close/>
                </a:path>
                <a:path w="10231120" h="814070">
                  <a:moveTo>
                    <a:pt x="45076" y="704806"/>
                  </a:moveTo>
                  <a:lnTo>
                    <a:pt x="44944" y="704806"/>
                  </a:lnTo>
                  <a:lnTo>
                    <a:pt x="44549" y="703579"/>
                  </a:lnTo>
                  <a:lnTo>
                    <a:pt x="45076" y="704806"/>
                  </a:lnTo>
                  <a:close/>
                </a:path>
                <a:path w="10231120" h="814070">
                  <a:moveTo>
                    <a:pt x="47085" y="709929"/>
                  </a:moveTo>
                  <a:lnTo>
                    <a:pt x="46951" y="709929"/>
                  </a:lnTo>
                  <a:lnTo>
                    <a:pt x="46498" y="708691"/>
                  </a:lnTo>
                  <a:lnTo>
                    <a:pt x="47085" y="709929"/>
                  </a:lnTo>
                  <a:close/>
                </a:path>
                <a:path w="10231120" h="814070">
                  <a:moveTo>
                    <a:pt x="10222881" y="715010"/>
                  </a:moveTo>
                  <a:lnTo>
                    <a:pt x="10181932" y="715010"/>
                  </a:lnTo>
                  <a:lnTo>
                    <a:pt x="10184523" y="708691"/>
                  </a:lnTo>
                  <a:lnTo>
                    <a:pt x="10184168" y="709929"/>
                  </a:lnTo>
                  <a:lnTo>
                    <a:pt x="10224439" y="709929"/>
                  </a:lnTo>
                  <a:lnTo>
                    <a:pt x="10222881" y="715010"/>
                  </a:lnTo>
                  <a:close/>
                </a:path>
                <a:path w="10231120" h="814070">
                  <a:moveTo>
                    <a:pt x="49495" y="715010"/>
                  </a:moveTo>
                  <a:lnTo>
                    <a:pt x="49187" y="715010"/>
                  </a:lnTo>
                  <a:lnTo>
                    <a:pt x="48948" y="714264"/>
                  </a:lnTo>
                  <a:lnTo>
                    <a:pt x="48682" y="713780"/>
                  </a:lnTo>
                  <a:lnTo>
                    <a:pt x="49075" y="714264"/>
                  </a:lnTo>
                  <a:lnTo>
                    <a:pt x="49495" y="715010"/>
                  </a:lnTo>
                  <a:close/>
                </a:path>
                <a:path w="10231120" h="814070">
                  <a:moveTo>
                    <a:pt x="10219436" y="723900"/>
                  </a:moveTo>
                  <a:lnTo>
                    <a:pt x="10176802" y="723900"/>
                  </a:lnTo>
                  <a:lnTo>
                    <a:pt x="10179913" y="718820"/>
                  </a:lnTo>
                  <a:lnTo>
                    <a:pt x="10179481" y="718820"/>
                  </a:lnTo>
                  <a:lnTo>
                    <a:pt x="10182316" y="713780"/>
                  </a:lnTo>
                  <a:lnTo>
                    <a:pt x="10182238" y="714264"/>
                  </a:lnTo>
                  <a:lnTo>
                    <a:pt x="10181932" y="715010"/>
                  </a:lnTo>
                  <a:lnTo>
                    <a:pt x="10222881" y="715010"/>
                  </a:lnTo>
                  <a:lnTo>
                    <a:pt x="10222103" y="717550"/>
                  </a:lnTo>
                  <a:lnTo>
                    <a:pt x="10219436" y="723900"/>
                  </a:lnTo>
                  <a:close/>
                </a:path>
                <a:path w="10231120" h="814070">
                  <a:moveTo>
                    <a:pt x="54689" y="723900"/>
                  </a:moveTo>
                  <a:lnTo>
                    <a:pt x="54317" y="723900"/>
                  </a:lnTo>
                  <a:lnTo>
                    <a:pt x="53848" y="722629"/>
                  </a:lnTo>
                  <a:lnTo>
                    <a:pt x="54689" y="723900"/>
                  </a:lnTo>
                  <a:close/>
                </a:path>
                <a:path w="10231120" h="814070">
                  <a:moveTo>
                    <a:pt x="10215148" y="732789"/>
                  </a:moveTo>
                  <a:lnTo>
                    <a:pt x="10170807" y="732789"/>
                  </a:lnTo>
                  <a:lnTo>
                    <a:pt x="10174414" y="727710"/>
                  </a:lnTo>
                  <a:lnTo>
                    <a:pt x="10173906" y="727710"/>
                  </a:lnTo>
                  <a:lnTo>
                    <a:pt x="10177272" y="722629"/>
                  </a:lnTo>
                  <a:lnTo>
                    <a:pt x="10176802" y="723900"/>
                  </a:lnTo>
                  <a:lnTo>
                    <a:pt x="10219436" y="723900"/>
                  </a:lnTo>
                  <a:lnTo>
                    <a:pt x="10216464" y="730250"/>
                  </a:lnTo>
                  <a:lnTo>
                    <a:pt x="10215148" y="732789"/>
                  </a:lnTo>
                  <a:close/>
                </a:path>
                <a:path w="10231120" h="814070">
                  <a:moveTo>
                    <a:pt x="60728" y="732789"/>
                  </a:moveTo>
                  <a:lnTo>
                    <a:pt x="60312" y="732789"/>
                  </a:lnTo>
                  <a:lnTo>
                    <a:pt x="59766" y="731520"/>
                  </a:lnTo>
                  <a:lnTo>
                    <a:pt x="60728" y="732789"/>
                  </a:lnTo>
                  <a:close/>
                </a:path>
                <a:path w="10231120" h="814070">
                  <a:moveTo>
                    <a:pt x="10204076" y="751839"/>
                  </a:moveTo>
                  <a:lnTo>
                    <a:pt x="10152456" y="751839"/>
                  </a:lnTo>
                  <a:lnTo>
                    <a:pt x="10157155" y="748029"/>
                  </a:lnTo>
                  <a:lnTo>
                    <a:pt x="10156482" y="748029"/>
                  </a:lnTo>
                  <a:lnTo>
                    <a:pt x="10160977" y="744220"/>
                  </a:lnTo>
                  <a:lnTo>
                    <a:pt x="10160342" y="744220"/>
                  </a:lnTo>
                  <a:lnTo>
                    <a:pt x="10164622" y="740410"/>
                  </a:lnTo>
                  <a:lnTo>
                    <a:pt x="10164013" y="740410"/>
                  </a:lnTo>
                  <a:lnTo>
                    <a:pt x="10168089" y="736600"/>
                  </a:lnTo>
                  <a:lnTo>
                    <a:pt x="10167505" y="736600"/>
                  </a:lnTo>
                  <a:lnTo>
                    <a:pt x="10171353" y="731520"/>
                  </a:lnTo>
                  <a:lnTo>
                    <a:pt x="10170807" y="732789"/>
                  </a:lnTo>
                  <a:lnTo>
                    <a:pt x="10215148" y="732789"/>
                  </a:lnTo>
                  <a:lnTo>
                    <a:pt x="10213174" y="736600"/>
                  </a:lnTo>
                  <a:lnTo>
                    <a:pt x="10209606" y="742950"/>
                  </a:lnTo>
                  <a:lnTo>
                    <a:pt x="10205732" y="749300"/>
                  </a:lnTo>
                  <a:lnTo>
                    <a:pt x="10204076" y="751839"/>
                  </a:lnTo>
                  <a:close/>
                </a:path>
                <a:path w="10231120" h="814070">
                  <a:moveTo>
                    <a:pt x="79595" y="751839"/>
                  </a:moveTo>
                  <a:lnTo>
                    <a:pt x="78663" y="751839"/>
                  </a:lnTo>
                  <a:lnTo>
                    <a:pt x="77965" y="750570"/>
                  </a:lnTo>
                  <a:lnTo>
                    <a:pt x="79595" y="751839"/>
                  </a:lnTo>
                  <a:close/>
                </a:path>
                <a:path w="10231120" h="814070">
                  <a:moveTo>
                    <a:pt x="10199389" y="758189"/>
                  </a:moveTo>
                  <a:lnTo>
                    <a:pt x="10143921" y="758189"/>
                  </a:lnTo>
                  <a:lnTo>
                    <a:pt x="10148989" y="754379"/>
                  </a:lnTo>
                  <a:lnTo>
                    <a:pt x="10148265" y="754379"/>
                  </a:lnTo>
                  <a:lnTo>
                    <a:pt x="10153154" y="750570"/>
                  </a:lnTo>
                  <a:lnTo>
                    <a:pt x="10152456" y="751839"/>
                  </a:lnTo>
                  <a:lnTo>
                    <a:pt x="10204076" y="751839"/>
                  </a:lnTo>
                  <a:lnTo>
                    <a:pt x="10201592" y="755650"/>
                  </a:lnTo>
                  <a:lnTo>
                    <a:pt x="10199389" y="758189"/>
                  </a:lnTo>
                  <a:close/>
                </a:path>
                <a:path w="10231120" h="814070">
                  <a:moveTo>
                    <a:pt x="88201" y="758189"/>
                  </a:moveTo>
                  <a:lnTo>
                    <a:pt x="87198" y="758189"/>
                  </a:lnTo>
                  <a:lnTo>
                    <a:pt x="86448" y="756920"/>
                  </a:lnTo>
                  <a:lnTo>
                    <a:pt x="88201" y="758189"/>
                  </a:lnTo>
                  <a:close/>
                </a:path>
                <a:path w="10231120" h="814070">
                  <a:moveTo>
                    <a:pt x="10186308" y="772160"/>
                  </a:moveTo>
                  <a:lnTo>
                    <a:pt x="10114940" y="772160"/>
                  </a:lnTo>
                  <a:lnTo>
                    <a:pt x="10120960" y="769620"/>
                  </a:lnTo>
                  <a:lnTo>
                    <a:pt x="10120083" y="769620"/>
                  </a:lnTo>
                  <a:lnTo>
                    <a:pt x="10125964" y="768350"/>
                  </a:lnTo>
                  <a:lnTo>
                    <a:pt x="10125100" y="768350"/>
                  </a:lnTo>
                  <a:lnTo>
                    <a:pt x="10130840" y="765810"/>
                  </a:lnTo>
                  <a:lnTo>
                    <a:pt x="10130002" y="765810"/>
                  </a:lnTo>
                  <a:lnTo>
                    <a:pt x="10135590" y="763270"/>
                  </a:lnTo>
                  <a:lnTo>
                    <a:pt x="10134777" y="763270"/>
                  </a:lnTo>
                  <a:lnTo>
                    <a:pt x="10140200" y="760729"/>
                  </a:lnTo>
                  <a:lnTo>
                    <a:pt x="10139413" y="760729"/>
                  </a:lnTo>
                  <a:lnTo>
                    <a:pt x="10144671" y="756920"/>
                  </a:lnTo>
                  <a:lnTo>
                    <a:pt x="10143921" y="758189"/>
                  </a:lnTo>
                  <a:lnTo>
                    <a:pt x="10199389" y="758189"/>
                  </a:lnTo>
                  <a:lnTo>
                    <a:pt x="10197185" y="760729"/>
                  </a:lnTo>
                  <a:lnTo>
                    <a:pt x="10192512" y="765810"/>
                  </a:lnTo>
                  <a:lnTo>
                    <a:pt x="10187597" y="770889"/>
                  </a:lnTo>
                  <a:lnTo>
                    <a:pt x="10186308" y="772160"/>
                  </a:lnTo>
                  <a:close/>
                </a:path>
                <a:path w="10231120" h="814070">
                  <a:moveTo>
                    <a:pt x="118351" y="772160"/>
                  </a:moveTo>
                  <a:lnTo>
                    <a:pt x="116179" y="772160"/>
                  </a:lnTo>
                  <a:lnTo>
                    <a:pt x="115277" y="770889"/>
                  </a:lnTo>
                  <a:lnTo>
                    <a:pt x="118351" y="772160"/>
                  </a:lnTo>
                  <a:close/>
                </a:path>
                <a:path w="10231120" h="814070">
                  <a:moveTo>
                    <a:pt x="10182440" y="775970"/>
                  </a:moveTo>
                  <a:lnTo>
                    <a:pt x="10098900" y="775970"/>
                  </a:lnTo>
                  <a:lnTo>
                    <a:pt x="10105288" y="774700"/>
                  </a:lnTo>
                  <a:lnTo>
                    <a:pt x="10104348" y="774700"/>
                  </a:lnTo>
                  <a:lnTo>
                    <a:pt x="10110622" y="773429"/>
                  </a:lnTo>
                  <a:lnTo>
                    <a:pt x="10109695" y="773429"/>
                  </a:lnTo>
                  <a:lnTo>
                    <a:pt x="10115842" y="770889"/>
                  </a:lnTo>
                  <a:lnTo>
                    <a:pt x="10114940" y="772160"/>
                  </a:lnTo>
                  <a:lnTo>
                    <a:pt x="10186308" y="772160"/>
                  </a:lnTo>
                  <a:lnTo>
                    <a:pt x="10182440" y="775970"/>
                  </a:lnTo>
                  <a:close/>
                </a:path>
                <a:path w="10231120" h="814070">
                  <a:moveTo>
                    <a:pt x="137744" y="775970"/>
                  </a:moveTo>
                  <a:lnTo>
                    <a:pt x="132219" y="775970"/>
                  </a:lnTo>
                  <a:lnTo>
                    <a:pt x="131267" y="774700"/>
                  </a:lnTo>
                  <a:lnTo>
                    <a:pt x="137744" y="775970"/>
                  </a:lnTo>
                  <a:close/>
                </a:path>
                <a:path w="10231120" h="814070">
                  <a:moveTo>
                    <a:pt x="10098900" y="775970"/>
                  </a:moveTo>
                  <a:lnTo>
                    <a:pt x="10093375" y="775970"/>
                  </a:lnTo>
                  <a:lnTo>
                    <a:pt x="10099852" y="774700"/>
                  </a:lnTo>
                  <a:lnTo>
                    <a:pt x="10098900" y="77597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337" y="625107"/>
            <a:ext cx="9793087" cy="732110"/>
          </a:xfrm>
          <a:prstGeom prst="rect">
            <a:avLst/>
          </a:prstGeom>
        </p:spPr>
        <p:txBody>
          <a:bodyPr vert="horz" wrap="square" lIns="0" tIns="54470" rIns="0" bIns="0" rtlCol="0" anchor="ctr">
            <a:spAutoFit/>
          </a:bodyPr>
          <a:lstStyle/>
          <a:p>
            <a:pPr marL="2113280">
              <a:lnSpc>
                <a:spcPct val="100000"/>
              </a:lnSpc>
              <a:spcBef>
                <a:spcPts val="100"/>
              </a:spcBef>
            </a:pPr>
            <a:r>
              <a:rPr dirty="0"/>
              <a:t>Query</a:t>
            </a:r>
            <a:r>
              <a:rPr spc="-40" dirty="0"/>
              <a:t> </a:t>
            </a:r>
            <a:r>
              <a:rPr dirty="0"/>
              <a:t>and</a:t>
            </a:r>
            <a:r>
              <a:rPr spc="-40" dirty="0"/>
              <a:t> </a:t>
            </a:r>
            <a:r>
              <a:rPr dirty="0"/>
              <a:t>Assistance</a:t>
            </a:r>
            <a:r>
              <a:rPr spc="-35" dirty="0"/>
              <a:t> </a:t>
            </a:r>
            <a:r>
              <a:rPr spc="-20" dirty="0"/>
              <a:t>Zone</a:t>
            </a:r>
          </a:p>
        </p:txBody>
      </p:sp>
      <p:pic>
        <p:nvPicPr>
          <p:cNvPr id="3" name="object 3"/>
          <p:cNvPicPr/>
          <p:nvPr/>
        </p:nvPicPr>
        <p:blipFill>
          <a:blip r:embed="rId2" cstate="print"/>
          <a:stretch>
            <a:fillRect/>
          </a:stretch>
        </p:blipFill>
        <p:spPr>
          <a:xfrm>
            <a:off x="1919536" y="21207"/>
            <a:ext cx="6624736" cy="563879"/>
          </a:xfrm>
          <a:prstGeom prst="rect">
            <a:avLst/>
          </a:prstGeom>
        </p:spPr>
      </p:pic>
      <p:pic>
        <p:nvPicPr>
          <p:cNvPr id="4" name="object 4"/>
          <p:cNvPicPr/>
          <p:nvPr/>
        </p:nvPicPr>
        <p:blipFill>
          <a:blip r:embed="rId3" cstate="print"/>
          <a:stretch>
            <a:fillRect/>
          </a:stretch>
        </p:blipFill>
        <p:spPr>
          <a:xfrm>
            <a:off x="2683003" y="1319783"/>
            <a:ext cx="7087742" cy="517329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6"/>
          <p:cNvSpPr txBox="1"/>
          <p:nvPr/>
        </p:nvSpPr>
        <p:spPr>
          <a:xfrm>
            <a:off x="7581900" y="5624513"/>
            <a:ext cx="1600200" cy="273844"/>
          </a:xfrm>
          <a:prstGeom prst="rect">
            <a:avLst/>
          </a:prstGeom>
          <a:noFill/>
          <a:ln>
            <a:noFill/>
          </a:ln>
        </p:spPr>
        <p:txBody>
          <a:bodyPr spcFirstLastPara="1" wrap="square" lIns="68568" tIns="34275" rIns="68568" bIns="34275" anchor="ctr" anchorCtr="0">
            <a:noAutofit/>
          </a:bodyPr>
          <a:lstStyle/>
          <a:p>
            <a:pPr algn="r">
              <a:buClr>
                <a:srgbClr val="898989"/>
              </a:buClr>
              <a:buSzPts val="1200"/>
            </a:pPr>
            <a:fld id="{00000000-1234-1234-1234-123412341234}" type="slidenum">
              <a:rPr lang="en-US" sz="900">
                <a:solidFill>
                  <a:srgbClr val="898989"/>
                </a:solidFill>
                <a:latin typeface="Calibri" panose="020F0502020204030204"/>
                <a:ea typeface="Calibri" panose="020F0502020204030204"/>
                <a:cs typeface="Calibri" panose="020F0502020204030204"/>
                <a:sym typeface="Calibri" panose="020F0502020204030204"/>
              </a:rPr>
              <a:t>55</a:t>
            </a:fld>
            <a:endParaRPr lang="en-US" sz="900">
              <a:solidFill>
                <a:srgbClr val="898989"/>
              </a:solidFill>
              <a:latin typeface="Calibri" panose="020F0502020204030204"/>
              <a:ea typeface="Calibri" panose="020F0502020204030204"/>
              <a:cs typeface="Calibri" panose="020F0502020204030204"/>
              <a:sym typeface="Calibri" panose="020F0502020204030204"/>
            </a:endParaRPr>
          </a:p>
        </p:txBody>
      </p:sp>
      <p:pic>
        <p:nvPicPr>
          <p:cNvPr id="144" name="Google Shape;144;p6" descr="Lovely Professional University - Wikipedia"/>
          <p:cNvPicPr preferRelativeResize="0"/>
          <p:nvPr/>
        </p:nvPicPr>
        <p:blipFill rotWithShape="1">
          <a:blip r:embed="rId4"/>
          <a:srcRect/>
          <a:stretch>
            <a:fillRect/>
          </a:stretch>
        </p:blipFill>
        <p:spPr>
          <a:xfrm>
            <a:off x="9100457" y="894500"/>
            <a:ext cx="337458" cy="346218"/>
          </a:xfrm>
          <a:prstGeom prst="rect">
            <a:avLst/>
          </a:prstGeom>
          <a:noFill/>
          <a:ln>
            <a:noFill/>
          </a:ln>
        </p:spPr>
      </p:pic>
      <p:sp>
        <p:nvSpPr>
          <p:cNvPr id="146" name="Google Shape;146;p6"/>
          <p:cNvSpPr txBox="1"/>
          <p:nvPr/>
        </p:nvSpPr>
        <p:spPr>
          <a:xfrm>
            <a:off x="2667000" y="894715"/>
            <a:ext cx="7139940" cy="452120"/>
          </a:xfrm>
          <a:prstGeom prst="rect">
            <a:avLst/>
          </a:prstGeom>
          <a:noFill/>
          <a:ln>
            <a:noFill/>
          </a:ln>
        </p:spPr>
        <p:txBody>
          <a:bodyPr spcFirstLastPara="1" wrap="square" lIns="0" tIns="0" rIns="0" bIns="0" anchor="t" anchorCtr="0">
            <a:noAutofit/>
          </a:bodyPr>
          <a:lstStyle/>
          <a:p>
            <a:pPr algn="ctr">
              <a:lnSpc>
                <a:spcPct val="131000"/>
              </a:lnSpc>
              <a:buClr>
                <a:srgbClr val="1D242C"/>
              </a:buClr>
              <a:buSzPts val="4200"/>
            </a:pPr>
            <a:r>
              <a:rPr lang="en-IN" sz="2250" b="1" dirty="0">
                <a:solidFill>
                  <a:srgbClr val="222222"/>
                </a:solidFill>
                <a:latin typeface="Times New Roman" panose="02020603050405020304" pitchFamily="18" charset="0"/>
                <a:cs typeface="Times New Roman" panose="02020603050405020304" pitchFamily="18" charset="0"/>
              </a:rPr>
              <a:t>Edu-Revolution</a:t>
            </a:r>
            <a:endParaRPr sz="2250" b="1" dirty="0">
              <a:latin typeface="Times New Roman" panose="02020603050405020304" pitchFamily="18" charset="0"/>
              <a:cs typeface="Times New Roman" panose="02020603050405020304" pitchFamily="18" charset="0"/>
            </a:endParaRPr>
          </a:p>
        </p:txBody>
      </p:sp>
      <p:sp>
        <p:nvSpPr>
          <p:cNvPr id="2" name="Google Shape;107;p3"/>
          <p:cNvSpPr txBox="1"/>
          <p:nvPr/>
        </p:nvSpPr>
        <p:spPr>
          <a:xfrm>
            <a:off x="2689860" y="6141578"/>
            <a:ext cx="6858000" cy="623217"/>
          </a:xfrm>
          <a:prstGeom prst="rect">
            <a:avLst/>
          </a:prstGeom>
          <a:solidFill>
            <a:srgbClr val="F79646"/>
          </a:solidFill>
          <a:ln>
            <a:noFill/>
          </a:ln>
        </p:spPr>
        <p:txBody>
          <a:bodyPr spcFirstLastPara="1" wrap="square" lIns="68568" tIns="34275" rIns="68568" bIns="34275" anchor="t" anchorCtr="0">
            <a:spAutoFit/>
          </a:bodyPr>
          <a:lstStyle/>
          <a:p>
            <a:pPr algn="r">
              <a:buClr>
                <a:schemeClr val="lt1"/>
              </a:buClr>
              <a:buSzPts val="2400"/>
            </a:pPr>
            <a:r>
              <a:rPr lang="en-US"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www.lpu.in                                	     Lovely Professional University </a:t>
            </a:r>
            <a:endParaRPr sz="1350" dirty="0"/>
          </a:p>
        </p:txBody>
      </p:sp>
      <p:pic>
        <p:nvPicPr>
          <p:cNvPr id="3" name="Picture 2" descr="LPUNEST 2024 - LPU Admission 2024 Entrace Exam, Apply No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780" y="639446"/>
            <a:ext cx="1968500" cy="53276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custDataLst>
              <p:tags r:id="rId1"/>
            </p:custDataLst>
          </p:nvPr>
        </p:nvGraphicFramePr>
        <p:xfrm>
          <a:off x="2324736" y="2284731"/>
          <a:ext cx="7560945" cy="3687445"/>
        </p:xfrm>
        <a:graphic>
          <a:graphicData uri="http://schemas.openxmlformats.org/drawingml/2006/table">
            <a:tbl>
              <a:tblPr firstRow="1" bandRow="1">
                <a:tableStyleId>{16D9F66E-5EB9-4882-86FB-DCBF35E3C3E4}</a:tableStyleId>
              </a:tblPr>
              <a:tblGrid>
                <a:gridCol w="3813810">
                  <a:extLst>
                    <a:ext uri="{9D8B030D-6E8A-4147-A177-3AD203B41FA5}">
                      <a16:colId xmlns:a16="http://schemas.microsoft.com/office/drawing/2014/main" val="20000"/>
                    </a:ext>
                  </a:extLst>
                </a:gridCol>
                <a:gridCol w="3747135">
                  <a:extLst>
                    <a:ext uri="{9D8B030D-6E8A-4147-A177-3AD203B41FA5}">
                      <a16:colId xmlns:a16="http://schemas.microsoft.com/office/drawing/2014/main" val="20001"/>
                    </a:ext>
                  </a:extLst>
                </a:gridCol>
              </a:tblGrid>
              <a:tr h="1995805">
                <a:tc>
                  <a:txBody>
                    <a:bodyPr/>
                    <a:lstStyle/>
                    <a:p>
                      <a:r>
                        <a:rPr lang="en-IN" sz="1350" b="1" dirty="0"/>
                        <a:t>RPL- Recognised prior learning</a:t>
                      </a:r>
                    </a:p>
                    <a:p>
                      <a:r>
                        <a:rPr lang="en-IN" sz="1350" b="0" dirty="0"/>
                        <a:t>Gain benefits on the basis of previously learnt subject and get exempted on current subject. </a:t>
                      </a:r>
                    </a:p>
                    <a:p>
                      <a:r>
                        <a:rPr lang="en-US" sz="1350" b="0" dirty="0"/>
                        <a:t>Before the start of each term, students who believe they already possess the required knowledge or skills in a course registered to him/her in upcoming term, can request a relaxation from the course and attendance via an online interface. </a:t>
                      </a:r>
                      <a:endParaRPr lang="en-IN" sz="1350" b="0" dirty="0"/>
                    </a:p>
                  </a:txBody>
                  <a:tcPr marL="68580" marR="68580" marT="34290" marB="34290"/>
                </a:tc>
                <a:tc>
                  <a:txBody>
                    <a:bodyPr/>
                    <a:lstStyle/>
                    <a:p>
                      <a:r>
                        <a:rPr lang="en-IN" sz="1350" b="1" dirty="0"/>
                        <a:t>CARE- </a:t>
                      </a:r>
                      <a:r>
                        <a:rPr lang="en-US" sz="1350" b="1" dirty="0"/>
                        <a:t>Continuous Assessment Reduction through Experience</a:t>
                      </a:r>
                    </a:p>
                    <a:p>
                      <a:r>
                        <a:rPr lang="en-US" sz="1350" b="0" dirty="0"/>
                        <a:t>Gain benefits towards your alternative approaches may apply for CA modifications by opting for real-life problem-solving assignments, social service, blogs, vlogs on social media </a:t>
                      </a:r>
                      <a:r>
                        <a:rPr lang="en-US" sz="1350" b="0" dirty="0" err="1"/>
                        <a:t>etc</a:t>
                      </a:r>
                      <a:r>
                        <a:rPr lang="en-US" sz="1350" b="0" dirty="0"/>
                        <a:t> . The course teacher will provide details about the various CA options available for the course during the Zero Lecture. </a:t>
                      </a:r>
                      <a:endParaRPr lang="en-IN" sz="1350" b="0" dirty="0"/>
                    </a:p>
                  </a:txBody>
                  <a:tcPr marL="68580" marR="68580" marT="34290" marB="34290"/>
                </a:tc>
                <a:extLst>
                  <a:ext uri="{0D108BD9-81ED-4DB2-BD59-A6C34878D82A}">
                    <a16:rowId xmlns:a16="http://schemas.microsoft.com/office/drawing/2014/main" val="10000"/>
                  </a:ext>
                </a:extLst>
              </a:tr>
              <a:tr h="1691640">
                <a:tc>
                  <a:txBody>
                    <a:bodyPr/>
                    <a:lstStyle/>
                    <a:p>
                      <a:r>
                        <a:rPr lang="en-US" sz="1350" b="0" dirty="0"/>
                        <a:t>10 % Attendance waiver for students in Pre-final/Final year of the program.</a:t>
                      </a:r>
                    </a:p>
                    <a:p>
                      <a:r>
                        <a:rPr lang="en-US" sz="1350" b="0" dirty="0"/>
                        <a:t>Students with a CGPA of 8 or higher can apply for an attendance relaxation in their pre-final/final year. Eligible students will be granted a 10% attendance relaxation to support their career development for pursuing the following aspirations</a:t>
                      </a:r>
                      <a:endParaRPr lang="en-IN" sz="1350" b="0" dirty="0"/>
                    </a:p>
                  </a:txBody>
                  <a:tcPr marL="68580" marR="68580" marT="34290" marB="34290"/>
                </a:tc>
                <a:tc>
                  <a:txBody>
                    <a:bodyPr/>
                    <a:lstStyle/>
                    <a:p>
                      <a:r>
                        <a:rPr lang="en-IN" sz="1350" b="1" dirty="0"/>
                        <a:t>GROW- </a:t>
                      </a:r>
                      <a:r>
                        <a:rPr lang="en-US" sz="1350" b="1" dirty="0"/>
                        <a:t>Grade Revision and Overall Welfare</a:t>
                      </a:r>
                    </a:p>
                    <a:p>
                      <a:r>
                        <a:rPr lang="en-US" sz="1350" b="0" dirty="0"/>
                        <a:t>Gain benefits by participating in internationally or nationally recognized competitions or hackathons to request for grade upgradation in an equivalent course studied in current/previous terms.</a:t>
                      </a:r>
                      <a:endParaRPr lang="en-IN" sz="1350" b="0" dirty="0"/>
                    </a:p>
                  </a:txBody>
                  <a:tcPr marL="68580" marR="68580" marT="34290" marB="34290"/>
                </a:tc>
                <a:extLst>
                  <a:ext uri="{0D108BD9-81ED-4DB2-BD59-A6C34878D82A}">
                    <a16:rowId xmlns:a16="http://schemas.microsoft.com/office/drawing/2014/main" val="10001"/>
                  </a:ext>
                </a:extLst>
              </a:tr>
            </a:tbl>
          </a:graphicData>
        </a:graphic>
      </p:graphicFrame>
      <p:sp>
        <p:nvSpPr>
          <p:cNvPr id="6" name="TextBox 5"/>
          <p:cNvSpPr txBox="1"/>
          <p:nvPr/>
        </p:nvSpPr>
        <p:spPr>
          <a:xfrm>
            <a:off x="2324993" y="1962701"/>
            <a:ext cx="6593128" cy="321945"/>
          </a:xfrm>
          <a:prstGeom prst="rect">
            <a:avLst/>
          </a:prstGeom>
          <a:noFill/>
        </p:spPr>
        <p:txBody>
          <a:bodyPr wrap="square" rtlCol="0">
            <a:spAutoFit/>
          </a:bodyPr>
          <a:lstStyle/>
          <a:p>
            <a:r>
              <a:rPr lang="en-IN" sz="1500" dirty="0"/>
              <a:t>Consider applying for Edu-revolution in this term, the options are:</a:t>
            </a:r>
          </a:p>
        </p:txBody>
      </p:sp>
      <p:sp>
        <p:nvSpPr>
          <p:cNvPr id="8" name="TextBox 7"/>
          <p:cNvSpPr txBox="1"/>
          <p:nvPr/>
        </p:nvSpPr>
        <p:spPr>
          <a:xfrm>
            <a:off x="1523365" y="1345565"/>
            <a:ext cx="9036050" cy="645160"/>
          </a:xfrm>
          <a:prstGeom prst="rect">
            <a:avLst/>
          </a:prstGeom>
          <a:noFill/>
        </p:spPr>
        <p:txBody>
          <a:bodyPr wrap="square">
            <a:spAutoFit/>
          </a:bodyPr>
          <a:lstStyle/>
          <a:p>
            <a:pPr algn="ctr"/>
            <a:r>
              <a:rPr lang="en-US" b="1" dirty="0">
                <a:solidFill>
                  <a:srgbClr val="333333"/>
                </a:solidFill>
                <a:latin typeface="Trebuchet MS" panose="020B0603020202020204" pitchFamily="34" charset="0"/>
              </a:rPr>
              <a:t>Consider applying on UMS &gt; LMS &gt; Edu-Revolution benefits</a:t>
            </a:r>
          </a:p>
          <a:p>
            <a:pPr algn="ctr"/>
            <a:r>
              <a:rPr lang="en-US" b="1" dirty="0">
                <a:solidFill>
                  <a:srgbClr val="333333"/>
                </a:solidFill>
                <a:latin typeface="Trebuchet MS" panose="020B0603020202020204" pitchFamily="34" charset="0"/>
              </a:rPr>
              <a:t>OR in LPU touch</a:t>
            </a:r>
            <a:endParaRPr lang="en-IN"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CC2EE4-0A5C-7836-3471-90BD305E6BC0}"/>
              </a:ext>
            </a:extLst>
          </p:cNvPr>
          <p:cNvSpPr>
            <a:spLocks noGrp="1"/>
          </p:cNvSpPr>
          <p:nvPr>
            <p:ph type="ftr" sz="quarter" idx="11"/>
          </p:nvPr>
        </p:nvSpPr>
        <p:spPr/>
        <p:txBody>
          <a:bodyPr/>
          <a:lstStyle/>
          <a:p>
            <a:r>
              <a:rPr lang="en-IN"/>
              <a:t>1/15</a:t>
            </a:r>
          </a:p>
        </p:txBody>
      </p:sp>
      <p:pic>
        <p:nvPicPr>
          <p:cNvPr id="5" name="Picture 4">
            <a:extLst>
              <a:ext uri="{FF2B5EF4-FFF2-40B4-BE49-F238E27FC236}">
                <a16:creationId xmlns:a16="http://schemas.microsoft.com/office/drawing/2014/main" id="{D7F853FC-9210-9D49-4E53-9FB57573BF9B}"/>
              </a:ext>
            </a:extLst>
          </p:cNvPr>
          <p:cNvPicPr>
            <a:picLocks noChangeAspect="1"/>
          </p:cNvPicPr>
          <p:nvPr/>
        </p:nvPicPr>
        <p:blipFill>
          <a:blip r:embed="rId2"/>
          <a:stretch>
            <a:fillRect/>
          </a:stretch>
        </p:blipFill>
        <p:spPr>
          <a:xfrm>
            <a:off x="2805223" y="773783"/>
            <a:ext cx="6581554" cy="4854294"/>
          </a:xfrm>
          <a:prstGeom prst="rect">
            <a:avLst/>
          </a:prstGeom>
        </p:spPr>
      </p:pic>
    </p:spTree>
    <p:extLst>
      <p:ext uri="{BB962C8B-B14F-4D97-AF65-F5344CB8AC3E}">
        <p14:creationId xmlns:p14="http://schemas.microsoft.com/office/powerpoint/2010/main" val="955295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ACE9AA-14E7-775D-DE44-4EDB435784CC}"/>
              </a:ext>
            </a:extLst>
          </p:cNvPr>
          <p:cNvSpPr>
            <a:spLocks noGrp="1"/>
          </p:cNvSpPr>
          <p:nvPr>
            <p:ph type="ftr" sz="quarter" idx="11"/>
          </p:nvPr>
        </p:nvSpPr>
        <p:spPr/>
        <p:txBody>
          <a:bodyPr/>
          <a:lstStyle/>
          <a:p>
            <a:r>
              <a:rPr lang="en-IN"/>
              <a:t>1/15</a:t>
            </a:r>
          </a:p>
        </p:txBody>
      </p:sp>
      <p:pic>
        <p:nvPicPr>
          <p:cNvPr id="5" name="Google Shape;148;p23">
            <a:extLst>
              <a:ext uri="{FF2B5EF4-FFF2-40B4-BE49-F238E27FC236}">
                <a16:creationId xmlns:a16="http://schemas.microsoft.com/office/drawing/2014/main" id="{CF80083B-56D4-6E1F-659D-B38892C90739}"/>
              </a:ext>
            </a:extLst>
          </p:cNvPr>
          <p:cNvPicPr preferRelativeResize="0"/>
          <p:nvPr/>
        </p:nvPicPr>
        <p:blipFill rotWithShape="1">
          <a:blip r:embed="rId2">
            <a:alphaModFix/>
          </a:blip>
          <a:srcRect/>
          <a:stretch/>
        </p:blipFill>
        <p:spPr>
          <a:xfrm>
            <a:off x="1465098" y="1297172"/>
            <a:ext cx="1808162" cy="2849527"/>
          </a:xfrm>
          <a:prstGeom prst="rect">
            <a:avLst/>
          </a:prstGeom>
          <a:noFill/>
          <a:ln>
            <a:noFill/>
          </a:ln>
        </p:spPr>
      </p:pic>
      <p:sp>
        <p:nvSpPr>
          <p:cNvPr id="6" name="Google Shape;145;p23">
            <a:extLst>
              <a:ext uri="{FF2B5EF4-FFF2-40B4-BE49-F238E27FC236}">
                <a16:creationId xmlns:a16="http://schemas.microsoft.com/office/drawing/2014/main" id="{D4AC78B3-4B65-0227-4E3F-EB0CD91826D1}"/>
              </a:ext>
            </a:extLst>
          </p:cNvPr>
          <p:cNvSpPr txBox="1">
            <a:spLocks/>
          </p:cNvSpPr>
          <p:nvPr/>
        </p:nvSpPr>
        <p:spPr bwMode="auto">
          <a:xfrm>
            <a:off x="1016508" y="4146699"/>
            <a:ext cx="10158984" cy="207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ctr" anchorCtr="0" compatLnSpc="1">
            <a:prstTxWarp prst="textNoShape">
              <a:avLst/>
            </a:prstTxWarp>
            <a:noAutofit/>
          </a:bodyPr>
          <a:lstStyle>
            <a:lvl1pPr algn="ctr" rtl="0" eaLnBrk="1" fontAlgn="base" hangingPunct="1">
              <a:spcBef>
                <a:spcPct val="0"/>
              </a:spcBef>
              <a:spcAft>
                <a:spcPct val="0"/>
              </a:spcAft>
              <a:defRPr sz="3200" b="0" i="0">
                <a:solidFill>
                  <a:srgbClr val="FF0000"/>
                </a:solidFill>
                <a:latin typeface="Calibri"/>
                <a:ea typeface="+mj-ea"/>
                <a:cs typeface="Calibri"/>
              </a:defRPr>
            </a:lvl1pPr>
            <a:lvl2pPr algn="ctr" rtl="0" eaLnBrk="1" fontAlgn="base" hangingPunct="1">
              <a:spcBef>
                <a:spcPct val="0"/>
              </a:spcBef>
              <a:spcAft>
                <a:spcPct val="0"/>
              </a:spcAft>
              <a:defRPr>
                <a:solidFill>
                  <a:schemeClr val="tx2"/>
                </a:solidFill>
                <a:latin typeface="Calibri" panose="020F0502020204030204" pitchFamily="34" charset="0"/>
              </a:defRPr>
            </a:lvl2pPr>
            <a:lvl3pPr algn="ctr" rtl="0" eaLnBrk="1" fontAlgn="base" hangingPunct="1">
              <a:spcBef>
                <a:spcPct val="0"/>
              </a:spcBef>
              <a:spcAft>
                <a:spcPct val="0"/>
              </a:spcAft>
              <a:defRPr>
                <a:solidFill>
                  <a:schemeClr val="tx2"/>
                </a:solidFill>
                <a:latin typeface="Calibri" panose="020F0502020204030204" pitchFamily="34" charset="0"/>
              </a:defRPr>
            </a:lvl3pPr>
            <a:lvl4pPr algn="ctr" rtl="0" eaLnBrk="1" fontAlgn="base" hangingPunct="1">
              <a:spcBef>
                <a:spcPct val="0"/>
              </a:spcBef>
              <a:spcAft>
                <a:spcPct val="0"/>
              </a:spcAft>
              <a:defRPr>
                <a:solidFill>
                  <a:schemeClr val="tx2"/>
                </a:solidFill>
                <a:latin typeface="Calibri" panose="020F0502020204030204" pitchFamily="34" charset="0"/>
              </a:defRPr>
            </a:lvl4pPr>
            <a:lvl5pPr algn="ctr" rtl="0" eaLnBrk="1" fontAlgn="base" hangingPunct="1">
              <a:spcBef>
                <a:spcPct val="0"/>
              </a:spcBef>
              <a:spcAft>
                <a:spcPct val="0"/>
              </a:spcAft>
              <a:defRPr>
                <a:solidFill>
                  <a:schemeClr val="tx2"/>
                </a:solidFill>
                <a:latin typeface="Calibri" panose="020F0502020204030204" pitchFamily="34" charset="0"/>
              </a:defRPr>
            </a:lvl5pPr>
            <a:lvl6pPr marL="457200" algn="ctr" rtl="0" eaLnBrk="1" fontAlgn="base" hangingPunct="1">
              <a:spcBef>
                <a:spcPct val="0"/>
              </a:spcBef>
              <a:spcAft>
                <a:spcPct val="0"/>
              </a:spcAft>
              <a:defRPr>
                <a:solidFill>
                  <a:schemeClr val="tx2"/>
                </a:solidFill>
                <a:latin typeface="Calibri" panose="020F0502020204030204" pitchFamily="34" charset="0"/>
              </a:defRPr>
            </a:lvl6pPr>
            <a:lvl7pPr marL="914400" algn="ctr" rtl="0" eaLnBrk="1" fontAlgn="base" hangingPunct="1">
              <a:spcBef>
                <a:spcPct val="0"/>
              </a:spcBef>
              <a:spcAft>
                <a:spcPct val="0"/>
              </a:spcAft>
              <a:defRPr>
                <a:solidFill>
                  <a:schemeClr val="tx2"/>
                </a:solidFill>
                <a:latin typeface="Calibri" panose="020F0502020204030204" pitchFamily="34" charset="0"/>
              </a:defRPr>
            </a:lvl7pPr>
            <a:lvl8pPr marL="1371600" algn="ctr" rtl="0" eaLnBrk="1" fontAlgn="base" hangingPunct="1">
              <a:spcBef>
                <a:spcPct val="0"/>
              </a:spcBef>
              <a:spcAft>
                <a:spcPct val="0"/>
              </a:spcAft>
              <a:defRPr>
                <a:solidFill>
                  <a:schemeClr val="tx2"/>
                </a:solidFill>
                <a:latin typeface="Calibri" panose="020F0502020204030204" pitchFamily="34" charset="0"/>
              </a:defRPr>
            </a:lvl8pPr>
            <a:lvl9pPr marL="1828800" algn="ctr" rtl="0" eaLnBrk="1" fontAlgn="base" hangingPunct="1">
              <a:spcBef>
                <a:spcPct val="0"/>
              </a:spcBef>
              <a:spcAft>
                <a:spcPct val="0"/>
              </a:spcAft>
              <a:defRPr>
                <a:solidFill>
                  <a:schemeClr val="tx2"/>
                </a:solidFill>
                <a:latin typeface="Calibri" panose="020F0502020204030204" pitchFamily="34" charset="0"/>
              </a:defRPr>
            </a:lvl9pPr>
          </a:lstStyle>
          <a:p>
            <a:pPr lvl="0">
              <a:spcBef>
                <a:spcPts val="0"/>
              </a:spcBef>
              <a:spcAft>
                <a:spcPts val="0"/>
              </a:spcAft>
              <a:buClr>
                <a:srgbClr val="C00000"/>
              </a:buClr>
              <a:buSzPts val="3600"/>
            </a:pPr>
            <a:r>
              <a:rPr lang="en-US" b="1" dirty="0">
                <a:latin typeface="Times New Roman" panose="02020603050405020304" pitchFamily="18" charset="0"/>
                <a:cs typeface="Times New Roman" panose="02020603050405020304" pitchFamily="18" charset="0"/>
                <a:sym typeface="Calibri"/>
              </a:rPr>
              <a:t>Next Class:</a:t>
            </a:r>
            <a:r>
              <a:rPr lang="en-IN" b="1" dirty="0">
                <a:latin typeface="Times New Roman" panose="02020603050405020304" pitchFamily="18" charset="0"/>
                <a:cs typeface="Times New Roman" panose="02020603050405020304" pitchFamily="18" charset="0"/>
              </a:rPr>
              <a:t> Basics of DevOps Infrastructure</a:t>
            </a:r>
            <a:br>
              <a:rPr kumimoji="0" lang="en-US" sz="3200" b="0" i="0" u="none" strike="noStrike" kern="0" cap="none" spc="0" normalizeH="0" baseline="0" noProof="0" dirty="0">
                <a:ln>
                  <a:noFill/>
                </a:ln>
                <a:solidFill>
                  <a:srgbClr val="FF0000"/>
                </a:solidFill>
                <a:effectLst/>
                <a:uLnTx/>
                <a:uFillTx/>
                <a:latin typeface="Calibri"/>
                <a:ea typeface="+mj-ea"/>
                <a:cs typeface="Calibri"/>
              </a:rPr>
            </a:br>
            <a:endParaRPr kumimoji="0" lang="en-US" sz="3200" b="0" i="0" u="none" strike="noStrike" kern="0" cap="none" spc="0" normalizeH="0" baseline="0" noProof="0" dirty="0">
              <a:ln>
                <a:noFill/>
              </a:ln>
              <a:solidFill>
                <a:srgbClr val="FF0000"/>
              </a:solidFill>
              <a:effectLst/>
              <a:uLnTx/>
              <a:uFillTx/>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4527070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p:cNvSpPr/>
          <p:nvPr/>
        </p:nvSpPr>
        <p:spPr>
          <a:xfrm>
            <a:off x="2672640" y="2274838"/>
            <a:ext cx="7111304" cy="2308324"/>
          </a:xfrm>
          <a:prstGeom prst="rect">
            <a:avLst/>
          </a:prstGeom>
          <a:ln>
            <a:noFill/>
          </a:ln>
        </p:spPr>
        <p:txBody>
          <a:bodyPr wrap="square" lIns="91440" tIns="45720" rIns="91440" bIns="45720">
            <a:spAutoFit/>
          </a:bodyPr>
          <a:lstStyle/>
          <a:p>
            <a:pPr algn="ctr"/>
            <a:r>
              <a:rPr lang="en-US" sz="7200" b="1" cap="none" spc="0" dirty="0">
                <a:ln w="9525">
                  <a:solidFill>
                    <a:schemeClr val="bg1"/>
                  </a:solidFill>
                  <a:prstDash val="solid"/>
                </a:ln>
                <a:effectLst>
                  <a:outerShdw blurRad="12700" dist="38100" dir="2700000" algn="tl" rotWithShape="0">
                    <a:schemeClr val="accent5">
                      <a:lumMod val="60000"/>
                      <a:lumOff val="40000"/>
                    </a:schemeClr>
                  </a:outerShdw>
                </a:effectLst>
              </a:rPr>
              <a:t>THANKS</a:t>
            </a:r>
          </a:p>
          <a:p>
            <a:pPr algn="ctr"/>
            <a:r>
              <a:rPr lang="en-IN" sz="7200" b="1" dirty="0">
                <a:ln w="9525">
                  <a:solidFill>
                    <a:schemeClr val="bg1"/>
                  </a:solidFill>
                  <a:prstDash val="solid"/>
                </a:ln>
                <a:effectLst>
                  <a:outerShdw blurRad="12700" dist="38100" dir="2700000" algn="tl" rotWithShape="0">
                    <a:schemeClr val="accent5">
                      <a:lumMod val="60000"/>
                      <a:lumOff val="40000"/>
                    </a:schemeClr>
                  </a:outerShdw>
                </a:effectLst>
              </a:rPr>
              <a:t>Any Queries!</a:t>
            </a:r>
            <a:endParaRPr lang="en-US" sz="7200" b="1" cap="none" spc="0" dirty="0">
              <a:ln w="9525">
                <a:solidFill>
                  <a:schemeClr val="bg1"/>
                </a:solidFill>
                <a:prstDash val="solid"/>
              </a:ln>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5918929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95*290"/>
  <p:tag name="TABLE_ENDDRAG_RECT" val="60*166*595*29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1258</TotalTime>
  <Words>3157</Words>
  <Application>Microsoft Office PowerPoint</Application>
  <PresentationFormat>Widescreen</PresentationFormat>
  <Paragraphs>273</Paragraphs>
  <Slides>58</Slides>
  <Notes>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0</vt:i4>
      </vt:variant>
      <vt:variant>
        <vt:lpstr>Slide Titles</vt:lpstr>
      </vt:variant>
      <vt:variant>
        <vt:i4>58</vt:i4>
      </vt:variant>
    </vt:vector>
  </HeadingPairs>
  <TitlesOfParts>
    <vt:vector size="70" baseType="lpstr">
      <vt:lpstr>Arial</vt:lpstr>
      <vt:lpstr>Arial MT</vt:lpstr>
      <vt:lpstr>Calibri</vt:lpstr>
      <vt:lpstr>Calibri Light</vt:lpstr>
      <vt:lpstr>Microsoft Sans Serif</vt:lpstr>
      <vt:lpstr>Open Sans</vt:lpstr>
      <vt:lpstr>Segoe UI</vt:lpstr>
      <vt:lpstr>Times Neue Roman</vt:lpstr>
      <vt:lpstr>Times New Roman</vt:lpstr>
      <vt:lpstr>Trebuchet MS</vt:lpstr>
      <vt:lpstr>Wingdings 2</vt:lpstr>
      <vt:lpstr>Office Theme</vt:lpstr>
      <vt:lpstr>PowerPoint Presentation</vt:lpstr>
      <vt:lpstr>PowerPoint Presentation</vt:lpstr>
      <vt:lpstr>PowerPoint Presentation</vt:lpstr>
      <vt:lpstr>Course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Need to Learn Docker</vt:lpstr>
      <vt:lpstr>Virtualization  and containerization</vt:lpstr>
      <vt:lpstr>What is Virtualization? </vt:lpstr>
      <vt:lpstr>Advantages of Virtualization </vt:lpstr>
      <vt:lpstr> For example, instead of dedicating 1 server and 1 operating system to execute 1 dedicated task, the same server is partitioned such as 1 server and 2 operating systems, which can allow independent tasks running on each of them.  </vt:lpstr>
      <vt:lpstr> What is Containerization?  </vt:lpstr>
      <vt:lpstr>PowerPoint Presentation</vt:lpstr>
      <vt:lpstr>PowerPoint Presentation</vt:lpstr>
      <vt:lpstr>THEME OF EDUCATION REVOLUTION</vt:lpstr>
      <vt:lpstr>The Beginning: BE THE CHANGE</vt:lpstr>
      <vt:lpstr>PowerPoint Presentation</vt:lpstr>
      <vt:lpstr>EDU-REVOLUTION INTERFACE</vt:lpstr>
      <vt:lpstr>EDU-REVOLUTION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Query and Assistance Zone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Dr.Harpreet Kaur</cp:lastModifiedBy>
  <cp:revision>179</cp:revision>
  <dcterms:created xsi:type="dcterms:W3CDTF">2024-12-19T08:47:23Z</dcterms:created>
  <dcterms:modified xsi:type="dcterms:W3CDTF">2026-01-17T08:34:13Z</dcterms:modified>
</cp:coreProperties>
</file>