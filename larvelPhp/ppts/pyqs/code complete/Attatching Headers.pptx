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BK0fJQDeEPtpaP+TvrFtis+NH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967038" y="804864"/>
            <a:ext cx="6572250" cy="219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Rounded"/>
              <a:buNone/>
            </a:pPr>
            <a:br>
              <a:rPr b="1" lang="en-US" sz="3600">
                <a:latin typeface="Arial Rounded"/>
                <a:ea typeface="Arial Rounded"/>
                <a:cs typeface="Arial Rounded"/>
                <a:sym typeface="Arial Rounded"/>
              </a:rPr>
            </a:br>
            <a:br>
              <a:rPr b="1" lang="en-US" sz="3600">
                <a:latin typeface="Arial Rounded"/>
                <a:ea typeface="Arial Rounded"/>
                <a:cs typeface="Arial Rounded"/>
                <a:sym typeface="Arial Rounded"/>
              </a:rPr>
            </a:br>
            <a:r>
              <a:rPr b="1" lang="en-US" sz="3600">
                <a:latin typeface="Arial Rounded"/>
                <a:ea typeface="Arial Rounded"/>
                <a:cs typeface="Arial Rounded"/>
                <a:sym typeface="Arial Rounded"/>
              </a:rPr>
              <a:t>INT 221 - MVC PROGRAMMING</a:t>
            </a:r>
            <a:endParaRPr b="1" sz="36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2809875" y="1844675"/>
            <a:ext cx="6572250" cy="2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13716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Attatching Headers in Laravel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955125" y="718000"/>
            <a:ext cx="10515600" cy="23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9600"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989625" y="3067000"/>
            <a:ext cx="104466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857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2025-02-11T06:26:34Z</dcterms:created>
  <dc:creator>Yatika hasija</dc:creator>
</cp:coreProperties>
</file>