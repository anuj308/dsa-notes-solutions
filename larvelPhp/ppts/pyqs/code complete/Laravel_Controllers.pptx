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csAW45NTes73743sS4Z9qFqum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61929"/>
          </a:solidFill>
          <a:ln cap="flat" cmpd="sng" w="12700">
            <a:solidFill>
              <a:srgbClr val="16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669280" y="0"/>
            <a:ext cx="109728" cy="5143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852160" y="548640"/>
            <a:ext cx="3108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class UserController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extends 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public function index()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  return User::all();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public function store()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  // 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640080"/>
            <a:ext cx="822960" cy="82296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6400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6002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48716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in Laravel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29184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simple, visual guide to understanding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from scratch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20040" y="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Controller?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777240"/>
            <a:ext cx="8412480" cy="804672"/>
          </a:xfrm>
          <a:prstGeom prst="rect">
            <a:avLst/>
          </a:prstGeom>
          <a:solidFill>
            <a:srgbClr val="FFF7ED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7955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🏠  Think of a Controller like a Manager in a restaurant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1115568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waiter (Route) takes your order → passes it to the Manager (Controller) → who tells the kitchen (Model) what to cook → and brings back the food (View/Response).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1920240"/>
            <a:ext cx="1920240" cy="1371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" y="192024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" y="2670048"/>
            <a:ext cx="1920240" cy="621792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20040" y="267004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Receives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browser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240280" y="2377440"/>
            <a:ext cx="21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450592" y="1920240"/>
            <a:ext cx="1920240" cy="13716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2450592" y="192024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50592" y="2670048"/>
            <a:ext cx="1920240" cy="621792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2450592" y="267004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Decides what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do with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370832" y="2377440"/>
            <a:ext cx="21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81144" y="1920240"/>
            <a:ext cx="1920240" cy="13716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81144" y="192024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81144" y="2670048"/>
            <a:ext cx="1920240" cy="621792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81144" y="267004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Talks to the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501384" y="2377440"/>
            <a:ext cx="21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711696" y="1920240"/>
            <a:ext cx="1920240" cy="13716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711696" y="192024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/ JSON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711696" y="2670048"/>
            <a:ext cx="1920240" cy="621792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711696" y="267004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Sends 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65760" y="3520440"/>
            <a:ext cx="109728" cy="29260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66928" y="3502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Controllers group related request-handling logic into a single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65760" y="3977640"/>
            <a:ext cx="109728" cy="29260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66928" y="3959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They keep your routes/web.php clean — no logic clutter in route files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65760" y="4434840"/>
            <a:ext cx="109728" cy="29260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66928" y="44165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Located in: app/Http/Controllers/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20040" y="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Creating a Controller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822960"/>
            <a:ext cx="384048" cy="38404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65760" y="822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50392" y="85039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Run the artisan command: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1261872"/>
            <a:ext cx="8412480" cy="47548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75488" y="1353312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58368" y="1353312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41248" y="1353312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1517904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php artisan make:controller UserController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65760" y="1883664"/>
            <a:ext cx="384048" cy="38404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65760" y="18836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50392" y="1911096"/>
            <a:ext cx="7955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This creates: app/Http/Controllers/UserController.php  — open it and add your logic: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65760" y="2331720"/>
            <a:ext cx="8412480" cy="20116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75488" y="2423160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58368" y="2423160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41248" y="242316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57200" y="2587752"/>
            <a:ext cx="822960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namespace App\Http\Controllers;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use Illuminate\Http\Request;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class UserController extends Controller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public function index()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return view('users.index');   // return a 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4443984"/>
            <a:ext cx="8412480" cy="41148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02920" y="444398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💡  All controllers extend the base Controller class — this gives you access to helpers like middleware() and validate()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20040" y="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 Controllers — The Superpower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solidFill>
            <a:srgbClr val="FFF7ED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02920" y="7772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⚡  One command creates a controller with ALL 7 CRUD methods + routes auto-wired!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75488" y="1463040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58368" y="1463040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841248" y="1463040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57200" y="1627632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php artisan make:controller PostController --resource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65760" y="1965960"/>
            <a:ext cx="777240" cy="3474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65760" y="1965960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207008" y="20025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index()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642610" y="1979686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/posts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029200" y="20025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Show all posts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2368296"/>
            <a:ext cx="84124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65760" y="2368296"/>
            <a:ext cx="777240" cy="3474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65760" y="2368296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207008" y="24048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create()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651760" y="24048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/posts/create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0" y="24048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Show create 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65760" y="2770632"/>
            <a:ext cx="841248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65760" y="2770632"/>
            <a:ext cx="777240" cy="34747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65760" y="2770632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207008" y="2807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store()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651760" y="280720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/posts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29200" y="2807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Save new 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65760" y="3172968"/>
            <a:ext cx="84124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65760" y="3172968"/>
            <a:ext cx="777240" cy="3474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65760" y="3172968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207008" y="32095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show()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651760" y="3209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/posts/{id}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029200" y="320954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Show one 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65760" y="3575304"/>
            <a:ext cx="841248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65760" y="3575304"/>
            <a:ext cx="777240" cy="3474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65760" y="357530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207008" y="3611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edit()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651760" y="36118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/posts/{id}/edit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29200" y="3611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Show edit 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65760" y="3977640"/>
            <a:ext cx="84124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365760" y="3977640"/>
            <a:ext cx="77724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365760" y="3977640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207008" y="401421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update()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651760" y="40142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/posts/{id}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029200" y="40142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Update 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65760" y="4379976"/>
            <a:ext cx="841248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365760" y="4379976"/>
            <a:ext cx="777240" cy="34747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365760" y="4379976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207008" y="44165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destroy()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651760" y="44165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/posts/{id}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029200" y="4416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Delete 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502920" y="47548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FF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FFFD4"/>
                </a:solidFill>
                <a:latin typeface="Consolas"/>
                <a:ea typeface="Consolas"/>
                <a:cs typeface="Consolas"/>
                <a:sym typeface="Consolas"/>
              </a:rPr>
              <a:t>Route::resource('posts', PostController::class);   // registers ALL 7 routes in one line!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20040" y="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Action Controller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02920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Sometimes a controller does just ONE thing. Use __invoke() for a clean, focused class.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Controller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65760" y="1801368"/>
            <a:ext cx="3931920" cy="2880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75488" y="1892808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58368" y="1892808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841248" y="1892808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57200" y="2057400"/>
            <a:ext cx="3749040" cy="2587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class SendWelcomeEmail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extends 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public function __invoke(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Request $request)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Mail::to($request-&gt;user())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-&gt;send(new WelcomeMail());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return redirect('/home');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Route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846320" y="1801368"/>
            <a:ext cx="3931920" cy="2880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956048" y="1892808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5138928" y="1892808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5321808" y="1892808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937760" y="2057400"/>
            <a:ext cx="3749040" cy="2587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No method name needed!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Laravel calls __invoke()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automatically.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Route::post(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'/send-welcome',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SendWelcomeEmail::class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artisan command: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php artisan make:controller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  SendWelcomeEmail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//   --invokable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65760" y="4782312"/>
            <a:ext cx="1993392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365760" y="478231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📧 Send emails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514600" y="4782312"/>
            <a:ext cx="1993392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2514600" y="478231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📤 Export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663440" y="4782312"/>
            <a:ext cx="1993392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663440" y="478231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🔄 Process webhooks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812280" y="4782312"/>
            <a:ext cx="1993392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812280" y="4782312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🧹 Run cleanups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320040" y="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Dependency Injection in Controllers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502920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🔧  Laravel automatically injects (provides) dependencies — you just type-hint them in the constructor or method.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Constructor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65760" y="1801368"/>
            <a:ext cx="3931920" cy="30175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75488" y="1892808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58368" y="1892808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41248" y="1892808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57200" y="2057400"/>
            <a:ext cx="374904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class OrderController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extends Controller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protected $service;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// Laravel auto-injects this!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public function __construct(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OrderService $service)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$this-&gt;service = $service;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public function index()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$orders 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$this-&gt;service-&gt;all();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view('orders', compact(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'orders'));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846320" y="1801368"/>
            <a:ext cx="3931920" cy="30175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956048" y="1892808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138928" y="1892808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321808" y="1892808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937760" y="2057400"/>
            <a:ext cx="374904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class PostController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extends Controller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// Request is auto-injected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// into the method!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public function store(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Request $request)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$validated 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$request-&gt;validate([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'title' =&gt; 'required',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'body'  =&gt; 'required',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]);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Post::create($validated);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redirect('/posts');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20040" y="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Applying Middleware in Controllers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 can attach middleware directly inside a controller — useful for protecting specific methods.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65760" y="1261872"/>
            <a:ext cx="8412480" cy="29260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75488" y="1353312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58368" y="1353312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841248" y="1353312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57200" y="1517904"/>
            <a:ext cx="8229600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class ProfileController extends Controller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public function __construct()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$this-&gt;middleware('auth'); // Apply to ALL methods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$this-&gt;middleware('verified')-&gt;only('edit', 'update');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$this-&gt;middleware('log')-&gt;except('index');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public function index()  { /* anyone can see */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public function edit()   { /* must be auth + verified */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public function update() { /* must be auth + verified */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public function delete() { /* must be auth */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65760" y="4315968"/>
            <a:ext cx="2697480" cy="62179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365760" y="4315968"/>
            <a:ext cx="2697480" cy="182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38912" y="448056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-&gt;only(...)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38912" y="469087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Apply middleware to listed methods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200400" y="4315968"/>
            <a:ext cx="2697480" cy="62179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3200400" y="4315968"/>
            <a:ext cx="2697480" cy="1828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3273552" y="448056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-&gt;except(...)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273552" y="469087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Apply to all methods EXCEPT listed 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035040" y="4315968"/>
            <a:ext cx="2697480" cy="62179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035040" y="4315968"/>
            <a:ext cx="2697480" cy="18288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108192" y="448056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No modifier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108192" y="469087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Apply to ALL methods in the controller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320040" y="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Controllers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502920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2E"/>
                </a:solidFill>
                <a:latin typeface="Calibri"/>
                <a:ea typeface="Calibri"/>
                <a:cs typeface="Calibri"/>
                <a:sym typeface="Calibri"/>
              </a:rPr>
              <a:t>🔌  Building a REST API? Use --api flag — creates a resource controller without create() and edit() (no forms needed for APIs).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65760" y="1389888"/>
            <a:ext cx="841248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75488" y="1481328"/>
            <a:ext cx="109728" cy="10972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658368" y="1481328"/>
            <a:ext cx="109728" cy="10972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57200" y="164592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php artisan make:controller Api/UserController --api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65760" y="1993392"/>
            <a:ext cx="416052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365760" y="19933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--resource  (web)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617720" y="1993392"/>
            <a:ext cx="4160520" cy="38404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617720" y="19933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--api  (REST API)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65760" y="2487168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02920" y="25054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index()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617720" y="2487168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754880" y="25054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index()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65760" y="2825496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02920" y="28437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create()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617720" y="2825496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754880" y="284378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❌ no create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65760" y="3163824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02920" y="31821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store()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617720" y="3163824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4754880" y="31821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store()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65760" y="3502152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02920" y="3520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show()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617720" y="3502152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4754880" y="3520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show()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65760" y="3840480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02920" y="38587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edit()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617720" y="3840480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754880" y="38587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❌ no edit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65760" y="4178808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502920" y="41970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update()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617720" y="4178808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4754880" y="41970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update()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65760" y="4517136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502920" y="45354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destroy()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617720" y="4517136"/>
            <a:ext cx="416052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4754880" y="45354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C1F2E"/>
                </a:solidFill>
                <a:latin typeface="Consolas"/>
                <a:ea typeface="Consolas"/>
                <a:cs typeface="Consolas"/>
                <a:sym typeface="Consolas"/>
              </a:rPr>
              <a:t>destroy()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E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Everything you need to remember about Laravel Controllers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57200" y="1371600"/>
            <a:ext cx="438912" cy="3657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57200" y="1371600"/>
            <a:ext cx="438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005840" y="140817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Controllers group request handling logic — keeping routes clean and organized.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57200" y="1956816"/>
            <a:ext cx="438912" cy="3657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457200" y="1956816"/>
            <a:ext cx="438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005840" y="19933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Create one with: php artisan make:controller NameController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57200" y="2542032"/>
            <a:ext cx="438912" cy="3657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457200" y="2542032"/>
            <a:ext cx="438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1005840" y="257860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Resource controllers auto-generate all 7 CRUD methods with --resource flag.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57200" y="3127248"/>
            <a:ext cx="438912" cy="3657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457200" y="3127248"/>
            <a:ext cx="438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1005840" y="316382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 --invokable for a controller that does just one thing (__invoke method).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57200" y="3712464"/>
            <a:ext cx="438912" cy="3657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57200" y="3712464"/>
            <a:ext cx="438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005840" y="37490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 --api for REST APIs — skips create() and edit() (no HTML forms needed).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57200" y="4297680"/>
            <a:ext cx="438912" cy="3657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457200" y="4297680"/>
            <a:ext cx="438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005840" y="433425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Laravel auto-injects dependencies — just type-hint them in constructor or method.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F2E"/>
          </a:solidFill>
          <a:ln cap="flat" cmpd="sng" w="12700">
            <a:solidFill>
              <a:srgbClr val="1C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Laravel Controllers — Explained Simply  |  Happy Coding! 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2026-03-19T04:14:47Z</dcterms:created>
  <dc:creator>PptxGenJS</dc:creator>
</cp:coreProperties>
</file>