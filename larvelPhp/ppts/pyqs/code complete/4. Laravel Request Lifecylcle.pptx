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58" r:id="rId4"/>
    <p:sldId id="259" r:id="rId5"/>
    <p:sldId id="267" r:id="rId6"/>
    <p:sldId id="268" r:id="rId7"/>
    <p:sldId id="281" r:id="rId8"/>
    <p:sldId id="269" r:id="rId9"/>
    <p:sldId id="270" r:id="rId10"/>
    <p:sldId id="260" r:id="rId11"/>
    <p:sldId id="271" r:id="rId12"/>
    <p:sldId id="262" r:id="rId13"/>
    <p:sldId id="273" r:id="rId14"/>
    <p:sldId id="274" r:id="rId15"/>
    <p:sldId id="272" r:id="rId16"/>
    <p:sldId id="277" r:id="rId17"/>
    <p:sldId id="264" r:id="rId18"/>
    <p:sldId id="265" r:id="rId19"/>
    <p:sldId id="266" r:id="rId20"/>
    <p:sldId id="278" r:id="rId21"/>
    <p:sldId id="279" r:id="rId22"/>
    <p:sldId id="275" r:id="rId23"/>
    <p:sldId id="276" r:id="rId24"/>
    <p:sldId id="280" r:id="rId25"/>
    <p:sldId id="282" r:id="rId26"/>
    <p:sldId id="26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B1465C-33C0-4A6A-A1BF-C6998FFFB8D2}" type="doc">
      <dgm:prSet loTypeId="urn:diagrams.loki3.com/VaryingWidthList" loCatId="list" qsTypeId="urn:microsoft.com/office/officeart/2005/8/quickstyle/simple1" qsCatId="simple" csTypeId="urn:microsoft.com/office/officeart/2005/8/colors/accent1_2" csCatId="accent1" phldr="1"/>
      <dgm:spPr/>
    </dgm:pt>
    <dgm:pt modelId="{4758674D-4736-4828-BA1F-08FA783A006A}">
      <dgm:prSet phldrT="[Text]"/>
      <dgm:spPr/>
      <dgm:t>
        <a:bodyPr/>
        <a:lstStyle/>
        <a:p>
          <a:r>
            <a:rPr lang="en-IN" dirty="0"/>
            <a:t>Route</a:t>
          </a:r>
        </a:p>
      </dgm:t>
    </dgm:pt>
    <dgm:pt modelId="{7EECB48D-3F2C-440E-B778-768EC3483D14}" type="parTrans" cxnId="{56BFAD89-B227-4E5A-AD72-7BFBE48F7BDF}">
      <dgm:prSet/>
      <dgm:spPr/>
      <dgm:t>
        <a:bodyPr/>
        <a:lstStyle/>
        <a:p>
          <a:endParaRPr lang="en-IN"/>
        </a:p>
      </dgm:t>
    </dgm:pt>
    <dgm:pt modelId="{5378D78C-771F-45BD-87EC-57AD87BC834D}" type="sibTrans" cxnId="{56BFAD89-B227-4E5A-AD72-7BFBE48F7BDF}">
      <dgm:prSet/>
      <dgm:spPr/>
      <dgm:t>
        <a:bodyPr/>
        <a:lstStyle/>
        <a:p>
          <a:endParaRPr lang="en-IN"/>
        </a:p>
      </dgm:t>
    </dgm:pt>
    <dgm:pt modelId="{7D3CFE8A-8001-4A32-A3C8-8CC10E7E8362}">
      <dgm:prSet phldrT="[Text]"/>
      <dgm:spPr/>
      <dgm:t>
        <a:bodyPr/>
        <a:lstStyle/>
        <a:p>
          <a:r>
            <a:rPr lang="en-IN" dirty="0"/>
            <a:t>Controller</a:t>
          </a:r>
        </a:p>
      </dgm:t>
    </dgm:pt>
    <dgm:pt modelId="{C38C9241-1865-4E13-9CC7-C242EFFF3C0D}" type="parTrans" cxnId="{2E7C74C3-8A95-4C11-987C-82EC48E494EB}">
      <dgm:prSet/>
      <dgm:spPr/>
      <dgm:t>
        <a:bodyPr/>
        <a:lstStyle/>
        <a:p>
          <a:endParaRPr lang="en-IN"/>
        </a:p>
      </dgm:t>
    </dgm:pt>
    <dgm:pt modelId="{7BA12E07-B9B7-4098-936D-06E20ECCFF25}" type="sibTrans" cxnId="{2E7C74C3-8A95-4C11-987C-82EC48E494EB}">
      <dgm:prSet/>
      <dgm:spPr/>
      <dgm:t>
        <a:bodyPr/>
        <a:lstStyle/>
        <a:p>
          <a:endParaRPr lang="en-IN"/>
        </a:p>
      </dgm:t>
    </dgm:pt>
    <dgm:pt modelId="{A8049A7D-CA4C-46EB-9E29-724E2496EB67}">
      <dgm:prSet phldrT="[Text]"/>
      <dgm:spPr/>
      <dgm:t>
        <a:bodyPr/>
        <a:lstStyle/>
        <a:p>
          <a:r>
            <a:rPr lang="en-IN" dirty="0"/>
            <a:t>View</a:t>
          </a:r>
        </a:p>
      </dgm:t>
    </dgm:pt>
    <dgm:pt modelId="{A4E78DD8-47ED-48A9-93E4-34EA793C84AC}" type="parTrans" cxnId="{105E78C0-1D8F-417A-807B-E7E24526BD61}">
      <dgm:prSet/>
      <dgm:spPr/>
      <dgm:t>
        <a:bodyPr/>
        <a:lstStyle/>
        <a:p>
          <a:endParaRPr lang="en-IN"/>
        </a:p>
      </dgm:t>
    </dgm:pt>
    <dgm:pt modelId="{87C07FFA-1E0F-4B32-91EB-031F04E5C8CF}" type="sibTrans" cxnId="{105E78C0-1D8F-417A-807B-E7E24526BD61}">
      <dgm:prSet/>
      <dgm:spPr/>
      <dgm:t>
        <a:bodyPr/>
        <a:lstStyle/>
        <a:p>
          <a:endParaRPr lang="en-IN"/>
        </a:p>
      </dgm:t>
    </dgm:pt>
    <dgm:pt modelId="{E115C32F-0651-4FDA-A1E5-494F374F1045}" type="pres">
      <dgm:prSet presAssocID="{ACB1465C-33C0-4A6A-A1BF-C6998FFFB8D2}" presName="Name0" presStyleCnt="0">
        <dgm:presLayoutVars>
          <dgm:resizeHandles/>
        </dgm:presLayoutVars>
      </dgm:prSet>
      <dgm:spPr/>
    </dgm:pt>
    <dgm:pt modelId="{70663303-270C-4C2E-9C2A-F0B59A260408}" type="pres">
      <dgm:prSet presAssocID="{4758674D-4736-4828-BA1F-08FA783A006A}" presName="text" presStyleLbl="node1" presStyleIdx="0" presStyleCnt="3">
        <dgm:presLayoutVars>
          <dgm:bulletEnabled val="1"/>
        </dgm:presLayoutVars>
      </dgm:prSet>
      <dgm:spPr/>
    </dgm:pt>
    <dgm:pt modelId="{887552CE-B073-44DE-A525-E7FF12B9558F}" type="pres">
      <dgm:prSet presAssocID="{5378D78C-771F-45BD-87EC-57AD87BC834D}" presName="space" presStyleCnt="0"/>
      <dgm:spPr/>
    </dgm:pt>
    <dgm:pt modelId="{91C4C976-1E82-4CB7-A392-A18A49A4D5B5}" type="pres">
      <dgm:prSet presAssocID="{7D3CFE8A-8001-4A32-A3C8-8CC10E7E8362}" presName="text" presStyleLbl="node1" presStyleIdx="1" presStyleCnt="3">
        <dgm:presLayoutVars>
          <dgm:bulletEnabled val="1"/>
        </dgm:presLayoutVars>
      </dgm:prSet>
      <dgm:spPr/>
    </dgm:pt>
    <dgm:pt modelId="{F7E75F45-BD56-414A-855F-B6FB9BB9AD96}" type="pres">
      <dgm:prSet presAssocID="{7BA12E07-B9B7-4098-936D-06E20ECCFF25}" presName="space" presStyleCnt="0"/>
      <dgm:spPr/>
    </dgm:pt>
    <dgm:pt modelId="{1AE30CF4-C39B-4700-A918-E8D3D97CE2DF}" type="pres">
      <dgm:prSet presAssocID="{A8049A7D-CA4C-46EB-9E29-724E2496EB67}" presName="text" presStyleLbl="node1" presStyleIdx="2" presStyleCnt="3" custScaleX="167577" custLinFactY="24673" custLinFactNeighborX="0" custLinFactNeighborY="100000">
        <dgm:presLayoutVars>
          <dgm:bulletEnabled val="1"/>
        </dgm:presLayoutVars>
      </dgm:prSet>
      <dgm:spPr/>
    </dgm:pt>
  </dgm:ptLst>
  <dgm:cxnLst>
    <dgm:cxn modelId="{B9426166-BDCF-42A9-AB24-A8F2DBE80F9F}" type="presOf" srcId="{ACB1465C-33C0-4A6A-A1BF-C6998FFFB8D2}" destId="{E115C32F-0651-4FDA-A1E5-494F374F1045}" srcOrd="0" destOrd="0" presId="urn:diagrams.loki3.com/VaryingWidthList"/>
    <dgm:cxn modelId="{8597BF67-10D9-4CEB-9331-5878550B5A43}" type="presOf" srcId="{A8049A7D-CA4C-46EB-9E29-724E2496EB67}" destId="{1AE30CF4-C39B-4700-A918-E8D3D97CE2DF}" srcOrd="0" destOrd="0" presId="urn:diagrams.loki3.com/VaryingWidthList"/>
    <dgm:cxn modelId="{58292851-978F-44EB-A73A-799DB3BBAFAE}" type="presOf" srcId="{4758674D-4736-4828-BA1F-08FA783A006A}" destId="{70663303-270C-4C2E-9C2A-F0B59A260408}" srcOrd="0" destOrd="0" presId="urn:diagrams.loki3.com/VaryingWidthList"/>
    <dgm:cxn modelId="{56BFAD89-B227-4E5A-AD72-7BFBE48F7BDF}" srcId="{ACB1465C-33C0-4A6A-A1BF-C6998FFFB8D2}" destId="{4758674D-4736-4828-BA1F-08FA783A006A}" srcOrd="0" destOrd="0" parTransId="{7EECB48D-3F2C-440E-B778-768EC3483D14}" sibTransId="{5378D78C-771F-45BD-87EC-57AD87BC834D}"/>
    <dgm:cxn modelId="{B01EDF8B-B04D-42FF-BFAA-BE76060EE34B}" type="presOf" srcId="{7D3CFE8A-8001-4A32-A3C8-8CC10E7E8362}" destId="{91C4C976-1E82-4CB7-A392-A18A49A4D5B5}" srcOrd="0" destOrd="0" presId="urn:diagrams.loki3.com/VaryingWidthList"/>
    <dgm:cxn modelId="{105E78C0-1D8F-417A-807B-E7E24526BD61}" srcId="{ACB1465C-33C0-4A6A-A1BF-C6998FFFB8D2}" destId="{A8049A7D-CA4C-46EB-9E29-724E2496EB67}" srcOrd="2" destOrd="0" parTransId="{A4E78DD8-47ED-48A9-93E4-34EA793C84AC}" sibTransId="{87C07FFA-1E0F-4B32-91EB-031F04E5C8CF}"/>
    <dgm:cxn modelId="{2E7C74C3-8A95-4C11-987C-82EC48E494EB}" srcId="{ACB1465C-33C0-4A6A-A1BF-C6998FFFB8D2}" destId="{7D3CFE8A-8001-4A32-A3C8-8CC10E7E8362}" srcOrd="1" destOrd="0" parTransId="{C38C9241-1865-4E13-9CC7-C242EFFF3C0D}" sibTransId="{7BA12E07-B9B7-4098-936D-06E20ECCFF25}"/>
    <dgm:cxn modelId="{B7AD533F-3819-49DB-856A-4FF71FEA3B39}" type="presParOf" srcId="{E115C32F-0651-4FDA-A1E5-494F374F1045}" destId="{70663303-270C-4C2E-9C2A-F0B59A260408}" srcOrd="0" destOrd="0" presId="urn:diagrams.loki3.com/VaryingWidthList"/>
    <dgm:cxn modelId="{062EAE58-CC07-4DF5-8479-EBB8A845BDB4}" type="presParOf" srcId="{E115C32F-0651-4FDA-A1E5-494F374F1045}" destId="{887552CE-B073-44DE-A525-E7FF12B9558F}" srcOrd="1" destOrd="0" presId="urn:diagrams.loki3.com/VaryingWidthList"/>
    <dgm:cxn modelId="{DEB889D8-40EF-4077-8B8A-6D5CB33FB918}" type="presParOf" srcId="{E115C32F-0651-4FDA-A1E5-494F374F1045}" destId="{91C4C976-1E82-4CB7-A392-A18A49A4D5B5}" srcOrd="2" destOrd="0" presId="urn:diagrams.loki3.com/VaryingWidthList"/>
    <dgm:cxn modelId="{5434D488-1F72-4177-A99F-8D7F3BE30126}" type="presParOf" srcId="{E115C32F-0651-4FDA-A1E5-494F374F1045}" destId="{F7E75F45-BD56-414A-855F-B6FB9BB9AD96}" srcOrd="3" destOrd="0" presId="urn:diagrams.loki3.com/VaryingWidthList"/>
    <dgm:cxn modelId="{005AD324-8EF8-4E4C-9C6A-2F9788D99191}" type="presParOf" srcId="{E115C32F-0651-4FDA-A1E5-494F374F1045}" destId="{1AE30CF4-C39B-4700-A918-E8D3D97CE2DF}" srcOrd="4"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C818FE-C1BC-4CAB-96D6-705BF52C648C}" type="doc">
      <dgm:prSet loTypeId="urn:diagrams.loki3.com/VaryingWidthList" loCatId="list" qsTypeId="urn:microsoft.com/office/officeart/2005/8/quickstyle/simple1" qsCatId="simple" csTypeId="urn:microsoft.com/office/officeart/2005/8/colors/accent1_2" csCatId="accent1" phldr="1"/>
      <dgm:spPr/>
    </dgm:pt>
    <dgm:pt modelId="{274B9D2F-B6B3-4873-80C2-9535552A7D5A}">
      <dgm:prSet phldrT="[Text]" custT="1"/>
      <dgm:spPr/>
      <dgm:t>
        <a:bodyPr/>
        <a:lstStyle/>
        <a:p>
          <a:r>
            <a:rPr lang="en-IN" sz="5400" dirty="0"/>
            <a:t>public/</a:t>
          </a:r>
          <a:r>
            <a:rPr lang="en-IN" sz="5400" dirty="0" err="1"/>
            <a:t>index.php</a:t>
          </a:r>
          <a:endParaRPr lang="en-IN" sz="5400" dirty="0"/>
        </a:p>
      </dgm:t>
    </dgm:pt>
    <dgm:pt modelId="{A6EB75EC-0CD1-4CEB-8077-266F97BC6DB8}" type="parTrans" cxnId="{59CE7F17-AA40-4CE9-ACF9-2A6A914D325E}">
      <dgm:prSet/>
      <dgm:spPr/>
      <dgm:t>
        <a:bodyPr/>
        <a:lstStyle/>
        <a:p>
          <a:endParaRPr lang="en-IN"/>
        </a:p>
      </dgm:t>
    </dgm:pt>
    <dgm:pt modelId="{45E57555-4316-4BD2-B01F-96E17CF28F01}" type="sibTrans" cxnId="{59CE7F17-AA40-4CE9-ACF9-2A6A914D325E}">
      <dgm:prSet/>
      <dgm:spPr/>
      <dgm:t>
        <a:bodyPr/>
        <a:lstStyle/>
        <a:p>
          <a:endParaRPr lang="en-IN"/>
        </a:p>
      </dgm:t>
    </dgm:pt>
    <dgm:pt modelId="{765E915D-F071-4062-8420-70D03FD43A55}">
      <dgm:prSet phldrT="[Text]"/>
      <dgm:spPr/>
      <dgm:t>
        <a:bodyPr/>
        <a:lstStyle/>
        <a:p>
          <a:r>
            <a:rPr lang="en-IN" dirty="0"/>
            <a:t>Bootstrap/</a:t>
          </a:r>
          <a:r>
            <a:rPr lang="en-IN" dirty="0" err="1"/>
            <a:t>app.php</a:t>
          </a:r>
          <a:endParaRPr lang="en-IN" dirty="0"/>
        </a:p>
      </dgm:t>
    </dgm:pt>
    <dgm:pt modelId="{4C13EBE5-ACE4-497E-B2E5-A1B1D6DEFB5A}" type="parTrans" cxnId="{C37447DD-7D1E-4850-91B2-49479ADCAB77}">
      <dgm:prSet/>
      <dgm:spPr/>
      <dgm:t>
        <a:bodyPr/>
        <a:lstStyle/>
        <a:p>
          <a:endParaRPr lang="en-IN"/>
        </a:p>
      </dgm:t>
    </dgm:pt>
    <dgm:pt modelId="{1E258D17-6C94-402B-8724-D344453C6291}" type="sibTrans" cxnId="{C37447DD-7D1E-4850-91B2-49479ADCAB77}">
      <dgm:prSet/>
      <dgm:spPr/>
      <dgm:t>
        <a:bodyPr/>
        <a:lstStyle/>
        <a:p>
          <a:endParaRPr lang="en-IN"/>
        </a:p>
      </dgm:t>
    </dgm:pt>
    <dgm:pt modelId="{6302E2B8-263A-43A3-A1D5-C327F9209AF1}" type="pres">
      <dgm:prSet presAssocID="{CBC818FE-C1BC-4CAB-96D6-705BF52C648C}" presName="Name0" presStyleCnt="0">
        <dgm:presLayoutVars>
          <dgm:resizeHandles/>
        </dgm:presLayoutVars>
      </dgm:prSet>
      <dgm:spPr/>
    </dgm:pt>
    <dgm:pt modelId="{FCF9D52B-B45E-40B1-B94F-1E2D18032CD6}" type="pres">
      <dgm:prSet presAssocID="{274B9D2F-B6B3-4873-80C2-9535552A7D5A}" presName="text" presStyleLbl="node1" presStyleIdx="0" presStyleCnt="2">
        <dgm:presLayoutVars>
          <dgm:bulletEnabled val="1"/>
        </dgm:presLayoutVars>
      </dgm:prSet>
      <dgm:spPr/>
    </dgm:pt>
    <dgm:pt modelId="{42F8CEDE-D875-484A-99F1-64A8F2A39A6C}" type="pres">
      <dgm:prSet presAssocID="{45E57555-4316-4BD2-B01F-96E17CF28F01}" presName="space" presStyleCnt="0"/>
      <dgm:spPr/>
    </dgm:pt>
    <dgm:pt modelId="{56FE53F6-5738-4180-A985-8CB343716C36}" type="pres">
      <dgm:prSet presAssocID="{765E915D-F071-4062-8420-70D03FD43A55}" presName="text" presStyleLbl="node1" presStyleIdx="1" presStyleCnt="2">
        <dgm:presLayoutVars>
          <dgm:bulletEnabled val="1"/>
        </dgm:presLayoutVars>
      </dgm:prSet>
      <dgm:spPr/>
    </dgm:pt>
  </dgm:ptLst>
  <dgm:cxnLst>
    <dgm:cxn modelId="{78E30602-80A7-449C-9BA1-5B45256A7E00}" type="presOf" srcId="{765E915D-F071-4062-8420-70D03FD43A55}" destId="{56FE53F6-5738-4180-A985-8CB343716C36}" srcOrd="0" destOrd="0" presId="urn:diagrams.loki3.com/VaryingWidthList"/>
    <dgm:cxn modelId="{5CC4870F-E872-4C44-A504-1B9902238215}" type="presOf" srcId="{274B9D2F-B6B3-4873-80C2-9535552A7D5A}" destId="{FCF9D52B-B45E-40B1-B94F-1E2D18032CD6}" srcOrd="0" destOrd="0" presId="urn:diagrams.loki3.com/VaryingWidthList"/>
    <dgm:cxn modelId="{59CE7F17-AA40-4CE9-ACF9-2A6A914D325E}" srcId="{CBC818FE-C1BC-4CAB-96D6-705BF52C648C}" destId="{274B9D2F-B6B3-4873-80C2-9535552A7D5A}" srcOrd="0" destOrd="0" parTransId="{A6EB75EC-0CD1-4CEB-8077-266F97BC6DB8}" sibTransId="{45E57555-4316-4BD2-B01F-96E17CF28F01}"/>
    <dgm:cxn modelId="{20964057-8F9D-457B-95BB-4FB005603411}" type="presOf" srcId="{CBC818FE-C1BC-4CAB-96D6-705BF52C648C}" destId="{6302E2B8-263A-43A3-A1D5-C327F9209AF1}" srcOrd="0" destOrd="0" presId="urn:diagrams.loki3.com/VaryingWidthList"/>
    <dgm:cxn modelId="{C37447DD-7D1E-4850-91B2-49479ADCAB77}" srcId="{CBC818FE-C1BC-4CAB-96D6-705BF52C648C}" destId="{765E915D-F071-4062-8420-70D03FD43A55}" srcOrd="1" destOrd="0" parTransId="{4C13EBE5-ACE4-497E-B2E5-A1B1D6DEFB5A}" sibTransId="{1E258D17-6C94-402B-8724-D344453C6291}"/>
    <dgm:cxn modelId="{10C6B1B0-59C8-4F62-B998-AE9139B2A651}" type="presParOf" srcId="{6302E2B8-263A-43A3-A1D5-C327F9209AF1}" destId="{FCF9D52B-B45E-40B1-B94F-1E2D18032CD6}" srcOrd="0" destOrd="0" presId="urn:diagrams.loki3.com/VaryingWidthList"/>
    <dgm:cxn modelId="{206EF281-F50C-43AB-A9C5-6DFE5D6382BA}" type="presParOf" srcId="{6302E2B8-263A-43A3-A1D5-C327F9209AF1}" destId="{42F8CEDE-D875-484A-99F1-64A8F2A39A6C}" srcOrd="1" destOrd="0" presId="urn:diagrams.loki3.com/VaryingWidthList"/>
    <dgm:cxn modelId="{46546F7C-E47C-47A0-8BB3-7F8DCD685410}" type="presParOf" srcId="{6302E2B8-263A-43A3-A1D5-C327F9209AF1}" destId="{56FE53F6-5738-4180-A985-8CB343716C36}" srcOrd="2"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663303-270C-4C2E-9C2A-F0B59A260408}">
      <dsp:nvSpPr>
        <dsp:cNvPr id="0" name=""/>
        <dsp:cNvSpPr/>
      </dsp:nvSpPr>
      <dsp:spPr>
        <a:xfrm>
          <a:off x="2894000" y="2645"/>
          <a:ext cx="2340000" cy="17462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0" tIns="165100" rIns="165100" bIns="165100" numCol="1" spcCol="1270" anchor="ctr" anchorCtr="0">
          <a:noAutofit/>
        </a:bodyPr>
        <a:lstStyle/>
        <a:p>
          <a:pPr marL="0" lvl="0" indent="0" algn="ctr" defTabSz="2889250">
            <a:lnSpc>
              <a:spcPct val="90000"/>
            </a:lnSpc>
            <a:spcBef>
              <a:spcPct val="0"/>
            </a:spcBef>
            <a:spcAft>
              <a:spcPct val="35000"/>
            </a:spcAft>
            <a:buNone/>
          </a:pPr>
          <a:r>
            <a:rPr lang="en-IN" sz="6500" kern="1200" dirty="0"/>
            <a:t>Route</a:t>
          </a:r>
        </a:p>
      </dsp:txBody>
      <dsp:txXfrm>
        <a:off x="2894000" y="2645"/>
        <a:ext cx="2340000" cy="1746250"/>
      </dsp:txXfrm>
    </dsp:sp>
    <dsp:sp modelId="{91C4C976-1E82-4CB7-A392-A18A49A4D5B5}">
      <dsp:nvSpPr>
        <dsp:cNvPr id="0" name=""/>
        <dsp:cNvSpPr/>
      </dsp:nvSpPr>
      <dsp:spPr>
        <a:xfrm>
          <a:off x="2174000" y="1836208"/>
          <a:ext cx="3780000" cy="17462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0" tIns="165100" rIns="165100" bIns="165100" numCol="1" spcCol="1270" anchor="ctr" anchorCtr="0">
          <a:noAutofit/>
        </a:bodyPr>
        <a:lstStyle/>
        <a:p>
          <a:pPr marL="0" lvl="0" indent="0" algn="ctr" defTabSz="2889250">
            <a:lnSpc>
              <a:spcPct val="90000"/>
            </a:lnSpc>
            <a:spcBef>
              <a:spcPct val="0"/>
            </a:spcBef>
            <a:spcAft>
              <a:spcPct val="35000"/>
            </a:spcAft>
            <a:buNone/>
          </a:pPr>
          <a:r>
            <a:rPr lang="en-IN" sz="6500" kern="1200" dirty="0"/>
            <a:t>Controller</a:t>
          </a:r>
        </a:p>
      </dsp:txBody>
      <dsp:txXfrm>
        <a:off x="2174000" y="1836208"/>
        <a:ext cx="3780000" cy="1746250"/>
      </dsp:txXfrm>
    </dsp:sp>
    <dsp:sp modelId="{1AE30CF4-C39B-4700-A918-E8D3D97CE2DF}">
      <dsp:nvSpPr>
        <dsp:cNvPr id="0" name=""/>
        <dsp:cNvSpPr/>
      </dsp:nvSpPr>
      <dsp:spPr>
        <a:xfrm>
          <a:off x="2367282" y="3672416"/>
          <a:ext cx="3393434" cy="174625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0" tIns="165100" rIns="165100" bIns="165100" numCol="1" spcCol="1270" anchor="ctr" anchorCtr="0">
          <a:noAutofit/>
        </a:bodyPr>
        <a:lstStyle/>
        <a:p>
          <a:pPr marL="0" lvl="0" indent="0" algn="ctr" defTabSz="2889250">
            <a:lnSpc>
              <a:spcPct val="90000"/>
            </a:lnSpc>
            <a:spcBef>
              <a:spcPct val="0"/>
            </a:spcBef>
            <a:spcAft>
              <a:spcPct val="35000"/>
            </a:spcAft>
            <a:buNone/>
          </a:pPr>
          <a:r>
            <a:rPr lang="en-IN" sz="6500" kern="1200" dirty="0"/>
            <a:t>View</a:t>
          </a:r>
        </a:p>
      </dsp:txBody>
      <dsp:txXfrm>
        <a:off x="2367282" y="3672416"/>
        <a:ext cx="3393434" cy="17462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9D52B-B45E-40B1-B94F-1E2D18032CD6}">
      <dsp:nvSpPr>
        <dsp:cNvPr id="0" name=""/>
        <dsp:cNvSpPr/>
      </dsp:nvSpPr>
      <dsp:spPr>
        <a:xfrm>
          <a:off x="2737800" y="53"/>
          <a:ext cx="5040000" cy="212255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2400300">
            <a:lnSpc>
              <a:spcPct val="90000"/>
            </a:lnSpc>
            <a:spcBef>
              <a:spcPct val="0"/>
            </a:spcBef>
            <a:spcAft>
              <a:spcPct val="35000"/>
            </a:spcAft>
            <a:buNone/>
          </a:pPr>
          <a:r>
            <a:rPr lang="en-IN" sz="5400" kern="1200" dirty="0"/>
            <a:t>public/</a:t>
          </a:r>
          <a:r>
            <a:rPr lang="en-IN" sz="5400" kern="1200" dirty="0" err="1"/>
            <a:t>index.php</a:t>
          </a:r>
          <a:endParaRPr lang="en-IN" sz="5400" kern="1200" dirty="0"/>
        </a:p>
      </dsp:txBody>
      <dsp:txXfrm>
        <a:off x="2737800" y="53"/>
        <a:ext cx="5040000" cy="2122552"/>
      </dsp:txXfrm>
    </dsp:sp>
    <dsp:sp modelId="{56FE53F6-5738-4180-A985-8CB343716C36}">
      <dsp:nvSpPr>
        <dsp:cNvPr id="0" name=""/>
        <dsp:cNvSpPr/>
      </dsp:nvSpPr>
      <dsp:spPr>
        <a:xfrm>
          <a:off x="1837800" y="2228732"/>
          <a:ext cx="6840000" cy="212255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0" tIns="165100" rIns="165100" bIns="165100" numCol="1" spcCol="1270" anchor="ctr" anchorCtr="0">
          <a:noAutofit/>
        </a:bodyPr>
        <a:lstStyle/>
        <a:p>
          <a:pPr marL="0" lvl="0" indent="0" algn="ctr" defTabSz="2889250">
            <a:lnSpc>
              <a:spcPct val="90000"/>
            </a:lnSpc>
            <a:spcBef>
              <a:spcPct val="0"/>
            </a:spcBef>
            <a:spcAft>
              <a:spcPct val="35000"/>
            </a:spcAft>
            <a:buNone/>
          </a:pPr>
          <a:r>
            <a:rPr lang="en-IN" sz="6500" kern="1200" dirty="0"/>
            <a:t>Bootstrap/</a:t>
          </a:r>
          <a:r>
            <a:rPr lang="en-IN" sz="6500" kern="1200" dirty="0" err="1"/>
            <a:t>app.php</a:t>
          </a:r>
          <a:endParaRPr lang="en-IN" sz="6500" kern="1200" dirty="0"/>
        </a:p>
      </dsp:txBody>
      <dsp:txXfrm>
        <a:off x="1837800" y="2228732"/>
        <a:ext cx="6840000" cy="2122552"/>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529E0-9E65-BB6D-59B7-5B4D1B5DB8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B14685-1F5C-7ED9-CB06-0676DEB40A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AD486D-7CA9-C112-5466-0CAB6656D958}"/>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5" name="Footer Placeholder 4">
            <a:extLst>
              <a:ext uri="{FF2B5EF4-FFF2-40B4-BE49-F238E27FC236}">
                <a16:creationId xmlns:a16="http://schemas.microsoft.com/office/drawing/2014/main" id="{15D54DE4-0DA2-E0DD-21DB-F538F71B24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E9D7F9-F4D1-077E-274B-9F201D0F2C4E}"/>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3095133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606F9-5648-000B-70F7-A330740EB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F8163E-92C9-1477-437A-FDABBBF716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77AEF-2485-BA86-6D94-90FED308758F}"/>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5" name="Footer Placeholder 4">
            <a:extLst>
              <a:ext uri="{FF2B5EF4-FFF2-40B4-BE49-F238E27FC236}">
                <a16:creationId xmlns:a16="http://schemas.microsoft.com/office/drawing/2014/main" id="{F2F634B9-B8FA-628A-9917-73F073975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68BE20-53CB-A22E-628F-DF3785C9820A}"/>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1979377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B56F-EDD6-51E1-751B-9592ACECC0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22DD57-FE98-4326-77D7-79094106D8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0A52B5-64DD-CD03-97FC-6EB634928EC7}"/>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5" name="Footer Placeholder 4">
            <a:extLst>
              <a:ext uri="{FF2B5EF4-FFF2-40B4-BE49-F238E27FC236}">
                <a16:creationId xmlns:a16="http://schemas.microsoft.com/office/drawing/2014/main" id="{E2418CE9-026A-A4B7-10AB-5405150BEA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F3C11C-5B5B-14C8-601C-C326B1E2917C}"/>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3190548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F2708-2410-20DB-9719-9D14A2027D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9E12E6-C9A0-0886-0A54-56796280D5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F9B115-AD6F-FCAB-2091-8682E138BE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107C6D-5081-5B2E-BD4E-B0515610C867}"/>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6" name="Footer Placeholder 5">
            <a:extLst>
              <a:ext uri="{FF2B5EF4-FFF2-40B4-BE49-F238E27FC236}">
                <a16:creationId xmlns:a16="http://schemas.microsoft.com/office/drawing/2014/main" id="{591308D9-D4D4-7523-E62C-91A3A64FB3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07D3AF-F950-7035-B62A-D334D60693D1}"/>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765844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5F088-9CE3-DA2F-820F-A06A4C2F41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B672CB-AF1E-4925-388C-11CDADC0C3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A56698-7B79-5586-194A-F68FEF64AE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9FF881-C193-19B0-F926-A9CE56B4AF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B94D4A-1FC6-E53B-4263-E557C6635D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868607-7F51-628B-6C1A-374A13833129}"/>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8" name="Footer Placeholder 7">
            <a:extLst>
              <a:ext uri="{FF2B5EF4-FFF2-40B4-BE49-F238E27FC236}">
                <a16:creationId xmlns:a16="http://schemas.microsoft.com/office/drawing/2014/main" id="{F6E916C2-F0E0-899C-A465-7C37180B5B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E52C546-42E7-729B-499D-474924D69D0A}"/>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2615724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B44C6-4F00-520C-35E8-1C081C8B7B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B6902CE-FCF7-7311-5766-72EF059A0127}"/>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4" name="Footer Placeholder 3">
            <a:extLst>
              <a:ext uri="{FF2B5EF4-FFF2-40B4-BE49-F238E27FC236}">
                <a16:creationId xmlns:a16="http://schemas.microsoft.com/office/drawing/2014/main" id="{7C0B2F3E-7176-AD9D-FFE0-5FDE75968DA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ABA245-187B-B9AF-A95F-89E152A41BB1}"/>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960586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1EE6E3-66DF-D788-6C20-7A5640F4C681}"/>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3" name="Footer Placeholder 2">
            <a:extLst>
              <a:ext uri="{FF2B5EF4-FFF2-40B4-BE49-F238E27FC236}">
                <a16:creationId xmlns:a16="http://schemas.microsoft.com/office/drawing/2014/main" id="{B5C02E61-C5B4-6A85-D2B5-F8B711B583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56DC30-E6DD-B848-3F5C-60FFAA259349}"/>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2197592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54722-7A9A-4C5C-E6AD-12322AF202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121BB7-4DB9-A610-CA21-EB668B70F3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3395BB-7079-C573-8704-276DBF4B2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E3A58A-0673-103F-5512-E5A08FA40FAA}"/>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6" name="Footer Placeholder 5">
            <a:extLst>
              <a:ext uri="{FF2B5EF4-FFF2-40B4-BE49-F238E27FC236}">
                <a16:creationId xmlns:a16="http://schemas.microsoft.com/office/drawing/2014/main" id="{E6A2B1F4-756A-3ACE-6E8E-971368850C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593255-6DE9-B256-C64C-697828DD6820}"/>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2825970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0E99-1379-DF8B-0491-8400734F6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D403BC-429B-C3A7-F27D-E744C1BA24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6E9805-452F-03FA-3D05-5A012FC37B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531508-A9C2-6063-2DBB-A058E853432B}"/>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6" name="Footer Placeholder 5">
            <a:extLst>
              <a:ext uri="{FF2B5EF4-FFF2-40B4-BE49-F238E27FC236}">
                <a16:creationId xmlns:a16="http://schemas.microsoft.com/office/drawing/2014/main" id="{A082DCE5-A4F9-83E8-7E15-BBA67A32E0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45E201-F656-FFF0-8684-F5659FE90619}"/>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57511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18B9-5B0A-866C-BF9B-44F09F42ED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7EC26D-1EEC-E97F-DBEA-73ADCAD950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33E91F-F5D1-A226-833E-5A7F266AEFA1}"/>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5" name="Footer Placeholder 4">
            <a:extLst>
              <a:ext uri="{FF2B5EF4-FFF2-40B4-BE49-F238E27FC236}">
                <a16:creationId xmlns:a16="http://schemas.microsoft.com/office/drawing/2014/main" id="{368A9914-8E24-C781-1608-B9674AD690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3630B2-7D90-3EAA-4253-8FAAB85F7C05}"/>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940334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B9D824-6661-74D9-6FEC-DD68307745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7AEC7D-2FA5-CB86-B58C-422821A1C8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45E5B0-1776-AA21-2588-AC9BAD4CA114}"/>
              </a:ext>
            </a:extLst>
          </p:cNvPr>
          <p:cNvSpPr>
            <a:spLocks noGrp="1"/>
          </p:cNvSpPr>
          <p:nvPr>
            <p:ph type="dt" sz="half" idx="10"/>
          </p:nvPr>
        </p:nvSpPr>
        <p:spPr/>
        <p:txBody>
          <a:bodyPr/>
          <a:lstStyle/>
          <a:p>
            <a:fld id="{5F275D45-8955-44FC-A531-94DBEA4C5CBE}" type="datetimeFigureOut">
              <a:rPr lang="en-IN" smtClean="0"/>
              <a:t>07-02-2025</a:t>
            </a:fld>
            <a:endParaRPr lang="en-IN"/>
          </a:p>
        </p:txBody>
      </p:sp>
      <p:sp>
        <p:nvSpPr>
          <p:cNvPr id="5" name="Footer Placeholder 4">
            <a:extLst>
              <a:ext uri="{FF2B5EF4-FFF2-40B4-BE49-F238E27FC236}">
                <a16:creationId xmlns:a16="http://schemas.microsoft.com/office/drawing/2014/main" id="{6E95C71F-18D4-7998-EB81-5B3B36C0A3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F52322-3881-AB67-0BC9-C3F98BEF46DD}"/>
              </a:ext>
            </a:extLst>
          </p:cNvPr>
          <p:cNvSpPr>
            <a:spLocks noGrp="1"/>
          </p:cNvSpPr>
          <p:nvPr>
            <p:ph type="sldNum" sz="quarter" idx="12"/>
          </p:nvPr>
        </p:nvSpPr>
        <p:spPr/>
        <p:txBody>
          <a:bodyPr/>
          <a:lstStyle/>
          <a:p>
            <a:fld id="{6C4FE878-C29A-47FA-B092-EB3DA28D2246}" type="slidenum">
              <a:rPr lang="en-IN" smtClean="0"/>
              <a:t>‹#›</a:t>
            </a:fld>
            <a:endParaRPr lang="en-IN"/>
          </a:p>
        </p:txBody>
      </p:sp>
    </p:spTree>
    <p:extLst>
      <p:ext uri="{BB962C8B-B14F-4D97-AF65-F5344CB8AC3E}">
        <p14:creationId xmlns:p14="http://schemas.microsoft.com/office/powerpoint/2010/main" val="1181822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E75B4E-EAD2-C6EE-2FA8-B2C6C3C002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9980C0-81FF-D947-046A-E5E5A2FC6C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CE48BB-451A-79BB-D510-6C5E2CCA43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275D45-8955-44FC-A531-94DBEA4C5CBE}" type="datetimeFigureOut">
              <a:rPr lang="en-IN" smtClean="0"/>
              <a:t>07-02-2025</a:t>
            </a:fld>
            <a:endParaRPr lang="en-IN"/>
          </a:p>
        </p:txBody>
      </p:sp>
      <p:sp>
        <p:nvSpPr>
          <p:cNvPr id="5" name="Footer Placeholder 4">
            <a:extLst>
              <a:ext uri="{FF2B5EF4-FFF2-40B4-BE49-F238E27FC236}">
                <a16:creationId xmlns:a16="http://schemas.microsoft.com/office/drawing/2014/main" id="{F75AC5D3-8F18-6450-3D25-A3196140CC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7E58AFA-AA6E-B79C-D29D-5B7E8BFCA8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4FE878-C29A-47FA-B092-EB3DA28D2246}" type="slidenum">
              <a:rPr lang="en-IN" smtClean="0"/>
              <a:t>‹#›</a:t>
            </a:fld>
            <a:endParaRPr lang="en-IN"/>
          </a:p>
        </p:txBody>
      </p:sp>
    </p:spTree>
    <p:extLst>
      <p:ext uri="{BB962C8B-B14F-4D97-AF65-F5344CB8AC3E}">
        <p14:creationId xmlns:p14="http://schemas.microsoft.com/office/powerpoint/2010/main" val="2640114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7038" y="804864"/>
            <a:ext cx="6572250" cy="2192337"/>
          </a:xfrm>
        </p:spPr>
        <p:txBody>
          <a:bodyPr>
            <a:normAutofit/>
          </a:bodyPr>
          <a:lstStyle/>
          <a:p>
            <a:pPr algn="ctr">
              <a:defRPr/>
            </a:pPr>
            <a:br>
              <a:rPr lang="en-US" sz="3600" dirty="0">
                <a:latin typeface="Arial Rounded MT Bold" panose="020F0704030504030204" pitchFamily="34" charset="0"/>
              </a:rPr>
            </a:br>
            <a:br>
              <a:rPr lang="en-US" sz="3600" dirty="0">
                <a:latin typeface="Arial Rounded MT Bold" panose="020F0704030504030204" pitchFamily="34" charset="0"/>
              </a:rPr>
            </a:br>
            <a:r>
              <a:rPr lang="en-US" sz="3600" dirty="0">
                <a:latin typeface="Arial Rounded MT Bold" panose="020F0704030504030204" pitchFamily="34" charset="0"/>
              </a:rPr>
              <a:t>INT 221 - MVC PROGRAMMING</a:t>
            </a:r>
            <a:endParaRPr lang="en-IN" sz="3600" dirty="0">
              <a:latin typeface="Arial Rounded MT Bold" panose="020F0704030504030204" pitchFamily="34" charset="0"/>
            </a:endParaRPr>
          </a:p>
        </p:txBody>
      </p:sp>
      <p:sp>
        <p:nvSpPr>
          <p:cNvPr id="3" name="Content Placeholder 2"/>
          <p:cNvSpPr>
            <a:spLocks noGrp="1"/>
          </p:cNvSpPr>
          <p:nvPr>
            <p:ph idx="1"/>
          </p:nvPr>
        </p:nvSpPr>
        <p:spPr>
          <a:xfrm>
            <a:off x="1127760" y="1844675"/>
            <a:ext cx="10038080" cy="2768600"/>
          </a:xfrm>
        </p:spPr>
        <p:txBody>
          <a:bodyPr rtlCol="0">
            <a:normAutofit/>
          </a:bodyPr>
          <a:lstStyle/>
          <a:p>
            <a:pPr marL="0" indent="0" algn="ctr">
              <a:buNone/>
              <a:defRPr/>
            </a:pPr>
            <a:endParaRPr lang="en-US" dirty="0"/>
          </a:p>
          <a:p>
            <a:pPr marL="0" indent="0" algn="ctr">
              <a:buNone/>
              <a:defRPr/>
            </a:pPr>
            <a:endParaRPr lang="en-US" dirty="0"/>
          </a:p>
          <a:p>
            <a:pPr marL="0" indent="0" algn="ctr">
              <a:buNone/>
              <a:defRPr/>
            </a:pPr>
            <a:endParaRPr lang="en-US" dirty="0"/>
          </a:p>
          <a:p>
            <a:pPr marL="137160" indent="0" algn="ctr">
              <a:buNone/>
              <a:defRPr/>
            </a:pPr>
            <a:r>
              <a:rPr lang="en-US" b="1" dirty="0"/>
              <a:t>Laravel Request Life Cycle-</a:t>
            </a:r>
          </a:p>
          <a:p>
            <a:pPr marL="137160" indent="0" algn="ctr">
              <a:buNone/>
              <a:defRPr/>
            </a:pPr>
            <a:r>
              <a:rPr lang="en-US" sz="3200" b="1" dirty="0"/>
              <a:t>The route of Laravel Request passes from which phases</a:t>
            </a:r>
          </a:p>
          <a:p>
            <a:pPr marL="0" indent="0" algn="ctr">
              <a:buNone/>
              <a:defRPr/>
            </a:pPr>
            <a:endParaRPr lang="en-IN" dirty="0"/>
          </a:p>
        </p:txBody>
      </p:sp>
      <p:pic>
        <p:nvPicPr>
          <p:cNvPr id="12292"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85725"/>
            <a:ext cx="16764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9683E-1E78-B30F-7A0E-1585E9AB6F07}"/>
              </a:ext>
            </a:extLst>
          </p:cNvPr>
          <p:cNvSpPr>
            <a:spLocks noGrp="1"/>
          </p:cNvSpPr>
          <p:nvPr>
            <p:ph type="title"/>
          </p:nvPr>
        </p:nvSpPr>
        <p:spPr/>
        <p:txBody>
          <a:bodyPr>
            <a:normAutofit fontScale="90000"/>
          </a:bodyPr>
          <a:lstStyle/>
          <a:p>
            <a:r>
              <a:rPr lang="en-IN" b="1" dirty="0"/>
              <a:t>Seems but not true</a:t>
            </a:r>
            <a:br>
              <a:rPr lang="en-IN" b="1" dirty="0"/>
            </a:br>
            <a:r>
              <a:rPr lang="en-IN" b="1" dirty="0"/>
              <a:t>General Answer</a:t>
            </a:r>
            <a:br>
              <a:rPr lang="en-IN" b="1" dirty="0"/>
            </a:br>
            <a:r>
              <a:rPr lang="en-IN" b="1" dirty="0"/>
              <a:t>But it is not True</a:t>
            </a:r>
          </a:p>
        </p:txBody>
      </p:sp>
      <p:graphicFrame>
        <p:nvGraphicFramePr>
          <p:cNvPr id="4" name="Diagram 3">
            <a:extLst>
              <a:ext uri="{FF2B5EF4-FFF2-40B4-BE49-F238E27FC236}">
                <a16:creationId xmlns:a16="http://schemas.microsoft.com/office/drawing/2014/main" id="{B843ECEF-1657-553F-91EC-B22838C999CF}"/>
              </a:ext>
            </a:extLst>
          </p:cNvPr>
          <p:cNvGraphicFramePr/>
          <p:nvPr>
            <p:extLst>
              <p:ext uri="{D42A27DB-BD31-4B8C-83A1-F6EECF244321}">
                <p14:modId xmlns:p14="http://schemas.microsoft.com/office/powerpoint/2010/main" val="4271910344"/>
              </p:ext>
            </p:extLst>
          </p:nvPr>
        </p:nvGraphicFramePr>
        <p:xfrm>
          <a:off x="3413760" y="11768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1802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9A197-59E0-3422-F63C-843EE0000645}"/>
              </a:ext>
            </a:extLst>
          </p:cNvPr>
          <p:cNvSpPr>
            <a:spLocks noGrp="1"/>
          </p:cNvSpPr>
          <p:nvPr>
            <p:ph type="title"/>
          </p:nvPr>
        </p:nvSpPr>
        <p:spPr/>
        <p:txBody>
          <a:bodyPr/>
          <a:lstStyle/>
          <a:p>
            <a:r>
              <a:rPr lang="en-US" dirty="0"/>
              <a:t>public/</a:t>
            </a:r>
            <a:r>
              <a:rPr lang="en-US" dirty="0" err="1"/>
              <a:t>index.php</a:t>
            </a:r>
            <a:r>
              <a:rPr lang="en-US" dirty="0"/>
              <a:t> file –</a:t>
            </a:r>
            <a:r>
              <a:rPr lang="en-US" b="1" dirty="0"/>
              <a:t>The Entry Point</a:t>
            </a:r>
            <a:endParaRPr lang="en-IN" b="1" dirty="0"/>
          </a:p>
        </p:txBody>
      </p:sp>
      <p:sp>
        <p:nvSpPr>
          <p:cNvPr id="3" name="Content Placeholder 2">
            <a:extLst>
              <a:ext uri="{FF2B5EF4-FFF2-40B4-BE49-F238E27FC236}">
                <a16:creationId xmlns:a16="http://schemas.microsoft.com/office/drawing/2014/main" id="{5863405B-EE82-7467-C6C4-F5CB3D4B579C}"/>
              </a:ext>
            </a:extLst>
          </p:cNvPr>
          <p:cNvSpPr>
            <a:spLocks noGrp="1"/>
          </p:cNvSpPr>
          <p:nvPr>
            <p:ph idx="1"/>
          </p:nvPr>
        </p:nvSpPr>
        <p:spPr/>
        <p:txBody>
          <a:bodyPr/>
          <a:lstStyle/>
          <a:p>
            <a:r>
              <a:rPr lang="en-US" dirty="0"/>
              <a:t>The </a:t>
            </a:r>
            <a:r>
              <a:rPr lang="en-US" b="1" dirty="0"/>
              <a:t>entry point for all requests </a:t>
            </a:r>
            <a:r>
              <a:rPr lang="en-US" dirty="0"/>
              <a:t>to a Laravel application is the public/</a:t>
            </a:r>
            <a:r>
              <a:rPr lang="en-US" dirty="0" err="1"/>
              <a:t>index.php</a:t>
            </a:r>
            <a:r>
              <a:rPr lang="en-US" dirty="0"/>
              <a:t> file.</a:t>
            </a:r>
          </a:p>
          <a:p>
            <a:r>
              <a:rPr lang="en-US" dirty="0"/>
              <a:t> </a:t>
            </a:r>
            <a:r>
              <a:rPr lang="en-US" b="1" dirty="0"/>
              <a:t>All requests are directed to this file by your web server (Apache / Nginx) configuration. </a:t>
            </a:r>
          </a:p>
          <a:p>
            <a:r>
              <a:rPr lang="en-US" dirty="0"/>
              <a:t>The </a:t>
            </a:r>
            <a:r>
              <a:rPr lang="en-US" dirty="0" err="1"/>
              <a:t>index.php</a:t>
            </a:r>
            <a:r>
              <a:rPr lang="en-US" dirty="0"/>
              <a:t> file doesn't contain much code. </a:t>
            </a:r>
          </a:p>
          <a:p>
            <a:r>
              <a:rPr lang="en-US" b="1" dirty="0"/>
              <a:t>Rather, it is a starting point for loading the rest of the framework</a:t>
            </a:r>
            <a:endParaRPr lang="en-IN" b="1" dirty="0"/>
          </a:p>
        </p:txBody>
      </p:sp>
      <p:pic>
        <p:nvPicPr>
          <p:cNvPr id="4" name="Object 3">
            <a:extLst>
              <a:ext uri="{FF2B5EF4-FFF2-40B4-BE49-F238E27FC236}">
                <a16:creationId xmlns:a16="http://schemas.microsoft.com/office/drawing/2014/main" id="{B0677CC5-66DB-362D-5AC0-E67114EFEA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85725"/>
            <a:ext cx="16764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40346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6AE3-14F2-D511-9DEE-6553DC696A1B}"/>
              </a:ext>
            </a:extLst>
          </p:cNvPr>
          <p:cNvSpPr>
            <a:spLocks noGrp="1"/>
          </p:cNvSpPr>
          <p:nvPr>
            <p:ph type="title"/>
          </p:nvPr>
        </p:nvSpPr>
        <p:spPr/>
        <p:txBody>
          <a:bodyPr/>
          <a:lstStyle/>
          <a:p>
            <a:r>
              <a:rPr lang="en-IN" dirty="0" err="1"/>
              <a:t>Index.php</a:t>
            </a:r>
            <a:endParaRPr lang="en-IN" dirty="0"/>
          </a:p>
        </p:txBody>
      </p:sp>
      <p:sp>
        <p:nvSpPr>
          <p:cNvPr id="3" name="Content Placeholder 2">
            <a:extLst>
              <a:ext uri="{FF2B5EF4-FFF2-40B4-BE49-F238E27FC236}">
                <a16:creationId xmlns:a16="http://schemas.microsoft.com/office/drawing/2014/main" id="{949473F0-65C4-1BA0-ED70-7839842B7A3F}"/>
              </a:ext>
            </a:extLst>
          </p:cNvPr>
          <p:cNvSpPr>
            <a:spLocks noGrp="1"/>
          </p:cNvSpPr>
          <p:nvPr>
            <p:ph idx="1"/>
          </p:nvPr>
        </p:nvSpPr>
        <p:spPr>
          <a:xfrm>
            <a:off x="599440" y="1690688"/>
            <a:ext cx="10754360" cy="4486275"/>
          </a:xfrm>
        </p:spPr>
        <p:txBody>
          <a:bodyPr/>
          <a:lstStyle/>
          <a:p>
            <a:r>
              <a:rPr lang="en-US" dirty="0"/>
              <a:t>The </a:t>
            </a:r>
            <a:r>
              <a:rPr lang="en-US" dirty="0" err="1"/>
              <a:t>index.php</a:t>
            </a:r>
            <a:r>
              <a:rPr lang="en-US" dirty="0"/>
              <a:t> file </a:t>
            </a:r>
            <a:r>
              <a:rPr lang="en-US" b="1" dirty="0"/>
              <a:t>loads the Composer generated autoloader definition (when we install or update the composer)</a:t>
            </a:r>
            <a:r>
              <a:rPr lang="en-US" dirty="0"/>
              <a:t>, and then retrieves an instance of the Laravel application from bootstrap/</a:t>
            </a:r>
            <a:r>
              <a:rPr lang="en-US" dirty="0" err="1"/>
              <a:t>app.php</a:t>
            </a:r>
            <a:r>
              <a:rPr lang="en-US" dirty="0"/>
              <a:t>.</a:t>
            </a:r>
          </a:p>
          <a:p>
            <a:r>
              <a:rPr lang="en-US" dirty="0"/>
              <a:t>--loads composer generated files </a:t>
            </a:r>
          </a:p>
          <a:p>
            <a:endParaRPr lang="en-US" dirty="0"/>
          </a:p>
          <a:p>
            <a:r>
              <a:rPr lang="en-US" dirty="0"/>
              <a:t> The first action taken by Laravel itself is to </a:t>
            </a:r>
            <a:r>
              <a:rPr lang="en-US" b="1" dirty="0"/>
              <a:t>create an instance of the Laravel application.</a:t>
            </a:r>
            <a:endParaRPr lang="en-IN" b="1" dirty="0"/>
          </a:p>
        </p:txBody>
      </p:sp>
      <p:pic>
        <p:nvPicPr>
          <p:cNvPr id="4" name="Object 3">
            <a:extLst>
              <a:ext uri="{FF2B5EF4-FFF2-40B4-BE49-F238E27FC236}">
                <a16:creationId xmlns:a16="http://schemas.microsoft.com/office/drawing/2014/main" id="{CE6D1957-F4F7-59F2-9BB7-CC4FB0646C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85725"/>
            <a:ext cx="16764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03475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CA7FE-A8AC-EA80-2337-1412912D3C30}"/>
              </a:ext>
            </a:extLst>
          </p:cNvPr>
          <p:cNvSpPr>
            <a:spLocks noGrp="1"/>
          </p:cNvSpPr>
          <p:nvPr>
            <p:ph type="title"/>
          </p:nvPr>
        </p:nvSpPr>
        <p:spPr/>
        <p:txBody>
          <a:bodyPr/>
          <a:lstStyle/>
          <a:p>
            <a:r>
              <a:rPr lang="en-IN" dirty="0"/>
              <a:t>Structure of </a:t>
            </a:r>
            <a:r>
              <a:rPr lang="en-IN" dirty="0" err="1"/>
              <a:t>index.php</a:t>
            </a:r>
            <a:r>
              <a:rPr lang="en-IN" dirty="0"/>
              <a:t> file</a:t>
            </a:r>
          </a:p>
        </p:txBody>
      </p:sp>
      <p:pic>
        <p:nvPicPr>
          <p:cNvPr id="5" name="Content Placeholder 4">
            <a:extLst>
              <a:ext uri="{FF2B5EF4-FFF2-40B4-BE49-F238E27FC236}">
                <a16:creationId xmlns:a16="http://schemas.microsoft.com/office/drawing/2014/main" id="{B4DA9CCA-B1B1-4FCA-1807-A793D5570C07}"/>
              </a:ext>
            </a:extLst>
          </p:cNvPr>
          <p:cNvPicPr>
            <a:picLocks noGrp="1" noChangeAspect="1"/>
          </p:cNvPicPr>
          <p:nvPr>
            <p:ph idx="1"/>
          </p:nvPr>
        </p:nvPicPr>
        <p:blipFill>
          <a:blip r:embed="rId2"/>
          <a:stretch>
            <a:fillRect/>
          </a:stretch>
        </p:blipFill>
        <p:spPr>
          <a:xfrm>
            <a:off x="1493520" y="1825625"/>
            <a:ext cx="8589021" cy="4687488"/>
          </a:xfrm>
        </p:spPr>
      </p:pic>
    </p:spTree>
    <p:extLst>
      <p:ext uri="{BB962C8B-B14F-4D97-AF65-F5344CB8AC3E}">
        <p14:creationId xmlns:p14="http://schemas.microsoft.com/office/powerpoint/2010/main" val="1245303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23AAE-FD34-06D8-BDDE-FEDC8B2A931C}"/>
              </a:ext>
            </a:extLst>
          </p:cNvPr>
          <p:cNvSpPr>
            <a:spLocks noGrp="1"/>
          </p:cNvSpPr>
          <p:nvPr>
            <p:ph type="title"/>
          </p:nvPr>
        </p:nvSpPr>
        <p:spPr/>
        <p:txBody>
          <a:bodyPr/>
          <a:lstStyle/>
          <a:p>
            <a:r>
              <a:rPr lang="en-IN" dirty="0"/>
              <a:t>What is in </a:t>
            </a:r>
            <a:r>
              <a:rPr lang="en-IN" dirty="0" err="1"/>
              <a:t>index.php</a:t>
            </a:r>
            <a:r>
              <a:rPr lang="en-IN" dirty="0"/>
              <a:t>??</a:t>
            </a:r>
          </a:p>
        </p:txBody>
      </p:sp>
      <p:sp>
        <p:nvSpPr>
          <p:cNvPr id="3" name="Content Placeholder 2">
            <a:extLst>
              <a:ext uri="{FF2B5EF4-FFF2-40B4-BE49-F238E27FC236}">
                <a16:creationId xmlns:a16="http://schemas.microsoft.com/office/drawing/2014/main" id="{8323B7F7-4A34-A9C9-5690-F4E6CEAF9157}"/>
              </a:ext>
            </a:extLst>
          </p:cNvPr>
          <p:cNvSpPr>
            <a:spLocks noGrp="1"/>
          </p:cNvSpPr>
          <p:nvPr>
            <p:ph idx="1"/>
          </p:nvPr>
        </p:nvSpPr>
        <p:spPr/>
        <p:txBody>
          <a:bodyPr/>
          <a:lstStyle/>
          <a:p>
            <a:pPr>
              <a:lnSpc>
                <a:spcPts val="2400"/>
              </a:lnSpc>
            </a:pPr>
            <a:r>
              <a:rPr lang="en-IN" b="0" dirty="0">
                <a:solidFill>
                  <a:srgbClr val="008000"/>
                </a:solidFill>
                <a:effectLst/>
                <a:latin typeface="Consolas" panose="020B0609020204030204" pitchFamily="49" charset="0"/>
              </a:rPr>
              <a:t>// Register the Composer autoloader...</a:t>
            </a:r>
            <a:endParaRPr lang="en-IN" b="0" dirty="0">
              <a:solidFill>
                <a:srgbClr val="000000"/>
              </a:solidFill>
              <a:effectLst/>
              <a:latin typeface="Consolas" panose="020B0609020204030204" pitchFamily="49" charset="0"/>
            </a:endParaRPr>
          </a:p>
          <a:p>
            <a:pPr>
              <a:lnSpc>
                <a:spcPts val="2400"/>
              </a:lnSpc>
            </a:pPr>
            <a:r>
              <a:rPr lang="en-IN" b="0" dirty="0">
                <a:solidFill>
                  <a:srgbClr val="AF00DB"/>
                </a:solidFill>
                <a:effectLst/>
                <a:latin typeface="Consolas" panose="020B0609020204030204" pitchFamily="49" charset="0"/>
              </a:rPr>
              <a:t>require</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__DIR__</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'/../vendor/</a:t>
            </a:r>
            <a:r>
              <a:rPr lang="en-IN" b="0" dirty="0" err="1">
                <a:solidFill>
                  <a:srgbClr val="A31515"/>
                </a:solidFill>
                <a:effectLst/>
                <a:latin typeface="Consolas" panose="020B0609020204030204" pitchFamily="49" charset="0"/>
              </a:rPr>
              <a:t>autoload.php</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endParaRPr lang="en-IN" dirty="0"/>
          </a:p>
          <a:p>
            <a:endParaRPr lang="en-IN" dirty="0"/>
          </a:p>
          <a:p>
            <a:pPr marL="0" indent="0">
              <a:lnSpc>
                <a:spcPts val="2400"/>
              </a:lnSpc>
              <a:buNone/>
            </a:pPr>
            <a:r>
              <a:rPr lang="en-US" b="0" dirty="0">
                <a:solidFill>
                  <a:srgbClr val="008000"/>
                </a:solidFill>
                <a:effectLst/>
                <a:latin typeface="Consolas" panose="020B0609020204030204" pitchFamily="49" charset="0"/>
              </a:rPr>
              <a:t>// Bootstrap Laravel and handle the request...</a:t>
            </a:r>
          </a:p>
          <a:p>
            <a:pPr marL="0" indent="0">
              <a:lnSpc>
                <a:spcPts val="2400"/>
              </a:lnSpc>
              <a:buNone/>
            </a:pPr>
            <a:r>
              <a:rPr lang="en-US" dirty="0">
                <a:solidFill>
                  <a:srgbClr val="008000"/>
                </a:solidFill>
                <a:latin typeface="Consolas" panose="020B0609020204030204" pitchFamily="49" charset="0"/>
              </a:rPr>
              <a:t>//responsible for instances</a:t>
            </a:r>
            <a:endParaRPr lang="en-US" b="0" dirty="0">
              <a:solidFill>
                <a:srgbClr val="000000"/>
              </a:solidFill>
              <a:effectLst/>
              <a:latin typeface="Consolas" panose="020B0609020204030204" pitchFamily="49" charset="0"/>
            </a:endParaRPr>
          </a:p>
          <a:p>
            <a:pPr>
              <a:lnSpc>
                <a:spcPts val="2400"/>
              </a:lnSpc>
            </a:pPr>
            <a:r>
              <a:rPr lang="en-US" b="0" dirty="0">
                <a:solidFill>
                  <a:srgbClr val="000000"/>
                </a:solidFill>
                <a:effectLst/>
                <a:latin typeface="Consolas" panose="020B0609020204030204" pitchFamily="49" charset="0"/>
              </a:rPr>
              <a:t>(</a:t>
            </a:r>
            <a:r>
              <a:rPr lang="en-US" b="0" dirty="0" err="1">
                <a:solidFill>
                  <a:srgbClr val="AF00DB"/>
                </a:solidFill>
                <a:effectLst/>
                <a:latin typeface="Consolas" panose="020B0609020204030204" pitchFamily="49" charset="0"/>
              </a:rPr>
              <a:t>require_once</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__DIR__</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'/../bootstrap/</a:t>
            </a:r>
            <a:r>
              <a:rPr lang="en-US" b="0" dirty="0" err="1">
                <a:solidFill>
                  <a:srgbClr val="A31515"/>
                </a:solidFill>
                <a:effectLst/>
                <a:latin typeface="Consolas" panose="020B0609020204030204" pitchFamily="49" charset="0"/>
              </a:rPr>
              <a:t>app.php</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nSpc>
                <a:spcPts val="2400"/>
              </a:lnSpc>
            </a:pPr>
            <a:r>
              <a:rPr lang="en-US" b="0" dirty="0">
                <a:solidFill>
                  <a:srgbClr val="000000"/>
                </a:solidFill>
                <a:effectLst/>
                <a:latin typeface="Consolas" panose="020B0609020204030204" pitchFamily="49" charset="0"/>
              </a:rPr>
              <a:t>    -&gt;</a:t>
            </a:r>
            <a:r>
              <a:rPr lang="en-US" b="0" dirty="0" err="1">
                <a:solidFill>
                  <a:srgbClr val="795E26"/>
                </a:solidFill>
                <a:effectLst/>
                <a:latin typeface="Consolas" panose="020B0609020204030204" pitchFamily="49" charset="0"/>
              </a:rPr>
              <a:t>handleRequest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Request</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capture</a:t>
            </a:r>
            <a:r>
              <a:rPr lang="en-US" b="0" dirty="0">
                <a:solidFill>
                  <a:srgbClr val="000000"/>
                </a:solidFill>
                <a:effectLst/>
                <a:latin typeface="Consolas" panose="020B0609020204030204" pitchFamily="49" charset="0"/>
              </a:rPr>
              <a:t>());</a:t>
            </a:r>
          </a:p>
          <a:p>
            <a:pPr lvl="1"/>
            <a:endParaRPr lang="en-IN" dirty="0"/>
          </a:p>
        </p:txBody>
      </p:sp>
    </p:spTree>
    <p:extLst>
      <p:ext uri="{BB962C8B-B14F-4D97-AF65-F5344CB8AC3E}">
        <p14:creationId xmlns:p14="http://schemas.microsoft.com/office/powerpoint/2010/main" val="1407030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F46F6-BD10-4E36-5A27-C496E9B3926F}"/>
              </a:ext>
            </a:extLst>
          </p:cNvPr>
          <p:cNvSpPr>
            <a:spLocks noGrp="1"/>
          </p:cNvSpPr>
          <p:nvPr>
            <p:ph type="title"/>
          </p:nvPr>
        </p:nvSpPr>
        <p:spPr>
          <a:xfrm>
            <a:off x="838200" y="334645"/>
            <a:ext cx="10515600" cy="1325563"/>
          </a:xfrm>
        </p:spPr>
        <p:txBody>
          <a:bodyPr/>
          <a:lstStyle/>
          <a:p>
            <a:r>
              <a:rPr lang="en-US" dirty="0"/>
              <a:t>1. Entry Point: public/</a:t>
            </a:r>
            <a:r>
              <a:rPr lang="en-US" dirty="0" err="1"/>
              <a:t>index.php</a:t>
            </a:r>
            <a:endParaRPr lang="en-IN" dirty="0"/>
          </a:p>
        </p:txBody>
      </p:sp>
      <p:sp>
        <p:nvSpPr>
          <p:cNvPr id="3" name="Content Placeholder 2">
            <a:extLst>
              <a:ext uri="{FF2B5EF4-FFF2-40B4-BE49-F238E27FC236}">
                <a16:creationId xmlns:a16="http://schemas.microsoft.com/office/drawing/2014/main" id="{EA76D6EF-7C6F-B5C3-08F5-F1DBAB7995A6}"/>
              </a:ext>
            </a:extLst>
          </p:cNvPr>
          <p:cNvSpPr>
            <a:spLocks noGrp="1"/>
          </p:cNvSpPr>
          <p:nvPr>
            <p:ph idx="1"/>
          </p:nvPr>
        </p:nvSpPr>
        <p:spPr/>
        <p:txBody>
          <a:bodyPr/>
          <a:lstStyle/>
          <a:p>
            <a:r>
              <a:rPr lang="en-US" dirty="0"/>
              <a:t>Every request to a Laravel application enters through public/</a:t>
            </a:r>
            <a:r>
              <a:rPr lang="en-US" dirty="0" err="1"/>
              <a:t>index.php</a:t>
            </a:r>
            <a:r>
              <a:rPr lang="en-US" dirty="0"/>
              <a:t>. </a:t>
            </a:r>
          </a:p>
          <a:p>
            <a:r>
              <a:rPr lang="en-US" b="1" dirty="0"/>
              <a:t>This file:Loads Composer’s autoloader.</a:t>
            </a:r>
          </a:p>
          <a:p>
            <a:r>
              <a:rPr lang="en-US" b="1" dirty="0"/>
              <a:t>Retrieves the Laravel application instance.</a:t>
            </a:r>
            <a:endParaRPr lang="en-IN" b="1" dirty="0"/>
          </a:p>
        </p:txBody>
      </p:sp>
    </p:spTree>
    <p:extLst>
      <p:ext uri="{BB962C8B-B14F-4D97-AF65-F5344CB8AC3E}">
        <p14:creationId xmlns:p14="http://schemas.microsoft.com/office/powerpoint/2010/main" val="1315542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55FD7-4048-486C-5D67-691F9A4485E5}"/>
              </a:ext>
            </a:extLst>
          </p:cNvPr>
          <p:cNvSpPr>
            <a:spLocks noGrp="1"/>
          </p:cNvSpPr>
          <p:nvPr>
            <p:ph type="title"/>
          </p:nvPr>
        </p:nvSpPr>
        <p:spPr/>
        <p:txBody>
          <a:bodyPr/>
          <a:lstStyle/>
          <a:p>
            <a:r>
              <a:rPr lang="en-IN" dirty="0" err="1"/>
              <a:t>Bootstrap</a:t>
            </a:r>
            <a:r>
              <a:rPr lang="en-IN" dirty="0" err="1">
                <a:sym typeface="Wingdings" panose="05000000000000000000" pitchFamily="2" charset="2"/>
              </a:rPr>
              <a:t>app.php</a:t>
            </a:r>
            <a:r>
              <a:rPr lang="en-IN" dirty="0">
                <a:sym typeface="Wingdings" panose="05000000000000000000" pitchFamily="2" charset="2"/>
              </a:rPr>
              <a:t> </a:t>
            </a:r>
            <a:br>
              <a:rPr lang="en-IN" dirty="0">
                <a:sym typeface="Wingdings" panose="05000000000000000000" pitchFamily="2" charset="2"/>
              </a:rPr>
            </a:br>
            <a:r>
              <a:rPr lang="en-IN" b="1" dirty="0">
                <a:sym typeface="Wingdings" panose="05000000000000000000" pitchFamily="2" charset="2"/>
              </a:rPr>
              <a:t>(Instances are made here)</a:t>
            </a:r>
            <a:endParaRPr lang="en-IN" b="1" dirty="0"/>
          </a:p>
        </p:txBody>
      </p:sp>
      <p:pic>
        <p:nvPicPr>
          <p:cNvPr id="5" name="Content Placeholder 4">
            <a:extLst>
              <a:ext uri="{FF2B5EF4-FFF2-40B4-BE49-F238E27FC236}">
                <a16:creationId xmlns:a16="http://schemas.microsoft.com/office/drawing/2014/main" id="{F2EB94F8-9D06-5DBC-1D0A-885CC491FD20}"/>
              </a:ext>
            </a:extLst>
          </p:cNvPr>
          <p:cNvPicPr>
            <a:picLocks noGrp="1" noChangeAspect="1"/>
          </p:cNvPicPr>
          <p:nvPr>
            <p:ph idx="1"/>
          </p:nvPr>
        </p:nvPicPr>
        <p:blipFill>
          <a:blip r:embed="rId2"/>
          <a:stretch>
            <a:fillRect/>
          </a:stretch>
        </p:blipFill>
        <p:spPr>
          <a:xfrm>
            <a:off x="2582139" y="1825625"/>
            <a:ext cx="6267221" cy="3880461"/>
          </a:xfrm>
        </p:spPr>
      </p:pic>
      <p:sp>
        <p:nvSpPr>
          <p:cNvPr id="7" name="TextBox 6">
            <a:extLst>
              <a:ext uri="{FF2B5EF4-FFF2-40B4-BE49-F238E27FC236}">
                <a16:creationId xmlns:a16="http://schemas.microsoft.com/office/drawing/2014/main" id="{098D97FD-CF8E-97D6-2B41-2498A065B32D}"/>
              </a:ext>
            </a:extLst>
          </p:cNvPr>
          <p:cNvSpPr txBox="1"/>
          <p:nvPr/>
        </p:nvSpPr>
        <p:spPr>
          <a:xfrm>
            <a:off x="985520" y="5680011"/>
            <a:ext cx="10368280" cy="830997"/>
          </a:xfrm>
          <a:prstGeom prst="rect">
            <a:avLst/>
          </a:prstGeom>
          <a:noFill/>
        </p:spPr>
        <p:txBody>
          <a:bodyPr wrap="square">
            <a:spAutoFit/>
          </a:bodyPr>
          <a:lstStyle/>
          <a:p>
            <a:r>
              <a:rPr lang="en-US" sz="2400" b="1" dirty="0"/>
              <a:t>The bootstrap/</a:t>
            </a:r>
            <a:r>
              <a:rPr lang="en-US" sz="2400" b="1" dirty="0" err="1"/>
              <a:t>app.php</a:t>
            </a:r>
            <a:r>
              <a:rPr lang="en-US" sz="2400" b="1" dirty="0"/>
              <a:t> file sets up the Laravel application instance. It binds essential interfaces and prepares Laravel's service container.</a:t>
            </a:r>
            <a:endParaRPr lang="en-IN" sz="2400" b="1" dirty="0"/>
          </a:p>
        </p:txBody>
      </p:sp>
    </p:spTree>
    <p:extLst>
      <p:ext uri="{BB962C8B-B14F-4D97-AF65-F5344CB8AC3E}">
        <p14:creationId xmlns:p14="http://schemas.microsoft.com/office/powerpoint/2010/main" val="843038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1DB04013-47B1-4339-C88E-C860194CEF28}"/>
              </a:ext>
            </a:extLst>
          </p:cNvPr>
          <p:cNvGraphicFramePr>
            <a:graphicFrameLocks noGrp="1"/>
          </p:cNvGraphicFramePr>
          <p:nvPr>
            <p:ph idx="1"/>
            <p:extLst>
              <p:ext uri="{D42A27DB-BD31-4B8C-83A1-F6EECF244321}">
                <p14:modId xmlns:p14="http://schemas.microsoft.com/office/powerpoint/2010/main" val="34680011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088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176A6-9B3D-C9C3-A536-9724760694E9}"/>
              </a:ext>
            </a:extLst>
          </p:cNvPr>
          <p:cNvSpPr>
            <a:spLocks noGrp="1"/>
          </p:cNvSpPr>
          <p:nvPr>
            <p:ph type="title"/>
          </p:nvPr>
        </p:nvSpPr>
        <p:spPr/>
        <p:txBody>
          <a:bodyPr/>
          <a:lstStyle/>
          <a:p>
            <a:r>
              <a:rPr lang="en-IN" dirty="0"/>
              <a:t>Request is now sent to Kernels</a:t>
            </a:r>
          </a:p>
        </p:txBody>
      </p:sp>
      <p:sp>
        <p:nvSpPr>
          <p:cNvPr id="3" name="Content Placeholder 2">
            <a:extLst>
              <a:ext uri="{FF2B5EF4-FFF2-40B4-BE49-F238E27FC236}">
                <a16:creationId xmlns:a16="http://schemas.microsoft.com/office/drawing/2014/main" id="{5F6E7CE1-EB84-9D81-1779-4C638B4E7D1E}"/>
              </a:ext>
            </a:extLst>
          </p:cNvPr>
          <p:cNvSpPr>
            <a:spLocks noGrp="1"/>
          </p:cNvSpPr>
          <p:nvPr>
            <p:ph idx="1"/>
          </p:nvPr>
        </p:nvSpPr>
        <p:spPr/>
        <p:txBody>
          <a:bodyPr/>
          <a:lstStyle/>
          <a:p>
            <a:pPr marL="0" indent="0">
              <a:buNone/>
            </a:pPr>
            <a:r>
              <a:rPr lang="en-IN" sz="3600" dirty="0"/>
              <a:t>Two Kernel based on the request</a:t>
            </a:r>
          </a:p>
          <a:p>
            <a:r>
              <a:rPr lang="en-IN" sz="3600" dirty="0"/>
              <a:t>HTTP Kernels (hitting the URL via web browser)	</a:t>
            </a:r>
          </a:p>
          <a:p>
            <a:r>
              <a:rPr lang="en-IN" sz="3600" dirty="0"/>
              <a:t>Console Kernel (Task scheduling)</a:t>
            </a:r>
          </a:p>
          <a:p>
            <a:endParaRPr lang="en-IN" dirty="0"/>
          </a:p>
        </p:txBody>
      </p:sp>
      <p:pic>
        <p:nvPicPr>
          <p:cNvPr id="4" name="Object 3">
            <a:extLst>
              <a:ext uri="{FF2B5EF4-FFF2-40B4-BE49-F238E27FC236}">
                <a16:creationId xmlns:a16="http://schemas.microsoft.com/office/drawing/2014/main" id="{E6D552CE-43A9-956C-B5DF-93AEEC8FC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85725"/>
            <a:ext cx="16764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73675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4192E-E318-E5B3-0339-5AB76739C2F4}"/>
              </a:ext>
            </a:extLst>
          </p:cNvPr>
          <p:cNvSpPr>
            <a:spLocks noGrp="1"/>
          </p:cNvSpPr>
          <p:nvPr>
            <p:ph type="title"/>
          </p:nvPr>
        </p:nvSpPr>
        <p:spPr/>
        <p:txBody>
          <a:bodyPr/>
          <a:lstStyle/>
          <a:p>
            <a:r>
              <a:rPr lang="en-IN" dirty="0" err="1"/>
              <a:t>Bootstrap</a:t>
            </a:r>
            <a:r>
              <a:rPr lang="en-IN" dirty="0" err="1">
                <a:sym typeface="Wingdings" panose="05000000000000000000" pitchFamily="2" charset="2"/>
              </a:rPr>
              <a:t>app.php</a:t>
            </a:r>
            <a:r>
              <a:rPr lang="en-IN" dirty="0">
                <a:sym typeface="Wingdings" panose="05000000000000000000" pitchFamily="2" charset="2"/>
              </a:rPr>
              <a:t> (Kernels)</a:t>
            </a:r>
            <a:endParaRPr lang="en-IN" dirty="0"/>
          </a:p>
        </p:txBody>
      </p:sp>
      <p:sp>
        <p:nvSpPr>
          <p:cNvPr id="3" name="Content Placeholder 2">
            <a:extLst>
              <a:ext uri="{FF2B5EF4-FFF2-40B4-BE49-F238E27FC236}">
                <a16:creationId xmlns:a16="http://schemas.microsoft.com/office/drawing/2014/main" id="{3D7CE901-F7A9-FBEF-0985-B9447A291C15}"/>
              </a:ext>
            </a:extLst>
          </p:cNvPr>
          <p:cNvSpPr>
            <a:spLocks noGrp="1"/>
          </p:cNvSpPr>
          <p:nvPr>
            <p:ph idx="1"/>
          </p:nvPr>
        </p:nvSpPr>
        <p:spPr/>
        <p:txBody>
          <a:bodyPr/>
          <a:lstStyle/>
          <a:p>
            <a:pPr marL="0" indent="0">
              <a:lnSpc>
                <a:spcPts val="2400"/>
              </a:lnSpc>
              <a:buNone/>
            </a:pPr>
            <a:r>
              <a:rPr lang="en-IN" b="0" dirty="0">
                <a:solidFill>
                  <a:srgbClr val="000000"/>
                </a:solidFill>
                <a:effectLst/>
                <a:latin typeface="Consolas" panose="020B0609020204030204" pitchFamily="49" charset="0"/>
              </a:rPr>
              <a:t>    -&gt;</a:t>
            </a:r>
            <a:r>
              <a:rPr lang="en-IN" b="0" dirty="0" err="1">
                <a:solidFill>
                  <a:srgbClr val="795E26"/>
                </a:solidFill>
                <a:effectLst/>
                <a:latin typeface="Consolas" panose="020B0609020204030204" pitchFamily="49" charset="0"/>
              </a:rPr>
              <a:t>withRouting</a:t>
            </a:r>
            <a:r>
              <a:rPr lang="en-IN" b="0" dirty="0">
                <a:solidFill>
                  <a:srgbClr val="000000"/>
                </a:solidFill>
                <a:effectLst/>
                <a:latin typeface="Consolas" panose="020B0609020204030204" pitchFamily="49" charset="0"/>
              </a:rPr>
              <a:t>(</a:t>
            </a:r>
          </a:p>
          <a:p>
            <a:pPr marL="0" indent="0">
              <a:lnSpc>
                <a:spcPts val="2400"/>
              </a:lnSpc>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web</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__DIR__</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'/../routes/</a:t>
            </a:r>
            <a:r>
              <a:rPr lang="en-IN" b="0" dirty="0" err="1">
                <a:solidFill>
                  <a:srgbClr val="A31515"/>
                </a:solidFill>
                <a:effectLst/>
                <a:latin typeface="Consolas" panose="020B0609020204030204" pitchFamily="49" charset="0"/>
              </a:rPr>
              <a:t>web.php</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lnSpc>
                <a:spcPts val="2400"/>
              </a:lnSpc>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commands</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__DIR__</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'/../routes/</a:t>
            </a:r>
            <a:r>
              <a:rPr lang="en-IN" b="0" dirty="0" err="1">
                <a:solidFill>
                  <a:srgbClr val="A31515"/>
                </a:solidFill>
                <a:effectLst/>
                <a:latin typeface="Consolas" panose="020B0609020204030204" pitchFamily="49" charset="0"/>
              </a:rPr>
              <a:t>console.php</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pPr marL="0" indent="0">
              <a:lnSpc>
                <a:spcPts val="2400"/>
              </a:lnSpc>
              <a:buNone/>
            </a:pP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health</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'/up'</a:t>
            </a:r>
            <a:r>
              <a:rPr lang="en-IN" b="0" dirty="0">
                <a:solidFill>
                  <a:srgbClr val="000000"/>
                </a:solidFill>
                <a:effectLst/>
                <a:latin typeface="Consolas" panose="020B0609020204030204" pitchFamily="49" charset="0"/>
              </a:rPr>
              <a:t>,</a:t>
            </a:r>
          </a:p>
          <a:p>
            <a:pPr marL="0" indent="0">
              <a:lnSpc>
                <a:spcPts val="2400"/>
              </a:lnSpc>
              <a:buNone/>
            </a:pPr>
            <a:r>
              <a:rPr lang="en-IN" b="0" dirty="0">
                <a:solidFill>
                  <a:srgbClr val="000000"/>
                </a:solidFill>
                <a:effectLst/>
                <a:latin typeface="Consolas" panose="020B0609020204030204" pitchFamily="49" charset="0"/>
              </a:rPr>
              <a:t>    )</a:t>
            </a:r>
          </a:p>
          <a:p>
            <a:endParaRPr lang="en-IN" dirty="0"/>
          </a:p>
          <a:p>
            <a:r>
              <a:rPr lang="en-IN" dirty="0"/>
              <a:t>Handles the request </a:t>
            </a:r>
          </a:p>
        </p:txBody>
      </p:sp>
    </p:spTree>
    <p:extLst>
      <p:ext uri="{BB962C8B-B14F-4D97-AF65-F5344CB8AC3E}">
        <p14:creationId xmlns:p14="http://schemas.microsoft.com/office/powerpoint/2010/main" val="3693500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FE19B-85FC-DE06-ED35-0E8EA664FCD8}"/>
              </a:ext>
            </a:extLst>
          </p:cNvPr>
          <p:cNvSpPr>
            <a:spLocks noGrp="1"/>
          </p:cNvSpPr>
          <p:nvPr>
            <p:ph type="title"/>
          </p:nvPr>
        </p:nvSpPr>
        <p:spPr/>
        <p:txBody>
          <a:bodyPr/>
          <a:lstStyle/>
          <a:p>
            <a:r>
              <a:rPr lang="en-IN" dirty="0"/>
              <a:t>Service Provider</a:t>
            </a:r>
          </a:p>
        </p:txBody>
      </p:sp>
      <p:sp>
        <p:nvSpPr>
          <p:cNvPr id="3" name="Content Placeholder 2">
            <a:extLst>
              <a:ext uri="{FF2B5EF4-FFF2-40B4-BE49-F238E27FC236}">
                <a16:creationId xmlns:a16="http://schemas.microsoft.com/office/drawing/2014/main" id="{793EE0E1-6E7E-6135-F0A3-1B87200EB948}"/>
              </a:ext>
            </a:extLst>
          </p:cNvPr>
          <p:cNvSpPr>
            <a:spLocks noGrp="1"/>
          </p:cNvSpPr>
          <p:nvPr>
            <p:ph idx="1"/>
          </p:nvPr>
        </p:nvSpPr>
        <p:spPr/>
        <p:txBody>
          <a:bodyPr/>
          <a:lstStyle/>
          <a:p>
            <a:r>
              <a:rPr lang="en-IN" dirty="0"/>
              <a:t>After kernel , the request is sent to Service Providers </a:t>
            </a:r>
          </a:p>
          <a:p>
            <a:r>
              <a:rPr lang="en-IN" dirty="0"/>
              <a:t>Implement core functionality e.g. Mailing, Sessions etc.</a:t>
            </a:r>
          </a:p>
        </p:txBody>
      </p:sp>
      <p:pic>
        <p:nvPicPr>
          <p:cNvPr id="4" name="Object 3">
            <a:extLst>
              <a:ext uri="{FF2B5EF4-FFF2-40B4-BE49-F238E27FC236}">
                <a16:creationId xmlns:a16="http://schemas.microsoft.com/office/drawing/2014/main" id="{FDED96B2-B3C9-D173-A91A-1C170F47A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85725"/>
            <a:ext cx="16764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545798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32BC7-E390-6BEC-5F35-02CB8BDAEE2E}"/>
              </a:ext>
            </a:extLst>
          </p:cNvPr>
          <p:cNvSpPr>
            <a:spLocks noGrp="1"/>
          </p:cNvSpPr>
          <p:nvPr>
            <p:ph type="title"/>
          </p:nvPr>
        </p:nvSpPr>
        <p:spPr/>
        <p:txBody>
          <a:bodyPr/>
          <a:lstStyle/>
          <a:p>
            <a:r>
              <a:rPr lang="en-US" dirty="0"/>
              <a:t>Service providers</a:t>
            </a:r>
            <a:endParaRPr lang="en-IN" dirty="0"/>
          </a:p>
        </p:txBody>
      </p:sp>
      <p:sp>
        <p:nvSpPr>
          <p:cNvPr id="3" name="Content Placeholder 2">
            <a:extLst>
              <a:ext uri="{FF2B5EF4-FFF2-40B4-BE49-F238E27FC236}">
                <a16:creationId xmlns:a16="http://schemas.microsoft.com/office/drawing/2014/main" id="{B161C32F-22A4-0533-95EF-3229612B6550}"/>
              </a:ext>
            </a:extLst>
          </p:cNvPr>
          <p:cNvSpPr>
            <a:spLocks noGrp="1"/>
          </p:cNvSpPr>
          <p:nvPr>
            <p:ph idx="1"/>
          </p:nvPr>
        </p:nvSpPr>
        <p:spPr/>
        <p:txBody>
          <a:bodyPr/>
          <a:lstStyle/>
          <a:p>
            <a:pPr algn="just"/>
            <a:r>
              <a:rPr lang="en-US" dirty="0"/>
              <a:t>Service providers are responsible for bootstrapping all of the framework's various components, such as the database, queue, validation, and routing components, event management, session management.</a:t>
            </a:r>
            <a:endParaRPr lang="en-IN" dirty="0"/>
          </a:p>
        </p:txBody>
      </p:sp>
    </p:spTree>
    <p:extLst>
      <p:ext uri="{BB962C8B-B14F-4D97-AF65-F5344CB8AC3E}">
        <p14:creationId xmlns:p14="http://schemas.microsoft.com/office/powerpoint/2010/main" val="52816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DC5C6-080A-9A71-7AEE-CF09EA2E9F69}"/>
              </a:ext>
            </a:extLst>
          </p:cNvPr>
          <p:cNvSpPr>
            <a:spLocks noGrp="1"/>
          </p:cNvSpPr>
          <p:nvPr>
            <p:ph type="title"/>
          </p:nvPr>
        </p:nvSpPr>
        <p:spPr/>
        <p:txBody>
          <a:bodyPr/>
          <a:lstStyle/>
          <a:p>
            <a:r>
              <a:rPr lang="en-US" dirty="0"/>
              <a:t>bootstrap/</a:t>
            </a:r>
            <a:r>
              <a:rPr lang="en-US" dirty="0" err="1"/>
              <a:t>providers.php</a:t>
            </a:r>
            <a:endParaRPr lang="en-IN" dirty="0"/>
          </a:p>
        </p:txBody>
      </p:sp>
      <p:sp>
        <p:nvSpPr>
          <p:cNvPr id="3" name="Content Placeholder 2">
            <a:extLst>
              <a:ext uri="{FF2B5EF4-FFF2-40B4-BE49-F238E27FC236}">
                <a16:creationId xmlns:a16="http://schemas.microsoft.com/office/drawing/2014/main" id="{188E396C-C414-94B4-811E-CFC30527C39E}"/>
              </a:ext>
            </a:extLst>
          </p:cNvPr>
          <p:cNvSpPr>
            <a:spLocks noGrp="1"/>
          </p:cNvSpPr>
          <p:nvPr>
            <p:ph idx="1"/>
          </p:nvPr>
        </p:nvSpPr>
        <p:spPr/>
        <p:txBody>
          <a:bodyPr>
            <a:normAutofit/>
          </a:bodyPr>
          <a:lstStyle/>
          <a:p>
            <a:r>
              <a:rPr lang="en-US" sz="3600" dirty="0"/>
              <a:t>You can find a list of the user-defined or third-party service providers that your application is using in the bootstrap/</a:t>
            </a:r>
            <a:r>
              <a:rPr lang="en-US" sz="3600" dirty="0" err="1"/>
              <a:t>providers.php</a:t>
            </a:r>
            <a:r>
              <a:rPr lang="en-US" sz="3600" dirty="0"/>
              <a:t> file.</a:t>
            </a:r>
            <a:endParaRPr lang="en-IN" sz="3600" dirty="0"/>
          </a:p>
        </p:txBody>
      </p:sp>
    </p:spTree>
    <p:extLst>
      <p:ext uri="{BB962C8B-B14F-4D97-AF65-F5344CB8AC3E}">
        <p14:creationId xmlns:p14="http://schemas.microsoft.com/office/powerpoint/2010/main" val="3605835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F3D99-D07B-E2FD-FA0D-2F670FEBDC18}"/>
              </a:ext>
            </a:extLst>
          </p:cNvPr>
          <p:cNvSpPr>
            <a:spLocks noGrp="1"/>
          </p:cNvSpPr>
          <p:nvPr>
            <p:ph type="title"/>
          </p:nvPr>
        </p:nvSpPr>
        <p:spPr/>
        <p:txBody>
          <a:bodyPr/>
          <a:lstStyle/>
          <a:p>
            <a:r>
              <a:rPr lang="en-IN" dirty="0"/>
              <a:t>Laravel comes with some default service providers:-</a:t>
            </a:r>
          </a:p>
        </p:txBody>
      </p:sp>
      <p:sp>
        <p:nvSpPr>
          <p:cNvPr id="5" name="Rectangle 2">
            <a:extLst>
              <a:ext uri="{FF2B5EF4-FFF2-40B4-BE49-F238E27FC236}">
                <a16:creationId xmlns:a16="http://schemas.microsoft.com/office/drawing/2014/main" id="{0D7A20AF-0653-3CC7-68F9-5F1EA8097E91}"/>
              </a:ext>
            </a:extLst>
          </p:cNvPr>
          <p:cNvSpPr>
            <a:spLocks noGrp="1" noChangeArrowheads="1"/>
          </p:cNvSpPr>
          <p:nvPr>
            <p:ph idx="1"/>
          </p:nvPr>
        </p:nvSpPr>
        <p:spPr bwMode="auto">
          <a:xfrm>
            <a:off x="304800" y="1984856"/>
            <a:ext cx="1225484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Arial Unicode MS"/>
              </a:rPr>
              <a:t>App\Providers\</a:t>
            </a:r>
            <a:r>
              <a:rPr kumimoji="0" lang="en-US" altLang="en-US" sz="4400" b="0" i="0" u="none" strike="noStrike" cap="none" normalizeH="0" baseline="0" dirty="0" err="1">
                <a:ln>
                  <a:noFill/>
                </a:ln>
                <a:solidFill>
                  <a:schemeClr val="tx1"/>
                </a:solidFill>
                <a:effectLst/>
                <a:latin typeface="Arial Unicode MS"/>
              </a:rPr>
              <a:t>AppServiceProvider.php</a:t>
            </a:r>
            <a:r>
              <a:rPr kumimoji="0" lang="en-US" altLang="en-US" sz="4400" b="0" i="0" u="none" strike="noStrike" cap="none" normalizeH="0" baseline="0" dirty="0">
                <a:ln>
                  <a:noFill/>
                </a:ln>
                <a:solidFill>
                  <a:schemeClr val="tx1"/>
                </a:solidFill>
                <a:effectLst/>
                <a:latin typeface="Arial Unicode MS"/>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4400" b="0" i="0" u="none" strike="noStrike" cap="none" normalizeH="0" baseline="0" dirty="0">
                <a:ln>
                  <a:noFill/>
                </a:ln>
                <a:solidFill>
                  <a:schemeClr val="tx1"/>
                </a:solidFill>
                <a:effectLst/>
                <a:latin typeface="Arial Unicode MS"/>
              </a:rPr>
              <a:t>(in Laravel-11)</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Arial Unicode MS"/>
              </a:rPr>
              <a:t>App\Providers\</a:t>
            </a:r>
            <a:r>
              <a:rPr kumimoji="0" lang="en-US" altLang="en-US" sz="4400" b="0" i="0" u="none" strike="noStrike" cap="none" normalizeH="0" baseline="0" dirty="0" err="1">
                <a:ln>
                  <a:noFill/>
                </a:ln>
                <a:solidFill>
                  <a:schemeClr val="tx1"/>
                </a:solidFill>
                <a:effectLst/>
                <a:latin typeface="Arial Unicode MS"/>
              </a:rPr>
              <a:t>AuthServiceProvider.php</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Arial Unicode MS"/>
              </a:rPr>
              <a:t>App\Providers\</a:t>
            </a:r>
            <a:r>
              <a:rPr kumimoji="0" lang="en-US" altLang="en-US" sz="4400" b="0" i="0" u="none" strike="noStrike" cap="none" normalizeH="0" baseline="0" dirty="0" err="1">
                <a:ln>
                  <a:noFill/>
                </a:ln>
                <a:solidFill>
                  <a:schemeClr val="tx1"/>
                </a:solidFill>
                <a:effectLst/>
                <a:latin typeface="Arial Unicode MS"/>
              </a:rPr>
              <a:t>BroadcastServiceProvider.php</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Arial Unicode MS"/>
              </a:rPr>
              <a:t>App\Providers\</a:t>
            </a:r>
            <a:r>
              <a:rPr kumimoji="0" lang="en-US" altLang="en-US" sz="4400" b="0" i="0" u="none" strike="noStrike" cap="none" normalizeH="0" baseline="0" dirty="0" err="1">
                <a:ln>
                  <a:noFill/>
                </a:ln>
                <a:solidFill>
                  <a:schemeClr val="tx1"/>
                </a:solidFill>
                <a:effectLst/>
                <a:latin typeface="Arial Unicode MS"/>
              </a:rPr>
              <a:t>EventServiceProvider.php</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400" b="0" i="0" u="none" strike="noStrike" cap="none" normalizeH="0" baseline="0" dirty="0">
                <a:ln>
                  <a:noFill/>
                </a:ln>
                <a:solidFill>
                  <a:schemeClr val="tx1"/>
                </a:solidFill>
                <a:effectLst/>
                <a:latin typeface="Arial Unicode MS"/>
              </a:rPr>
              <a:t>App\Providers\</a:t>
            </a:r>
            <a:r>
              <a:rPr kumimoji="0" lang="en-US" altLang="en-US" sz="4400" b="0" i="0" u="none" strike="noStrike" cap="none" normalizeH="0" baseline="0" dirty="0" err="1">
                <a:ln>
                  <a:noFill/>
                </a:ln>
                <a:solidFill>
                  <a:schemeClr val="tx1"/>
                </a:solidFill>
                <a:effectLst/>
                <a:latin typeface="Arial Unicode MS"/>
              </a:rPr>
              <a:t>RouteServiceProvider.php</a:t>
            </a:r>
            <a:r>
              <a:rPr kumimoji="0" lang="en-US" altLang="en-US" sz="3600" b="0" i="0" u="none" strike="noStrike" cap="none" normalizeH="0" baseline="0" dirty="0">
                <a:ln>
                  <a:noFill/>
                </a:ln>
                <a:solidFill>
                  <a:schemeClr val="tx1"/>
                </a:solidFill>
                <a:effectLst/>
              </a:rPr>
              <a:t> </a:t>
            </a:r>
            <a:endParaRPr kumimoji="0" lang="en-US" altLang="en-US" sz="8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9399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C6FC87-3465-ED62-0A50-88D677B06EC1}"/>
              </a:ext>
            </a:extLst>
          </p:cNvPr>
          <p:cNvSpPr>
            <a:spLocks noGrp="1"/>
          </p:cNvSpPr>
          <p:nvPr>
            <p:ph idx="1"/>
          </p:nvPr>
        </p:nvSpPr>
        <p:spPr/>
        <p:txBody>
          <a:bodyPr>
            <a:normAutofit/>
          </a:bodyPr>
          <a:lstStyle/>
          <a:p>
            <a:r>
              <a:rPr lang="en-US" sz="3600" dirty="0"/>
              <a:t>Laravel loads all registered service providers to initialize core services like database, authentication, routing, etc.</a:t>
            </a:r>
          </a:p>
          <a:p>
            <a:endParaRPr lang="en-IN" sz="3600" dirty="0"/>
          </a:p>
        </p:txBody>
      </p:sp>
      <p:sp>
        <p:nvSpPr>
          <p:cNvPr id="4" name="Rectangle 1">
            <a:extLst>
              <a:ext uri="{FF2B5EF4-FFF2-40B4-BE49-F238E27FC236}">
                <a16:creationId xmlns:a16="http://schemas.microsoft.com/office/drawing/2014/main" id="{CBA49071-95FC-74EB-4B43-EE56381D26EB}"/>
              </a:ext>
            </a:extLst>
          </p:cNvPr>
          <p:cNvSpPr>
            <a:spLocks noGrp="1" noChangeArrowheads="1"/>
          </p:cNvSpPr>
          <p:nvPr>
            <p:ph type="title"/>
          </p:nvPr>
        </p:nvSpPr>
        <p:spPr bwMode="auto">
          <a:xfrm>
            <a:off x="289560" y="91274"/>
            <a:ext cx="782828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Service Providers Loading</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a:t>
            </a:r>
            <a:r>
              <a:rPr lang="en-US" altLang="en-US" dirty="0">
                <a:latin typeface="Arial" panose="020B0604020202020204" pitchFamily="34" charset="0"/>
              </a:rPr>
              <a:t>bootstrap/</a:t>
            </a:r>
            <a:r>
              <a:rPr lang="en-US" altLang="en-US" dirty="0" err="1">
                <a:latin typeface="Arial" panose="020B0604020202020204" pitchFamily="34" charset="0"/>
              </a:rPr>
              <a:t>providers.php</a:t>
            </a:r>
            <a:r>
              <a:rPr lang="en-US" altLang="en-US" dirty="0">
                <a:latin typeface="Arial" panose="020B0604020202020204" pitchFamily="34" charset="0"/>
              </a:rPr>
              <a:t>) </a:t>
            </a:r>
          </a:p>
        </p:txBody>
      </p:sp>
    </p:spTree>
    <p:extLst>
      <p:ext uri="{BB962C8B-B14F-4D97-AF65-F5344CB8AC3E}">
        <p14:creationId xmlns:p14="http://schemas.microsoft.com/office/powerpoint/2010/main" val="395885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B25F-8B7C-4F76-55CD-9AF673978ACB}"/>
              </a:ext>
            </a:extLst>
          </p:cNvPr>
          <p:cNvSpPr>
            <a:spLocks noGrp="1"/>
          </p:cNvSpPr>
          <p:nvPr>
            <p:ph type="title"/>
          </p:nvPr>
        </p:nvSpPr>
        <p:spPr/>
        <p:txBody>
          <a:bodyPr/>
          <a:lstStyle/>
          <a:p>
            <a:r>
              <a:rPr lang="en-IN" dirty="0"/>
              <a:t>Providers</a:t>
            </a:r>
          </a:p>
        </p:txBody>
      </p:sp>
      <p:sp>
        <p:nvSpPr>
          <p:cNvPr id="3" name="Content Placeholder 2">
            <a:extLst>
              <a:ext uri="{FF2B5EF4-FFF2-40B4-BE49-F238E27FC236}">
                <a16:creationId xmlns:a16="http://schemas.microsoft.com/office/drawing/2014/main" id="{3F42E3A6-8D3C-1A6B-20E0-6A74EB345508}"/>
              </a:ext>
            </a:extLst>
          </p:cNvPr>
          <p:cNvSpPr>
            <a:spLocks noGrp="1"/>
          </p:cNvSpPr>
          <p:nvPr>
            <p:ph idx="1"/>
          </p:nvPr>
        </p:nvSpPr>
        <p:spPr>
          <a:xfrm>
            <a:off x="477520" y="1825625"/>
            <a:ext cx="10876280" cy="4351338"/>
          </a:xfrm>
        </p:spPr>
        <p:txBody>
          <a:bodyPr>
            <a:normAutofit/>
          </a:bodyPr>
          <a:lstStyle/>
          <a:p>
            <a:r>
              <a:rPr lang="en-IN" sz="3200" dirty="0" err="1"/>
              <a:t>Config</a:t>
            </a:r>
            <a:r>
              <a:rPr lang="en-IN" sz="3200" dirty="0" err="1">
                <a:sym typeface="Wingdings" panose="05000000000000000000" pitchFamily="2" charset="2"/>
              </a:rPr>
              <a:t>Appserviceprovider</a:t>
            </a:r>
            <a:r>
              <a:rPr lang="en-IN" sz="3200" dirty="0">
                <a:sym typeface="Wingdings" panose="05000000000000000000" pitchFamily="2" charset="2"/>
              </a:rPr>
              <a:t>- to declare the </a:t>
            </a:r>
            <a:r>
              <a:rPr lang="en-IN" sz="3200" dirty="0" err="1">
                <a:sym typeface="Wingdings" panose="05000000000000000000" pitchFamily="2" charset="2"/>
              </a:rPr>
              <a:t>globalvariables</a:t>
            </a:r>
            <a:r>
              <a:rPr lang="en-IN" sz="3200" dirty="0">
                <a:sym typeface="Wingdings" panose="05000000000000000000" pitchFamily="2" charset="2"/>
              </a:rPr>
              <a:t> (custom stuff)</a:t>
            </a:r>
            <a:endParaRPr lang="en-IN" sz="3200" dirty="0"/>
          </a:p>
        </p:txBody>
      </p:sp>
    </p:spTree>
    <p:extLst>
      <p:ext uri="{BB962C8B-B14F-4D97-AF65-F5344CB8AC3E}">
        <p14:creationId xmlns:p14="http://schemas.microsoft.com/office/powerpoint/2010/main" val="2696946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6C33E-940E-2D18-5A2C-3518AE1D6A6D}"/>
              </a:ext>
            </a:extLst>
          </p:cNvPr>
          <p:cNvSpPr>
            <a:spLocks noGrp="1"/>
          </p:cNvSpPr>
          <p:nvPr>
            <p:ph type="title"/>
          </p:nvPr>
        </p:nvSpPr>
        <p:spPr/>
        <p:txBody>
          <a:bodyPr/>
          <a:lstStyle/>
          <a:p>
            <a:r>
              <a:rPr lang="en-IN" dirty="0"/>
              <a:t>Routes </a:t>
            </a:r>
            <a:r>
              <a:rPr lang="en-IN" dirty="0">
                <a:sym typeface="Wingdings" panose="05000000000000000000" pitchFamily="2" charset="2"/>
              </a:rPr>
              <a:t></a:t>
            </a:r>
            <a:r>
              <a:rPr lang="en-IN" dirty="0"/>
              <a:t>(routes/</a:t>
            </a:r>
            <a:r>
              <a:rPr lang="en-IN" dirty="0" err="1"/>
              <a:t>web.php</a:t>
            </a:r>
            <a:r>
              <a:rPr lang="en-IN" dirty="0"/>
              <a:t>) </a:t>
            </a:r>
          </a:p>
        </p:txBody>
      </p:sp>
      <p:sp>
        <p:nvSpPr>
          <p:cNvPr id="11" name="Content Placeholder 10">
            <a:extLst>
              <a:ext uri="{FF2B5EF4-FFF2-40B4-BE49-F238E27FC236}">
                <a16:creationId xmlns:a16="http://schemas.microsoft.com/office/drawing/2014/main" id="{94E90297-2A7B-FC77-9EA0-E83D8CC08748}"/>
              </a:ext>
            </a:extLst>
          </p:cNvPr>
          <p:cNvSpPr>
            <a:spLocks noGrp="1"/>
          </p:cNvSpPr>
          <p:nvPr>
            <p:ph idx="1"/>
          </p:nvPr>
        </p:nvSpPr>
        <p:spPr/>
        <p:txBody>
          <a:bodyPr/>
          <a:lstStyle/>
          <a:p>
            <a:r>
              <a:rPr lang="en-US" sz="3600" dirty="0"/>
              <a:t>Once the application has been bootstrapped and all service providers have been registered, the Request will be handed off to the </a:t>
            </a:r>
            <a:r>
              <a:rPr lang="en-US" sz="3600" b="1" dirty="0"/>
              <a:t>route</a:t>
            </a:r>
            <a:r>
              <a:rPr lang="en-US" sz="3600" dirty="0"/>
              <a:t>r for dispatching. </a:t>
            </a:r>
          </a:p>
          <a:p>
            <a:r>
              <a:rPr lang="en-US" sz="3600" dirty="0"/>
              <a:t>The router will dispatch the request to a </a:t>
            </a:r>
            <a:r>
              <a:rPr lang="en-US" sz="3600" b="1" dirty="0"/>
              <a:t>route or controller, as well as run any route specific middleware.</a:t>
            </a:r>
          </a:p>
          <a:p>
            <a:r>
              <a:rPr lang="en-US" sz="3600" b="1" dirty="0"/>
              <a:t>Laravel finds the appropriate route that matches the request URL.</a:t>
            </a:r>
            <a:endParaRPr lang="en-IN" sz="3600" b="1" dirty="0"/>
          </a:p>
        </p:txBody>
      </p:sp>
    </p:spTree>
    <p:extLst>
      <p:ext uri="{BB962C8B-B14F-4D97-AF65-F5344CB8AC3E}">
        <p14:creationId xmlns:p14="http://schemas.microsoft.com/office/powerpoint/2010/main" val="3451210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9F3CE-38FB-75BC-757B-7061CE8805E4}"/>
              </a:ext>
            </a:extLst>
          </p:cNvPr>
          <p:cNvSpPr>
            <a:spLocks noGrp="1"/>
          </p:cNvSpPr>
          <p:nvPr>
            <p:ph type="title"/>
          </p:nvPr>
        </p:nvSpPr>
        <p:spPr/>
        <p:txBody>
          <a:bodyPr/>
          <a:lstStyle/>
          <a:p>
            <a:r>
              <a:rPr lang="en-IN" dirty="0"/>
              <a:t>Middleware (using construct method)</a:t>
            </a:r>
          </a:p>
        </p:txBody>
      </p:sp>
      <p:sp>
        <p:nvSpPr>
          <p:cNvPr id="3" name="Content Placeholder 2">
            <a:extLst>
              <a:ext uri="{FF2B5EF4-FFF2-40B4-BE49-F238E27FC236}">
                <a16:creationId xmlns:a16="http://schemas.microsoft.com/office/drawing/2014/main" id="{6C1A0D6B-6B17-F42D-EE14-941151A02843}"/>
              </a:ext>
            </a:extLst>
          </p:cNvPr>
          <p:cNvSpPr>
            <a:spLocks noGrp="1"/>
          </p:cNvSpPr>
          <p:nvPr>
            <p:ph idx="1"/>
          </p:nvPr>
        </p:nvSpPr>
        <p:spPr/>
        <p:txBody>
          <a:bodyPr>
            <a:normAutofit/>
          </a:bodyPr>
          <a:lstStyle/>
          <a:p>
            <a:pPr algn="just"/>
            <a:r>
              <a:rPr lang="en-US" sz="3200" b="1" dirty="0"/>
              <a:t>Middleware</a:t>
            </a:r>
            <a:r>
              <a:rPr lang="en-US" sz="3200" dirty="0"/>
              <a:t> provide a convenient mechanism for filtering or examining HTTP requests entering your application.</a:t>
            </a:r>
          </a:p>
          <a:p>
            <a:pPr algn="just"/>
            <a:r>
              <a:rPr lang="en-US" sz="3200" dirty="0"/>
              <a:t> For example, Laravel includes a middleware that verifies if the user of your application is authenticated. </a:t>
            </a:r>
          </a:p>
          <a:p>
            <a:pPr algn="just"/>
            <a:r>
              <a:rPr lang="en-US" sz="3200" dirty="0"/>
              <a:t>If the user is not authenticated, the middleware will redirect the user to the login screen. However, if the user is authenticated, the middleware will allow the request to proceed further into the application. </a:t>
            </a:r>
            <a:endParaRPr lang="en-IN" sz="3200" dirty="0"/>
          </a:p>
        </p:txBody>
      </p:sp>
    </p:spTree>
    <p:extLst>
      <p:ext uri="{BB962C8B-B14F-4D97-AF65-F5344CB8AC3E}">
        <p14:creationId xmlns:p14="http://schemas.microsoft.com/office/powerpoint/2010/main" val="1522837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724F5-20DE-1506-7ACD-47DB0A65A14E}"/>
              </a:ext>
            </a:extLst>
          </p:cNvPr>
          <p:cNvSpPr>
            <a:spLocks noGrp="1"/>
          </p:cNvSpPr>
          <p:nvPr>
            <p:ph type="title"/>
          </p:nvPr>
        </p:nvSpPr>
        <p:spPr/>
        <p:txBody>
          <a:bodyPr/>
          <a:lstStyle/>
          <a:p>
            <a:r>
              <a:rPr lang="en-IN" dirty="0"/>
              <a:t>Middleware Execution</a:t>
            </a:r>
          </a:p>
        </p:txBody>
      </p:sp>
      <p:sp>
        <p:nvSpPr>
          <p:cNvPr id="3" name="Content Placeholder 2">
            <a:extLst>
              <a:ext uri="{FF2B5EF4-FFF2-40B4-BE49-F238E27FC236}">
                <a16:creationId xmlns:a16="http://schemas.microsoft.com/office/drawing/2014/main" id="{62D150B9-181F-39BF-39F3-C90FD1F3F069}"/>
              </a:ext>
            </a:extLst>
          </p:cNvPr>
          <p:cNvSpPr>
            <a:spLocks noGrp="1"/>
          </p:cNvSpPr>
          <p:nvPr>
            <p:ph idx="1"/>
          </p:nvPr>
        </p:nvSpPr>
        <p:spPr/>
        <p:txBody>
          <a:bodyPr/>
          <a:lstStyle/>
          <a:p>
            <a:r>
              <a:rPr lang="en-US" dirty="0"/>
              <a:t>Authenticate users.</a:t>
            </a:r>
          </a:p>
          <a:p>
            <a:r>
              <a:rPr lang="en-US" dirty="0"/>
              <a:t>Log requests.</a:t>
            </a:r>
          </a:p>
          <a:p>
            <a:r>
              <a:rPr lang="en-US" dirty="0"/>
              <a:t>Validate input data.</a:t>
            </a:r>
            <a:endParaRPr lang="en-IN" dirty="0"/>
          </a:p>
        </p:txBody>
      </p:sp>
    </p:spTree>
    <p:extLst>
      <p:ext uri="{BB962C8B-B14F-4D97-AF65-F5344CB8AC3E}">
        <p14:creationId xmlns:p14="http://schemas.microsoft.com/office/powerpoint/2010/main" val="5832961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A9C4E-A22A-74AE-F1C6-06B68BFE859D}"/>
              </a:ext>
            </a:extLst>
          </p:cNvPr>
          <p:cNvSpPr>
            <a:spLocks noGrp="1"/>
          </p:cNvSpPr>
          <p:nvPr>
            <p:ph idx="1"/>
          </p:nvPr>
        </p:nvSpPr>
        <p:spPr/>
        <p:txBody>
          <a:bodyPr/>
          <a:lstStyle/>
          <a:p>
            <a:pPr marL="0" indent="0">
              <a:buNone/>
            </a:pPr>
            <a:r>
              <a:rPr lang="en-US" dirty="0"/>
              <a:t>public function handle($request, Closure $next)</a:t>
            </a:r>
          </a:p>
          <a:p>
            <a:pPr marL="0" indent="0">
              <a:buNone/>
            </a:pPr>
            <a:r>
              <a:rPr lang="en-US" dirty="0"/>
              <a:t>{    if ($request-&gt;age &lt; 18) { </a:t>
            </a:r>
          </a:p>
          <a:p>
            <a:pPr marL="0" indent="0">
              <a:buNone/>
            </a:pPr>
            <a:r>
              <a:rPr lang="en-US" dirty="0"/>
              <a:t>       return response('Unauthorized', 403);</a:t>
            </a:r>
          </a:p>
          <a:p>
            <a:pPr marL="0" indent="0">
              <a:buNone/>
            </a:pPr>
            <a:r>
              <a:rPr lang="en-US" dirty="0"/>
              <a:t>    }    </a:t>
            </a:r>
          </a:p>
          <a:p>
            <a:pPr marL="0" indent="0">
              <a:buNone/>
            </a:pPr>
            <a:r>
              <a:rPr lang="en-US" dirty="0"/>
              <a:t>return $next($request);</a:t>
            </a:r>
          </a:p>
          <a:p>
            <a:pPr marL="0" indent="0">
              <a:buNone/>
            </a:pPr>
            <a:r>
              <a:rPr lang="en-US" dirty="0"/>
              <a:t>}</a:t>
            </a:r>
            <a:endParaRPr lang="en-IN" dirty="0"/>
          </a:p>
        </p:txBody>
      </p:sp>
      <p:sp>
        <p:nvSpPr>
          <p:cNvPr id="4" name="Rectangle 1">
            <a:extLst>
              <a:ext uri="{FF2B5EF4-FFF2-40B4-BE49-F238E27FC236}">
                <a16:creationId xmlns:a16="http://schemas.microsoft.com/office/drawing/2014/main" id="{F73DA5CC-33F1-E233-C530-E5872E24CCFB}"/>
              </a:ext>
            </a:extLst>
          </p:cNvPr>
          <p:cNvSpPr>
            <a:spLocks noGrp="1" noChangeArrowheads="1"/>
          </p:cNvSpPr>
          <p:nvPr>
            <p:ph type="title"/>
          </p:nvPr>
        </p:nvSpPr>
        <p:spPr bwMode="auto">
          <a:xfrm>
            <a:off x="0" y="-42238"/>
            <a:ext cx="9913291"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Example Middleware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a:t>
            </a:r>
            <a:r>
              <a:rPr lang="en-US" altLang="en-US" dirty="0">
                <a:latin typeface="Arial" panose="020B0604020202020204" pitchFamily="34" charset="0"/>
              </a:rPr>
              <a:t>app/Http/Middleware/</a:t>
            </a:r>
            <a:r>
              <a:rPr lang="en-US" altLang="en-US" dirty="0" err="1">
                <a:latin typeface="Arial" panose="020B0604020202020204" pitchFamily="34" charset="0"/>
              </a:rPr>
              <a:t>CheckAge.php</a:t>
            </a:r>
            <a:r>
              <a:rPr lang="en-US" altLang="en-US" dirty="0">
                <a:latin typeface="Arial" panose="020B0604020202020204" pitchFamily="34" charset="0"/>
              </a:rPr>
              <a:t>) </a:t>
            </a:r>
          </a:p>
        </p:txBody>
      </p:sp>
    </p:spTree>
    <p:extLst>
      <p:ext uri="{BB962C8B-B14F-4D97-AF65-F5344CB8AC3E}">
        <p14:creationId xmlns:p14="http://schemas.microsoft.com/office/powerpoint/2010/main" val="194159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59C6B-6BD4-43A7-C65E-A673446EAD52}"/>
              </a:ext>
            </a:extLst>
          </p:cNvPr>
          <p:cNvSpPr>
            <a:spLocks noGrp="1"/>
          </p:cNvSpPr>
          <p:nvPr>
            <p:ph type="title"/>
          </p:nvPr>
        </p:nvSpPr>
        <p:spPr/>
        <p:txBody>
          <a:bodyPr/>
          <a:lstStyle/>
          <a:p>
            <a:r>
              <a:rPr lang="en-IN" dirty="0"/>
              <a:t>Controller</a:t>
            </a:r>
          </a:p>
        </p:txBody>
      </p:sp>
      <p:sp>
        <p:nvSpPr>
          <p:cNvPr id="3" name="Content Placeholder 2">
            <a:extLst>
              <a:ext uri="{FF2B5EF4-FFF2-40B4-BE49-F238E27FC236}">
                <a16:creationId xmlns:a16="http://schemas.microsoft.com/office/drawing/2014/main" id="{3F4CAF91-E84E-5D85-BF74-CF81A8DD6F13}"/>
              </a:ext>
            </a:extLst>
          </p:cNvPr>
          <p:cNvSpPr>
            <a:spLocks noGrp="1"/>
          </p:cNvSpPr>
          <p:nvPr>
            <p:ph idx="1"/>
          </p:nvPr>
        </p:nvSpPr>
        <p:spPr/>
        <p:txBody>
          <a:bodyPr>
            <a:normAutofit/>
          </a:bodyPr>
          <a:lstStyle/>
          <a:p>
            <a:r>
              <a:rPr lang="en-US" sz="3200" dirty="0"/>
              <a:t>In Laravel, controllers are found in the app/Http/Controllers directory. </a:t>
            </a:r>
          </a:p>
          <a:p>
            <a:r>
              <a:rPr lang="en-US" sz="3200" dirty="0"/>
              <a:t>They help organize request handling logic by grouping related functions into classes.</a:t>
            </a:r>
            <a:endParaRPr lang="en-IN" sz="3200" dirty="0"/>
          </a:p>
        </p:txBody>
      </p:sp>
    </p:spTree>
    <p:extLst>
      <p:ext uri="{BB962C8B-B14F-4D97-AF65-F5344CB8AC3E}">
        <p14:creationId xmlns:p14="http://schemas.microsoft.com/office/powerpoint/2010/main" val="132426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138D7-CCF6-15F6-7FC1-F98270F2295B}"/>
              </a:ext>
            </a:extLst>
          </p:cNvPr>
          <p:cNvSpPr>
            <a:spLocks noGrp="1"/>
          </p:cNvSpPr>
          <p:nvPr>
            <p:ph type="title"/>
          </p:nvPr>
        </p:nvSpPr>
        <p:spPr/>
        <p:txBody>
          <a:bodyPr/>
          <a:lstStyle/>
          <a:p>
            <a:r>
              <a:rPr lang="en-IN" dirty="0"/>
              <a:t>View</a:t>
            </a:r>
          </a:p>
        </p:txBody>
      </p:sp>
      <p:sp>
        <p:nvSpPr>
          <p:cNvPr id="3" name="Content Placeholder 2">
            <a:extLst>
              <a:ext uri="{FF2B5EF4-FFF2-40B4-BE49-F238E27FC236}">
                <a16:creationId xmlns:a16="http://schemas.microsoft.com/office/drawing/2014/main" id="{F867194A-62B2-D309-C387-C430D29A7BC5}"/>
              </a:ext>
            </a:extLst>
          </p:cNvPr>
          <p:cNvSpPr>
            <a:spLocks noGrp="1"/>
          </p:cNvSpPr>
          <p:nvPr>
            <p:ph idx="1"/>
          </p:nvPr>
        </p:nvSpPr>
        <p:spPr/>
        <p:txBody>
          <a:bodyPr/>
          <a:lstStyle/>
          <a:p>
            <a:r>
              <a:rPr lang="en-US" dirty="0"/>
              <a:t>If the route returns an HTML view, Laravel loads a Blade template.</a:t>
            </a:r>
            <a:endParaRPr lang="en-IN" dirty="0"/>
          </a:p>
        </p:txBody>
      </p:sp>
    </p:spTree>
    <p:extLst>
      <p:ext uri="{BB962C8B-B14F-4D97-AF65-F5344CB8AC3E}">
        <p14:creationId xmlns:p14="http://schemas.microsoft.com/office/powerpoint/2010/main" val="451650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4443D-7B38-860D-D7BE-9775F06EB156}"/>
              </a:ext>
            </a:extLst>
          </p:cNvPr>
          <p:cNvSpPr>
            <a:spLocks noGrp="1"/>
          </p:cNvSpPr>
          <p:nvPr>
            <p:ph type="title"/>
          </p:nvPr>
        </p:nvSpPr>
        <p:spPr/>
        <p:txBody>
          <a:bodyPr/>
          <a:lstStyle/>
          <a:p>
            <a:r>
              <a:rPr lang="en-US" dirty="0"/>
              <a:t>(resources/views/</a:t>
            </a:r>
            <a:r>
              <a:rPr lang="en-US" dirty="0" err="1"/>
              <a:t>home.blade.php</a:t>
            </a:r>
            <a:r>
              <a:rPr lang="en-US" dirty="0"/>
              <a:t>)</a:t>
            </a:r>
            <a:endParaRPr lang="en-IN" dirty="0"/>
          </a:p>
        </p:txBody>
      </p:sp>
      <p:sp>
        <p:nvSpPr>
          <p:cNvPr id="3" name="Content Placeholder 2">
            <a:extLst>
              <a:ext uri="{FF2B5EF4-FFF2-40B4-BE49-F238E27FC236}">
                <a16:creationId xmlns:a16="http://schemas.microsoft.com/office/drawing/2014/main" id="{D2FFD6AE-233A-4110-74EC-4C9A02D7EF42}"/>
              </a:ext>
            </a:extLst>
          </p:cNvPr>
          <p:cNvSpPr>
            <a:spLocks noGrp="1"/>
          </p:cNvSpPr>
          <p:nvPr>
            <p:ph idx="1"/>
          </p:nvPr>
        </p:nvSpPr>
        <p:spPr/>
        <p:txBody>
          <a:bodyPr>
            <a:normAutofit fontScale="85000" lnSpcReduction="20000"/>
          </a:bodyPr>
          <a:lstStyle/>
          <a:p>
            <a:pPr marL="0" indent="0">
              <a:buNone/>
            </a:pPr>
            <a:r>
              <a:rPr lang="en-US" dirty="0"/>
              <a:t>&lt;!DOCTYPE html&gt;</a:t>
            </a:r>
          </a:p>
          <a:p>
            <a:pPr marL="0" indent="0">
              <a:buNone/>
            </a:pPr>
            <a:r>
              <a:rPr lang="en-US" dirty="0"/>
              <a:t>&lt;html&gt;</a:t>
            </a:r>
          </a:p>
          <a:p>
            <a:pPr marL="0" indent="0">
              <a:buNone/>
            </a:pPr>
            <a:r>
              <a:rPr lang="en-US" dirty="0"/>
              <a:t>&lt;head&gt;   </a:t>
            </a:r>
          </a:p>
          <a:p>
            <a:pPr marL="0" indent="0">
              <a:buNone/>
            </a:pPr>
            <a:r>
              <a:rPr lang="en-US" dirty="0"/>
              <a:t> &lt;title&gt;</a:t>
            </a:r>
          </a:p>
          <a:p>
            <a:pPr marL="0" indent="0">
              <a:buNone/>
            </a:pPr>
            <a:r>
              <a:rPr lang="en-US" dirty="0"/>
              <a:t>{{ $title }}</a:t>
            </a:r>
          </a:p>
          <a:p>
            <a:pPr marL="0" indent="0">
              <a:buNone/>
            </a:pPr>
            <a:r>
              <a:rPr lang="en-US" dirty="0"/>
              <a:t>&lt;/title&gt;</a:t>
            </a:r>
          </a:p>
          <a:p>
            <a:pPr marL="0" indent="0">
              <a:buNone/>
            </a:pPr>
            <a:r>
              <a:rPr lang="en-US" dirty="0"/>
              <a:t>&lt;/head&gt;</a:t>
            </a:r>
          </a:p>
          <a:p>
            <a:pPr marL="0" indent="0">
              <a:buNone/>
            </a:pPr>
            <a:r>
              <a:rPr lang="en-US" dirty="0"/>
              <a:t>&lt;body&gt;    </a:t>
            </a:r>
          </a:p>
          <a:p>
            <a:pPr marL="0" indent="0">
              <a:buNone/>
            </a:pPr>
            <a:r>
              <a:rPr lang="en-US" dirty="0"/>
              <a:t>&lt;h1&gt;Hello, Laravel!&lt;/h1&gt;</a:t>
            </a:r>
          </a:p>
          <a:p>
            <a:pPr marL="0" indent="0">
              <a:buNone/>
            </a:pPr>
            <a:r>
              <a:rPr lang="en-US" dirty="0"/>
              <a:t>&lt;/body&gt;</a:t>
            </a:r>
          </a:p>
          <a:p>
            <a:pPr marL="0" indent="0">
              <a:buNone/>
            </a:pPr>
            <a:r>
              <a:rPr lang="en-US" dirty="0"/>
              <a:t>&lt;/html&gt;</a:t>
            </a:r>
            <a:endParaRPr lang="en-IN" dirty="0"/>
          </a:p>
        </p:txBody>
      </p:sp>
    </p:spTree>
    <p:extLst>
      <p:ext uri="{BB962C8B-B14F-4D97-AF65-F5344CB8AC3E}">
        <p14:creationId xmlns:p14="http://schemas.microsoft.com/office/powerpoint/2010/main" val="1101347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6AE34-19A7-D975-791C-0AEAB84B6D1E}"/>
              </a:ext>
            </a:extLst>
          </p:cNvPr>
          <p:cNvSpPr>
            <a:spLocks noGrp="1"/>
          </p:cNvSpPr>
          <p:nvPr>
            <p:ph type="title"/>
          </p:nvPr>
        </p:nvSpPr>
        <p:spPr/>
        <p:txBody>
          <a:bodyPr/>
          <a:lstStyle/>
          <a:p>
            <a:r>
              <a:rPr lang="en-IN" b="1" dirty="0"/>
              <a:t>Laravel Request Life Cycle</a:t>
            </a:r>
          </a:p>
        </p:txBody>
      </p:sp>
      <p:pic>
        <p:nvPicPr>
          <p:cNvPr id="4" name="Content Placeholder 3">
            <a:extLst>
              <a:ext uri="{FF2B5EF4-FFF2-40B4-BE49-F238E27FC236}">
                <a16:creationId xmlns:a16="http://schemas.microsoft.com/office/drawing/2014/main" id="{9FB77D72-84C7-83AB-DD24-1B719EFD95ED}"/>
              </a:ext>
            </a:extLst>
          </p:cNvPr>
          <p:cNvPicPr>
            <a:picLocks noGrp="1" noChangeAspect="1"/>
          </p:cNvPicPr>
          <p:nvPr>
            <p:ph idx="1"/>
          </p:nvPr>
        </p:nvPicPr>
        <p:blipFill>
          <a:blip r:embed="rId2"/>
          <a:stretch>
            <a:fillRect/>
          </a:stretch>
        </p:blipFill>
        <p:spPr>
          <a:xfrm>
            <a:off x="939271" y="2001044"/>
            <a:ext cx="9919229" cy="4166076"/>
          </a:xfrm>
          <a:prstGeom prst="rect">
            <a:avLst/>
          </a:prstGeom>
        </p:spPr>
      </p:pic>
    </p:spTree>
    <p:extLst>
      <p:ext uri="{BB962C8B-B14F-4D97-AF65-F5344CB8AC3E}">
        <p14:creationId xmlns:p14="http://schemas.microsoft.com/office/powerpoint/2010/main" val="1885274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8AC1B-BD9C-6885-67A5-D140F42269A6}"/>
              </a:ext>
            </a:extLst>
          </p:cNvPr>
          <p:cNvSpPr>
            <a:spLocks noGrp="1"/>
          </p:cNvSpPr>
          <p:nvPr>
            <p:ph type="title"/>
          </p:nvPr>
        </p:nvSpPr>
        <p:spPr/>
        <p:txBody>
          <a:bodyPr/>
          <a:lstStyle/>
          <a:p>
            <a:r>
              <a:rPr lang="en-IN" dirty="0"/>
              <a:t>Video</a:t>
            </a:r>
          </a:p>
        </p:txBody>
      </p:sp>
      <p:sp>
        <p:nvSpPr>
          <p:cNvPr id="3" name="Content Placeholder 2">
            <a:extLst>
              <a:ext uri="{FF2B5EF4-FFF2-40B4-BE49-F238E27FC236}">
                <a16:creationId xmlns:a16="http://schemas.microsoft.com/office/drawing/2014/main" id="{403FB36E-5ADE-6655-A8F0-177A6A8CC51D}"/>
              </a:ext>
            </a:extLst>
          </p:cNvPr>
          <p:cNvSpPr>
            <a:spLocks noGrp="1"/>
          </p:cNvSpPr>
          <p:nvPr>
            <p:ph idx="1"/>
          </p:nvPr>
        </p:nvSpPr>
        <p:spPr/>
        <p:txBody>
          <a:bodyPr/>
          <a:lstStyle/>
          <a:p>
            <a:r>
              <a:rPr lang="en-IN" dirty="0"/>
              <a:t>https://www.youtube.com/watch?v=4Kf6y3Tb4uM&amp;ab_channel=HadayatNiazi</a:t>
            </a:r>
          </a:p>
        </p:txBody>
      </p:sp>
      <p:pic>
        <p:nvPicPr>
          <p:cNvPr id="4" name="Object 3">
            <a:extLst>
              <a:ext uri="{FF2B5EF4-FFF2-40B4-BE49-F238E27FC236}">
                <a16:creationId xmlns:a16="http://schemas.microsoft.com/office/drawing/2014/main" id="{ADCD9DCC-35EB-DAA2-A415-C1101E738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85725"/>
            <a:ext cx="16764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6455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901</Words>
  <Application>Microsoft Office PowerPoint</Application>
  <PresentationFormat>Widescreen</PresentationFormat>
  <Paragraphs>107</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Arial Rounded MT Bold</vt:lpstr>
      <vt:lpstr>Arial Unicode MS</vt:lpstr>
      <vt:lpstr>Calibri</vt:lpstr>
      <vt:lpstr>Calibri Light</vt:lpstr>
      <vt:lpstr>Consolas</vt:lpstr>
      <vt:lpstr>Wingdings</vt:lpstr>
      <vt:lpstr>Office Theme</vt:lpstr>
      <vt:lpstr>  INT 221 - MVC PROGRAMMING</vt:lpstr>
      <vt:lpstr>Seems but not true General Answer But it is not True</vt:lpstr>
      <vt:lpstr>public/index.php file –The Entry Point</vt:lpstr>
      <vt:lpstr>Index.php</vt:lpstr>
      <vt:lpstr>Structure of index.php file</vt:lpstr>
      <vt:lpstr>What is in index.php??</vt:lpstr>
      <vt:lpstr>1. Entry Point: public/index.php</vt:lpstr>
      <vt:lpstr>Bootstrapapp.php  (Instances are made here)</vt:lpstr>
      <vt:lpstr>PowerPoint Presentation</vt:lpstr>
      <vt:lpstr>Request is now sent to Kernels</vt:lpstr>
      <vt:lpstr>Bootstrapapp.php (Kernels)</vt:lpstr>
      <vt:lpstr>Service Provider</vt:lpstr>
      <vt:lpstr>Service providers</vt:lpstr>
      <vt:lpstr>bootstrap/providers.php</vt:lpstr>
      <vt:lpstr>Laravel comes with some default service providers:-</vt:lpstr>
      <vt:lpstr>Service Providers Loading  (bootstrap/providers.php) </vt:lpstr>
      <vt:lpstr>Providers</vt:lpstr>
      <vt:lpstr>Routes (routes/web.php) </vt:lpstr>
      <vt:lpstr>Middleware (using construct method)</vt:lpstr>
      <vt:lpstr>Middleware Execution</vt:lpstr>
      <vt:lpstr>Example Middleware  (app/Http/Middleware/CheckAge.php) </vt:lpstr>
      <vt:lpstr>Controller</vt:lpstr>
      <vt:lpstr>View</vt:lpstr>
      <vt:lpstr>(resources/views/home.blade.php)</vt:lpstr>
      <vt:lpstr>Laravel Request Life Cycle</vt:lpstr>
      <vt:lpstr>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Yatika hasija</dc:creator>
  <cp:lastModifiedBy>Yatika hasija</cp:lastModifiedBy>
  <cp:revision>4</cp:revision>
  <dcterms:created xsi:type="dcterms:W3CDTF">2025-02-05T09:56:21Z</dcterms:created>
  <dcterms:modified xsi:type="dcterms:W3CDTF">2025-02-07T05:15:12Z</dcterms:modified>
</cp:coreProperties>
</file>