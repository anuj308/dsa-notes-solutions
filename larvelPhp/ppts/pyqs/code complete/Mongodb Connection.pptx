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6858000" cy="9144000"/>
  <p:embeddedFontLst>
    <p:embeddedFont>
      <p:font typeface="Arim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hEqCp7IsOpRR1Xo7Ys7bvY7EHF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EDF23F-1F0F-477F-A4D2-70F6DC229A49}">
  <a:tblStyle styleId="{5BEDF23F-1F0F-477F-A4D2-70F6DC229A4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Arimo-bold.fntdata"/><Relationship Id="rId14" Type="http://schemas.openxmlformats.org/officeDocument/2006/relationships/slide" Target="slides/slide9.xml"/><Relationship Id="rId36" Type="http://schemas.openxmlformats.org/officeDocument/2006/relationships/font" Target="fonts/Arimo-regular.fntdata"/><Relationship Id="rId17" Type="http://schemas.openxmlformats.org/officeDocument/2006/relationships/slide" Target="slides/slide12.xml"/><Relationship Id="rId39" Type="http://schemas.openxmlformats.org/officeDocument/2006/relationships/font" Target="fonts/Arimo-boldItalic.fntdata"/><Relationship Id="rId16" Type="http://schemas.openxmlformats.org/officeDocument/2006/relationships/slide" Target="slides/slide11.xml"/><Relationship Id="rId38" Type="http://schemas.openxmlformats.org/officeDocument/2006/relationships/font" Target="fonts/Arim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pecl.php.net/package/mongodb/1.9.0/window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Connecting Laravel Project with MongoDB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Downloading and Installing MongoDb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Write mongodb on Google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Go to MongoDb Community Download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Download Mongodb Community Server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Install Mongodb Compass</a:t>
            </a:r>
            <a:endParaRPr/>
          </a:p>
        </p:txBody>
      </p:sp>
      <p:pic>
        <p:nvPicPr>
          <p:cNvPr id="96" name="Google Shape;96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8119" y="1825625"/>
            <a:ext cx="8575761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php -i | findstr "PHP Version"</a:t>
            </a:r>
            <a:endParaRPr/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Check PHP Version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PHP Version =&gt; 8.2.12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php -i | findstr "Architecture"</a:t>
            </a:r>
            <a:endParaRPr/>
          </a:p>
        </p:txBody>
      </p:sp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Architecture =&gt; x64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php -i | findstr "Thread"</a:t>
            </a:r>
            <a:endParaRPr/>
          </a:p>
        </p:txBody>
      </p:sp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Thread Safety =&gt; enabled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Thread API =&gt; Windows Threads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Visit the </a:t>
            </a:r>
            <a:r>
              <a:rPr lang="en-IN" u="sng">
                <a:solidFill>
                  <a:schemeClr val="hlink"/>
                </a:solidFill>
                <a:hlinkClick r:id="rId3"/>
              </a:rPr>
              <a:t>PECL MongoDB Windows Downloads</a:t>
            </a:r>
            <a:r>
              <a:rPr lang="en-IN"/>
              <a:t> page.</a:t>
            </a:r>
            <a:endParaRPr/>
          </a:p>
        </p:txBody>
      </p:sp>
      <p:sp>
        <p:nvSpPr>
          <p:cNvPr id="120" name="Google Shape;120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Download the Appropriate php_mongodb.dll as per your version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Locate the DLL that matches your PHP version (8.0.30), architecture (x86 or x64), and thread safety (TS or NTS).​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Go to C:\xampp\php\ext</a:t>
            </a:r>
            <a:endParaRPr/>
          </a:p>
        </p:txBody>
      </p:sp>
      <p:sp>
        <p:nvSpPr>
          <p:cNvPr id="126" name="Google Shape;126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And Paste php_mongodb.dll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PHP VERSION </a:t>
            </a:r>
            <a:endParaRPr/>
          </a:p>
        </p:txBody>
      </p:sp>
      <p:graphicFrame>
        <p:nvGraphicFramePr>
          <p:cNvPr id="132" name="Google Shape;132;p9"/>
          <p:cNvGraphicFramePr/>
          <p:nvPr/>
        </p:nvGraphicFramePr>
        <p:xfrm>
          <a:off x="375920" y="12903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{5BEDF23F-1F0F-477F-A4D2-70F6DC229A49}</a:tableStyleId>
              </a:tblPr>
              <a:tblGrid>
                <a:gridCol w="4033525"/>
                <a:gridCol w="3285075"/>
                <a:gridCol w="3659300"/>
              </a:tblGrid>
              <a:tr h="1174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PHP Version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Compatible MongoDB Driver Versions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Notes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8.4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1.21.0 and above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Latest features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8.3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1.21.0 and above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Latest features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8.2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1.20.0 and above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Stable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8.1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1.19.0 and above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Stable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8.0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Up to 1.20.x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Support dropped in 1.21.0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7.4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Up to 1.20.x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Support dropped in 1.21.0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Download driver </a:t>
            </a:r>
            <a:br>
              <a:rPr lang="en-IN"/>
            </a:br>
            <a:endParaRPr/>
          </a:p>
        </p:txBody>
      </p:sp>
      <p:sp>
        <p:nvSpPr>
          <p:cNvPr id="138" name="Google Shape;138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 sz="3200"/>
              <a:t>Write php net mongodb (Mongodb- Manual –PHP)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 sz="3200"/>
              <a:t>Cick in Install the MongoDb Driver on Windows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 sz="3200"/>
              <a:t>Click on PECL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 sz="3200"/>
              <a:t>We will use version 1.8.1 (DLL File)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 sz="3200"/>
              <a:t>Use 7.4 Thread Safe * 64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php_mongodb_dl FIle</a:t>
            </a:r>
            <a:endParaRPr/>
          </a:p>
        </p:txBody>
      </p:sp>
      <p:sp>
        <p:nvSpPr>
          <p:cNvPr id="144" name="Google Shape;144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Copy the above file and paste in php -&gt; C:\xampp\php\ext  ext folder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Change in php.ini</a:t>
            </a:r>
            <a:endParaRPr/>
          </a:p>
        </p:txBody>
      </p:sp>
      <p:sp>
        <p:nvSpPr>
          <p:cNvPr id="150" name="Google Shape;150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Uncomment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extension=mongodb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Or Add  extension=mongodb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Open MongoDb Compass</a:t>
            </a:r>
            <a:endParaRPr/>
          </a:p>
        </p:txBody>
      </p:sp>
      <p:pic>
        <p:nvPicPr>
          <p:cNvPr id="156" name="Google Shape;156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824" y="1825625"/>
            <a:ext cx="9356352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Go to Add new Connection –Write mongodb://localhost:27017/</a:t>
            </a:r>
            <a:endParaRPr/>
          </a:p>
        </p:txBody>
      </p:sp>
      <p:pic>
        <p:nvPicPr>
          <p:cNvPr id="162" name="Google Shape;162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1831" y="1896161"/>
            <a:ext cx="9468337" cy="4210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Click on Save and Connect</a:t>
            </a:r>
            <a:br>
              <a:rPr lang="en-IN"/>
            </a:br>
            <a:r>
              <a:rPr lang="en-IN"/>
              <a:t>Click on Create Database</a:t>
            </a:r>
            <a:endParaRPr/>
          </a:p>
        </p:txBody>
      </p:sp>
      <p:pic>
        <p:nvPicPr>
          <p:cNvPr id="168" name="Google Shape;168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298913"/>
            <a:ext cx="10515600" cy="3758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Create Db laravelmongodb and Collection test</a:t>
            </a:r>
            <a:endParaRPr/>
          </a:p>
        </p:txBody>
      </p:sp>
      <p:pic>
        <p:nvPicPr>
          <p:cNvPr id="174" name="Google Shape;174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6601" y="1829482"/>
            <a:ext cx="5778797" cy="4343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C:\Program Files\MongoDB\Server\8.0\bin</a:t>
            </a:r>
            <a:endParaRPr/>
          </a:p>
        </p:txBody>
      </p:sp>
      <p:sp>
        <p:nvSpPr>
          <p:cNvPr id="180" name="Google Shape;180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Setting the Environment Variables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MongoDB Version</a:t>
            </a:r>
            <a:endParaRPr/>
          </a:p>
        </p:txBody>
      </p:sp>
      <p:pic>
        <p:nvPicPr>
          <p:cNvPr id="186" name="Google Shape;186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2490" y="1825625"/>
            <a:ext cx="654701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IN">
                <a:latin typeface="Arial"/>
                <a:ea typeface="Arial"/>
                <a:cs typeface="Arial"/>
                <a:sym typeface="Arial"/>
              </a:rPr>
              <a:t>Add MongoDB to System PATH</a:t>
            </a:r>
            <a:endParaRPr/>
          </a:p>
        </p:txBody>
      </p:sp>
      <p:sp>
        <p:nvSpPr>
          <p:cNvPr id="192" name="Google Shape;192;p19"/>
          <p:cNvSpPr txBox="1"/>
          <p:nvPr>
            <p:ph idx="1" type="body"/>
          </p:nvPr>
        </p:nvSpPr>
        <p:spPr>
          <a:xfrm>
            <a:off x="838200" y="985091"/>
            <a:ext cx="10592964" cy="60324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-I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 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Win + S</a:t>
            </a:r>
            <a:r>
              <a:rPr b="0" i="0" lang="en-IN" sz="1400" u="none" cap="none" strike="noStrike">
                <a:solidFill>
                  <a:schemeClr val="dk1"/>
                </a:solidFill>
              </a:rPr>
              <a:t> and search for </a:t>
            </a:r>
            <a:r>
              <a:rPr b="1" i="0" lang="en-IN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"Environment Variables"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AutoNum type="arabicPeriod"/>
            </a:pPr>
            <a:r>
              <a:rPr b="0" i="0" lang="en-IN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on </a:t>
            </a:r>
            <a:r>
              <a:rPr b="1" i="0" lang="en-IN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“Edit the system environment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variables”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AutoNum type="arabicPeriod" startAt="3"/>
            </a:pPr>
            <a:r>
              <a:rPr b="0" i="0" lang="en-IN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System Properties window → click 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b="0" i="0" lang="en-IN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IN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“Environment Variables…”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AutoNum type="arabicPeriod" startAt="4"/>
            </a:pPr>
            <a:r>
              <a:rPr b="0" i="0" lang="en-IN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 </a:t>
            </a:r>
            <a:r>
              <a:rPr b="1" i="0" lang="en-IN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variables</a:t>
            </a:r>
            <a:r>
              <a:rPr b="0" i="0" lang="en-IN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find and select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b="0" i="0" lang="en-IN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IN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Path</a:t>
            </a:r>
            <a:r>
              <a:rPr b="0" i="0" lang="en-IN" sz="1800" u="none" cap="none" strike="noStrike">
                <a:solidFill>
                  <a:schemeClr val="dk1"/>
                </a:solidFill>
              </a:rPr>
              <a:t>, then click </a:t>
            </a:r>
            <a:r>
              <a:rPr b="1" i="0" lang="en-IN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AutoNum type="arabicPeriod" startAt="5"/>
            </a:pPr>
            <a:r>
              <a:rPr b="0" i="0" lang="en-IN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</a:t>
            </a:r>
            <a:r>
              <a:rPr b="1" i="0" lang="en-IN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b="0" i="0" lang="en-IN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paste the path to your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b="0" i="0" lang="en-IN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MongoDB bin folder, e.g.: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For checking Mongodb</a:t>
            </a:r>
            <a:endParaRPr/>
          </a:p>
        </p:txBody>
      </p:sp>
      <p:sp>
        <p:nvSpPr>
          <p:cNvPr id="198" name="Google Shape;198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mongod --version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composer require mongodb/laravel-mongodb</a:t>
            </a:r>
            <a:endParaRPr/>
          </a:p>
        </p:txBody>
      </p:sp>
      <p:sp>
        <p:nvSpPr>
          <p:cNvPr id="204" name="Google Shape;204;p21"/>
          <p:cNvSpPr txBox="1"/>
          <p:nvPr>
            <p:ph idx="1" type="body"/>
          </p:nvPr>
        </p:nvSpPr>
        <p:spPr>
          <a:xfrm>
            <a:off x="767080" y="185610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Run above cmd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 composer show mongodb/laravel-mongodb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composer config --global cafile "C:\xampp\php\extras\ssl\cacert.pem"</a:t>
            </a:r>
            <a:endParaRPr/>
          </a:p>
        </p:txBody>
      </p:sp>
      <p:sp>
        <p:nvSpPr>
          <p:cNvPr id="215" name="Google Shape;215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composer diagnose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Changes in .env file</a:t>
            </a:r>
            <a:endParaRPr/>
          </a:p>
        </p:txBody>
      </p:sp>
      <p:sp>
        <p:nvSpPr>
          <p:cNvPr id="221" name="Google Shape;221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9821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None/>
            </a:pP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DB_CONNECTION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=mongodb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109821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800"/>
              <a:buNone/>
            </a:pP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DB_HOST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=127.0.0.1</a:t>
            </a:r>
            <a:endParaRPr/>
          </a:p>
          <a:p>
            <a:pPr indent="-228600" lvl="0" marL="228600" rtl="0" algn="l">
              <a:lnSpc>
                <a:spcPct val="109821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800"/>
              <a:buNone/>
            </a:pP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DB_PORT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=27017 </a:t>
            </a:r>
            <a:endParaRPr/>
          </a:p>
          <a:p>
            <a:pPr indent="-228600" lvl="0" marL="228600" rtl="0" algn="l">
              <a:lnSpc>
                <a:spcPct val="109821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800"/>
              <a:buNone/>
            </a:pP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DB_DATABASE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=laravelmongo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109821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800"/>
              <a:buNone/>
            </a:pP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DB_USERNAME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endParaRPr/>
          </a:p>
          <a:p>
            <a:pPr indent="-228600" lvl="0" marL="228600" rtl="0" algn="l">
              <a:lnSpc>
                <a:spcPct val="109821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800"/>
              <a:buNone/>
            </a:pP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DB_PASSWORD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endParaRPr/>
          </a:p>
          <a:p>
            <a:pPr indent="-228600" lvl="0" marL="228600" rtl="0" algn="l">
              <a:lnSpc>
                <a:spcPct val="109821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800"/>
              <a:buChar char="•"/>
            </a:pP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DB_AUTH_DATABASE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=admin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Model File Student.php</a:t>
            </a:r>
            <a:endParaRPr/>
          </a:p>
        </p:txBody>
      </p:sp>
      <p:sp>
        <p:nvSpPr>
          <p:cNvPr id="227" name="Google Shape;227;p25"/>
          <p:cNvSpPr txBox="1"/>
          <p:nvPr>
            <p:ph idx="1" type="body"/>
          </p:nvPr>
        </p:nvSpPr>
        <p:spPr>
          <a:xfrm>
            <a:off x="756920" y="178498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3600"/>
              <a:t>&lt;?php</a:t>
            </a:r>
            <a:endParaRPr sz="3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3600"/>
              <a:t>namespace App\Models;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3600"/>
              <a:t>use MongoDB\Laravel\Eloquent\Model;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3600"/>
              <a:t>class Student extends Model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3600"/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3600"/>
              <a:t>    protected $connection = 'mongodb';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3600"/>
              <a:t>    protected $collection = 'students';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3600"/>
              <a:t>    protected $fillable = ['name', 'email', 'age'];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3600"/>
              <a:t>    protected $guarded = []; // optional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3600"/>
              <a:t>}</a:t>
            </a:r>
            <a:endParaRPr/>
          </a:p>
          <a:p>
            <a:pPr indent="-9080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Config-&gt;database.php</a:t>
            </a:r>
            <a:endParaRPr/>
          </a:p>
        </p:txBody>
      </p:sp>
      <p:sp>
        <p:nvSpPr>
          <p:cNvPr id="233" name="Google Shape;233;p26"/>
          <p:cNvSpPr txBox="1"/>
          <p:nvPr>
            <p:ph idx="1" type="body"/>
          </p:nvPr>
        </p:nvSpPr>
        <p:spPr>
          <a:xfrm>
            <a:off x="655320" y="21415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'mongodb' =&gt; 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    'driver'   =&gt; 'mongodb',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    'host'     =&gt; env('DB_HOST', '127.0.0.1'),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    'port'     =&gt; env('DB_PORT', 27017),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    'database' =&gt; env('DB_DATABASE', 'laravelmongo'),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    'username' =&gt; env('DB_USERNAME', ''),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    'password' =&gt; env('DB_PASSWORD', ''),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    'options'  =&gt; 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        'database' =&gt; env('DB_AUTH_DATABASE', 'admin'),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    ],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],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9" name="Google Shape;239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31515"/>
              </a:buClr>
              <a:buSzPts val="2800"/>
              <a:buChar char="•"/>
            </a:pPr>
            <a:r>
              <a:rPr b="0" lang="en-IN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'default'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=&gt; 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env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IN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'DB_CONNECTION'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IN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'mongodb'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),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StudentControl</a:t>
            </a:r>
            <a:endParaRPr/>
          </a:p>
        </p:txBody>
      </p:sp>
      <p:sp>
        <p:nvSpPr>
          <p:cNvPr id="245" name="Google Shape;245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use App\Models\Student;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class StudentControl extends Controller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{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   /**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    * Display a listing of the resource.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    */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   public function index()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   {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       $students = Student::all();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       return view('getstudents', compact('students'));</a:t>
            </a:r>
            <a:endParaRPr/>
          </a:p>
          <a:p>
            <a:pPr indent="-9080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   }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&lt;table in blade</a:t>
            </a:r>
            <a:endParaRPr/>
          </a:p>
        </p:txBody>
      </p:sp>
      <p:sp>
        <p:nvSpPr>
          <p:cNvPr id="251" name="Google Shape;251;p29"/>
          <p:cNvSpPr txBox="1"/>
          <p:nvPr>
            <p:ph idx="1" type="body"/>
          </p:nvPr>
        </p:nvSpPr>
        <p:spPr>
          <a:xfrm>
            <a:off x="960120" y="134810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6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6400"/>
              <a:t>&lt;table border="1"&gt;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6400"/>
              <a:t>        &lt;tr&gt;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6400"/>
              <a:t>            &lt;th&gt;Name&lt;/th&gt;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6400"/>
              <a:t>            &lt;th&gt;Email&lt;/th&gt;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6400"/>
              <a:t>            &lt;th&gt;Age&lt;/th&gt;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6400"/>
              <a:t>     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6400"/>
              <a:t>        &lt;/tr&gt;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6400"/>
              <a:t>        @foreach($students as $student)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6400"/>
              <a:t>        &lt;tr&gt;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6400"/>
              <a:t>            &lt;td&gt;{{ $student-&gt;name }}&lt;/td&gt;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6400"/>
              <a:t>            &lt;td&gt;{{ $student-&gt;email }}&lt;/td&gt;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6400"/>
              <a:t>            &lt;td&gt;{{ $student-&gt;age }}&lt;/td&gt;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6400"/>
              <a:t>        &lt;/tr&gt;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6400"/>
              <a:t>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6400"/>
              <a:t>        @endforeach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6400"/>
              <a:t>    &lt;/table&gt;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6400"/>
              <a:t>&lt;/body</a:t>
            </a:r>
            <a:endParaRPr/>
          </a:p>
          <a:p>
            <a:pPr indent="-1841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Add data in Mongodb</a:t>
            </a:r>
            <a:endParaRPr/>
          </a:p>
        </p:txBody>
      </p:sp>
      <p:sp>
        <p:nvSpPr>
          <p:cNvPr id="257" name="Google Shape;257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/** * Paste one or more documents here*/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{  "_id": {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  "$oid": "6800bf7ddca90d91f6713fd6"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},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 "name":"aman",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  "email":"aman@gmail.com",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"age":40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}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2025-04-13T17:44:15Z</dcterms:created>
  <dc:creator>shaurya khosla</dc:creator>
</cp:coreProperties>
</file>