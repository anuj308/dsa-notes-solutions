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Routing (Laravel)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explanation for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Domain Routing?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 allows routing based on domain or subdomain.</a:t>
            </a:r>
          </a:p>
          <a:p>
            <a:r>
              <a:t>Example: admin.example.com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Domain Routing?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 admin and user panels</a:t>
            </a:r>
          </a:p>
          <a:p>
            <a:r>
              <a:t>Better organization</a:t>
            </a:r>
          </a:p>
          <a:p>
            <a:r>
              <a:t>Improved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Route::domain('admin.example.com')-&gt;group(function () {</a:t>
            </a:r>
          </a:p>
          <a:p>
            <a:r>
              <a:t> Route::get('/', function () {</a:t>
            </a:r>
          </a:p>
          <a:p>
            <a:r>
              <a:t> return 'Admin Panel';</a:t>
            </a:r>
          </a:p>
          <a:p>
            <a:r>
              <a:t> });</a:t>
            </a:r>
          </a:p>
          <a:p>
            <a:r>
              <a:t>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visits subdomain</a:t>
            </a:r>
          </a:p>
          <a:p>
            <a:r>
              <a:t>Laravel checks domain</a:t>
            </a:r>
          </a:p>
          <a:p>
            <a:r>
              <a:t>Loads specific routes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Subdomain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admin.example.com → Admin Panel</a:t>
            </a:r>
          </a:p>
          <a:p>
            <a:r>
              <a:t>www.example.com → User Website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panel</a:t>
            </a:r>
          </a:p>
          <a:p>
            <a:r>
              <a:t>Multi-tenant apps</a:t>
            </a:r>
          </a:p>
          <a:p>
            <a:r>
              <a:t>Different services on subdomains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structure</a:t>
            </a:r>
          </a:p>
          <a:p>
            <a:r>
              <a:t>Easy management</a:t>
            </a:r>
          </a:p>
          <a:p>
            <a:r>
              <a:t>Scalable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domain in hosts file for local testing</a:t>
            </a:r>
          </a:p>
          <a:p>
            <a:r>
              <a:t>Example: 127.0.0.1 admin.example.com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 routing helps manage large applications easily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