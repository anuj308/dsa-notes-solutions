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94F0-F6CA-1C0E-7A4D-81DDFB67A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CC3C7-0023-9150-3DF4-78E56F586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E7733-DFCD-F88B-9230-CD9EBB0A4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7E4D2-7119-2CBD-DEDB-D715018F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49B31-F39D-043F-0316-EABB4048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90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635BC-B881-B849-7B59-D8FBEE25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BCAE7-919C-C6C5-920B-67B668CC7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86B52-CD8D-37A3-4446-285A26FF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8B3DD-7D30-4D16-63A3-5BD8C9E9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B189E-D787-CAE5-6997-08B0F1AF9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29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ECCF-1D22-BEA5-D9AD-D9C0DFE10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FC56E-D916-BF0D-79DB-C9BAC951B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C17D8-EBB0-22EE-40CB-6CE5897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27CE6-51D2-AD1B-F26B-CDE2953C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9285-BB09-30A4-C4C7-7A3D2423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85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630F1-0FD0-4577-DB83-49A68720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C1B7D-E029-49AB-1F53-EEE82F41A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6BDC4-27E2-E398-F9AF-08A03ABAD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9CFF6-5516-2BEC-8C67-D8772B25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79015-86A9-850A-6FBC-6D58BA63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E0425-7AE9-22AF-4218-6C53917C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86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B064-3DBD-312D-B150-20FF8A8A3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6F1B9-6E0B-93D6-4651-B4E241E86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CB394-BE1D-CD69-6E88-049EFE9E3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5DE21-81E2-3BFE-C24A-40716CD1C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92BBCF-6807-080A-C077-3B84016FE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CAFF1D-04A4-7C68-3A79-D5954C1F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F639-795A-018D-74CE-C7876784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D5D34-C5B7-2093-D01B-6C40DA56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61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1D921-AC44-04B4-615E-1BD60974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F70F1-1108-D27B-7736-6BCA23ED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3EBFC-32DE-A4E2-14F3-57FD038E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E4B44-80AE-F697-7682-987458AD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103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ECA9C4-3852-34FE-1CA1-A9EE78103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80B232-5A21-F07F-9ECD-47724AD19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E41E9-03CB-B9C3-16F8-12303F06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23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11DB-AC14-6904-836F-75D9918F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76D80-56EE-AD29-F888-EA683E322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432C6-D71E-289E-5154-B01C0D323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F5A7A-1A7F-D71A-FE55-72CAEE55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831B8-E4B7-C361-DAA7-D6F9FFCB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E5DBA-E309-4E15-EE7A-9B8082AFF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23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A525-CDF3-0E01-5529-0551C5E1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AA1DD0-A3EB-D28B-EA4A-D5BECEE65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96B07-A01E-4E99-14AF-FF5475080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930F4-6EF8-B70C-F5B5-CABF0C8F2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6229D-9F23-67AB-CF20-6035C0292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ACDF1-A81F-87ED-49DB-DB643C0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C92E-9AB5-3B3B-74B2-B4B6A1DD2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6C401-5375-4B91-AEDA-79F032F86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10FCE-2861-9818-FE01-4B2BB568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ABD65-72A6-40A0-1BB9-7D5A2E90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AA733-CE9F-1D0D-0B0B-521F58C3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94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D69F5E-D478-A050-D36B-1DB984882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7EE0C-5674-9C11-EDA9-7F07DE027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77BA7-A82C-AA9C-DD39-80CDD8657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D620E-01ED-7FC2-7146-4D1441FB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9AEC5-7C3E-0EEF-77B3-6D3A93A6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0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6D223-72D0-8F9B-24C0-C703EA41C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DC4BF-8E71-B068-BF3C-C221026BA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A0873-A7D6-0DA0-5D1A-F7A8DBFD8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03AF9-7E28-420F-82FD-D2542AEACCAF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361C-4B00-22D4-AD36-F7884CD50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11DC8-6609-048F-8E80-A30B91C13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C9409-3608-4EF2-B6E3-76257F401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933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2029-0545-1153-BF6E-C50097709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1122363"/>
            <a:ext cx="10302240" cy="2306637"/>
          </a:xfrm>
        </p:spPr>
        <p:txBody>
          <a:bodyPr/>
          <a:lstStyle/>
          <a:p>
            <a:r>
              <a:rPr lang="en-IN" dirty="0"/>
              <a:t>response() function in Laravel</a:t>
            </a:r>
          </a:p>
        </p:txBody>
      </p:sp>
    </p:spTree>
    <p:extLst>
      <p:ext uri="{BB962C8B-B14F-4D97-AF65-F5344CB8AC3E}">
        <p14:creationId xmlns:p14="http://schemas.microsoft.com/office/powerpoint/2010/main" val="3593304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D03A-613F-E617-D947-877B80078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Laravel, the </a:t>
            </a:r>
            <a:r>
              <a:rPr lang="en-US" b="1" dirty="0"/>
              <a:t>response() helper</a:t>
            </a:r>
            <a:r>
              <a:rPr lang="en-US" dirty="0"/>
              <a:t> is used to </a:t>
            </a:r>
            <a:r>
              <a:rPr lang="en-US" b="1" dirty="0"/>
              <a:t>send data back to the browser (client)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47B1-52A5-CF59-DD6A-466B44C7F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799272"/>
            <a:ext cx="10927080" cy="4693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Whenever a route or controller finishes processing, Laravel must return:</a:t>
            </a:r>
          </a:p>
          <a:p>
            <a:r>
              <a:rPr lang="en-US" dirty="0"/>
              <a:t>View (HTML)</a:t>
            </a:r>
          </a:p>
          <a:p>
            <a:r>
              <a:rPr lang="en-US" dirty="0"/>
              <a:t>JSON</a:t>
            </a:r>
          </a:p>
          <a:p>
            <a:r>
              <a:rPr lang="en-US" dirty="0"/>
              <a:t>File</a:t>
            </a:r>
          </a:p>
          <a:p>
            <a:r>
              <a:rPr lang="en-US" dirty="0"/>
              <a:t>Redirect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Download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3DF46-C327-B0FF-F67F-275F51022DB0}"/>
              </a:ext>
            </a:extLst>
          </p:cNvPr>
          <p:cNvSpPr txBox="1"/>
          <p:nvPr/>
        </p:nvSpPr>
        <p:spPr>
          <a:xfrm>
            <a:off x="838200" y="5374640"/>
            <a:ext cx="9535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👉 All these are handled using </a:t>
            </a:r>
            <a:r>
              <a:rPr lang="en-US" sz="3200" b="1" dirty="0"/>
              <a:t>Response objects</a:t>
            </a:r>
            <a:r>
              <a:rPr lang="en-US" sz="3200" dirty="0"/>
              <a:t>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6807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E56A-4530-3807-D3D2-4C73B3629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Text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005CD-47CF-DF59-A6A8-E7EC8698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Route::get('/hello', function () {</a:t>
            </a:r>
          </a:p>
          <a:p>
            <a:pPr marL="0" indent="0">
              <a:buNone/>
            </a:pPr>
            <a:r>
              <a:rPr lang="en-US" dirty="0"/>
              <a:t>    return response('Hello Students');</a:t>
            </a:r>
          </a:p>
          <a:p>
            <a:pPr marL="0" indent="0">
              <a:buNone/>
            </a:pPr>
            <a:r>
              <a:rPr lang="en-US" dirty="0"/>
              <a:t>});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782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BC5C-392B-25EC-4FD8-9AA91EBD6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 Response (HTML Page)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48C4-2332-077D-9B15-9C6ACBBA0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997"/>
            <a:ext cx="10185400" cy="1603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dirty="0"/>
              <a:t>Route::get('/home', function () {</a:t>
            </a:r>
          </a:p>
          <a:p>
            <a:pPr marL="0" indent="0">
              <a:buNone/>
            </a:pPr>
            <a:r>
              <a:rPr lang="en-US" sz="3600" dirty="0"/>
              <a:t>    return response()-&gt;view('welcome');</a:t>
            </a:r>
          </a:p>
          <a:p>
            <a:pPr marL="0" indent="0">
              <a:buNone/>
            </a:pPr>
            <a:r>
              <a:rPr lang="en-US" sz="3600" dirty="0"/>
              <a:t>});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94B2C-A34E-1E41-FD22-A2F03ED34CC9}"/>
              </a:ext>
            </a:extLst>
          </p:cNvPr>
          <p:cNvSpPr txBox="1"/>
          <p:nvPr/>
        </p:nvSpPr>
        <p:spPr>
          <a:xfrm>
            <a:off x="721360" y="3936682"/>
            <a:ext cx="8280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loads </a:t>
            </a:r>
            <a:r>
              <a:rPr lang="en-US" sz="3200" dirty="0">
                <a:latin typeface="Courier New" panose="02070309020205020404" pitchFamily="49" charset="0"/>
              </a:rPr>
              <a:t>resources/views/</a:t>
            </a:r>
            <a:r>
              <a:rPr lang="en-US" sz="3200" dirty="0" err="1">
                <a:latin typeface="Courier New" panose="02070309020205020404" pitchFamily="49" charset="0"/>
              </a:rPr>
              <a:t>welcome.blade.php</a:t>
            </a:r>
            <a:endParaRPr lang="en-US" sz="3200" dirty="0"/>
          </a:p>
          <a:p>
            <a:pPr>
              <a:buNone/>
            </a:pPr>
            <a:r>
              <a:rPr lang="en-US" sz="3200" b="1" dirty="0"/>
              <a:t>Use case</a:t>
            </a:r>
          </a:p>
          <a:p>
            <a:pPr>
              <a:buNone/>
            </a:pPr>
            <a:r>
              <a:rPr lang="en-US" sz="3200" dirty="0"/>
              <a:t>✔ Returning webpages</a:t>
            </a:r>
          </a:p>
        </p:txBody>
      </p:sp>
    </p:spTree>
    <p:extLst>
      <p:ext uri="{BB962C8B-B14F-4D97-AF65-F5344CB8AC3E}">
        <p14:creationId xmlns:p14="http://schemas.microsoft.com/office/powerpoint/2010/main" val="405810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8663-E67E-BC6E-F5EC-4829E0A2E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Retuning JSON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1B7C2-6A23-7B75-EFBB-1BAE2E702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34160"/>
            <a:ext cx="10591800" cy="4642803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Route::get('/</a:t>
            </a:r>
            <a:r>
              <a:rPr lang="en-US" sz="3600" dirty="0" err="1"/>
              <a:t>json</a:t>
            </a:r>
            <a:r>
              <a:rPr lang="en-US" sz="3600" dirty="0"/>
              <a:t>',function(){</a:t>
            </a:r>
          </a:p>
          <a:p>
            <a:pPr marL="0" indent="0">
              <a:buNone/>
            </a:pPr>
            <a:r>
              <a:rPr lang="en-US" sz="3600" dirty="0"/>
              <a:t>    return response()-&gt;</a:t>
            </a:r>
            <a:r>
              <a:rPr lang="en-US" sz="3600" dirty="0" err="1"/>
              <a:t>json</a:t>
            </a:r>
            <a:r>
              <a:rPr lang="en-US" sz="3600" dirty="0"/>
              <a:t>([</a:t>
            </a:r>
          </a:p>
          <a:p>
            <a:pPr marL="0" indent="0">
              <a:buNone/>
            </a:pPr>
            <a:r>
              <a:rPr lang="en-US" sz="3600" dirty="0"/>
              <a:t>"name"=&gt;"John Doe",</a:t>
            </a:r>
          </a:p>
          <a:p>
            <a:pPr marL="0" indent="0">
              <a:buNone/>
            </a:pPr>
            <a:r>
              <a:rPr lang="en-US" sz="3600" dirty="0"/>
              <a:t>"email"=&gt;"abc@gmail.com",</a:t>
            </a:r>
          </a:p>
          <a:p>
            <a:pPr marL="0" indent="0">
              <a:buNone/>
            </a:pPr>
            <a:r>
              <a:rPr lang="en-US" sz="3600" dirty="0"/>
              <a:t>"age"=&gt;30</a:t>
            </a:r>
          </a:p>
          <a:p>
            <a:pPr marL="0" indent="0">
              <a:buNone/>
            </a:pPr>
            <a:r>
              <a:rPr lang="en-US" sz="3600" dirty="0"/>
              <a:t>    ]);</a:t>
            </a:r>
          </a:p>
          <a:p>
            <a:pPr marL="0" indent="0">
              <a:buNone/>
            </a:pPr>
            <a:r>
              <a:rPr lang="en-US" sz="3600" dirty="0"/>
              <a:t>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99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01DC-ADE9-2020-12ED-2E6685EE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Redirect In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348F5-3C49-3F13-D8AD-3BB983FC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Route::get('/</a:t>
            </a:r>
            <a:r>
              <a:rPr lang="en-US" sz="3600" dirty="0" err="1"/>
              <a:t>download',function</a:t>
            </a:r>
            <a:r>
              <a:rPr lang="en-US" sz="3600" dirty="0"/>
              <a:t>(){</a:t>
            </a:r>
          </a:p>
          <a:p>
            <a:pPr marL="0" indent="0">
              <a:buNone/>
            </a:pPr>
            <a:r>
              <a:rPr lang="en-US" sz="3600" dirty="0"/>
              <a:t>    return redirect('header');</a:t>
            </a:r>
          </a:p>
          <a:p>
            <a:pPr marL="0" indent="0">
              <a:buNone/>
            </a:pPr>
            <a:r>
              <a:rPr lang="en-US" sz="3600" dirty="0"/>
              <a:t>});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Route::get('/old-page', function () {</a:t>
            </a:r>
            <a:br>
              <a:rPr lang="en-US" sz="3600" dirty="0"/>
            </a:br>
            <a:r>
              <a:rPr lang="en-US" sz="3600" dirty="0"/>
              <a:t>return response()-&gt;</a:t>
            </a:r>
            <a:r>
              <a:rPr lang="en-US" sz="3600" dirty="0" err="1"/>
              <a:t>redirectTo</a:t>
            </a:r>
            <a:r>
              <a:rPr lang="en-US" sz="3600" dirty="0"/>
              <a:t>('/new-page');</a:t>
            </a:r>
            <a:br>
              <a:rPr lang="en-US" sz="3600" dirty="0"/>
            </a:br>
            <a:r>
              <a:rPr lang="en-US" sz="3600" dirty="0"/>
              <a:t>});</a:t>
            </a:r>
          </a:p>
          <a:p>
            <a:pPr marL="0" indent="0">
              <a:buNone/>
            </a:pPr>
            <a:endParaRPr lang="en-US" sz="3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30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4C7AF-4206-7234-57A2-0E8746A7D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away()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9D9D3-A092-9C6A-AA83-7FC2E9FCC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Route::get('/</a:t>
            </a:r>
            <a:r>
              <a:rPr lang="en-US" sz="3600" dirty="0" err="1"/>
              <a:t>download',function</a:t>
            </a:r>
            <a:r>
              <a:rPr lang="en-US" sz="3600" dirty="0"/>
              <a:t>(){</a:t>
            </a:r>
          </a:p>
          <a:p>
            <a:pPr marL="0" indent="0">
              <a:buNone/>
            </a:pPr>
            <a:r>
              <a:rPr lang="en-US" sz="3600" dirty="0"/>
              <a:t>    return redirect()-&gt;away('https://chat.openai.com/’);</a:t>
            </a:r>
          </a:p>
          <a:p>
            <a:pPr marL="0" indent="0">
              <a:buNone/>
            </a:pPr>
            <a:r>
              <a:rPr lang="en-US" sz="3600" dirty="0"/>
              <a:t>});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80746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277B-D62E-1E5D-6D32-B81450AC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Download Response </a:t>
            </a:r>
            <a:br>
              <a:rPr lang="en-IN" dirty="0"/>
            </a:br>
            <a:r>
              <a:rPr lang="en-IN" dirty="0"/>
              <a:t>Put the File in public-&gt;books-&gt;syllabus.pdf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D663-7863-6054-109D-87E4C695A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1280" y="1856105"/>
            <a:ext cx="12415520" cy="2279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Route::get('/download-</a:t>
            </a:r>
            <a:r>
              <a:rPr lang="en-IN" dirty="0" err="1"/>
              <a:t>book',function</a:t>
            </a:r>
            <a:r>
              <a:rPr lang="en-IN" dirty="0"/>
              <a:t>(){</a:t>
            </a:r>
          </a:p>
          <a:p>
            <a:pPr marL="0" indent="0">
              <a:buNone/>
            </a:pPr>
            <a:r>
              <a:rPr lang="en-IN" dirty="0"/>
              <a:t>return response()-&gt;download(</a:t>
            </a:r>
            <a:r>
              <a:rPr lang="en-IN" dirty="0" err="1"/>
              <a:t>public_path</a:t>
            </a:r>
            <a:r>
              <a:rPr lang="en-IN" dirty="0"/>
              <a:t>('books/syllabus.pdf'),'Laravel_Guide.pdf');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008E1-D1D4-57CA-EC4F-570611E7471C}"/>
              </a:ext>
            </a:extLst>
          </p:cNvPr>
          <p:cNvSpPr txBox="1"/>
          <p:nvPr/>
        </p:nvSpPr>
        <p:spPr>
          <a:xfrm>
            <a:off x="838200" y="3943756"/>
            <a:ext cx="74320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What happens?</a:t>
            </a:r>
          </a:p>
          <a:p>
            <a:pPr>
              <a:buNone/>
            </a:pPr>
            <a:r>
              <a:rPr lang="en-US" sz="2800" dirty="0"/>
              <a:t>👉 File automatically downloads</a:t>
            </a:r>
          </a:p>
          <a:p>
            <a:pPr>
              <a:buNone/>
            </a:pPr>
            <a:r>
              <a:rPr lang="en-US" sz="2800" b="1" dirty="0"/>
              <a:t>Use case</a:t>
            </a:r>
          </a:p>
          <a:p>
            <a:pPr>
              <a:buNone/>
            </a:pPr>
            <a:r>
              <a:rPr lang="en-US" sz="2800" dirty="0"/>
              <a:t>✔ PDFs</a:t>
            </a:r>
            <a:br>
              <a:rPr lang="en-US" sz="2800" dirty="0"/>
            </a:br>
            <a:r>
              <a:rPr lang="en-US" sz="2800" dirty="0"/>
              <a:t>✔ Reports</a:t>
            </a:r>
            <a:br>
              <a:rPr lang="en-US" sz="2800" dirty="0"/>
            </a:br>
            <a:r>
              <a:rPr lang="en-US" sz="2800" dirty="0"/>
              <a:t>✔ Excel files</a:t>
            </a:r>
          </a:p>
        </p:txBody>
      </p:sp>
    </p:spTree>
    <p:extLst>
      <p:ext uri="{BB962C8B-B14F-4D97-AF65-F5344CB8AC3E}">
        <p14:creationId xmlns:p14="http://schemas.microsoft.com/office/powerpoint/2010/main" val="4284201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8CBC-C68C-BF1A-EC26-657EF471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 Status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5287A-09A7-A8C4-C927-2C32113FB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Route::get('/</a:t>
            </a:r>
            <a:r>
              <a:rPr lang="en-US" dirty="0" err="1"/>
              <a:t>notfound</a:t>
            </a:r>
            <a:r>
              <a:rPr lang="en-US" dirty="0"/>
              <a:t>', function () {</a:t>
            </a:r>
          </a:p>
          <a:p>
            <a:pPr marL="0" indent="0">
              <a:buNone/>
            </a:pPr>
            <a:r>
              <a:rPr lang="en-US" dirty="0"/>
              <a:t>    return response('Page Not Found', 404);</a:t>
            </a:r>
          </a:p>
          <a:p>
            <a:pPr marL="0" indent="0">
              <a:buNone/>
            </a:pPr>
            <a:r>
              <a:rPr lang="en-US" dirty="0"/>
              <a:t>});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4773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302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response() function in Laravel</vt:lpstr>
      <vt:lpstr>In Laravel, the response() helper is used to send data back to the browser (client). </vt:lpstr>
      <vt:lpstr>Simple Text Response</vt:lpstr>
      <vt:lpstr>View Response (HTML Page)</vt:lpstr>
      <vt:lpstr>Retuning JSON Response</vt:lpstr>
      <vt:lpstr>Redirect In Laravel</vt:lpstr>
      <vt:lpstr>away() </vt:lpstr>
      <vt:lpstr>File Download Response  Put the File in public-&gt;books-&gt;syllabus.pdf</vt:lpstr>
      <vt:lpstr>Custom Status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Yatika hasija</dc:creator>
  <cp:lastModifiedBy>Yatika hasija</cp:lastModifiedBy>
  <cp:revision>3</cp:revision>
  <dcterms:created xsi:type="dcterms:W3CDTF">2026-02-25T09:16:05Z</dcterms:created>
  <dcterms:modified xsi:type="dcterms:W3CDTF">2026-02-25T10:42:14Z</dcterms:modified>
</cp:coreProperties>
</file>