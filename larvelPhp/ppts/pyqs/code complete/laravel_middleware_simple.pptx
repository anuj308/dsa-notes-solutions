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7" roundtripDataSignature="AMtx7mi1s94h1qPYDLwHaqpjd8z9t03go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customschemas.google.com/relationships/presentationmetadata" Target="meta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1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1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Title Slide</a:t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>
                <a:solidFill>
                  <a:srgbClr val="888888"/>
                </a:solidFill>
              </a:rPr>
              <a:t>Laravel Middleware</a:t>
            </a:r>
            <a:endParaRPr/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>
                <a:solidFill>
                  <a:srgbClr val="888888"/>
                </a:solidFill>
              </a:rPr>
              <a:t>Simple Explanation</a:t>
            </a:r>
            <a:endParaRPr/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>
                <a:solidFill>
                  <a:srgbClr val="888888"/>
                </a:solidFill>
              </a:rPr>
              <a:t>By Raman Goyal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is Middleware?</a:t>
            </a:r>
            <a:endParaRPr/>
          </a:p>
        </p:txBody>
      </p:sp>
      <p:sp>
        <p:nvSpPr>
          <p:cNvPr id="91" name="Google Shape;91;p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Middleware works like a filter.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It checks the request before it reaches the controller.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It can also check the response before sending it to the user.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Why Middleware is Used?</a:t>
            </a:r>
            <a:endParaRPr/>
          </a:p>
        </p:txBody>
      </p:sp>
      <p:sp>
        <p:nvSpPr>
          <p:cNvPr id="97" name="Google Shape;97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To check user authentication.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To protect routes.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To log requests.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To modify requests or responses.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Real Life Example</a:t>
            </a:r>
            <a:endParaRPr/>
          </a:p>
        </p:txBody>
      </p:sp>
      <p:sp>
        <p:nvSpPr>
          <p:cNvPr id="103" name="Google Shape;10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Think of Middleware like a security guard.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A user wants to enter a building.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The guard checks the ID.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If allowed → user enters.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If not allowed → access denied.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Middleware in Laravel Flow</a:t>
            </a:r>
            <a:endParaRPr/>
          </a:p>
        </p:txBody>
      </p:sp>
      <p:sp>
        <p:nvSpPr>
          <p:cNvPr id="109" name="Google Shape;109;p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User Request → Middleware → Controller → Response → Middleware → User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Create Middleware Command</a:t>
            </a:r>
            <a:endParaRPr/>
          </a:p>
        </p:txBody>
      </p:sp>
      <p:sp>
        <p:nvSpPr>
          <p:cNvPr id="115" name="Google Shape;115;p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Artisan command: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php artisan make:middleware CheckAge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creates a middleware file inside: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app/Http/Middleware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Basic Middleware Example</a:t>
            </a:r>
            <a:endParaRPr/>
          </a:p>
        </p:txBody>
      </p:sp>
      <p:sp>
        <p:nvSpPr>
          <p:cNvPr id="121" name="Google Shape;121;p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public function handle($request, Closure $next)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{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if($request-&gt;age &lt; 18)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{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return redirect('home');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}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return $next($request);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Register Middleware</a:t>
            </a:r>
            <a:endParaRPr/>
          </a:p>
        </p:txBody>
      </p:sp>
      <p:sp>
        <p:nvSpPr>
          <p:cNvPr id="127" name="Google Shape;127;p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 file: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app/Http/Kernel.php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 middleware inside: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protected $routeMiddleware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Apply Middleware to Route</a:t>
            </a:r>
            <a:endParaRPr/>
          </a:p>
        </p:txBody>
      </p:sp>
      <p:sp>
        <p:nvSpPr>
          <p:cNvPr id="133" name="Google Shape;133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Route::get('/dashboard', function () {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return view('dashboard');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})-&gt;middleware('checkage');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Types of Middleware</a:t>
            </a:r>
            <a:endParaRPr/>
          </a:p>
        </p:txBody>
      </p: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Global Middleware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Route Middleware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Group Middleware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/>
          </a:p>
        </p:txBody>
      </p:sp>
      <p:sp>
        <p:nvSpPr>
          <p:cNvPr id="145" name="Google Shape;145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Middleware helps control access.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It improves security.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It keeps the code organized.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Very important concept in Laravel.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