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30BC-C22A-97BF-70BA-D49AF68C2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AA4F9-0C05-AADA-FAED-A36A5596D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E10F9-23BE-AE74-8933-7F06503E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AE0BD-B337-4535-2F97-981124DC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4674E-623B-9A64-1A2D-87677D8E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6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BF26-8C6C-9B57-C375-38AC2A23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ED7FF-9F64-086B-F981-A17693D6B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3BFE3-86F4-D020-D527-3D3F243A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984F-6E04-39ED-EB25-9C7FFCA5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E887-8EA3-0FAF-96A4-E0D54371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8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2250-CABB-91C6-31E3-7E8657D7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A24D8-9F41-8F46-60D1-F07825D77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FFE7-DA12-14BF-6D81-6073F715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8E6CE-1A23-0971-3381-2ADCEE0C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2D7A-5E31-E8FB-3357-EA68C8BB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86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AD0-7465-D728-66D1-C917316D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F2C5-718C-1666-F51D-EF56E7D4E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0D7D6-A43B-0528-FB69-7921B31BB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A7205-2502-053E-B2C2-ACF64C0E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25281-402A-AA30-6F68-77574662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71FF-9A63-7D61-212C-70CEE331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15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D650-94BA-3F6B-EDB4-726A7182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3411A-D8A6-9BC0-3E68-0EC90EF89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08301-4719-0334-A645-3FC9A8504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707DF-39F6-FA8C-9782-957749D6A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65BFE-05C3-33CA-FE8E-B2E735DFF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37A5D-FACD-14DC-610A-6317A410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3C1CD-8E8A-C434-0DCE-38378BB4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3D03B-FF77-CEE1-769B-6680E194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4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F09F-194A-D9DB-9482-A4DDB584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F6A10-95BA-3690-8255-D7AEBFA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F9673-BA6F-15C5-682D-8615299F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E56C3-BABD-211F-FF46-3FEBD710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00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BB433-FC92-F149-C55C-908CF53D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A903-5117-59E2-D317-EF753B35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ADB31-71A8-D8CF-C9E0-E27140D5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7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EB96-315E-3B4A-4625-B44D7BF4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F964-D504-A406-CC6E-A598F6C3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D0806-0ED3-182F-3CB6-890B198B9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CB146-C437-6501-220A-03565486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4131F-6AD2-3222-84C2-C697BDE4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BB25C-FD87-A74F-5BB2-2F5BFC9A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2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AEFC-4728-1B85-25EB-7D1DD39E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7783F-2B73-68AA-0CE6-EE27AD0AD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B40FE-D1F8-8F80-6908-39B278097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64F5B-7D94-604B-F846-2CDE55A5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A0EA-37F5-AC67-E064-53ED64A3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7F662-0AD1-29A0-C7A3-88DDD4EB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99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C26D-44C0-73AC-4334-2E5FBD33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87BCB-779F-4E83-771E-7EB124886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8ACFD-8DCC-8397-091A-C936A364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8703B-0348-4B21-3961-ADC99404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F0C24-7EA1-6512-7BAD-FEC9801F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34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83EBC-BFCF-73C0-6464-4D699B7A4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1A5DA-5D74-93DC-6856-0311F5788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BFDA-4CD2-1A79-AFAE-54B25131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93C1F-6ACF-6CB8-8A59-CBF80CC1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0A972-08AE-F7CB-F154-A5338BF1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62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4E01A-46EF-7624-1624-BAF867CC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D16C6-E32D-6D9A-B083-B6855A7B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61275-0817-4E6A-73FD-13C21BBE7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46E46-96F3-477D-9D7F-7603C129AC6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B72A4-BB29-7815-1AD2-738359D8F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12C06-B880-1868-C9B2-99F260711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C1C53-7CB9-4C7F-A833-9B39698C3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9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DB83-53D4-040D-8770-8E23D6398C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Make First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72F07-5E70-C9CC-0D5B-55D84C33F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32057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3EDF-F7BB-6F98-D5BC-5068249C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ProjectName</a:t>
            </a:r>
            <a:r>
              <a:rPr lang="en-IN" dirty="0"/>
              <a:t>-&gt; Resources-&gt; Views-&gt; </a:t>
            </a:r>
            <a:r>
              <a:rPr lang="en-IN" dirty="0" err="1"/>
              <a:t>welcome.blade.php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2DD55-4A57-7D51-87C7-610853E92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" y="2196465"/>
            <a:ext cx="107442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300" dirty="0"/>
              <a:t>!DOCTYPE html&gt;</a:t>
            </a:r>
          </a:p>
          <a:p>
            <a:pPr marL="0" indent="0">
              <a:buNone/>
            </a:pPr>
            <a:r>
              <a:rPr lang="en-IN" sz="3300" dirty="0"/>
              <a:t>&lt;html lang="{{ </a:t>
            </a:r>
            <a:r>
              <a:rPr lang="en-IN" sz="3300" dirty="0" err="1"/>
              <a:t>str_replace</a:t>
            </a:r>
            <a:r>
              <a:rPr lang="en-IN" sz="3300" dirty="0"/>
              <a:t>('_', '-', app()-&gt;</a:t>
            </a:r>
            <a:r>
              <a:rPr lang="en-IN" sz="3300" dirty="0" err="1"/>
              <a:t>getLocale</a:t>
            </a:r>
            <a:r>
              <a:rPr lang="en-IN" sz="3300" dirty="0"/>
              <a:t>()) }}"&gt;</a:t>
            </a:r>
          </a:p>
          <a:p>
            <a:pPr marL="0" indent="0">
              <a:buNone/>
            </a:pPr>
            <a:r>
              <a:rPr lang="en-IN" sz="3300" dirty="0"/>
              <a:t>    &lt;head&gt;</a:t>
            </a:r>
          </a:p>
          <a:p>
            <a:pPr marL="0" indent="0">
              <a:buNone/>
            </a:pPr>
            <a:r>
              <a:rPr lang="en-IN" sz="3300" dirty="0"/>
              <a:t>        &lt;meta charset="utf-8"&gt;</a:t>
            </a:r>
          </a:p>
          <a:p>
            <a:pPr marL="0" indent="0">
              <a:buNone/>
            </a:pPr>
            <a:r>
              <a:rPr lang="en-IN" sz="3300" dirty="0"/>
              <a:t>        &lt;meta name="viewport" content="width=device-width, initial-scale=1"&gt;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    </a:t>
            </a:r>
            <a:r>
              <a:rPr lang="en-IN" sz="3300" dirty="0">
                <a:solidFill>
                  <a:srgbClr val="FF0000"/>
                </a:solidFill>
              </a:rPr>
              <a:t>    &lt;title&gt; Laravel 1 &lt;/title&gt;</a:t>
            </a:r>
            <a:br>
              <a:rPr lang="en-IN" sz="3300" dirty="0"/>
            </a:br>
            <a:endParaRPr lang="en-IN" sz="3300" dirty="0"/>
          </a:p>
          <a:p>
            <a:pPr marL="0" indent="0">
              <a:buNone/>
            </a:pPr>
            <a:r>
              <a:rPr lang="en-IN" sz="3300" dirty="0"/>
              <a:t>        &lt;!-- Fonts --&gt;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24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FCF2-DCCD-EEEA-1309-C664F18C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Welcome.blade.php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9B09-EC94-8BBF-1878-6C74E60E3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&lt;h1&gt; Hello World &lt;/h1&gt;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64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8EBA-F62D-8BA4-DF7A-B1692D0E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First.blade.php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20010-9218-2287-A2D6-64DE2B45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&lt;h1&gt; Hello First Page &lt;/h1&gt;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59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4432-40C5-193E-20FC-40B1C034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ProjectName</a:t>
            </a:r>
            <a:r>
              <a:rPr lang="en-US" dirty="0"/>
              <a:t>-&gt;Routes-&gt; </a:t>
            </a:r>
            <a:r>
              <a:rPr lang="en-US" dirty="0" err="1"/>
              <a:t>web.php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D4EE-0805-44CE-7917-D7B571CEC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use Illuminate\Support\Facades\Route;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Route::get('/', function () {</a:t>
            </a:r>
          </a:p>
          <a:p>
            <a:r>
              <a:rPr lang="en-US" dirty="0"/>
              <a:t>    return view('first');</a:t>
            </a:r>
          </a:p>
          <a:p>
            <a:r>
              <a:rPr lang="en-US" dirty="0"/>
              <a:t>});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85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D7BE-58A2-CE3A-302B-0216BDDA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first.blade.php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C620-62C0-3E2F-4A98-73F5C865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&lt;h1 style="</a:t>
            </a:r>
            <a:r>
              <a:rPr lang="en-US" dirty="0" err="1"/>
              <a:t>color:red</a:t>
            </a:r>
            <a:r>
              <a:rPr lang="en-US" dirty="0"/>
              <a:t>; font-size:40px; </a:t>
            </a:r>
            <a:r>
              <a:rPr lang="en-US" dirty="0" err="1"/>
              <a:t>font-family:Arial</a:t>
            </a:r>
            <a:r>
              <a:rPr lang="en-US" dirty="0"/>
              <a:t>; </a:t>
            </a:r>
            <a:r>
              <a:rPr lang="en-US" dirty="0" err="1"/>
              <a:t>text-decoration:underline</a:t>
            </a:r>
            <a:r>
              <a:rPr lang="en-US" dirty="0"/>
              <a:t>;"&gt; Hello First Page &lt;/h1&gt;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1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A3A-3EF0-9D38-5D00-59D47286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php</a:t>
            </a:r>
            <a:r>
              <a:rPr lang="en-IN" dirty="0"/>
              <a:t> artisan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F8863-993C-9A5F-9768-5364154C0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php</a:t>
            </a:r>
            <a:r>
              <a:rPr lang="en-IN" dirty="0"/>
              <a:t> artisan route -h</a:t>
            </a:r>
          </a:p>
        </p:txBody>
      </p:sp>
    </p:spTree>
    <p:extLst>
      <p:ext uri="{BB962C8B-B14F-4D97-AF65-F5344CB8AC3E}">
        <p14:creationId xmlns:p14="http://schemas.microsoft.com/office/powerpoint/2010/main" val="266355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ACD0-FFFD-12DC-CB4D-EFDD1608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Routing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5F89-6B4E-AFDC-4D21-4A98DDA4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40" y="1584960"/>
            <a:ext cx="10754360" cy="459200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route:cache</a:t>
            </a:r>
            <a:r>
              <a:rPr lang="en-US" dirty="0"/>
              <a:t>  Create a route cache file for faster route registration</a:t>
            </a:r>
          </a:p>
          <a:p>
            <a:r>
              <a:rPr lang="en-US" dirty="0"/>
              <a:t>  </a:t>
            </a:r>
            <a:r>
              <a:rPr lang="en-US" dirty="0" err="1"/>
              <a:t>route:clear</a:t>
            </a:r>
            <a:r>
              <a:rPr lang="en-US" dirty="0"/>
              <a:t>  Remove the route cache file, </a:t>
            </a:r>
            <a:r>
              <a:rPr lang="en-IN" dirty="0"/>
              <a:t>Clear route cache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route:list</a:t>
            </a:r>
            <a:r>
              <a:rPr lang="en-US" dirty="0"/>
              <a:t>   List all registered routes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79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75C9-5300-4FD7-438C-0F516E06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php</a:t>
            </a:r>
            <a:r>
              <a:rPr lang="en-IN" dirty="0"/>
              <a:t> artisan </a:t>
            </a:r>
            <a:r>
              <a:rPr lang="en-IN" dirty="0" err="1"/>
              <a:t>route:list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BC62-030F-6A3E-0808-9C3ACC7A5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 GET|HEAD       / ....................................................................................................................................................................  </a:t>
            </a:r>
          </a:p>
          <a:p>
            <a:r>
              <a:rPr lang="en-IN" dirty="0"/>
              <a:t>  GET|HEAD       about/</a:t>
            </a:r>
            <a:r>
              <a:rPr lang="en-IN" dirty="0" err="1"/>
              <a:t>lpu</a:t>
            </a:r>
            <a:r>
              <a:rPr lang="en-IN" dirty="0"/>
              <a:t> ...................................................................................................................................................... about  </a:t>
            </a:r>
          </a:p>
          <a:p>
            <a:r>
              <a:rPr lang="en-IN" dirty="0"/>
              <a:t>  GET|HEAD       contact/</a:t>
            </a:r>
            <a:r>
              <a:rPr lang="en-IN" dirty="0" err="1"/>
              <a:t>lpu</a:t>
            </a:r>
            <a:r>
              <a:rPr lang="en-IN" dirty="0"/>
              <a:t> .................................................................................................................................................. contact  </a:t>
            </a:r>
          </a:p>
          <a:p>
            <a:r>
              <a:rPr lang="en-IN" dirty="0"/>
              <a:t>  GET|HEAD       first ................................................................................................................................................................  </a:t>
            </a:r>
          </a:p>
          <a:p>
            <a:r>
              <a:rPr lang="en-IN" dirty="0"/>
              <a:t>  GET|HEAD       hello ................................................................................................................................................................  </a:t>
            </a:r>
          </a:p>
          <a:p>
            <a:r>
              <a:rPr lang="en-IN" dirty="0"/>
              <a:t>  GET|HEAD       homes/</a:t>
            </a:r>
            <a:r>
              <a:rPr lang="en-IN" dirty="0" err="1"/>
              <a:t>lpu</a:t>
            </a:r>
            <a:r>
              <a:rPr lang="en-IN" dirty="0"/>
              <a:t> ....................................................................................................................................................... home  </a:t>
            </a:r>
          </a:p>
          <a:p>
            <a:r>
              <a:rPr lang="en-IN" dirty="0"/>
              <a:t>  GET|HEAD       profile/{id}/{name} ..................................................................................................................................................  </a:t>
            </a:r>
          </a:p>
          <a:p>
            <a:r>
              <a:rPr lang="en-IN" dirty="0"/>
              <a:t>  GET|HEAD       storage/{path} ......................................................................................................................................... </a:t>
            </a:r>
            <a:r>
              <a:rPr lang="en-IN" dirty="0" err="1"/>
              <a:t>storage.local</a:t>
            </a:r>
            <a:r>
              <a:rPr lang="en-IN" dirty="0"/>
              <a:t>  </a:t>
            </a:r>
          </a:p>
          <a:p>
            <a:r>
              <a:rPr lang="en-IN" dirty="0"/>
              <a:t>  GET|HEAD       up ................................................................................................................................................................... </a:t>
            </a:r>
          </a:p>
          <a:p>
            <a:r>
              <a:rPr lang="en-IN" dirty="0"/>
              <a:t>  GET|HEAD       user/{name?} .........................................................................................................................................................  </a:t>
            </a:r>
          </a:p>
          <a:p>
            <a:r>
              <a:rPr lang="en-IN" dirty="0"/>
              <a:t>  GET|HEAD       users/{id} ...........................................................................................................................................................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240231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FF39-1993-E480-FA90-28E4DBA4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 err="1"/>
              <a:t>php</a:t>
            </a:r>
            <a:r>
              <a:rPr lang="fr-FR" dirty="0"/>
              <a:t> artisan </a:t>
            </a:r>
            <a:r>
              <a:rPr lang="fr-FR" dirty="0" err="1"/>
              <a:t>route:list</a:t>
            </a:r>
            <a:r>
              <a:rPr lang="fr-FR" dirty="0"/>
              <a:t> --</a:t>
            </a:r>
            <a:r>
              <a:rPr lang="fr-FR" dirty="0" err="1"/>
              <a:t>except-vendor</a:t>
            </a:r>
            <a:r>
              <a:rPr lang="fr-FR" dirty="0"/>
              <a:t> </a:t>
            </a:r>
            <a:br>
              <a:rPr lang="fr-FR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BD3B7-9F35-2F56-4FC4-394DA473B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Laravel will:</a:t>
            </a:r>
          </a:p>
          <a:p>
            <a:r>
              <a:rPr lang="en-US" dirty="0"/>
              <a:t>✔ show only routes inside:</a:t>
            </a:r>
          </a:p>
          <a:p>
            <a:r>
              <a:rPr lang="en-IN" dirty="0"/>
              <a:t>routes/</a:t>
            </a:r>
            <a:r>
              <a:rPr lang="en-IN" dirty="0" err="1"/>
              <a:t>web.php</a:t>
            </a:r>
            <a:endParaRPr lang="en-IN" dirty="0"/>
          </a:p>
          <a:p>
            <a:r>
              <a:rPr lang="en-IN" dirty="0"/>
              <a:t>routes/</a:t>
            </a:r>
            <a:r>
              <a:rPr lang="en-IN" dirty="0" err="1"/>
              <a:t>api.php</a:t>
            </a:r>
            <a:endParaRPr lang="en-IN" dirty="0"/>
          </a:p>
          <a:p>
            <a:r>
              <a:rPr lang="en-IN" dirty="0"/>
              <a:t>your controllers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23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93D-9FC9-2251-1197-F21BB6E5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php</a:t>
            </a:r>
            <a:r>
              <a:rPr lang="en-IN" dirty="0"/>
              <a:t> artisan optimize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490B-ADD2-E5DA-11CC-A77B750B7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👉 </a:t>
            </a:r>
            <a:r>
              <a:rPr lang="en-US" b="1" dirty="0"/>
              <a:t>improves application performance by caching important framework files</a:t>
            </a:r>
            <a:r>
              <a:rPr lang="en-US" dirty="0"/>
              <a:t>.</a:t>
            </a:r>
          </a:p>
          <a:p>
            <a:r>
              <a:rPr lang="en-US" dirty="0"/>
              <a:t>It makes Laravel </a:t>
            </a:r>
            <a:r>
              <a:rPr lang="en-US" b="1" dirty="0"/>
              <a:t>load faster in production</a:t>
            </a:r>
            <a:r>
              <a:rPr lang="en-US" dirty="0"/>
              <a:t> by avoiding repeated calculations.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36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366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Make First Project</vt:lpstr>
      <vt:lpstr>ProjectName-&gt; Resources-&gt; Views-&gt; welcome.blade.php</vt:lpstr>
      <vt:lpstr>Welcome.blade.php</vt:lpstr>
      <vt:lpstr>First.blade.php</vt:lpstr>
      <vt:lpstr>ProjectName-&gt;Routes-&gt; web.php</vt:lpstr>
      <vt:lpstr>first.blade.php</vt:lpstr>
      <vt:lpstr>php artisan</vt:lpstr>
      <vt:lpstr>Routing Commands</vt:lpstr>
      <vt:lpstr>php artisan route:list</vt:lpstr>
      <vt:lpstr> php artisan route:list --except-vendor  </vt:lpstr>
      <vt:lpstr>php artisan optimize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Yatika hasija</dc:creator>
  <cp:lastModifiedBy>Yatika hasija</cp:lastModifiedBy>
  <cp:revision>4</cp:revision>
  <dcterms:created xsi:type="dcterms:W3CDTF">2026-02-10T09:19:00Z</dcterms:created>
  <dcterms:modified xsi:type="dcterms:W3CDTF">2026-02-16T10:43:37Z</dcterms:modified>
</cp:coreProperties>
</file>