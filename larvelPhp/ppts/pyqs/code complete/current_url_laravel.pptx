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URL Generation - The Current URL (Laravel)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explanation for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URL Generation?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means creating or getting URLs in Laravel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Current URL?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current URL is the URL of the page the user is visiting right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Current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url()-&gt;current()</a:t>
            </a:r>
          </a:p>
          <a:p>
            <a:r>
              <a:t>Example:</a:t>
            </a:r>
          </a:p>
          <a:p>
            <a:r>
              <a:t>$url = url()-&gt;current();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Full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url()-&gt;full()</a:t>
            </a:r>
          </a:p>
          <a:p>
            <a:r>
              <a:t>It includes query parameters also.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Request Helper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can also use request()-&gt;url()</a:t>
            </a:r>
          </a:p>
          <a:p>
            <a:r>
              <a:t>Example:</a:t>
            </a:r>
          </a:p>
          <a:p>
            <a:r>
              <a:t>$requestUrl = request()-&gt;url();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current(): without query string</a:t>
            </a:r>
          </a:p>
          <a:p>
            <a:r>
              <a:t>full(): with query string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URL: example.com/page?id=5</a:t>
            </a:r>
          </a:p>
          <a:p>
            <a:r>
              <a:t>current(): example.com/page</a:t>
            </a:r>
          </a:p>
          <a:p>
            <a:r>
              <a:t>full(): example.com/page?id=5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Tracking pages</a:t>
            </a:r>
          </a:p>
          <a:p>
            <a:r>
              <a:t>Redirecting users</a:t>
            </a:r>
          </a:p>
          <a:p>
            <a:r>
              <a:t>Logging and debugging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Laravel makes URL handling simple and powerful.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