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Google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gB5hdkN92aPU4+JXIvqC6Ka2DN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-regular.fntdata"/><Relationship Id="rId20" Type="http://schemas.openxmlformats.org/officeDocument/2006/relationships/slide" Target="slides/slide16.xml"/><Relationship Id="rId42" Type="http://schemas.openxmlformats.org/officeDocument/2006/relationships/font" Target="fonts/GoogleSans-italic.fntdata"/><Relationship Id="rId41" Type="http://schemas.openxmlformats.org/officeDocument/2006/relationships/font" Target="fonts/GoogleSans-bold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GoogleSans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Blade Template in Laravel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Blade Template in Laravel</a:t>
            </a:r>
            <a:endParaRPr/>
          </a:p>
        </p:txBody>
      </p:sp>
      <p:pic>
        <p:nvPicPr>
          <p:cNvPr id="90" name="Google Shape;9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8420" y="1785544"/>
            <a:ext cx="8737500" cy="48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Blade Template</a:t>
            </a:r>
            <a:endParaRPr/>
          </a:p>
        </p:txBody>
      </p:sp>
      <p:pic>
        <p:nvPicPr>
          <p:cNvPr id="96" name="Google Shape;9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272" y="1690688"/>
            <a:ext cx="10155455" cy="413354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1150352" y="5824229"/>
            <a:ext cx="72519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faster than normal php code execution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Expressions are simple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{{ }}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{{ }} is called experession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589280" y="436880"/>
            <a:ext cx="1018032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Consolas"/>
              <a:buNone/>
            </a:pPr>
            <a:r>
              <a:rPr b="0" lang="en-IN" sz="36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b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3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App\Http\Controllers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3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Illuminate\Http\</a:t>
            </a:r>
            <a:r>
              <a:rPr b="0" lang="en-IN" sz="36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3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MyController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Controller</a:t>
            </a:r>
            <a:endParaRPr b="0"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nsolas"/>
              <a:buNone/>
            </a:pP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nsolas"/>
              <a:buNone/>
            </a:pP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3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getview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(){  </a:t>
            </a:r>
            <a:r>
              <a:rPr b="0" lang="en-IN" sz="3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//create the function name</a:t>
            </a:r>
            <a:endParaRPr b="0"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nsolas"/>
              <a:buNone/>
            </a:pP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"Amit"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nsolas"/>
              <a:buNone/>
            </a:pP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lang="en-IN" sz="36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'new'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,[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0" lang="en-IN" sz="3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//return the view with this function</a:t>
            </a:r>
            <a:endParaRPr b="0"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Call the function getview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•"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App\Http\Controllers\</a:t>
            </a:r>
            <a:r>
              <a:rPr b="0" lang="en-IN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MyController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7F99"/>
              </a:buClr>
              <a:buSzPts val="2800"/>
              <a:buChar char="•"/>
            </a:pPr>
            <a:r>
              <a:rPr b="0" lang="en-IN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'/getview'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,[</a:t>
            </a:r>
            <a:r>
              <a:rPr b="0" lang="en-IN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MyController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'getview'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{{}} is simple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914400" y="2122438"/>
            <a:ext cx="60960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&lt;h1&gt;  This is New Page 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{{$user}}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$user;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&lt;/h1&gt;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We can use PHP inbuilt function in blade template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None/>
            </a:pPr>
            <a:r>
              <a:rPr b="0" lang="en-IN" sz="36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3600"/>
              <a:buNone/>
            </a:pP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$str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"Amarinder"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3600"/>
              <a:buNone/>
            </a:pP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$len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lang="en-IN" sz="36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$str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3600"/>
              <a:buNone/>
            </a:pPr>
            <a:r>
              <a:rPr b="0" lang="en-IN" sz="36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"The length of the string is </a:t>
            </a: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$len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3600"/>
              <a:buNone/>
            </a:pP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$word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 sz="36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str_word_count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$str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3600"/>
              <a:buNone/>
            </a:pPr>
            <a:r>
              <a:rPr b="0" lang="en-IN" sz="36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"The word length is </a:t>
            </a:r>
            <a:r>
              <a:rPr b="0" lang="en-IN" sz="36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$word</a:t>
            </a:r>
            <a:r>
              <a:rPr b="0" lang="en-IN" sz="3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en-IN"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   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3600"/>
              <a:buNone/>
            </a:pPr>
            <a:r>
              <a:rPr b="0" lang="en-IN" sz="36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 b="0"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1009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Try to pass an array through view and passing the 2 variables also </a:t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1026160" y="1156315"/>
            <a:ext cx="1042416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b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App\Http\Controllers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b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Illuminate\Http\</a:t>
            </a:r>
            <a:r>
              <a:rPr b="0" lang="en-IN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b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MyController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Controller</a:t>
            </a:r>
            <a:endParaRPr b="0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4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getview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(){  </a:t>
            </a:r>
            <a:r>
              <a:rPr b="0" lang="en-IN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//create the function name</a:t>
            </a:r>
            <a:endParaRPr b="0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IN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"Amit"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IN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$users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"aman"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"rohit"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"sherry"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b="0" lang="en-IN" sz="24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4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'new'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,[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lang="en-IN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 sz="2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"users"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lang="en-IN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$users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0" lang="en-IN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//return the view with this function</a:t>
            </a: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518160" y="121921"/>
            <a:ext cx="10647680" cy="1568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If we write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$users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b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 will give an error</a:t>
            </a:r>
            <a:endParaRPr/>
          </a:p>
        </p:txBody>
      </p:sp>
      <p:pic>
        <p:nvPicPr>
          <p:cNvPr id="138" name="Google Shape;13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6289" y="1825625"/>
            <a:ext cx="855942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onsolas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en-I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b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we add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en-I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 the blade template then it will work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Means we can run foreach() loop also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None/>
            </a:pPr>
            <a:r>
              <a:rPr b="0" lang="en-IN" sz="4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@foreach 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4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$users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b="0" lang="en-IN" sz="4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4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4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 sz="4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b="0" sz="4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4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b="0" sz="4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4000"/>
              <a:buNone/>
            </a:pPr>
            <a:r>
              <a:rPr b="0" lang="en-IN" sz="4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@endforeach</a:t>
            </a:r>
            <a:endParaRPr b="0" sz="4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Check even or odd in blade template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@if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3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b="0" lang="en-IN" sz="3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lang="en-IN" sz="3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&lt;h4&gt;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The num is even 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&lt;/h4&gt;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@else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&lt;h4&gt;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The num is odd 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&lt;/h4&gt;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@endif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b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For loop in blade template</a:t>
            </a:r>
            <a:endParaRPr/>
          </a:p>
        </p:txBody>
      </p:sp>
      <p:sp>
        <p:nvSpPr>
          <p:cNvPr id="162" name="Google Shape;16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b="0" lang="en-I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Table in Blade Template</a:t>
            </a:r>
            <a:endParaRPr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3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 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3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 sz="3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lang="en-IN" sz="3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b="0" lang="en-IN" sz="3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lang="en-IN" sz="3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/>
          </a:p>
          <a:p>
            <a:pPr indent="-228600" lvl="0" marL="22860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2 * </a:t>
            </a: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3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b="0" lang="en-IN" sz="3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$i</a:t>
            </a: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-228600" lvl="0" marL="22860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 sz="3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en-IN" sz="32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b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Laravel Basic Topics</a:t>
            </a:r>
            <a:endParaRPr/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Routing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View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Model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Controller</a:t>
            </a:r>
            <a:endParaRPr/>
          </a:p>
        </p:txBody>
      </p:sp>
      <p:cxnSp>
        <p:nvCxnSpPr>
          <p:cNvPr id="175" name="Google Shape;175;p16"/>
          <p:cNvCxnSpPr/>
          <p:nvPr/>
        </p:nvCxnSpPr>
        <p:spPr>
          <a:xfrm>
            <a:off x="2062480" y="2580640"/>
            <a:ext cx="217424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76" name="Google Shape;176;p16"/>
          <p:cNvSpPr txBox="1"/>
          <p:nvPr/>
        </p:nvSpPr>
        <p:spPr>
          <a:xfrm>
            <a:off x="4312920" y="2448560"/>
            <a:ext cx="3195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 and Blade Template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Blade Template</a:t>
            </a:r>
            <a:endParaRPr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Templating engine for PHP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Small Code , Clean and easy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Dynamic and Reusable Template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40C28"/>
              </a:buClr>
              <a:buSzPts val="2800"/>
              <a:buChar char="•"/>
            </a:pPr>
            <a:r>
              <a:rPr b="0" i="0" lang="en-IN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create modular and reusable views quickly</a:t>
            </a:r>
            <a:r>
              <a:rPr b="0" i="0" lang="en-IN">
                <a:solidFill>
                  <a:srgbClr val="474747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Basic Syntax</a:t>
            </a:r>
            <a:endParaRPr/>
          </a:p>
        </p:txBody>
      </p:sp>
      <p:pic>
        <p:nvPicPr>
          <p:cNvPr id="188" name="Google Shape;18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6560" y="1878987"/>
            <a:ext cx="7022066" cy="4056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6560" y="5128206"/>
            <a:ext cx="7691005" cy="136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PHP and PHP Comments</a:t>
            </a:r>
            <a:endParaRPr/>
          </a:p>
        </p:txBody>
      </p:sp>
      <p:pic>
        <p:nvPicPr>
          <p:cNvPr id="195" name="Google Shape;195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392" y="2336179"/>
            <a:ext cx="6645216" cy="3330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@if - @elseif -@else -@endif</a:t>
            </a:r>
            <a:endParaRPr/>
          </a:p>
        </p:txBody>
      </p:sp>
      <p:pic>
        <p:nvPicPr>
          <p:cNvPr id="201" name="Google Shape;20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770" y="2324748"/>
            <a:ext cx="6218459" cy="3353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67564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@switch</a:t>
            </a:r>
            <a:endParaRPr/>
          </a:p>
        </p:txBody>
      </p:sp>
      <p:pic>
        <p:nvPicPr>
          <p:cNvPr id="207" name="Google Shape;20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118800"/>
            <a:ext cx="9276848" cy="55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@isset and @isempty</a:t>
            </a:r>
            <a:endParaRPr/>
          </a:p>
        </p:txBody>
      </p:sp>
      <p:pic>
        <p:nvPicPr>
          <p:cNvPr id="213" name="Google Shape;21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773553"/>
            <a:ext cx="9651968" cy="48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Blade Loop Statement Syntax</a:t>
            </a:r>
            <a:endParaRPr/>
          </a:p>
        </p:txBody>
      </p:sp>
      <p:pic>
        <p:nvPicPr>
          <p:cNvPr id="219" name="Google Shape;219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65274"/>
            <a:ext cx="10317306" cy="4754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Continue and Break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@continue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@break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Example- to print a variable using blade</a:t>
            </a:r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838200" y="1825625"/>
            <a:ext cx="10515600" cy="4663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@php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$name="raj"; // static variable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 @endphp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 {{$name}}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 {{--using route or controller for dynamic variable--}}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Adding HTML and JS in Blade Template</a:t>
            </a:r>
            <a:endParaRPr/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795E26"/>
              </a:buClr>
              <a:buSzPts val="3200"/>
              <a:buNone/>
            </a:pP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{!!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 &lt;h1&gt; Hi &lt;/h1&gt;"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!!}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3200"/>
              <a:buNone/>
            </a:pP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{!!</a:t>
            </a:r>
            <a:r>
              <a:rPr b="0" lang="en-IN" sz="3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"&lt;script&gt; alert("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Hi</a:t>
            </a:r>
            <a:r>
              <a:rPr b="0" lang="en-IN" sz="3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") &lt;/script&gt;"</a:t>
            </a:r>
            <a:r>
              <a:rPr b="0" lang="en-IN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3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!!}</a:t>
            </a:r>
            <a:endParaRPr b="0" sz="3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Comment Statement</a:t>
            </a:r>
            <a:endParaRPr/>
          </a:p>
        </p:txBody>
      </p:sp>
      <p:sp>
        <p:nvSpPr>
          <p:cNvPr id="243" name="Google Shape;243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Char char="•"/>
            </a:pPr>
            <a:r>
              <a:rPr b="0" lang="en-I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{{-- Comment Statement --}}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Declaring and Using Variable</a:t>
            </a:r>
            <a:endParaRPr/>
          </a:p>
        </p:txBody>
      </p:sp>
      <p:sp>
        <p:nvSpPr>
          <p:cNvPr id="249" name="Google Shape;24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"amit"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@endphp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2800"/>
              <a:buNone/>
            </a:pP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Arrays in Blade template</a:t>
            </a:r>
            <a:endParaRPr/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2800"/>
              <a:buNone/>
            </a:pP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"zen"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"alto"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"swift"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@endphp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@foreach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@endforeach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b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@- Print the Same</a:t>
            </a:r>
            <a:endParaRPr/>
          </a:p>
        </p:txBody>
      </p:sp>
      <p:sp>
        <p:nvSpPr>
          <p:cNvPr id="261" name="Google Shape;261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80"/>
              </a:buClr>
              <a:buSzPts val="2800"/>
              <a:buNone/>
            </a:pP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$loop is inbuilt variable and Index are properties</a:t>
            </a:r>
            <a:endParaRPr/>
          </a:p>
        </p:txBody>
      </p:sp>
      <p:pic>
        <p:nvPicPr>
          <p:cNvPr id="267" name="Google Shape;267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640" y="1690688"/>
            <a:ext cx="8884538" cy="480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5E26"/>
              </a:buClr>
              <a:buSzPts val="4400"/>
              <a:buFont typeface="Consolas"/>
              <a:buNone/>
            </a:pP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/>
          </a:p>
        </p:txBody>
      </p:sp>
      <p:sp>
        <p:nvSpPr>
          <p:cNvPr id="273" name="Google Shape;27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2800"/>
              <a:buNone/>
            </a:pP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"zen"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"alto"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"swift"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@endphp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@foreach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	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@endforeach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2800"/>
              <a:buChar char="•"/>
            </a:pP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5E26"/>
              </a:buClr>
              <a:buSzPts val="4400"/>
              <a:buFont typeface="Consolas"/>
              <a:buNone/>
            </a:pP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iteration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/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2800"/>
              <a:buNone/>
            </a:pP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"zen"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"alto"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"swift"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@endphp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@foreach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iteration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@endforeach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1080"/>
              </a:buClr>
              <a:buSzPts val="2800"/>
              <a:buChar char="•"/>
            </a:pP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$user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304800" y="148276"/>
            <a:ext cx="1319784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0000"/>
              </a:buClr>
              <a:buSzPts val="4000"/>
              <a:buFont typeface="Consolas"/>
              <a:buNone/>
            </a:pPr>
            <a:r>
              <a:rPr b="0" lang="en-IN" sz="4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 sz="4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"color: red“</a:t>
            </a:r>
            <a:r>
              <a:rPr lang="en-IN" sz="4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and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en-IN" sz="4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4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 sz="4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lang="en-IN" sz="4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endParaRPr sz="4000"/>
          </a:p>
        </p:txBody>
      </p:sp>
      <p:sp>
        <p:nvSpPr>
          <p:cNvPr id="285" name="Google Shape;285;p34"/>
          <p:cNvSpPr txBox="1"/>
          <p:nvPr/>
        </p:nvSpPr>
        <p:spPr>
          <a:xfrm>
            <a:off x="944880" y="1392558"/>
            <a:ext cx="8361680" cy="5121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@php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080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0" lang="en-I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"zen"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"alto"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"swift"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I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"Audi"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@endphp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@foreach 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@if 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000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"color: red"</a:t>
            </a: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@endif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lang="en-I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@endforeach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b="0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onsolas"/>
              <a:buNone/>
            </a:pP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last)</a:t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@foreach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$cars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@if 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ct val="1000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"color: red"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@elseif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last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ct val="1000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"color: orange"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@else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ct val="100000"/>
              <a:buNone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&lt;li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E5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"color:black"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$loop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I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$car</a:t>
            </a:r>
            <a:r>
              <a:rPr b="0" lang="en-I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b="0" lang="en-I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@endif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0" lang="en-I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@endforeach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ct val="100000"/>
              <a:buChar char="•"/>
            </a:pPr>
            <a:r>
              <a:rPr b="0" lang="en-IN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2025-03-16T14:14:07Z</dcterms:created>
  <dc:creator>Yatika hasija</dc:creator>
</cp:coreProperties>
</file>