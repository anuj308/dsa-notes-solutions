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</p:sldIdLst>
  <p:sldSz cy="6858000" cx="12192000"/>
  <p:notesSz cx="6858000" cy="9144000"/>
  <p:embeddedFontLst>
    <p:embeddedFont>
      <p:font typeface="Source Code Pro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7" roundtripDataSignature="AMtx7mgHT2pJa/z0INTdzj4n55NgM7Yk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font" Target="fonts/SourceCodePro-bold.fntdata"/><Relationship Id="rId63" Type="http://schemas.openxmlformats.org/officeDocument/2006/relationships/font" Target="fonts/SourceCodePro-regular.fntdata"/><Relationship Id="rId22" Type="http://schemas.openxmlformats.org/officeDocument/2006/relationships/slide" Target="slides/slide18.xml"/><Relationship Id="rId66" Type="http://schemas.openxmlformats.org/officeDocument/2006/relationships/font" Target="fonts/SourceCodePro-boldItalic.fntdata"/><Relationship Id="rId21" Type="http://schemas.openxmlformats.org/officeDocument/2006/relationships/slide" Target="slides/slide17.xml"/><Relationship Id="rId65" Type="http://schemas.openxmlformats.org/officeDocument/2006/relationships/font" Target="fonts/SourceCodePro-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7" Type="http://customschemas.google.com/relationships/presentationmetadata" Target="meta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git-scm.com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19760" y="1156122"/>
            <a:ext cx="10668000" cy="3043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/>
              <a:t>Lecture 1</a:t>
            </a:r>
            <a:br>
              <a:rPr b="1" lang="en-US" sz="3600"/>
            </a:br>
            <a:r>
              <a:rPr b="1" lang="en-US" sz="3600"/>
              <a:t>INT 221- LARAVEL</a:t>
            </a:r>
            <a:br>
              <a:rPr b="1" lang="en-US" sz="3600"/>
            </a:br>
            <a:r>
              <a:rPr b="1" lang="en-US" sz="4400">
                <a:solidFill>
                  <a:srgbClr val="FF0000"/>
                </a:solidFill>
              </a:rPr>
              <a:t>HOW TO INSTALL COMPOSER</a:t>
            </a:r>
            <a:endParaRPr b="1" sz="3600">
              <a:solidFill>
                <a:srgbClr val="FF0000"/>
              </a:solidFill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0296" y="476672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XAMPP and Composer</a:t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0" y="1324079"/>
            <a:ext cx="9207000" cy="510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GO to apachefriends.org</a:t>
            </a:r>
            <a:endParaRPr/>
          </a:p>
        </p:txBody>
      </p:sp>
      <p:pic>
        <p:nvPicPr>
          <p:cNvPr id="97" name="Google Shape;9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3563" y="1846263"/>
            <a:ext cx="7525199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2/10/2026</a:t>
            </a:r>
            <a:endParaRPr/>
          </a:p>
        </p:txBody>
      </p:sp>
      <p:sp>
        <p:nvSpPr>
          <p:cNvPr id="99" name="Google Shape;99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Go To XAMPP for Windows</a:t>
            </a:r>
            <a:endParaRPr/>
          </a:p>
        </p:txBody>
      </p:sp>
      <p:pic>
        <p:nvPicPr>
          <p:cNvPr id="105" name="Google Shape;105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0407" y="1846263"/>
            <a:ext cx="7151511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2/10/2026</a:t>
            </a:r>
            <a:endParaRPr/>
          </a:p>
        </p:txBody>
      </p:sp>
      <p:sp>
        <p:nvSpPr>
          <p:cNvPr id="107" name="Google Shape;10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4"/>
          <p:cNvSpPr/>
          <p:nvPr/>
        </p:nvSpPr>
        <p:spPr>
          <a:xfrm rot="-1153811">
            <a:off x="4769216" y="3991163"/>
            <a:ext cx="552735" cy="77917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XAMPP will start downloading</a:t>
            </a:r>
            <a:endParaRPr/>
          </a:p>
        </p:txBody>
      </p:sp>
      <p:pic>
        <p:nvPicPr>
          <p:cNvPr id="114" name="Google Shape;114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0407" y="1846263"/>
            <a:ext cx="7151511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2/10/2026</a:t>
            </a:r>
            <a:endParaRPr/>
          </a:p>
        </p:txBody>
      </p:sp>
      <p:sp>
        <p:nvSpPr>
          <p:cNvPr id="116" name="Google Shape;1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5"/>
          <p:cNvSpPr/>
          <p:nvPr/>
        </p:nvSpPr>
        <p:spPr>
          <a:xfrm rot="-1569574">
            <a:off x="2228144" y="4857135"/>
            <a:ext cx="583882" cy="79641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Go to getcomposer.org</a:t>
            </a:r>
            <a:endParaRPr/>
          </a:p>
        </p:txBody>
      </p:sp>
      <p:pic>
        <p:nvPicPr>
          <p:cNvPr id="123" name="Google Shape;123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3817" y="1825625"/>
            <a:ext cx="8284365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0296" y="476672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708824" y="266274"/>
            <a:ext cx="10033000" cy="1138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After clicking on Downloads run Composer-setup.exe file</a:t>
            </a:r>
            <a:endParaRPr/>
          </a:p>
        </p:txBody>
      </p:sp>
      <p:pic>
        <p:nvPicPr>
          <p:cNvPr id="130" name="Google Shape;130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534" y="1498390"/>
            <a:ext cx="10003421" cy="5093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6776" y="266274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Click on Run</a:t>
            </a:r>
            <a:endParaRPr/>
          </a:p>
        </p:txBody>
      </p:sp>
      <p:pic>
        <p:nvPicPr>
          <p:cNvPr id="137" name="Google Shape;137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326" y="1958957"/>
            <a:ext cx="8169348" cy="408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Click on Install for all users</a:t>
            </a:r>
            <a:endParaRPr/>
          </a:p>
        </p:txBody>
      </p:sp>
      <p:pic>
        <p:nvPicPr>
          <p:cNvPr id="143" name="Google Shape;143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4687" y="2000870"/>
            <a:ext cx="7902625" cy="4000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Click on Next</a:t>
            </a:r>
            <a:endParaRPr/>
          </a:p>
        </p:txBody>
      </p:sp>
      <p:pic>
        <p:nvPicPr>
          <p:cNvPr id="149" name="Google Shape;149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3739" y="1924664"/>
            <a:ext cx="7864522" cy="4153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Click on Check Box and click on Next </a:t>
            </a:r>
            <a:endParaRPr/>
          </a:p>
        </p:txBody>
      </p:sp>
      <p:pic>
        <p:nvPicPr>
          <p:cNvPr id="155" name="Google Shape;155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761" y="1955146"/>
            <a:ext cx="8642690" cy="450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Click on Next</a:t>
            </a:r>
            <a:endParaRPr/>
          </a:p>
        </p:txBody>
      </p:sp>
      <p:pic>
        <p:nvPicPr>
          <p:cNvPr id="161" name="Google Shape;161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8049" y="1993250"/>
            <a:ext cx="7635902" cy="4016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Click on Install</a:t>
            </a:r>
            <a:endParaRPr/>
          </a:p>
        </p:txBody>
      </p:sp>
      <p:pic>
        <p:nvPicPr>
          <p:cNvPr id="167" name="Google Shape;167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0445" y="1955146"/>
            <a:ext cx="7491109" cy="4092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Click Next</a:t>
            </a:r>
            <a:endParaRPr/>
          </a:p>
        </p:txBody>
      </p:sp>
      <p:pic>
        <p:nvPicPr>
          <p:cNvPr id="173" name="Google Shape;173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3858" y="2038974"/>
            <a:ext cx="6744284" cy="3924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Click on Finish</a:t>
            </a:r>
            <a:endParaRPr/>
          </a:p>
        </p:txBody>
      </p:sp>
      <p:pic>
        <p:nvPicPr>
          <p:cNvPr id="179" name="Google Shape;179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4256" y="1997060"/>
            <a:ext cx="7483488" cy="4008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Check PHP Version</a:t>
            </a:r>
            <a:br>
              <a:rPr lang="en-US"/>
            </a:br>
            <a:endParaRPr/>
          </a:p>
        </p:txBody>
      </p:sp>
      <p:sp>
        <p:nvSpPr>
          <p:cNvPr id="185" name="Google Shape;185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php -v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Check Git Version</a:t>
            </a:r>
            <a:endParaRPr/>
          </a:p>
        </p:txBody>
      </p:sp>
      <p:sp>
        <p:nvSpPr>
          <p:cNvPr id="191" name="Google Shape;19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git --version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Check Composer Version</a:t>
            </a:r>
            <a:endParaRPr/>
          </a:p>
        </p:txBody>
      </p:sp>
      <p:sp>
        <p:nvSpPr>
          <p:cNvPr id="197" name="Google Shape;19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composer --version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composer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Go to Laravel.com (official site of Laravel)</a:t>
            </a:r>
            <a:endParaRPr/>
          </a:p>
        </p:txBody>
      </p:sp>
      <p:pic>
        <p:nvPicPr>
          <p:cNvPr id="203" name="Google Shape;203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983" y="1825625"/>
            <a:ext cx="8666033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Command to install Laravel globally</a:t>
            </a:r>
            <a:endParaRPr/>
          </a:p>
        </p:txBody>
      </p:sp>
      <p:sp>
        <p:nvSpPr>
          <p:cNvPr id="209" name="Google Shape;209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Source Code Pro"/>
                <a:ea typeface="Source Code Pro"/>
                <a:cs typeface="Source Code Pro"/>
                <a:sym typeface="Source Code Pro"/>
              </a:rPr>
              <a:t>Globally Install the Laravel installer via composer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 i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 i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>
                <a:latin typeface="Source Code Pro"/>
                <a:ea typeface="Source Code Pro"/>
                <a:cs typeface="Source Code Pro"/>
                <a:sym typeface="Source Code Pro"/>
              </a:rPr>
              <a:t>composer global require laravel/installer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Source Code Pro"/>
                <a:ea typeface="Source Code Pro"/>
                <a:cs typeface="Source Code Pro"/>
                <a:sym typeface="Source Code Pro"/>
              </a:rPr>
              <a:t>This command has to be run once to install Laravel globally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Installs once → usable everywhere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 you can run: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laravel new projectname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</a:t>
            </a:r>
            <a:r>
              <a:rPr b="1" lang="en-US"/>
              <a:t>any folder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composer</a:t>
            </a:r>
            <a:br>
              <a:rPr b="1" lang="en-US"/>
            </a:b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Composer is </a:t>
            </a:r>
            <a:r>
              <a:rPr b="1" lang="en-US"/>
              <a:t>PHP’s dependency manager</a:t>
            </a:r>
            <a:br>
              <a:rPr lang="en-US"/>
            </a:br>
            <a:r>
              <a:rPr lang="en-US"/>
              <a:t>👉 Like </a:t>
            </a:r>
            <a:r>
              <a:rPr b="1" lang="en-US"/>
              <a:t>npm (Node)</a:t>
            </a:r>
            <a:r>
              <a:rPr lang="en-US"/>
              <a:t> or </a:t>
            </a:r>
            <a:r>
              <a:rPr b="1" lang="en-US"/>
              <a:t>pip (Python)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installs packages/libraries.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global</a:t>
            </a:r>
            <a:br>
              <a:rPr b="1" lang="en-US"/>
            </a:b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tells Composer: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Install the package </a:t>
            </a:r>
            <a:r>
              <a:rPr b="1" lang="en-US"/>
              <a:t>globally for the whole system</a:t>
            </a:r>
            <a:r>
              <a:rPr lang="en-US"/>
              <a:t>, not inside one project.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require laravel/installer</a:t>
            </a:r>
            <a:br>
              <a:rPr b="1" lang="en-US"/>
            </a:br>
            <a:endParaRPr/>
          </a:p>
        </p:txBody>
      </p:sp>
      <p:sp>
        <p:nvSpPr>
          <p:cNvPr id="227" name="Google Shape;22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means: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Install the Laravel Installer package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downloads: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laravel/installer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from Packagist (PHP package repository)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3" name="Google Shape;233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C:\Users\&lt;username&gt;\AppData\Roaming\Composer\vendor\bin\laravel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file gives you the laravel command.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Check Laravel version</a:t>
            </a:r>
            <a:endParaRPr/>
          </a:p>
        </p:txBody>
      </p:sp>
      <p:sp>
        <p:nvSpPr>
          <p:cNvPr id="239" name="Google Shape;239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laravel -v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Laravel is installed properly</a:t>
            </a:r>
            <a:endParaRPr/>
          </a:p>
        </p:txBody>
      </p:sp>
      <p:pic>
        <p:nvPicPr>
          <p:cNvPr id="245" name="Google Shape;245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219805"/>
            <a:ext cx="10515600" cy="3562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the folder in VS Code and run the command (Terminal 🡪 New Terminal)</a:t>
            </a:r>
            <a:endParaRPr/>
          </a:p>
        </p:txBody>
      </p:sp>
      <p:pic>
        <p:nvPicPr>
          <p:cNvPr id="251" name="Google Shape;251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5636" y="1875130"/>
            <a:ext cx="7940728" cy="425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Issues and solutions- When running the composer global require laravel/installer</a:t>
            </a:r>
            <a:endParaRPr/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Git installation,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modifying the php.ini file,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or environment configuration.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Problem:</a:t>
            </a:r>
            <a:endParaRPr/>
          </a:p>
        </p:txBody>
      </p:sp>
      <p:sp>
        <p:nvSpPr>
          <p:cNvPr id="263" name="Google Shape;263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Composer requires Git to download dependencies (like laravel/installer) from repositories. If Git is not installed or not properly set up, you'll see errors like:bashCopy code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Failed to clone ... repository not found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Problems Encountered</a:t>
            </a:r>
            <a:endParaRPr/>
          </a:p>
        </p:txBody>
      </p:sp>
      <p:sp>
        <p:nvSpPr>
          <p:cNvPr id="269" name="Google Shape;269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Need XAMPP Latest Version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composer clear –cache on terminal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Then install composer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Solution:Verify Git Installation:</a:t>
            </a:r>
            <a:endParaRPr/>
          </a:p>
        </p:txBody>
      </p:sp>
      <p:sp>
        <p:nvSpPr>
          <p:cNvPr id="275" name="Google Shape;275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Run git --version in the terminal to check if Git is installed.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Install Git:On Windows: Download Git from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git-scm.com </a:t>
            </a:r>
            <a:r>
              <a:rPr lang="en-US"/>
              <a:t>and follow the installation instructions.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Modifying php.ini File</a:t>
            </a:r>
            <a:endParaRPr/>
          </a:p>
        </p:txBody>
      </p:sp>
      <p:sp>
        <p:nvSpPr>
          <p:cNvPr id="281" name="Google Shape;28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php.ini file often needs to be updated, which involves removing the semicolon (;) in front of specific lines to enable extensions.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extension=zip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Remove ; from above 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SSL Error</a:t>
            </a:r>
            <a:endParaRPr/>
          </a:p>
        </p:txBody>
      </p:sp>
      <p:sp>
        <p:nvSpPr>
          <p:cNvPr id="287" name="Google Shape;287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Composer installer script was not successful [exit code 1].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OpenSSL failed with a 'certificate verify failed' error. This indicates a problem with the Certificate Authority file(s) on your system, which may be out of date.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Certificate location [from openssl.cafile ini setting]: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C:\xampp\apache\bin\curl-ca-bundle.crt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php.ini used by your command-line PHP is: C:\xampp\php\php.ini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Script Output: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"https://getcomposer.org/versions" file could not be downloaded: SSL operation failed with code 1. OpenSSL Error messages: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error:1416F086:SSL routines:tls_process_server_certificate:certificate verify failed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Failed to enable crypto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Step 1 — Download latest CA certificate</a:t>
            </a:r>
            <a:endParaRPr/>
          </a:p>
        </p:txBody>
      </p:sp>
      <p:sp>
        <p:nvSpPr>
          <p:cNvPr id="293" name="Google Shape;293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https://curl.se/ca/cacert.pem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Move It To </a:t>
            </a:r>
            <a:endParaRPr/>
          </a:p>
        </p:txBody>
      </p:sp>
      <p:sp>
        <p:nvSpPr>
          <p:cNvPr id="299" name="Google Shape;299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C:\xampp\php\extras\ssl\cacert.pem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Step 2 — Edit php.ini</a:t>
            </a:r>
            <a:endParaRPr/>
          </a:p>
        </p:txBody>
      </p:sp>
      <p:sp>
        <p:nvSpPr>
          <p:cNvPr id="305" name="Google Shape;305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C:\xampp\php\php.ini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;curl.cainfo =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;openssl.cafile=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Uncomment and set:</a:t>
            </a:r>
            <a:endParaRPr/>
          </a:p>
        </p:txBody>
      </p:sp>
      <p:sp>
        <p:nvSpPr>
          <p:cNvPr id="311" name="Google Shape;311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curl.cainfo="C:\xampp\php\extras\ssl\cacert.pem"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openssl.cafile="C:\xampp\php\extras\ssl\cacert.pem"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remove 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double quotes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full path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Disable Avast (Disable ) if other things don’t work</a:t>
            </a:r>
            <a:endParaRPr/>
          </a:p>
        </p:txBody>
      </p:sp>
      <p:pic>
        <p:nvPicPr>
          <p:cNvPr id="317" name="Google Shape;317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1557" y="1825625"/>
            <a:ext cx="8588886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to Create new Project in Laravel</a:t>
            </a:r>
            <a:endParaRPr/>
          </a:p>
        </p:txBody>
      </p:sp>
      <p:sp>
        <p:nvSpPr>
          <p:cNvPr id="323" name="Google Shape;323;p39"/>
          <p:cNvSpPr txBox="1"/>
          <p:nvPr>
            <p:ph idx="1" type="body"/>
          </p:nvPr>
        </p:nvSpPr>
        <p:spPr>
          <a:xfrm>
            <a:off x="0" y="1825625"/>
            <a:ext cx="12110720" cy="3924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42950" lvl="0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AutoNum type="arabicPeriod"/>
            </a:pPr>
            <a:r>
              <a:rPr lang="en-US" sz="4000"/>
              <a:t>laravel new my_first_app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/>
              <a:t>So it’s just a </a:t>
            </a:r>
            <a:r>
              <a:rPr b="1" lang="en-US" sz="4000"/>
              <a:t>faster + cleaner command</a:t>
            </a:r>
            <a:r>
              <a:rPr lang="en-US" sz="4000"/>
              <a:t>.</a:t>
            </a:r>
            <a:endParaRPr/>
          </a:p>
          <a:p>
            <a:pPr indent="-488950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/>
              <a:t>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/>
              <a:t>2. composer create project Laravel/Laravel project-name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 txBox="1"/>
          <p:nvPr>
            <p:ph type="title"/>
          </p:nvPr>
        </p:nvSpPr>
        <p:spPr>
          <a:xfrm>
            <a:off x="838200" y="37500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php artisan serve</a:t>
            </a:r>
            <a:endParaRPr/>
          </a:p>
        </p:txBody>
      </p:sp>
      <p:sp>
        <p:nvSpPr>
          <p:cNvPr id="329" name="Google Shape;329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Go to your first app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cd my_first_app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php artisan serve</a:t>
            </a:r>
            <a:endParaRPr/>
          </a:p>
        </p:txBody>
      </p:sp>
      <p:sp>
        <p:nvSpPr>
          <p:cNvPr id="335" name="Google Shape;335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artisan serve command in Laravel is a way to start a built-in PHP development server for your Laravel project.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This command is commonly used during local development to quickly serve your application without needing to set up a full web server like Apache.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php artisan serve</a:t>
            </a:r>
            <a:endParaRPr/>
          </a:p>
        </p:txBody>
      </p:sp>
      <p:sp>
        <p:nvSpPr>
          <p:cNvPr id="341" name="Google Shape;341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Starts a local development server at http://127.0.0.1:8000 by default.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allows developers to test their Laravel application locally in a browser.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php artisan serve</a:t>
            </a:r>
            <a:endParaRPr/>
          </a:p>
        </p:txBody>
      </p:sp>
      <p:pic>
        <p:nvPicPr>
          <p:cNvPr id="347" name="Google Shape;347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759" y="2418080"/>
            <a:ext cx="11436607" cy="2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Default Port Number</a:t>
            </a:r>
            <a:endParaRPr/>
          </a:p>
        </p:txBody>
      </p:sp>
      <p:sp>
        <p:nvSpPr>
          <p:cNvPr id="353" name="Google Shape;353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8000</a:t>
            </a:r>
            <a:endParaRPr/>
          </a:p>
        </p:txBody>
      </p:sp>
      <p:pic>
        <p:nvPicPr>
          <p:cNvPr id="354" name="Google Shape;35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0296" y="476672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Laravel Home Page</a:t>
            </a:r>
            <a:endParaRPr/>
          </a:p>
        </p:txBody>
      </p:sp>
      <p:pic>
        <p:nvPicPr>
          <p:cNvPr id="360" name="Google Shape;360;p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3099" y="1825625"/>
            <a:ext cx="8585801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0296" y="476672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Artisan</a:t>
            </a:r>
            <a:endParaRPr b="1"/>
          </a:p>
        </p:txBody>
      </p:sp>
      <p:sp>
        <p:nvSpPr>
          <p:cNvPr id="367" name="Google Shape;367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Command line interface used in Laravel is called Artisan.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includes a set of commands which assists in building a web application.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Artisan is Laravel’s </a:t>
            </a:r>
            <a:r>
              <a:rPr b="1" lang="en-US"/>
              <a:t>command-line interface (CLI)</a:t>
            </a:r>
            <a:r>
              <a:rPr lang="en-US"/>
              <a:t> that provides powerful commands for automating tasks like database migrations, model generation, route listing, and caching.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helps developers save time by reducing manual work.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php artisan list</a:t>
            </a:r>
            <a:endParaRPr/>
          </a:p>
        </p:txBody>
      </p:sp>
      <p:sp>
        <p:nvSpPr>
          <p:cNvPr id="373" name="Google Shape;373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Displaying All Artisan Commands</a:t>
            </a:r>
            <a:br>
              <a:rPr lang="en-US"/>
            </a:br>
            <a:r>
              <a:rPr lang="en-US"/>
              <a:t>To view a list of all available artisan commands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see all available Artisan commands, run: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php artisan list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A. Application Management</a:t>
            </a:r>
            <a:endParaRPr/>
          </a:p>
        </p:txBody>
      </p:sp>
      <p:pic>
        <p:nvPicPr>
          <p:cNvPr id="379" name="Google Shape;379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248" y="1846024"/>
            <a:ext cx="11589808" cy="2888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B. Route Management</a:t>
            </a:r>
            <a:endParaRPr/>
          </a:p>
        </p:txBody>
      </p:sp>
      <p:pic>
        <p:nvPicPr>
          <p:cNvPr id="385" name="Google Shape;385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136" y="2004796"/>
            <a:ext cx="11466576" cy="2008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C. Model &amp; Database Commands</a:t>
            </a:r>
            <a:endParaRPr/>
          </a:p>
        </p:txBody>
      </p:sp>
      <p:pic>
        <p:nvPicPr>
          <p:cNvPr id="391" name="Google Shape;391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33290"/>
            <a:ext cx="10787528" cy="4130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D. Authentication &amp; Authorization</a:t>
            </a:r>
            <a:endParaRPr/>
          </a:p>
        </p:txBody>
      </p:sp>
      <p:pic>
        <p:nvPicPr>
          <p:cNvPr id="397" name="Google Shape;397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147" y="2144077"/>
            <a:ext cx="11771705" cy="1665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E. Caching &amp; Performance Optimization</a:t>
            </a:r>
            <a:endParaRPr/>
          </a:p>
        </p:txBody>
      </p:sp>
      <p:pic>
        <p:nvPicPr>
          <p:cNvPr id="403" name="Google Shape;403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909" y="1799354"/>
            <a:ext cx="11726215" cy="35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F. Queues &amp; Jobs</a:t>
            </a:r>
            <a:endParaRPr/>
          </a:p>
        </p:txBody>
      </p:sp>
      <p:pic>
        <p:nvPicPr>
          <p:cNvPr id="409" name="Google Shape;409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84" y="1809514"/>
            <a:ext cx="11072814" cy="2823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G. Event &amp; Listener Commands</a:t>
            </a:r>
            <a:endParaRPr/>
          </a:p>
        </p:txBody>
      </p:sp>
      <p:pic>
        <p:nvPicPr>
          <p:cNvPr id="415" name="Google Shape;415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819" y="2316208"/>
            <a:ext cx="11123692" cy="2489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1" name="Google Shape;421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267F99"/>
              </a:buClr>
              <a:buSzPts val="2800"/>
              <a:buNone/>
            </a:pPr>
            <a:r>
              <a:rPr b="0" lang="en-US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Route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'/hello'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return "hey there, this is my first route&lt;br&gt;";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$name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"Amit"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"The name of student is 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$name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b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/>
          </a:p>
        </p:txBody>
      </p:sp>
      <p:pic>
        <p:nvPicPr>
          <p:cNvPr id="422" name="Google Shape;42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0296" y="476672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8" name="Google Shape;428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267F99"/>
              </a:buClr>
              <a:buSzPts val="2800"/>
              <a:buNone/>
            </a:pPr>
            <a:r>
              <a:rPr b="0" lang="en-US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Route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'/add/{num1}/{num2}'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$num1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$num2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AF00DB"/>
              </a:buClr>
              <a:buSzPts val="2800"/>
              <a:buNone/>
            </a:pPr>
            <a:r>
              <a:rPr b="0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"The addition of 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$num1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$num2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is 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$num1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$num2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29" name="Google Shape;42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0296" y="476672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267F99"/>
              </a:buClr>
              <a:buSzPts val="2800"/>
              <a:buNone/>
            </a:pPr>
            <a:r>
              <a:rPr b="0" lang="en-US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Route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'/add/{num1}/{num2}'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$num1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$num2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AF00DB"/>
              </a:buClr>
              <a:buSzPts val="2800"/>
              <a:buNone/>
            </a:pPr>
            <a:r>
              <a:rPr b="0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"The addition of 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$num1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$num2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is 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$num1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$num2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})-&gt;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'num1'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'[0-9]+'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0" name="Google Shape;440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Route::get('first', function(){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return view ('first',['name'=&gt;"Yatika"]);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});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2025-01-10T07:08:13Z</dcterms:created>
  <dc:creator>Yatika hasija</dc:creator>
</cp:coreProperties>
</file>