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3" roundtripDataSignature="AMtx7mjJmk1A+QRnbon2fvVhSVHSYJp1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DE5D24-8609-499E-9691-61B7D80D977B}">
  <a:tblStyle styleId="{86DE5D24-8609-499E-9691-61B7D80D977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customschemas.google.com/relationships/presentationmetadata" Target="meta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5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yourdomain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2967038" y="804864"/>
            <a:ext cx="6572250" cy="219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Rounded"/>
              <a:buNone/>
            </a:pPr>
            <a:br>
              <a:rPr b="1" lang="en-US" sz="3600">
                <a:latin typeface="Arial Rounded"/>
                <a:ea typeface="Arial Rounded"/>
                <a:cs typeface="Arial Rounded"/>
                <a:sym typeface="Arial Rounded"/>
              </a:rPr>
            </a:br>
            <a:br>
              <a:rPr b="1" lang="en-US" sz="3600">
                <a:latin typeface="Arial Rounded"/>
                <a:ea typeface="Arial Rounded"/>
                <a:cs typeface="Arial Rounded"/>
                <a:sym typeface="Arial Rounded"/>
              </a:rPr>
            </a:br>
            <a:r>
              <a:rPr b="1" lang="en-US" sz="3600">
                <a:latin typeface="Arial Rounded"/>
                <a:ea typeface="Arial Rounded"/>
                <a:cs typeface="Arial Rounded"/>
                <a:sym typeface="Arial Rounded"/>
              </a:rPr>
              <a:t>INT 221 - MVC PROGRAMMING</a:t>
            </a:r>
            <a:endParaRPr b="1" sz="3600"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1150620" y="1901032"/>
            <a:ext cx="9890759" cy="2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13716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/>
              <a:t>Routing and </a:t>
            </a:r>
            <a:endParaRPr/>
          </a:p>
          <a:p>
            <a:pPr indent="0" lvl="0" marL="13716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/>
              <a:t>Sharing of data using views</a:t>
            </a:r>
            <a:endParaRPr b="1" sz="4000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Routing</a:t>
            </a:r>
            <a:endParaRPr/>
          </a:p>
        </p:txBody>
      </p:sp>
      <p:pic>
        <p:nvPicPr>
          <p:cNvPr id="92" name="Google Shape;92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6499" y="2206628"/>
            <a:ext cx="8779001" cy="3589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8" name="Google Shape;98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3184" y="1825625"/>
            <a:ext cx="8025631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632460" y="5374640"/>
            <a:ext cx="9504680" cy="420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If View File, then only Static Data. If it is Controller File, then data will be coming from database</a:t>
            </a:r>
            <a:endParaRPr/>
          </a:p>
        </p:txBody>
      </p:sp>
      <p:pic>
        <p:nvPicPr>
          <p:cNvPr id="104" name="Google Shape;104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6458" y="0"/>
            <a:ext cx="8928614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By default one route is created by Laravel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Route::get('/', function ()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return view('welcome');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});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600"/>
              <a:buChar char="•"/>
            </a:pPr>
            <a:r>
              <a:rPr lang="en-US" sz="3600">
                <a:solidFill>
                  <a:srgbClr val="FF0000"/>
                </a:solidFill>
              </a:rPr>
              <a:t>No need to mention welcome.php</a:t>
            </a:r>
            <a:endParaRPr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Route::get('/')</a:t>
            </a:r>
            <a:endParaRPr/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Route::get('/') defines a route for a GET request to the root URL (/) of your application.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The root URL typically refers to the base of your web application, e.g., </a:t>
            </a:r>
            <a:r>
              <a:rPr lang="en-US" sz="3200" u="sng">
                <a:solidFill>
                  <a:schemeClr val="hlink"/>
                </a:solidFill>
                <a:hlinkClick r:id="rId3"/>
              </a:rPr>
              <a:t>http://yourdomain.com/</a:t>
            </a:r>
            <a:r>
              <a:rPr lang="en-US" sz="32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Route is a class and get is a function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Function:</a:t>
            </a:r>
            <a:endParaRPr/>
          </a:p>
        </p:txBody>
      </p:sp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second parameter of Route::get is a closure (anonymous function).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function will execute when the route is accessed.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Returning a View:</a:t>
            </a:r>
            <a:endParaRPr/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Inside the closure, return view('welcome'); tells Laravel to render and return a Blade view named welcome.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Laravel assumes the view file is located at resources/views/welcome.blade.php.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Overall Action: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838200" y="1825625"/>
            <a:ext cx="11059160" cy="2146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When a user visits the root URL of the application, Laravel executes this route and renders the welcome view as the HTTP response.</a:t>
            </a: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 Basic Route (Closure-Based)-Returning a string in a route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Route::get('/greet',function(){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return "Hello World";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});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Route with Parameters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838200" y="183737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Routes can accept dynamic parameters in the URL.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Route::get('/user/{id}', function ($id)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{    return "User ID: " . $id;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});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Styling within Route</a:t>
            </a: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Route::get('/user/{id}',function($id){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return "&lt;h1 style='color:red'&gt; User Id is: $id &lt;h1&gt;";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    });</a:t>
            </a:r>
            <a:endParaRPr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Routing in Laravel</a:t>
            </a:r>
            <a:endParaRPr/>
          </a:p>
        </p:txBody>
      </p:sp>
      <p:pic>
        <p:nvPicPr>
          <p:cNvPr id="158" name="Google Shape;158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520" y="1826950"/>
            <a:ext cx="8590564" cy="4554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Blade Template</a:t>
            </a:r>
            <a:endParaRPr/>
          </a:p>
        </p:txBody>
      </p:sp>
      <p:sp>
        <p:nvSpPr>
          <p:cNvPr id="164" name="Google Shape;16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Char char="•"/>
            </a:pPr>
            <a:r>
              <a:rPr b="0" lang="en-US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&lt;h1&gt;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Welcome to the Products Page</a:t>
            </a:r>
            <a:r>
              <a:rPr b="0" lang="en-US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&lt;/h1&gt;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795E26"/>
              </a:buClr>
              <a:buSzPts val="2800"/>
              <a:buChar char="•"/>
            </a:pP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$name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Commands for route</a:t>
            </a:r>
            <a:endParaRPr/>
          </a:p>
        </p:txBody>
      </p:sp>
      <p:sp>
        <p:nvSpPr>
          <p:cNvPr id="170" name="Google Shape;170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php artisan route: list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php artisan route: clear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php artisan route: cache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Shows </a:t>
            </a:r>
            <a:r>
              <a:rPr b="1" lang="en-US" sz="3200"/>
              <a:t>all registered routes</a:t>
            </a:r>
            <a:r>
              <a:rPr lang="en-US" sz="3200"/>
              <a:t> in your Laravel app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Common Route Commands You Should Know</a:t>
            </a:r>
            <a:endParaRPr/>
          </a:p>
        </p:txBody>
      </p:sp>
      <p:graphicFrame>
        <p:nvGraphicFramePr>
          <p:cNvPr id="176" name="Google Shape;176;p16"/>
          <p:cNvGraphicFramePr/>
          <p:nvPr/>
        </p:nvGraphicFramePr>
        <p:xfrm>
          <a:off x="64008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{86DE5D24-8609-499E-9691-61B7D80D977B}</a:tableStyleId>
              </a:tblPr>
              <a:tblGrid>
                <a:gridCol w="5445750"/>
                <a:gridCol w="5445750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/>
                        <a:t>Command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/>
                        <a:t>Purpose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route:list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Show all routes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route:cache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Cache routes (faster production)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route:clear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Clear route cache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route:list --name=users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Filter by name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route:list --method=GET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Filter by method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Commands for route</a:t>
            </a:r>
            <a:endParaRPr/>
          </a:p>
        </p:txBody>
      </p:sp>
      <p:sp>
        <p:nvSpPr>
          <p:cNvPr id="182" name="Google Shape;182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php artisan controller-h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Command to check all the routes</a:t>
            </a:r>
            <a:endParaRPr/>
          </a:p>
        </p:txBody>
      </p:sp>
      <p:sp>
        <p:nvSpPr>
          <p:cNvPr id="188" name="Google Shape;188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php artisan route:list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This will tell us about list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List all the routes having the path- home</a:t>
            </a:r>
            <a:endParaRPr/>
          </a:p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php artisan route:list --path=home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Php artisan route:cache -h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Command to display only the routes created by you</a:t>
            </a:r>
            <a:endParaRPr/>
          </a:p>
        </p:txBody>
      </p:sp>
      <p:sp>
        <p:nvSpPr>
          <p:cNvPr id="206" name="Google Shape;206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php artisan route:list --except-vendor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Passing Data to Views</a:t>
            </a:r>
            <a:endParaRPr/>
          </a:p>
        </p:txBody>
      </p:sp>
      <p:sp>
        <p:nvSpPr>
          <p:cNvPr id="212" name="Google Shape;212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Route::get('/greet', function ()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return view('greet', ['name' =&gt; 'John']);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 the view (greet.blade.php):</a:t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&lt;h1&gt;Hello, {{ $name }}&lt;/h1&gt;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Alternative Syntax</a:t>
            </a:r>
            <a:r>
              <a:rPr lang="en-US"/>
              <a:t>:</a:t>
            </a:r>
            <a:endParaRPr/>
          </a:p>
        </p:txBody>
      </p:sp>
      <p:sp>
        <p:nvSpPr>
          <p:cNvPr id="224" name="Google Shape;224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return view('greet')-&gt;with('name', 'John');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Passing multiple variables:</a:t>
            </a:r>
            <a:endParaRPr/>
          </a:p>
        </p:txBody>
      </p:sp>
      <p:sp>
        <p:nvSpPr>
          <p:cNvPr id="230" name="Google Shape;230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return view('greet', ['name' =&gt; 'John', 'age' =&gt; 25]);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Pass it as Arrays</a:t>
            </a:r>
            <a:endParaRPr/>
          </a:p>
        </p:txBody>
      </p:sp>
      <p:sp>
        <p:nvSpPr>
          <p:cNvPr id="236" name="Google Shape;236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267F99"/>
              </a:buClr>
              <a:buSzPts val="2800"/>
              <a:buChar char="•"/>
            </a:pPr>
            <a:r>
              <a:rPr b="0" lang="en-US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Route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"/new"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(){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AF00DB"/>
              </a:buClr>
              <a:buSzPts val="2800"/>
              <a:buChar char="•"/>
            </a:pPr>
            <a:r>
              <a:rPr b="0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"newview"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,[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"arr"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=&gt;[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"a,b,c,d,e,f"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]]);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2" name="Google Shape;242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US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&lt;?php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795E26"/>
              </a:buClr>
              <a:buSzPts val="2800"/>
              <a:buNone/>
            </a:pP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print_r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$arr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800"/>
              <a:buNone/>
            </a:pPr>
            <a:r>
              <a:rPr b="0" lang="en-US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?&gt;</a:t>
            </a: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b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Compact</a:t>
            </a:r>
            <a:endParaRPr/>
          </a:p>
        </p:txBody>
      </p:sp>
      <p:sp>
        <p:nvSpPr>
          <p:cNvPr id="248" name="Google Shape;248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267F99"/>
              </a:buClr>
              <a:buSzPts val="2800"/>
              <a:buChar char="•"/>
            </a:pPr>
            <a:r>
              <a:rPr b="0" lang="en-US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Route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"/new"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    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$name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"Amit"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AF00DB"/>
              </a:buClr>
              <a:buSzPts val="2800"/>
              <a:buChar char="•"/>
            </a:pPr>
            <a:r>
              <a:rPr b="0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"newview"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compact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4" name="Google Shape;254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Char char="•"/>
            </a:pPr>
            <a:r>
              <a:rPr b="0" lang="en-US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&lt;?php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795E26"/>
              </a:buClr>
              <a:buSzPts val="2800"/>
              <a:buChar char="•"/>
            </a:pP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echo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$name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795E26"/>
              </a:buClr>
              <a:buSzPts val="2800"/>
              <a:buChar char="•"/>
            </a:pP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echo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"&lt;br&gt;"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?&gt;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With Method</a:t>
            </a:r>
            <a:endParaRPr/>
          </a:p>
        </p:txBody>
      </p:sp>
      <p:sp>
        <p:nvSpPr>
          <p:cNvPr id="260" name="Google Shape;260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Route::get("/new",function()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{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// $name="Amit";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// $address = "Ludhiana";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return view("newview")-&gt;with("name","Amit")-&gt;with("Address","Ludhiana")-&gt;with("Pin","12108");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With Method</a:t>
            </a:r>
            <a:endParaRPr/>
          </a:p>
        </p:txBody>
      </p:sp>
      <p:sp>
        <p:nvSpPr>
          <p:cNvPr id="266" name="Google Shape;266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&lt;h1&gt; This is  new View &lt;/h1&gt;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&lt;?php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echo $name;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echo "&lt;br&gt;";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echo $Address;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echo "&lt;br&gt;";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echo $Pin;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// print_r($arr);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?&gt;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withName()</a:t>
            </a:r>
            <a:endParaRPr/>
          </a:p>
        </p:txBody>
      </p:sp>
      <p:sp>
        <p:nvSpPr>
          <p:cNvPr id="272" name="Google Shape;272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267F99"/>
              </a:buClr>
              <a:buSzPts val="2800"/>
              <a:buChar char="•"/>
            </a:pPr>
            <a:r>
              <a:rPr b="0" lang="en-US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Route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"/new"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    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$name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"Aman"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$address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"Ludhiana"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$pin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1234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AF00DB"/>
              </a:buClr>
              <a:buSzPts val="2800"/>
              <a:buChar char="•"/>
            </a:pPr>
            <a:r>
              <a:rPr b="0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"newview"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)-&gt;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withName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$name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)-&gt;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withAddress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$address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)-&gt;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withPin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$pin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-228600" lvl="0" marL="22860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Newview.blade.php</a:t>
            </a:r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&lt;?php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echo $name;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echo "&lt;br&gt;";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echo $address;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echo "&lt;br&gt;";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echo $pin;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// print_r($arr);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?&gt;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Passing the data as an array</a:t>
            </a:r>
            <a:endParaRPr/>
          </a:p>
        </p:txBody>
      </p:sp>
      <p:sp>
        <p:nvSpPr>
          <p:cNvPr id="284" name="Google Shape;284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267F99"/>
              </a:buClr>
              <a:buSzPts val="2800"/>
              <a:buNone/>
            </a:pPr>
            <a:r>
              <a:rPr b="0" lang="en-US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Route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"/arraypass"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(){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AF00DB"/>
              </a:buClr>
              <a:buSzPts val="2800"/>
              <a:buNone/>
            </a:pPr>
            <a:r>
              <a:rPr b="0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'aboutus'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,[</a:t>
            </a:r>
            <a:r>
              <a:rPr b="0"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"data"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=&gt;[</a:t>
            </a:r>
            <a:r>
              <a:rPr b="0"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]]);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Providers🡪 AppServiceProvider.php</a:t>
            </a:r>
            <a:endParaRPr/>
          </a:p>
        </p:txBody>
      </p:sp>
      <p:sp>
        <p:nvSpPr>
          <p:cNvPr id="290" name="Google Shape;290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public function boot(): void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//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View::share('tax','25%');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}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Default Parameter</a:t>
            </a:r>
            <a:endParaRPr/>
          </a:p>
        </p:txBody>
      </p:sp>
      <p:pic>
        <p:nvPicPr>
          <p:cNvPr id="296" name="Google Shape;296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2115" y="1825625"/>
            <a:ext cx="864776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Add the correct use statement for the View facade at the top of the file:</a:t>
            </a:r>
            <a:endParaRPr/>
          </a:p>
        </p:txBody>
      </p:sp>
      <p:sp>
        <p:nvSpPr>
          <p:cNvPr id="302" name="Google Shape;302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use Illuminate\Support\Facades\View;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Accessing Global Variable in Multiple View File</a:t>
            </a:r>
            <a:endParaRPr/>
          </a:p>
        </p:txBody>
      </p:sp>
      <p:pic>
        <p:nvPicPr>
          <p:cNvPr id="308" name="Google Shape;308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532" y="1825625"/>
            <a:ext cx="9964936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Local and Global Variables Together</a:t>
            </a:r>
            <a:endParaRPr/>
          </a:p>
        </p:txBody>
      </p:sp>
      <p:pic>
        <p:nvPicPr>
          <p:cNvPr id="314" name="Google Shape;314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3668" y="1825625"/>
            <a:ext cx="8484663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View::share method</a:t>
            </a:r>
            <a:endParaRPr/>
          </a:p>
        </p:txBody>
      </p:sp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View::share method makes the variable (tax in this case) globally available in all views.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can access it in any Blade view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If you're sharing multiple variables, consider grouping them into an array</a:t>
            </a:r>
            <a:endParaRPr/>
          </a:p>
        </p:txBody>
      </p:sp>
      <p:sp>
        <p:nvSpPr>
          <p:cNvPr id="326" name="Google Shape;326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View::share([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'tax' =&gt; '25%',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'currency' =&gt; 'USD',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]);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2" name="Google Shape;332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8" name="Google Shape;338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if- elseif</a:t>
            </a:r>
            <a:endParaRPr/>
          </a:p>
        </p:txBody>
      </p:sp>
      <p:sp>
        <p:nvSpPr>
          <p:cNvPr id="344" name="Google Shape;344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@if($price&lt;2500)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&lt;p&gt;Product is cheap &lt;/p&gt;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@elseif($price&gt;25000 &amp;&amp; $price&lt;50000)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&lt;p&gt;Product is Normal &lt;/p&gt;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@else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&lt;p&gt;Product is Costly &lt;/p&gt;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@endif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0" name="Google Shape;350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6" name="Google Shape;356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2" name="Google Shape;362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2025-01-13T04:21:48Z</dcterms:created>
  <dc:creator>Yatika hasija</dc:creator>
</cp:coreProperties>
</file>