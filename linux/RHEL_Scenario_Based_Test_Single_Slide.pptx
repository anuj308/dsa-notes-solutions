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RHEL System Administration – Scenario-Based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13232"/>
            <a:ext cx="115214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Scenario:</a:t>
            </a:r>
          </a:p>
          <a:p>
            <a:pPr>
              <a:defRPr sz="1300"/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a Linux System Administrator for a college laboratory. A RHEL server is used for development and student data storage. During routine maintenance, you must configure the network, manage software, organize files, and prepare a separate filesystem for student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327" y="1752346"/>
            <a:ext cx="6149586" cy="4208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 b="1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Network Configuration</a:t>
            </a:r>
          </a:p>
          <a:p>
            <a:pPr>
              <a:spcAft>
                <a:spcPts val="700"/>
              </a:spcAft>
              <a:defRPr sz="11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Configure 192.168.10.50/24, gateway 192.168.10.1 and DNS 8.8.8.8 using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nmcli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Activate the connection.</a:t>
            </a:r>
          </a:p>
          <a:p>
            <a:pPr>
              <a:spcAft>
                <a:spcPts val="100"/>
              </a:spcAft>
              <a:defRPr sz="1300" b="1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Network Validation</a:t>
            </a:r>
          </a:p>
          <a:p>
            <a:pPr>
              <a:spcAft>
                <a:spcPts val="700"/>
              </a:spcAft>
              <a:defRPr sz="11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Verify the server's IP address, routing information and network connectivity using suitable commands.</a:t>
            </a:r>
          </a:p>
          <a:p>
            <a:pPr>
              <a:spcAft>
                <a:spcPts val="100"/>
              </a:spcAft>
              <a:defRPr sz="1300" b="1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Hostname</a:t>
            </a:r>
          </a:p>
          <a:p>
            <a:pPr>
              <a:spcAft>
                <a:spcPts val="700"/>
              </a:spcAft>
              <a:defRPr sz="11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Change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localhost.localdomain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server01.lab.local and verify the new hostname.</a:t>
            </a:r>
          </a:p>
          <a:p>
            <a:pPr>
              <a:spcAft>
                <a:spcPts val="100"/>
              </a:spcAft>
              <a:defRPr sz="1300" b="1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Locate a File</a:t>
            </a:r>
          </a:p>
          <a:p>
            <a:pPr>
              <a:spcAft>
                <a:spcPts val="700"/>
              </a:spcAft>
              <a:defRPr sz="11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Locate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lab.conf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somewhere under /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an appropriate Linux command.</a:t>
            </a:r>
          </a:p>
          <a:p>
            <a:pPr>
              <a:spcAft>
                <a:spcPts val="100"/>
              </a:spcAft>
              <a:defRPr sz="1300" b="1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Compressed Archive</a:t>
            </a:r>
          </a:p>
          <a:p>
            <a:pPr>
              <a:spcAft>
                <a:spcPts val="700"/>
              </a:spcAft>
              <a:defRPr sz="11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Create project_backup.tar.gz from /home/student/project and verify its contents without extracting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828800"/>
            <a:ext cx="5623560" cy="4208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 b="1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Mount Filesystem</a:t>
            </a:r>
          </a:p>
          <a:p>
            <a:pPr>
              <a:spcAft>
                <a:spcPts val="700"/>
              </a:spcAft>
              <a:defRPr sz="11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For XFS partition /dev/sdb1, create /data, mount it there and verify that it is accessible.</a:t>
            </a:r>
          </a:p>
          <a:p>
            <a:pPr>
              <a:spcAft>
                <a:spcPts val="100"/>
              </a:spcAft>
              <a:defRPr sz="1300" b="1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Unmount Filesystem</a:t>
            </a:r>
          </a:p>
          <a:p>
            <a:pPr>
              <a:spcAft>
                <a:spcPts val="700"/>
              </a:spcAft>
              <a:defRPr sz="11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Verify whether /data is mounted and safely unmount the filesystem.</a:t>
            </a:r>
          </a:p>
          <a:p>
            <a:pPr>
              <a:spcAft>
                <a:spcPts val="100"/>
              </a:spcAft>
              <a:defRPr sz="1300" b="1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Symbolic Link</a:t>
            </a:r>
          </a:p>
          <a:p>
            <a:pPr>
              <a:spcAft>
                <a:spcPts val="700"/>
              </a:spcAft>
              <a:defRPr sz="11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Create /home/student/report.txt as a symbolic link to /data/project/report.txt and verify it.</a:t>
            </a:r>
          </a:p>
          <a:p>
            <a:pPr>
              <a:spcAft>
                <a:spcPts val="100"/>
              </a:spcAft>
              <a:defRPr sz="1300" b="1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Software Package</a:t>
            </a:r>
          </a:p>
          <a:p>
            <a:pPr>
              <a:spcAft>
                <a:spcPts val="700"/>
              </a:spcAft>
              <a:defRPr sz="11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Search for httpd, install it if required, and verify the installation and package information using RPM.</a:t>
            </a:r>
          </a:p>
          <a:p>
            <a:pPr>
              <a:spcAft>
                <a:spcPts val="100"/>
              </a:spcAft>
              <a:defRPr sz="1300" b="1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Software Updates</a:t>
            </a:r>
          </a:p>
          <a:p>
            <a:pPr>
              <a:spcAft>
                <a:spcPts val="700"/>
              </a:spcAft>
              <a:defRPr sz="1100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Display enabled repositories, check available updates and update installed packages using Yum/DNF.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294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akshansh rana</cp:lastModifiedBy>
  <cp:revision>2</cp:revision>
  <dcterms:created xsi:type="dcterms:W3CDTF">2013-01-27T09:14:16Z</dcterms:created>
  <dcterms:modified xsi:type="dcterms:W3CDTF">2026-09-17T07:51:14Z</dcterms:modified>
  <cp:category/>
</cp:coreProperties>
</file>