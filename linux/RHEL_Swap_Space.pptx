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64008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822960"/>
            <a:ext cx="128016" cy="128016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822960"/>
            <a:ext cx="128016" cy="128016"/>
          </a:xfrm>
          <a:prstGeom prst="ellipse">
            <a:avLst/>
          </a:prstGeom>
          <a:solidFill>
            <a:srgbClr val="E0C452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822960"/>
            <a:ext cx="128016" cy="128016"/>
          </a:xfrm>
          <a:prstGeom prst="ellipse">
            <a:avLst/>
          </a:prstGeom>
          <a:solidFill>
            <a:srgbClr val="52C46A"/>
          </a:solidFill>
          <a:ln/>
        </p:spPr>
      </p:sp>
      <p:sp>
        <p:nvSpPr>
          <p:cNvPr id="6" name="Text 4"/>
          <p:cNvSpPr/>
          <p:nvPr/>
        </p:nvSpPr>
        <p:spPr>
          <a:xfrm>
            <a:off x="9235440" y="109728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free -h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Swap:  4.0Gi   0B  4.0Gi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_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ENTERPRISE LINUX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&amp; Creating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Space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virtual memory, swap files, swap partitions, and disk-based swap management in RHEL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166360"/>
            <a:ext cx="100584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303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SLIDES  ·  SYSTEM ADMINISTRATION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Swap Space?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reserved area of disk that extends your system's usable memory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0299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space is disk storage used by the Linux kernel as an overflow for RAM.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physical memory (RAM) fills up, inactive pages are moved to swap, freeing RAM for active processes.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slower than RAM but prevents applications from crashing due to out-of-memory errors.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75120" y="1691640"/>
            <a:ext cx="4937760" cy="2103120"/>
          </a:xfrm>
          <a:prstGeom prst="roundRect">
            <a:avLst>
              <a:gd name="adj" fmla="val 3478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949440" y="3063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— cleared on reboot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280" y="1920240"/>
            <a:ext cx="0" cy="164592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8116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8116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Slower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28116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on disk until removed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3977640"/>
            <a:ext cx="4937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4160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45720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swap partition, or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swap file on an existing filesystem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Swap Space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Swap Space Is Needed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reasons swap remains a standard part of RHEL system design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75688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OOM crashes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kernel room to move idle pages out of RAM instead of killing processes when memory runs low.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75688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⏸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20574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hibernation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Suspend-to-disk writes the entire RAM image into swap so the system can resume later.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15968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2976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effective memory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9377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system handle memory spikes beyond installed RAM, useful on smaller VMs and servers.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315968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429768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stability under load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93776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can proactively swap out rarely used pages, keeping more RAM free for disk cache.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Swap Space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Configure Swap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supports swap on a dedicated partition or inside a regular file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214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Partition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disk partition (type Linux swap) used exclusively for swap.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7FD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faster; simple, predictable performance; standard on physical servers.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size; resizing requires repartitioning or LVM.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103120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0" y="21214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File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0" y="278892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 file on an existing filesystem, formatted and enabled as swap.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7FD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create, resize, or remove without touching partitions. Great for VMs and cloud instances.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0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Marginally slower on some filesystems (not on XFS/ext4 with proper setup).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Swap Space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Current Swap Status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confirm what's already configured before adding more swap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47672"/>
            <a:ext cx="502920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View swap usage summary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free -h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 active swap devices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swapon --show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Detailed memory + swap info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/proc/swaps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block devices &amp; sizes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lsblk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29400" y="2651760"/>
            <a:ext cx="73152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vs. Used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0" y="2907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"free -h" shows how much swap exists and how much is in use right now.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29400" y="3547872"/>
            <a:ext cx="73152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3502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devices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58000" y="38039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"swapon --show" lists every partition or file currently acting as swap, with type and priority.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29400" y="4443984"/>
            <a:ext cx="73152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43982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disk space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0" y="47000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there's enough free space on the target filesystem before creating a swap file.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29400" y="5340096"/>
            <a:ext cx="73152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5294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partitions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000" y="55961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"lsblk" reveals unpartitioned or unused space that could become a swap partition.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Swap Space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Swap File — Step by Step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flexible way to add swap on RHEL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911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the file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470916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060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fallocate -l 2G /swapfile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2 GB. If fallocate isn't supported by the filesystem, use dd instead.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03911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2011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permissions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46520" y="2606040"/>
            <a:ext cx="470916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6060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chmod 600 /swapfile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31546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root should be able to read or write the swap file.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27939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2519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as swap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22960" y="4846320"/>
            <a:ext cx="470916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8463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mkswap /swapfile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53949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swap signature so the kernel recognizes the file.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4023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427939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0880" y="42519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it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446520" y="4846320"/>
            <a:ext cx="4709160" cy="502920"/>
          </a:xfrm>
          <a:prstGeom prst="roundRect">
            <a:avLst>
              <a:gd name="adj" fmla="val 10909"/>
            </a:avLst>
          </a:prstGeom>
          <a:solidFill>
            <a:srgbClr val="1F1F1F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8463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swapon /swapfile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46520" y="53949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the swap file immediately for the current session.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Swap Space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Swap Partition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dedicated partition when you need consistent, predictable performance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47672"/>
            <a:ext cx="603504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Create the partition (interactive)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fdisk /dev/sdb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 (m for help): n     -&gt; new partition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 (m for help): t     -&gt; change type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Hex code: 82                -&gt; Linux swap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 (m for help): w     -&gt; write &amp; exit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Format the partition as swap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mkswap /dev/sdb1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Activate it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swapon /dev/sdb1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0" y="1783080"/>
            <a:ext cx="4297680" cy="443484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35240" y="201168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0" y="2029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35240" y="265176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blank or unused disk/partition — this process is destructive to existing data.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GPT disks, parted can be used instead of fdisk with type code 8200.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LVM logical volumes can also be formatted as swap the same way with mkswap.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Swap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Swap Permanent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swapon activates swap only until reboot — /etc/fstab makes it stick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0" cy="2834640"/>
          </a:xfrm>
          <a:prstGeom prst="roundRect">
            <a:avLst>
              <a:gd name="adj" fmla="val 2581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47672"/>
            <a:ext cx="521208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 up fstab first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cp /etc/fstab /etc/fstab.bak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Append the swap entry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'/swapfile none swap sw 0 0' \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sudo tee -a /etc/fstab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80060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937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partition, use its UUID instead of a path: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257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UUID=xxxxxxxx-xxxx  none  swap  sw  0 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5623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 with: blkid /dev/sdb1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812280" y="205740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06640" y="2075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fstab fields, explained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12280" y="26974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F5F4F2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697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0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8388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or UUID of the swap file/partition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32461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F5F4F2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0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8388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has no mount point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12280" y="379476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F5F4F2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37947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0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8388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type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434340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F5F4F2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0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8388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option for swap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489204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F5F4F2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4892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C0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83880" y="4892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and fsck order — always 0 for swap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5486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without rebooting: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12280" y="5806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0B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mount -a &amp;&amp; sudo swapon -a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Swap Space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&amp; Tuning Swap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day-two operations once swap is up and running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911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a swap file/partition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060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swapoff /swapfile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Deactivates swap; do this before deleting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203911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2011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swap file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46520" y="260604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6060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rm /swapfile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1089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delete its line from /etc/fstab.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27939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2519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swappiness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" y="484632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846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/proc/sys/vm/swappiness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3492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scale; controls how aggressively the kernel swaps (default 60).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40233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E3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427939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42519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swappiness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46520" y="484632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846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DB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sysctl vm.swappiness=10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53492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values favor RAM; set permanently in /etc/sysctl.conf.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Swap Space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Recap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guidance and the key takeaways from this deck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Swap Sizing (RHEL guidance)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4754880" cy="50292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 GB 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26974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D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RAM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200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2-8 GB RAM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D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 RAM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703320"/>
            <a:ext cx="4754880" cy="50292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8-64 GB RAM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D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0.5x RAM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64 GB RAM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4206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D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4-8 GB (or per workload)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846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Hibernation systems need swap ≥ total RAM, regardless of the table above.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262626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37960" y="2651760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259689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extends RAM using disk — slower, but prevents OOM crashes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3291840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95160" y="32369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swap file for flexibility, a partition for raw performance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37960" y="3931920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95160" y="38770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mkswap formats, swapon activates, /etc/fstab makes it permanent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4572000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4572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95160" y="451713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free -h and swapon --show after every change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37960" y="5212080"/>
            <a:ext cx="292608" cy="29260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5212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515721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swap to workload — more isn't always better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Swap Space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2026-09-11T01:03:22Z</dcterms:created>
  <dcterms:modified xsi:type="dcterms:W3CDTF">2026-09-11T01:03:22Z</dcterms:modified>
</cp:coreProperties>
</file>