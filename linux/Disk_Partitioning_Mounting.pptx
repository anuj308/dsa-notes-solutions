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640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868680"/>
            <a:ext cx="82296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868680"/>
            <a:ext cx="1280160" cy="5029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0" y="1399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195560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ENTERPRISE LINUX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Partitioning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Mounting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 →  Format  →  Mount  →  Persist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058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SLIDES  ·  SYSTEM ADMINISTRATION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Partition?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slice of a physical disk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840480" cy="1371600"/>
          </a:xfrm>
          <a:prstGeom prst="rect">
            <a:avLst/>
          </a:prstGeom>
          <a:solidFill>
            <a:srgbClr val="C810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sdb1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377440"/>
            <a:ext cx="3291840" cy="1371600"/>
          </a:xfrm>
          <a:prstGeom prst="rect">
            <a:avLst/>
          </a:prstGeom>
          <a:solidFill>
            <a:srgbClr val="3A3A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sdb2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383280" cy="1371600"/>
          </a:xfrm>
          <a:prstGeom prst="rect">
            <a:avLst/>
          </a:prstGeom>
          <a:solidFill>
            <a:srgbClr val="9A9A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unallocated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disk can hold multiple partitions — each behaves like its own independent storage device.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66160" y="49377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0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0332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primary partitions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9377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0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128 partitions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You'll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cover the whole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85166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374904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disks &amp; partitions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60070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617720" y="374904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fdisk / parted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4480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partitions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49740" y="25603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34974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366760" y="374904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7490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4480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with a filesystem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Partition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keystrokes inside fdisk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fdisk /dev/sdb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2834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25146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4820" y="2834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2748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57600" y="3703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63740" y="2834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70637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46520" y="3703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size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15400" y="251460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52660" y="2834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98526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235440" y="37033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3703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9828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format &amp; verify: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77440" y="54406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the Partition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filesystem before it can store files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0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XFS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mkfs.xfs /dev/sdb1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default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2331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0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26280" y="32918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mkfs.ext4 /dev/sdb1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compatible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2331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0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vfat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75320" y="329184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3291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mkfs.vfat /dev/sdb1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filesystem per partition — formatting erases existing data.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Mount Point?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that gives the partition an address in the filesystem tree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6517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partition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3383280"/>
            <a:ext cx="28346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463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26517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9050">
            <a:solidFill>
              <a:srgbClr val="7FDB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953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directory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written to /data now live on /dev/sdb1.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51960" y="52120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5212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mkdir /data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 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partition to its mount point — active until reboot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08760" y="2194560"/>
            <a:ext cx="914400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2194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mount /dev/sdb1 /data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490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it's mounted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474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7490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| grep sdb1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4434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mount options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4747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37490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4434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mountpoint column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0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mount is temporary — it disappears on reboot.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Mount Persistent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entry to /etc/fstab so it survives reboot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blkid /dev/sdb1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its UUID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nano /etc/fstab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UUID=xxxx-xxxx  /data  xfs  defaults  0 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· mountpoint · fstype · options · dump · fsck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2121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rebooting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55080" y="27889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mount -a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Re-mounts everything in fstab — catches typos immediately instead of at next boot.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4297680"/>
            <a:ext cx="4937760" cy="0"/>
          </a:xfrm>
          <a:prstGeom prst="line">
            <a:avLst/>
          </a:prstGeom>
          <a:noFill/>
          <a:ln w="12700">
            <a:solidFill>
              <a:srgbClr val="E5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 + df -h shows /data?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— the mount survives every future reboot.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path from raw disk to persistent storage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4688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fdisk /dev/sdb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8608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07208" y="219456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4688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200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98648" y="37490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mkfs.xfs /dev/sdb1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7176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65776" y="219456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4688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02936" y="3200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57216" y="37490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/data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95744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24344" y="219456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4688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61504" y="3200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5784" y="37490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/dev/sdb1 /data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54312" y="36118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82912" y="219456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C8102E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23576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357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0072" y="32004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74352" y="374904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/etc/fstab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Partitioning &amp; Mounting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2026-09-11T01:22:29Z</dcterms:created>
  <dcterms:modified xsi:type="dcterms:W3CDTF">2026-09-11T01:22:29Z</dcterms:modified>
</cp:coreProperties>
</file>