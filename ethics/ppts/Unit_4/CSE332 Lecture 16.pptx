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5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2926" y="1155903"/>
            <a:ext cx="6838950" cy="1403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115823"/>
            <a:ext cx="7086600" cy="460375"/>
          </a:xfrm>
          <a:custGeom>
            <a:avLst/>
            <a:gdLst/>
            <a:ahLst/>
            <a:cxnLst/>
            <a:rect l="l" t="t" r="r" b="b"/>
            <a:pathLst>
              <a:path w="7086600" h="460375">
                <a:moveTo>
                  <a:pt x="7086600" y="0"/>
                </a:moveTo>
                <a:lnTo>
                  <a:pt x="0" y="0"/>
                </a:lnTo>
                <a:lnTo>
                  <a:pt x="0" y="460248"/>
                </a:lnTo>
                <a:lnTo>
                  <a:pt x="7086600" y="460248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1120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9172" y="1334950"/>
            <a:ext cx="5913120" cy="1534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400" spc="-10" dirty="0">
                <a:solidFill>
                  <a:srgbClr val="000000"/>
                </a:solidFill>
                <a:latin typeface="Arial MT"/>
                <a:cs typeface="Arial MT"/>
              </a:rPr>
              <a:t>CSE332</a:t>
            </a:r>
            <a:endParaRPr sz="54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Industrial</a:t>
            </a:r>
            <a:r>
              <a:rPr sz="36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Ethics</a:t>
            </a:r>
            <a:r>
              <a:rPr sz="36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360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Legal </a:t>
            </a:r>
            <a:r>
              <a:rPr sz="3600" spc="-10" dirty="0">
                <a:solidFill>
                  <a:srgbClr val="000000"/>
                </a:solidFill>
                <a:latin typeface="Arial MT"/>
                <a:cs typeface="Arial MT"/>
              </a:rPr>
              <a:t>Issues</a:t>
            </a:r>
            <a:endParaRPr sz="36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5767" y="4940808"/>
            <a:ext cx="2718816" cy="110032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802108" y="2657721"/>
            <a:ext cx="5471160" cy="99695"/>
            <a:chOff x="1802108" y="2657721"/>
            <a:chExt cx="5471160" cy="996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2108" y="2657721"/>
              <a:ext cx="5470705" cy="99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30324" y="2689859"/>
              <a:ext cx="5410200" cy="0"/>
            </a:xfrm>
            <a:custGeom>
              <a:avLst/>
              <a:gdLst/>
              <a:ahLst/>
              <a:cxnLst/>
              <a:rect l="l" t="t" r="r" b="b"/>
              <a:pathLst>
                <a:path w="5410200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ln w="39624">
              <a:solidFill>
                <a:srgbClr val="2C2C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3400" y="3021909"/>
            <a:ext cx="8077200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2800" dirty="0">
                <a:latin typeface="Arial MT"/>
                <a:cs typeface="Arial MT"/>
              </a:rPr>
              <a:t>Product Based and Service Based IT Companies , Marketing plan ,Operational Plan , Management and Organization</a:t>
            </a:r>
            <a:endParaRPr sz="2800" dirty="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08320" y="5260847"/>
            <a:ext cx="1667255" cy="4602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882574"/>
          </a:xfrm>
        </p:spPr>
        <p:txBody>
          <a:bodyPr/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Based Companies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274838"/>
            <a:ext cx="8153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and sell software-based products.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heavily in R&amp;D and innovation.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companies: Microsoft, Google, Adobe.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Earn revenue from licensing and subscriptions.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scalability, automation, and efficiency.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loyalty depends on product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 Based Companies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274838"/>
            <a:ext cx="81534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IT services and consulting globally.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on client-specific software solutions.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companies: TCS, Infosys, Wipro, Accenture.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depends on contracts and projects.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Skilled workforce is crucial for success.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Customized solutions meet client requirements.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328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 Plan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2274838"/>
            <a:ext cx="838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plan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comprehensive document or blueprint that outlines a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advertising and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efforts</a:t>
            </a:r>
          </a:p>
          <a:p>
            <a:pPr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coming year.</a:t>
            </a:r>
          </a:p>
        </p:txBody>
      </p:sp>
    </p:spTree>
    <p:extLst>
      <p:ext uri="{BB962C8B-B14F-4D97-AF65-F5344CB8AC3E}">
        <p14:creationId xmlns:p14="http://schemas.microsoft.com/office/powerpoint/2010/main" val="1193606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 Plan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274838"/>
            <a:ext cx="8153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1219200"/>
            <a:ext cx="85344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goals, audience, and key strategies.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digital and offline presence.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brand awareness and customer engagement.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trends and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competitors' strategies.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success using key performance indicators.</a:t>
            </a:r>
          </a:p>
        </p:txBody>
      </p:sp>
    </p:spTree>
    <p:extLst>
      <p:ext uri="{BB962C8B-B14F-4D97-AF65-F5344CB8AC3E}">
        <p14:creationId xmlns:p14="http://schemas.microsoft.com/office/powerpoint/2010/main" val="3131165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 Plan- Target Market Analysis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838200"/>
            <a:ext cx="80772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industries needing IT-based solutions.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expectations.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audience based on demographics and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buyer personas for personalized marketing.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market trends and emerging demands.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 marketing strategies with audience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4057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Marketing Strategy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400" y="1143000"/>
            <a:ext cx="83058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paid ads for quick conversions.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email marketing for lead nurturing.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 customers through social media platforms.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and optimize campaigns continuously.</a:t>
            </a:r>
          </a:p>
        </p:txBody>
      </p:sp>
    </p:spTree>
    <p:extLst>
      <p:ext uri="{BB962C8B-B14F-4D97-AF65-F5344CB8AC3E}">
        <p14:creationId xmlns:p14="http://schemas.microsoft.com/office/powerpoint/2010/main" val="815793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686800" cy="958774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Customer Engagement and Retention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45774" y="1371600"/>
            <a:ext cx="838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excellent support for client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AI-driven chatbots for quick responses.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communication enhances brand trust.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feedback to improve service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long-term relationships for brand loyalty.</a:t>
            </a:r>
          </a:p>
        </p:txBody>
      </p:sp>
    </p:spTree>
    <p:extLst>
      <p:ext uri="{BB962C8B-B14F-4D97-AF65-F5344CB8AC3E}">
        <p14:creationId xmlns:p14="http://schemas.microsoft.com/office/powerpoint/2010/main" val="1173821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Measurement and Optimization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1122" y="1447800"/>
            <a:ext cx="8458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key metrics using analytics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website traffic and conversion rates.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marketing spend and ROI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 strategies based on customer feedback.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campaigns for better market impact.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 updated with industry trends regularly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6731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Operational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1122" y="1447800"/>
            <a:ext cx="8458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Plan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highly detailed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provides a clear picture of how a team, section or department will contribute to the achievement of the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organisation's goals.</a:t>
            </a:r>
          </a:p>
        </p:txBody>
      </p:sp>
    </p:spTree>
    <p:extLst>
      <p:ext uri="{BB962C8B-B14F-4D97-AF65-F5344CB8AC3E}">
        <p14:creationId xmlns:p14="http://schemas.microsoft.com/office/powerpoint/2010/main" val="1563050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Operational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" y="849731"/>
            <a:ext cx="86868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company processes, workflows, and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efficiency, productivity, and goal alignment.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resource management and daily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risk assessment and contingency planning.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workforce for maximum output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performance using key operational metrics.</a:t>
            </a:r>
          </a:p>
        </p:txBody>
      </p:sp>
    </p:spTree>
    <p:extLst>
      <p:ext uri="{BB962C8B-B14F-4D97-AF65-F5344CB8AC3E}">
        <p14:creationId xmlns:p14="http://schemas.microsoft.com/office/powerpoint/2010/main" val="2841013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Business Process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" y="1066800"/>
            <a:ext cx="83058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 workflows for smooth project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agile or waterfall development methodologies.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automation for increased operational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seamless coordination across business departments.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Regularly review and refine existing processes.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customer satisfaction through better service.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243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Resource Allocation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122583" y="990600"/>
            <a:ext cx="8763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resources based on project requirements.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manpower for cost-effective utilization.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cloud computing for scalable infrastructure.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budget control for operational sustainability.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backup systems for disaster recovery.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downtime through proactive resource planning.</a:t>
            </a:r>
          </a:p>
        </p:txBody>
      </p:sp>
    </p:spTree>
    <p:extLst>
      <p:ext uri="{BB962C8B-B14F-4D97-AF65-F5344CB8AC3E}">
        <p14:creationId xmlns:p14="http://schemas.microsoft.com/office/powerpoint/2010/main" val="3934796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Technology and Infrastructure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31913" y="1143000"/>
            <a:ext cx="86106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in secure and scalable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IT infrastructure supports business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Regularly upgrade hardware and software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cybersecurity measures for data protection.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AI and automation for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system performance and prevent failures.</a:t>
            </a:r>
          </a:p>
        </p:txBody>
      </p:sp>
    </p:spTree>
    <p:extLst>
      <p:ext uri="{BB962C8B-B14F-4D97-AF65-F5344CB8AC3E}">
        <p14:creationId xmlns:p14="http://schemas.microsoft.com/office/powerpoint/2010/main" val="519295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Risk Management and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55713" y="1143000"/>
            <a:ext cx="88392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potential risks in business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contingency plans for risk mitigation.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compliance with legal IT regulations.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regular audits for process improvements.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data protection and cybersecurity policies.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employees on security and compliance.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449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98488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Performance Monitoring and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" y="1371600"/>
            <a:ext cx="83058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operational KPIs for business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team efficiency and project timelines.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data analytics for process improvements.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Regularly update workflows for better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innovation for operational excellence.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strategies and optimize for success.</a:t>
            </a:r>
          </a:p>
        </p:txBody>
      </p:sp>
    </p:spTree>
    <p:extLst>
      <p:ext uri="{BB962C8B-B14F-4D97-AF65-F5344CB8AC3E}">
        <p14:creationId xmlns:p14="http://schemas.microsoft.com/office/powerpoint/2010/main" val="176068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Management and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" y="1371600"/>
            <a:ext cx="83058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Management Team :-</a:t>
            </a:r>
          </a:p>
          <a:p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Founders &amp; core executives.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Industry experience overview.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Leadership team expertise.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Key responsibilities assigned.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Growth &amp; vision alignment.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Advisors &amp; mentors onboard.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268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1826"/>
            <a:ext cx="8686800" cy="49244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Management and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" y="1371600"/>
            <a:ext cx="83058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Organizational Structure:-</a:t>
            </a:r>
          </a:p>
          <a:p>
            <a:endParaRPr lang="en-U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Startup type &amp; ownership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Hierarchical team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Key departments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Roles &amp; responsibilities defined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Operational workflow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Decision-making authority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746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</TotalTime>
  <Words>706</Words>
  <Application>Microsoft Office PowerPoint</Application>
  <PresentationFormat>On-screen Show (4:3)</PresentationFormat>
  <Paragraphs>114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Black</vt:lpstr>
      <vt:lpstr>Arial MT</vt:lpstr>
      <vt:lpstr>Times New Roman</vt:lpstr>
      <vt:lpstr>Office Theme</vt:lpstr>
      <vt:lpstr>CSE332 Industrial Ethics and Legal Issues</vt:lpstr>
      <vt:lpstr>Product Based Companies</vt:lpstr>
      <vt:lpstr>Service  Based Companies</vt:lpstr>
      <vt:lpstr>Marketing Plan</vt:lpstr>
      <vt:lpstr>Marketing Plan</vt:lpstr>
      <vt:lpstr>Marketing Plan- Target Market Analysis</vt:lpstr>
      <vt:lpstr>Digital Marketing Strategy</vt:lpstr>
      <vt:lpstr>Customer Engagement and Retention</vt:lpstr>
      <vt:lpstr>Performance Measurement and Optimization</vt:lpstr>
      <vt:lpstr>Operational Plan</vt:lpstr>
      <vt:lpstr>Operational Plan</vt:lpstr>
      <vt:lpstr>Business Process Management</vt:lpstr>
      <vt:lpstr>Resource Allocation Strategy</vt:lpstr>
      <vt:lpstr>Technology and Infrastructure</vt:lpstr>
      <vt:lpstr>Risk Management and Compliance</vt:lpstr>
      <vt:lpstr>Performance Monitoring and Optimization</vt:lpstr>
      <vt:lpstr>Management and Organization</vt:lpstr>
      <vt:lpstr>Management and Organization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CSE332 Industrial Ethics and Legal Issues</dc:title>
  <dc:creator>Admin</dc:creator>
  <cp:lastModifiedBy>Puneetbhardwaj08@outlook.com</cp:lastModifiedBy>
  <cp:revision>17</cp:revision>
  <dcterms:created xsi:type="dcterms:W3CDTF">2025-01-19T10:10:46Z</dcterms:created>
  <dcterms:modified xsi:type="dcterms:W3CDTF">2025-03-27T04:44:18Z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2025-01-19T00:00:00Z</vt:filetime>
  </property>
  <property fmtid="{D5CDD505-2E9C-101B-9397-08002B2CF9AE}" pid="5" name="Producer">
    <vt:lpwstr>www.ilovepdf.com</vt:lpwstr>
  </property>
</Properties>
</file>