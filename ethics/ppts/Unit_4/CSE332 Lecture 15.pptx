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7"/>
  </p:notesMasterIdLst>
  <p:handoutMasterIdLst>
    <p:handoutMasterId r:id="rId18"/>
  </p:handoutMasterIdLst>
  <p:sldIdLst>
    <p:sldId id="299" r:id="rId2"/>
    <p:sldId id="333" r:id="rId3"/>
    <p:sldId id="346" r:id="rId4"/>
    <p:sldId id="347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71" autoAdjust="0"/>
  </p:normalViewPr>
  <p:slideViewPr>
    <p:cSldViewPr>
      <p:cViewPr varScale="1">
        <p:scale>
          <a:sx n="57" d="100"/>
          <a:sy n="57" d="100"/>
        </p:scale>
        <p:origin x="154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676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sz="4000" dirty="0"/>
              <a:t>Unit 4:- Startup In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BED2-3479-12BD-0F23-53F7679A0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IT Startup Business Plan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767FD-42C6-3829-13AE-A00DD3C739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Executive Summary &amp; General Company Description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13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1344-F0A5-AED3-745A-58B3F782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Executive Summary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DFE975-9D2B-9E47-7991-0550CCA2CB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40768"/>
            <a:ext cx="3682752" cy="4896544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6AA97D-6F26-7EB4-D62B-FABDCD9F46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340768"/>
            <a:ext cx="4402832" cy="4896544"/>
          </a:xfrm>
        </p:spPr>
      </p:pic>
    </p:spTree>
    <p:extLst>
      <p:ext uri="{BB962C8B-B14F-4D97-AF65-F5344CB8AC3E}">
        <p14:creationId xmlns:p14="http://schemas.microsoft.com/office/powerpoint/2010/main" val="101011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A4EA-6C5B-D9D4-C69E-D78CD282B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Business Plan is important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83702-8ADF-2A39-4364-91121C327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– Helps secure funding from banks or venture capitalists.</a:t>
            </a:r>
            <a:br>
              <a:rPr lang="en-US" dirty="0"/>
            </a:br>
            <a:r>
              <a:rPr lang="en-US" dirty="0"/>
              <a:t>– Acts as a strategic guide for business operations.</a:t>
            </a:r>
            <a:br>
              <a:rPr lang="en-US" dirty="0"/>
            </a:br>
            <a:r>
              <a:rPr lang="en-US" dirty="0"/>
              <a:t>– Helps in planning for market challenges.</a:t>
            </a:r>
            <a:br>
              <a:rPr lang="en-US" dirty="0"/>
            </a:br>
            <a:r>
              <a:rPr lang="en-US" dirty="0"/>
              <a:t>– Helps track growth and measure success.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0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F8B0-EEDC-5A1B-D6F6-9DEA15AA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7"/>
            <a:ext cx="8229600" cy="648073"/>
          </a:xfrm>
        </p:spPr>
        <p:txBody>
          <a:bodyPr/>
          <a:lstStyle/>
          <a:p>
            <a:r>
              <a:rPr lang="en-IN" b="1" dirty="0"/>
              <a:t>Executive Summary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C724-6B97-B3E6-C872-2B624F8B5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Introduction:</a:t>
            </a:r>
            <a:r>
              <a:rPr lang="en-US" dirty="0"/>
              <a:t> Overview of the startup.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Industry:</a:t>
            </a:r>
            <a:r>
              <a:rPr lang="en-US" dirty="0"/>
              <a:t> IT sector with a focus on specific niche.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Business Model:</a:t>
            </a:r>
            <a:r>
              <a:rPr lang="en-US" dirty="0"/>
              <a:t> Subscription-based, SaaS, consulting, or custom solutions.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Target Market:</a:t>
            </a:r>
            <a:r>
              <a:rPr lang="en-US" dirty="0"/>
              <a:t> Small businesses, enterprises, healthcare, fintech, etc.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43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2557-210A-E3DF-279B-784153B95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656"/>
            <a:ext cx="8229600" cy="627464"/>
          </a:xfrm>
        </p:spPr>
        <p:txBody>
          <a:bodyPr/>
          <a:lstStyle/>
          <a:p>
            <a:r>
              <a:rPr lang="en-US" b="1" dirty="0"/>
              <a:t>Key Offerings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38B7-FF23-38A8-8E1F-F41FA690D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0120"/>
            <a:ext cx="8229600" cy="516604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Services/Products: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 software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AI-driven automation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Cloud solutions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consulting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Cybersecurity solutions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92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73FC6-35C8-EA55-4321-F26BDFB11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656"/>
            <a:ext cx="8229600" cy="627464"/>
          </a:xfrm>
        </p:spPr>
        <p:txBody>
          <a:bodyPr/>
          <a:lstStyle/>
          <a:p>
            <a:r>
              <a:rPr lang="en-US" b="1" dirty="0"/>
              <a:t>Goals &amp; Objectives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B80B-B078-0A59-2DB1-29CB09141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Launch MVP within [timeframe].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Acquire [X] clients in the first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 team and operations by [timeframe].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Achieve revenue growth of [X%] annually.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23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E8EA-8A28-F97E-A6CE-14F053F1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656"/>
            <a:ext cx="8229600" cy="627464"/>
          </a:xfrm>
        </p:spPr>
        <p:txBody>
          <a:bodyPr/>
          <a:lstStyle/>
          <a:p>
            <a:r>
              <a:rPr lang="en-US" b="1" dirty="0"/>
              <a:t>Financial Overview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D6598-018F-90C1-79BA-F2915C3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Initial Investment:</a:t>
            </a:r>
            <a:r>
              <a:rPr lang="en-US" dirty="0"/>
              <a:t> $X (for development, marketing, and operations).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Revenue Streams: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Subscription-based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Software licensing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Consulting fees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Projected ROI:</a:t>
            </a:r>
            <a:r>
              <a:rPr lang="en-US" dirty="0"/>
              <a:t> Within [X] years.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048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40A0-FCB4-3541-A173-D1FCB302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8229600" cy="699472"/>
          </a:xfrm>
        </p:spPr>
        <p:txBody>
          <a:bodyPr/>
          <a:lstStyle/>
          <a:p>
            <a:r>
              <a:rPr lang="en-US" b="1" dirty="0"/>
              <a:t>Competitive Advantage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CB69F-16C3-F246-0480-7FD018F5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Innovation:</a:t>
            </a:r>
            <a:r>
              <a:rPr lang="en-US" dirty="0"/>
              <a:t> AI-driven analytics, automation.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Cost-Effective Solutions:</a:t>
            </a:r>
            <a:r>
              <a:rPr lang="en-US" dirty="0"/>
              <a:t> Affordable IT services.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Expert Team:</a:t>
            </a:r>
            <a:r>
              <a:rPr lang="en-US" dirty="0"/>
              <a:t> Skilled professionals in IT and software development.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r>
              <a:rPr lang="en-US" dirty="0"/>
              <a:t> Solutions adaptable to business growth.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59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2222-5435-D671-BA23-EA27E51B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640"/>
            <a:ext cx="8229600" cy="771480"/>
          </a:xfrm>
        </p:spPr>
        <p:txBody>
          <a:bodyPr/>
          <a:lstStyle/>
          <a:p>
            <a:r>
              <a:rPr lang="en-US" b="1" dirty="0"/>
              <a:t>General Company Description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9EEBE-4B68-72CA-04DD-7D04393F2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Company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Location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Structure:</a:t>
            </a:r>
            <a:r>
              <a:rPr lang="en-US" dirty="0"/>
              <a:t> Sole proprietorship, LLC, or Private Limited.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Founders &amp; Team:</a:t>
            </a:r>
            <a:r>
              <a:rPr lang="en-US" dirty="0"/>
              <a:t> Names and expertise.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068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1621-4EA7-556B-9D8C-87BFEF9A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656"/>
            <a:ext cx="8229600" cy="627464"/>
          </a:xfrm>
        </p:spPr>
        <p:txBody>
          <a:bodyPr/>
          <a:lstStyle/>
          <a:p>
            <a:r>
              <a:rPr lang="en-US" b="1" dirty="0"/>
              <a:t>Mission Statement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FAA96-E2CE-8C7D-1BB7-D5859793C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"To deliver innovative IT solutions that enhance business efficiency, security, and scalability, enabling digital transformation for businesses of all sizes."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154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81F4-9268-49F2-B432-4F22E49B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8229600" cy="699472"/>
          </a:xfrm>
        </p:spPr>
        <p:txBody>
          <a:bodyPr/>
          <a:lstStyle/>
          <a:p>
            <a:r>
              <a:rPr lang="en-US" b="1" dirty="0"/>
              <a:t>Vision Statement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5AA3-C9CD-C42E-BB88-BC7B99926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0120"/>
            <a:ext cx="8229600" cy="5166043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"To become a leading IT solutions provider known for innovation, reliability, and customer-centric technology solutions."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169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613F-9BD5-3512-2B1B-F22E90F5C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8229600" cy="483448"/>
          </a:xfrm>
        </p:spPr>
        <p:txBody>
          <a:bodyPr/>
          <a:lstStyle/>
          <a:p>
            <a:r>
              <a:rPr lang="en-US" b="1" dirty="0"/>
              <a:t>Market Analysis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63908-B770-41C2-274B-C72D8B71C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Industry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Target Market Needs: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Demand for AI, cloud computing, and cybersecurity.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Businesses seeking digital transformation.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Opportunity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316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7EA6-1D88-5B70-EF45-D82AFFB7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8229600" cy="483448"/>
          </a:xfrm>
        </p:spPr>
        <p:txBody>
          <a:bodyPr/>
          <a:lstStyle/>
          <a:p>
            <a:r>
              <a:rPr lang="en-US" b="1" dirty="0"/>
              <a:t>Core Values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B0F9E-7295-06E8-D6E1-0BD7C3305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Innovation</a:t>
            </a:r>
            <a:r>
              <a:rPr lang="en-US" dirty="0"/>
              <a:t> – Continuous tech advancements.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Customer-Centric Approach</a:t>
            </a:r>
            <a:r>
              <a:rPr lang="en-US" dirty="0"/>
              <a:t> – Prioritizing client needs.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Integrity &amp; Security</a:t>
            </a:r>
            <a:r>
              <a:rPr lang="en-US" dirty="0"/>
              <a:t> – Ensuring data protection.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Scalability &amp; Efficiency</a:t>
            </a:r>
            <a:r>
              <a:rPr lang="en-US" dirty="0"/>
              <a:t> – Providing adaptable solutions.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508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0BDFA-2F27-A917-1762-AEDCB6256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656"/>
            <a:ext cx="8229600" cy="627464"/>
          </a:xfrm>
        </p:spPr>
        <p:txBody>
          <a:bodyPr/>
          <a:lstStyle/>
          <a:p>
            <a:r>
              <a:rPr lang="en-US" b="1" dirty="0"/>
              <a:t>Contact Information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0B389-3D6B-46E2-2580-4EA4E8041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Company Name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Website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Email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Phone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Address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156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2141</TotalTime>
  <Words>382</Words>
  <Application>Microsoft Office PowerPoint</Application>
  <PresentationFormat>On-screen Show (4:3)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Narrow</vt:lpstr>
      <vt:lpstr>Broadway</vt:lpstr>
      <vt:lpstr>Calibri</vt:lpstr>
      <vt:lpstr>Times New Roman</vt:lpstr>
      <vt:lpstr>Office Theme</vt:lpstr>
      <vt:lpstr>CSE332</vt:lpstr>
      <vt:lpstr>IT Startup Business Plan </vt:lpstr>
      <vt:lpstr>Executive Summary</vt:lpstr>
      <vt:lpstr>Why Business Plan is important</vt:lpstr>
      <vt:lpstr>Executive Summary </vt:lpstr>
      <vt:lpstr>Key Offerings </vt:lpstr>
      <vt:lpstr>Goals &amp; Objectives </vt:lpstr>
      <vt:lpstr>Financial Overview </vt:lpstr>
      <vt:lpstr>Competitive Advantage </vt:lpstr>
      <vt:lpstr>General Company Description </vt:lpstr>
      <vt:lpstr>Mission Statement </vt:lpstr>
      <vt:lpstr>Vision Statement </vt:lpstr>
      <vt:lpstr>Market Analysis </vt:lpstr>
      <vt:lpstr>Core Values </vt:lpstr>
      <vt:lpstr>Contact Information </vt:lpstr>
    </vt:vector>
  </TitlesOfParts>
  <Company>Villanova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Puneetbhardwaj08@outlook.com</cp:lastModifiedBy>
  <cp:revision>149</cp:revision>
  <dcterms:created xsi:type="dcterms:W3CDTF">1999-08-23T17:38:43Z</dcterms:created>
  <dcterms:modified xsi:type="dcterms:W3CDTF">2025-03-17T04:16:18Z</dcterms:modified>
</cp:coreProperties>
</file>