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5" r:id="rId11"/>
    <p:sldId id="324" r:id="rId12"/>
    <p:sldId id="326" r:id="rId13"/>
    <p:sldId id="327" r:id="rId14"/>
    <p:sldId id="328" r:id="rId15"/>
    <p:sldId id="329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58" autoAdjust="0"/>
    <p:restoredTop sz="94660"/>
  </p:normalViewPr>
  <p:slideViewPr>
    <p:cSldViewPr>
      <p:cViewPr varScale="1">
        <p:scale>
          <a:sx n="82" d="100"/>
          <a:sy n="82" d="100"/>
        </p:scale>
        <p:origin x="-139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 smtClean="0"/>
              <a:t>CSE332</a:t>
            </a:r>
            <a:r>
              <a:rPr/>
              <a:t/>
            </a:r>
            <a:br>
              <a:rPr/>
            </a:br>
            <a:r>
              <a:rPr lang="en-US" dirty="0" smtClean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dirty="0" smtClean="0">
              <a:solidFill>
                <a:srgbClr val="FF0000"/>
              </a:solidFill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</a:t>
            </a: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Creating an ethical work environment</a:t>
            </a:r>
            <a:b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Ethical decision making</a:t>
            </a:r>
            <a:b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endParaRPr kumimoji="0" lang="en-GB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8348" y="642918"/>
            <a:ext cx="83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dirty="0" smtClean="0">
                <a:solidFill>
                  <a:schemeClr val="accent6"/>
                </a:solidFill>
                <a:cs typeface="Arial" charset="0"/>
              </a:rPr>
              <a:t>Creating an Ethical Work Environment </a:t>
            </a:r>
            <a:endParaRPr lang="en-US" sz="3600" dirty="0">
              <a:solidFill>
                <a:schemeClr val="accent6"/>
              </a:solidFill>
              <a:cs typeface="Arial" charset="0"/>
            </a:endParaRPr>
          </a:p>
        </p:txBody>
      </p:sp>
      <p:pic>
        <p:nvPicPr>
          <p:cNvPr id="3" name="Picture 2" descr="C:\Users\pc\Desktop\Lpu CSE332\professional-and-ethical-issues-and-responsibilities-29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12192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Employees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must have a knowledgeable resource with whom they can discuss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perceived unethical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practices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chemeClr val="accent6"/>
                </a:solidFill>
              </a:rPr>
              <a:t>                Creating </a:t>
            </a:r>
            <a:r>
              <a:rPr lang="en-US" sz="4000" dirty="0">
                <a:solidFill>
                  <a:schemeClr val="accent6"/>
                </a:solidFill>
              </a:rPr>
              <a:t>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1219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0" y="1428736"/>
            <a:ext cx="11691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Manager’s checklist for establishing an ethical work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36" y="533400"/>
            <a:ext cx="10287072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Creating 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500306"/>
            <a:ext cx="11811040" cy="43576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28600"/>
            <a:ext cx="10639460" cy="1189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</a:t>
            </a: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 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hand-writing-decision-making-process-whiteboard-male-business-ooda-loop-observe-orient-decide-act-black-felt-tip-marker-401509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1195391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928670"/>
            <a:ext cx="11068088" cy="7143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 MAKING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9522" y="2071678"/>
            <a:ext cx="11358642" cy="4643470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95274" y="642918"/>
            <a:ext cx="11072890" cy="11890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INCLUDING ETHICAL CONSIDERATIONS IN DECISION MAKING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28650" y="1468438"/>
            <a:ext cx="10968076" cy="51895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A problem statement is a clear, concise description of the issue that needs to be addressed.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Answers-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do people observe that causes them to think there is a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Who is directly affected by the problem?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Is anyone else affected?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often does the problem occur?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the impact of the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serious is the problem?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3968" y="785794"/>
            <a:ext cx="9644130" cy="5825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DEVELOP  A  PROBLEM  STATEMENT</a:t>
            </a:r>
            <a:endParaRPr kumimoji="0" lang="en-IN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28868"/>
            <a:ext cx="5167306" cy="4214842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95208" y="1357298"/>
            <a:ext cx="4643470" cy="64294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Poor problem statement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81752" y="1357298"/>
            <a:ext cx="5072098" cy="64294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smtClean="0">
                <a:solidFill>
                  <a:srgbClr val="FF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Good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 problem statement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53190" y="2500306"/>
            <a:ext cx="5524490" cy="41434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2357430"/>
            <a:ext cx="11210964" cy="4214842"/>
          </a:xfrm>
          <a:prstGeom prst="rect">
            <a:avLst/>
          </a:prstGeom>
        </p:spPr>
        <p:txBody>
          <a:bodyPr>
            <a:normAutofit fontScale="98125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is ideal to enlist the help of others, including stakeholders, to identify several alternative solutions to the problem.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Brainstorming with others will increase your chances of identifying a broad range of alternatives and determining the best solution.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Try not to be critical of ideas, as any negative criticism will tend to shut down the discussion, and the flow of ideas will dry up.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Simply write down the ideas as they are suggested.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881158" y="92867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IDENTIFY ALTERNATIVES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143116"/>
            <a:ext cx="11425278" cy="45005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095340" y="714356"/>
            <a:ext cx="1035851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EVALUATE AND CHOOSE AN ALTERNATIVE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952464" y="642918"/>
            <a:ext cx="9929882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IMPLEMENT THE DECISION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Content Placeholder 5"/>
          <p:cNvSpPr txBox="1">
            <a:spLocks/>
          </p:cNvSpPr>
          <p:nvPr/>
        </p:nvSpPr>
        <p:spPr>
          <a:xfrm>
            <a:off x="457200" y="1600200"/>
            <a:ext cx="10925212" cy="4525963"/>
          </a:xfrm>
          <a:prstGeom prst="rect">
            <a:avLst/>
          </a:prstGeom>
        </p:spPr>
        <p:txBody>
          <a:bodyPr>
            <a:normAutofit fontScale="96250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Once an alternative is selected, it should be implemented in an </a:t>
            </a:r>
            <a:r>
              <a:rPr kumimoji="0" lang="en-I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efficient, effective, and timely manner.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Why are we doing this?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wrong with the current way we do things?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What are the benefits of the new way for you?</a:t>
            </a:r>
            <a:endParaRPr kumimoji="0" lang="en-I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23968" y="100010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EVALUATE THE RESULTS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8084" y="3105835"/>
            <a:ext cx="117872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Were the success criteria fully met?</a:t>
            </a:r>
          </a:p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 Were there any unintended consequences?</a:t>
            </a:r>
            <a:endParaRPr lang="en-IN" sz="4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071679"/>
            <a:ext cx="73342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Next Topics:</a:t>
            </a:r>
          </a:p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Ethics in Information Technology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Ethical behavior of IT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professional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ethical issues for IT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users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Supporting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ethical practices of IT users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316</Words>
  <PresentationFormat>Custom</PresentationFormat>
  <Paragraphs>44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9</cp:revision>
  <dcterms:modified xsi:type="dcterms:W3CDTF">2025-01-19T10:19:08Z</dcterms:modified>
</cp:coreProperties>
</file>