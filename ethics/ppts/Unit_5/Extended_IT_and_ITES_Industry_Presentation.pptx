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IT and ITES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Product-Based vs. Services-Based Companies, NASSCOM, STPI, and Global IT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 and ITES?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IT: Information Technology</a:t>
            </a:r>
          </a:p>
          <a:p>
            <a:r>
              <a:t>- ITES: IT-Enabled Services</a:t>
            </a:r>
          </a:p>
          <a:p>
            <a:r>
              <a:t>- IT focuses on software &amp; hardware</a:t>
            </a:r>
          </a:p>
          <a:p>
            <a:r>
              <a:t>- ITES includes BPO, KPO, and LPO</a:t>
            </a:r>
          </a:p>
          <a:p>
            <a:r>
              <a:t>- Growth driven by digitalization</a:t>
            </a:r>
          </a:p>
          <a:p>
            <a:r>
              <a:t>- Key role in global economy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vs. Services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Product: Develop own software/hardware</a:t>
            </a:r>
          </a:p>
          <a:p>
            <a:r>
              <a:t>- Examples: Microsoft, Google</a:t>
            </a:r>
          </a:p>
          <a:p>
            <a:r>
              <a:t>- Service: IT solutions for clients</a:t>
            </a:r>
          </a:p>
          <a:p>
            <a:r>
              <a:t>- Examples: TCS, Infosys</a:t>
            </a:r>
          </a:p>
          <a:p>
            <a:r>
              <a:t>- Product: Higher R&amp;D investment</a:t>
            </a:r>
          </a:p>
          <a:p>
            <a:r>
              <a:t>- Service: Client-based revenue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NASSCOM: Industry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National Association of Software &amp; Services</a:t>
            </a:r>
          </a:p>
          <a:p>
            <a:r>
              <a:t>- Represents India's IT-BPM industry</a:t>
            </a:r>
          </a:p>
          <a:p>
            <a:r>
              <a:t>- Helps policy-making &amp; innovation</a:t>
            </a:r>
          </a:p>
          <a:p>
            <a:r>
              <a:t>- Focus on skill development</a:t>
            </a:r>
          </a:p>
          <a:p>
            <a:r>
              <a:t>- Encourages global collaborations</a:t>
            </a:r>
          </a:p>
          <a:p>
            <a:r>
              <a:t>- Organizes IT summits &amp;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STPI: Software Technology Parks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Software Technology Parks of India</a:t>
            </a:r>
          </a:p>
          <a:p>
            <a:r>
              <a:t>- Supports software exports</a:t>
            </a:r>
          </a:p>
          <a:p>
            <a:r>
              <a:t>- Provides infrastructure &amp; incubation</a:t>
            </a:r>
          </a:p>
          <a:p>
            <a:r>
              <a:t>- Tax benefits for IT companies</a:t>
            </a:r>
          </a:p>
          <a:p>
            <a:r>
              <a:t>- Promotes startups &amp; innovation</a:t>
            </a:r>
          </a:p>
          <a:p>
            <a:r>
              <a:t>- Key to India's IT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Machine Learning in Healthcare</a:t>
            </a:r>
          </a:p>
          <a:p>
            <a:r>
              <a:t>- Cloud computing transformations</a:t>
            </a:r>
          </a:p>
          <a:p>
            <a:r>
              <a:t>- Blockchain for secure transactions</a:t>
            </a:r>
          </a:p>
          <a:p>
            <a:r>
              <a:t>- 5G technology advancements</a:t>
            </a:r>
          </a:p>
          <a:p>
            <a:r>
              <a:t>- Smart cities &amp; IoT adoption</a:t>
            </a:r>
          </a:p>
          <a:p>
            <a:r>
              <a:t>- Cybersecurity &amp; data privacy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 &amp; ITES drive innovation</a:t>
            </a:r>
          </a:p>
          <a:p>
            <a:r>
              <a:t>- Product vs. Service-based firms</a:t>
            </a:r>
          </a:p>
          <a:p>
            <a:r>
              <a:t>- NASSCOM &amp; STPI key enablers</a:t>
            </a:r>
          </a:p>
          <a:p>
            <a:r>
              <a:t>- Emerging global IT projects</a:t>
            </a:r>
          </a:p>
          <a:p>
            <a:r>
              <a:t>- Future: AI, Cloud, and Cybersecurity</a:t>
            </a:r>
          </a:p>
          <a:p>
            <a:r>
              <a:t>- IT revolutionizing global industries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&amp; ITES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Rapid cloud adoption</a:t>
            </a:r>
          </a:p>
          <a:p>
            <a:r>
              <a:t>- AI &amp; automation growth</a:t>
            </a:r>
          </a:p>
          <a:p>
            <a:r>
              <a:t>- Increased cybersecurity focus</a:t>
            </a:r>
          </a:p>
          <a:p>
            <a:r>
              <a:t>- Expanding remote workforce</a:t>
            </a:r>
          </a:p>
          <a:p>
            <a:r>
              <a:t>- Rise of data-driven decisions</a:t>
            </a:r>
          </a:p>
          <a:p>
            <a:r>
              <a:t>- Growing demand for IT talent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IT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India: Bengaluru, Hyderabad, Pune</a:t>
            </a:r>
          </a:p>
          <a:p>
            <a:r>
              <a:t>- USA: Silicon Valley, Seattle</a:t>
            </a:r>
          </a:p>
          <a:p>
            <a:r>
              <a:t>- Europe: London, Berlin</a:t>
            </a:r>
          </a:p>
          <a:p>
            <a:r>
              <a:t>- China: Beijing, Shenzhen</a:t>
            </a:r>
          </a:p>
          <a:p>
            <a:r>
              <a:t>- Emerging hubs: Vietnam, Poland</a:t>
            </a:r>
          </a:p>
          <a:p>
            <a:r>
              <a:t>- IT clusters drive innovation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Emerging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AI: Intelligent automation</a:t>
            </a:r>
          </a:p>
          <a:p>
            <a:r>
              <a:t>- IoT: Smart devices</a:t>
            </a:r>
          </a:p>
          <a:p>
            <a:r>
              <a:t>- Cloud: Scalable solutions</a:t>
            </a:r>
          </a:p>
          <a:p>
            <a:r>
              <a:t>- Blockchain: Secure transactions</a:t>
            </a:r>
          </a:p>
          <a:p>
            <a:r>
              <a:t>- 5G: Faster connectivity</a:t>
            </a:r>
          </a:p>
          <a:p>
            <a:r>
              <a:t>- Quantum computing: Future potential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Govt Initiatives for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India Program</a:t>
            </a:r>
          </a:p>
          <a:p>
            <a:r>
              <a:t>- Make in India</a:t>
            </a:r>
          </a:p>
          <a:p>
            <a:r>
              <a:t>- IT SEZs &amp; incentives</a:t>
            </a:r>
          </a:p>
          <a:p>
            <a:r>
              <a:t>- Startup India support</a:t>
            </a:r>
          </a:p>
          <a:p>
            <a:r>
              <a:t>- NASSCOM’s skill programs</a:t>
            </a:r>
          </a:p>
          <a:p>
            <a:r>
              <a:t>- Global collaboration efforts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Successful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Aadhaar (India’s digital ID)</a:t>
            </a:r>
          </a:p>
          <a:p>
            <a:r>
              <a:t>- Google’s AI-driven search</a:t>
            </a:r>
          </a:p>
          <a:p>
            <a:r>
              <a:t>- Amazon AWS cloud expansion</a:t>
            </a:r>
          </a:p>
          <a:p>
            <a:r>
              <a:t>- Tesla’s self-driving tech</a:t>
            </a:r>
          </a:p>
          <a:p>
            <a:r>
              <a:t>- Paytm’s fintech revolution</a:t>
            </a:r>
          </a:p>
          <a:p>
            <a:r>
              <a:t>- OpenAI’s ChatGPT &amp; AI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IT &amp; 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ML growth continues</a:t>
            </a:r>
          </a:p>
          <a:p>
            <a:r>
              <a:t>- Cybersecurity challenges increase</a:t>
            </a:r>
          </a:p>
          <a:p>
            <a:r>
              <a:t>- More automation &amp; robotics</a:t>
            </a:r>
          </a:p>
          <a:p>
            <a:r>
              <a:t>- Expansion of remote work</a:t>
            </a:r>
          </a:p>
          <a:p>
            <a:r>
              <a:t>- Tech-driven economies</a:t>
            </a:r>
          </a:p>
          <a:p>
            <a:r>
              <a:t>- Global IT talent demand rises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