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 id="2147483660" r:id="rId3"/>
    <p:sldMasterId id="2147483675" r:id="rId4"/>
    <p:sldMasterId id="2147483689" r:id="rId5"/>
    <p:sldMasterId id="2147483702" r:id="rId6"/>
    <p:sldMasterId id="2147483714" r:id="rId7"/>
    <p:sldMasterId id="2147483728" r:id="rId8"/>
  </p:sldMasterIdLst>
  <p:notesMasterIdLst>
    <p:notesMasterId r:id="rId10"/>
  </p:notesMasterIdLst>
  <p:sldIdLst>
    <p:sldId id="256" r:id="rId9"/>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8" name="Shape 608"/>
        <p:cNvGrpSpPr/>
        <p:nvPr/>
      </p:nvGrpSpPr>
      <p:grpSpPr>
        <a:xfrm>
          <a:off x="0" y="0"/>
          <a:ext cx="0" cy="0"/>
          <a:chOff x="0" y="0"/>
          <a:chExt cx="0" cy="0"/>
        </a:xfrm>
      </p:grpSpPr>
      <p:sp>
        <p:nvSpPr>
          <p:cNvPr id="609" name="Google Shape;609;p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610" name="Google Shape;610;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3" name="Shape 613"/>
        <p:cNvGrpSpPr/>
        <p:nvPr/>
      </p:nvGrpSpPr>
      <p:grpSpPr>
        <a:xfrm>
          <a:off x="0" y="0"/>
          <a:ext cx="0" cy="0"/>
          <a:chOff x="0" y="0"/>
          <a:chExt cx="0" cy="0"/>
        </a:xfrm>
      </p:grpSpPr>
      <p:sp>
        <p:nvSpPr>
          <p:cNvPr id="614" name="Google Shape;614;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5" name="Google Shape;615;p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6" name="Google Shape;616;p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1" name="Shape 621"/>
        <p:cNvGrpSpPr/>
        <p:nvPr/>
      </p:nvGrpSpPr>
      <p:grpSpPr>
        <a:xfrm>
          <a:off x="0" y="0"/>
          <a:ext cx="0" cy="0"/>
          <a:chOff x="0" y="0"/>
          <a:chExt cx="0" cy="0"/>
        </a:xfrm>
      </p:grpSpPr>
      <p:sp>
        <p:nvSpPr>
          <p:cNvPr id="622" name="Google Shape;622;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23" name="Google Shape;623;p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4" name="Google Shape;624;p3: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9" name="Shape 629"/>
        <p:cNvGrpSpPr/>
        <p:nvPr/>
      </p:nvGrpSpPr>
      <p:grpSpPr>
        <a:xfrm>
          <a:off x="0" y="0"/>
          <a:ext cx="0" cy="0"/>
          <a:chOff x="0" y="0"/>
          <a:chExt cx="0" cy="0"/>
        </a:xfrm>
      </p:grpSpPr>
      <p:sp>
        <p:nvSpPr>
          <p:cNvPr id="630" name="Google Shape;630;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31" name="Google Shape;631;p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2" name="Google Shape;632;p4: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7" name="Shape 637"/>
        <p:cNvGrpSpPr/>
        <p:nvPr/>
      </p:nvGrpSpPr>
      <p:grpSpPr>
        <a:xfrm>
          <a:off x="0" y="0"/>
          <a:ext cx="0" cy="0"/>
          <a:chOff x="0" y="0"/>
          <a:chExt cx="0" cy="0"/>
        </a:xfrm>
      </p:grpSpPr>
      <p:sp>
        <p:nvSpPr>
          <p:cNvPr id="638" name="Google Shape;638;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9" name="Google Shape;639;p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Compare with electric and gas utilities.</a:t>
            </a:r>
            <a:endParaRPr lang="en-US"/>
          </a:p>
        </p:txBody>
      </p:sp>
      <p:sp>
        <p:nvSpPr>
          <p:cNvPr id="640" name="Google Shape;640;p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6" name="Shape 646"/>
        <p:cNvGrpSpPr/>
        <p:nvPr/>
      </p:nvGrpSpPr>
      <p:grpSpPr>
        <a:xfrm>
          <a:off x="0" y="0"/>
          <a:ext cx="0" cy="0"/>
          <a:chOff x="0" y="0"/>
          <a:chExt cx="0" cy="0"/>
        </a:xfrm>
      </p:grpSpPr>
      <p:sp>
        <p:nvSpPr>
          <p:cNvPr id="647" name="Google Shape;647;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8" name="Google Shape;648;p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9" name="Google Shape;649;p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a:solidFill>
                  <a:schemeClr val="dk1"/>
                </a:solidFill>
                <a:latin typeface="Arial" panose="020B0604020202020204"/>
                <a:ea typeface="Arial" panose="020B0604020202020204"/>
                <a:cs typeface="Arial" panose="020B0604020202020204"/>
                <a:sym typeface="Arial" panose="020B0604020202020204"/>
              </a:rPr>
            </a:fld>
            <a:endParaRPr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5" name="Shape 655"/>
        <p:cNvGrpSpPr/>
        <p:nvPr/>
      </p:nvGrpSpPr>
      <p:grpSpPr>
        <a:xfrm>
          <a:off x="0" y="0"/>
          <a:ext cx="0" cy="0"/>
          <a:chOff x="0" y="0"/>
          <a:chExt cx="0" cy="0"/>
        </a:xfrm>
      </p:grpSpPr>
      <p:sp>
        <p:nvSpPr>
          <p:cNvPr id="656" name="Google Shape;656;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657" name="Google Shape;657;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2" name="Shape 662"/>
        <p:cNvGrpSpPr/>
        <p:nvPr/>
      </p:nvGrpSpPr>
      <p:grpSpPr>
        <a:xfrm>
          <a:off x="0" y="0"/>
          <a:ext cx="0" cy="0"/>
          <a:chOff x="0" y="0"/>
          <a:chExt cx="0" cy="0"/>
        </a:xfrm>
      </p:grpSpPr>
      <p:sp>
        <p:nvSpPr>
          <p:cNvPr id="663" name="Google Shape;663;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4" name="Google Shape;664;p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a:p>
            <a:pPr marL="0" lvl="0" indent="0" algn="l" rtl="0">
              <a:spcBef>
                <a:spcPts val="36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0" name="Shape 670"/>
        <p:cNvGrpSpPr/>
        <p:nvPr/>
      </p:nvGrpSpPr>
      <p:grpSpPr>
        <a:xfrm>
          <a:off x="0" y="0"/>
          <a:ext cx="0" cy="0"/>
          <a:chOff x="0" y="0"/>
          <a:chExt cx="0" cy="0"/>
        </a:xfrm>
      </p:grpSpPr>
      <p:sp>
        <p:nvSpPr>
          <p:cNvPr id="671" name="Google Shape;671;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2" name="Google Shape;672;p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0" i="0"/>
              <a:t>Concept of pooling is the idea of </a:t>
            </a:r>
            <a:r>
              <a:rPr lang="en-US" b="0" i="0" u="sng"/>
              <a:t>abstraction that hides the location of the resources </a:t>
            </a:r>
            <a:r>
              <a:rPr lang="en-US" b="0" i="0"/>
              <a:t>such as the virtual machines, processing memory, storage and network bandwidth.</a:t>
            </a:r>
            <a:endParaRPr sz="1400" b="0" i="0"/>
          </a:p>
          <a:p>
            <a:pPr marL="0" lvl="0" indent="0" algn="l" rtl="0">
              <a:spcBef>
                <a:spcPts val="360"/>
              </a:spcBef>
              <a:spcAft>
                <a:spcPts val="0"/>
              </a:spcAft>
              <a:buNone/>
            </a:pPr>
          </a:p>
        </p:txBody>
      </p:sp>
      <p:sp>
        <p:nvSpPr>
          <p:cNvPr id="673" name="Google Shape;673;p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sz="1200">
                <a:solidFill>
                  <a:schemeClr val="dk1"/>
                </a:solidFill>
                <a:latin typeface="Arial" panose="020B0604020202020204"/>
                <a:ea typeface="Arial" panose="020B0604020202020204"/>
                <a:cs typeface="Arial" panose="020B0604020202020204"/>
                <a:sym typeface="Arial" panose="020B0604020202020204"/>
              </a:rPr>
            </a:fld>
            <a:endParaRPr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9" name="Shape 679"/>
        <p:cNvGrpSpPr/>
        <p:nvPr/>
      </p:nvGrpSpPr>
      <p:grpSpPr>
        <a:xfrm>
          <a:off x="0" y="0"/>
          <a:ext cx="0" cy="0"/>
          <a:chOff x="0" y="0"/>
          <a:chExt cx="0" cy="0"/>
        </a:xfrm>
      </p:grpSpPr>
      <p:sp>
        <p:nvSpPr>
          <p:cNvPr id="680" name="Google Shape;680;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1" name="Google Shape;681;p1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7" name="Shape 687"/>
        <p:cNvGrpSpPr/>
        <p:nvPr/>
      </p:nvGrpSpPr>
      <p:grpSpPr>
        <a:xfrm>
          <a:off x="0" y="0"/>
          <a:ext cx="0" cy="0"/>
          <a:chOff x="0" y="0"/>
          <a:chExt cx="0" cy="0"/>
        </a:xfrm>
      </p:grpSpPr>
      <p:sp>
        <p:nvSpPr>
          <p:cNvPr id="688" name="Google Shape;688;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9" name="Google Shape;689;p1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4" name="Shape 694"/>
        <p:cNvGrpSpPr/>
        <p:nvPr/>
      </p:nvGrpSpPr>
      <p:grpSpPr>
        <a:xfrm>
          <a:off x="0" y="0"/>
          <a:ext cx="0" cy="0"/>
          <a:chOff x="0" y="0"/>
          <a:chExt cx="0" cy="0"/>
        </a:xfrm>
      </p:grpSpPr>
      <p:sp>
        <p:nvSpPr>
          <p:cNvPr id="695" name="Google Shape;695;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6" name="Google Shape;696;p1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use case scenario for a private cloud would be when an organization has data that cannot be put in the public cloud, perhaps for legal reasons. For e.g., they may have medical data that cannot be exposed publicly.</a:t>
            </a:r>
            <a:endParaRPr lang="en-US"/>
          </a:p>
          <a:p>
            <a:pPr marL="0" lvl="0" indent="0" algn="l" rtl="0">
              <a:spcBef>
                <a:spcPts val="360"/>
              </a:spcBef>
              <a:spcAft>
                <a:spcPts val="0"/>
              </a:spcAft>
              <a:buNone/>
            </a:pPr>
            <a:r>
              <a:rPr lang="en-US"/>
              <a:t>Another scenario may be where government policy requires specific data to be kept in-country or privately.</a:t>
            </a:r>
            <a:endParaRPr lang="en-US"/>
          </a:p>
          <a:p>
            <a:pPr marL="0" lvl="0" indent="0" algn="l" rtl="0">
              <a:spcBef>
                <a:spcPts val="36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2" name="Shape 702"/>
        <p:cNvGrpSpPr/>
        <p:nvPr/>
      </p:nvGrpSpPr>
      <p:grpSpPr>
        <a:xfrm>
          <a:off x="0" y="0"/>
          <a:ext cx="0" cy="0"/>
          <a:chOff x="0" y="0"/>
          <a:chExt cx="0" cy="0"/>
        </a:xfrm>
      </p:grpSpPr>
      <p:sp>
        <p:nvSpPr>
          <p:cNvPr id="703" name="Google Shape;70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9" name="Shape 709"/>
        <p:cNvGrpSpPr/>
        <p:nvPr/>
      </p:nvGrpSpPr>
      <p:grpSpPr>
        <a:xfrm>
          <a:off x="0" y="0"/>
          <a:ext cx="0" cy="0"/>
          <a:chOff x="0" y="0"/>
          <a:chExt cx="0" cy="0"/>
        </a:xfrm>
      </p:grpSpPr>
      <p:sp>
        <p:nvSpPr>
          <p:cNvPr id="710" name="Google Shape;710;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1" name="Google Shape;711;p1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6" name="Shape 716"/>
        <p:cNvGrpSpPr/>
        <p:nvPr/>
      </p:nvGrpSpPr>
      <p:grpSpPr>
        <a:xfrm>
          <a:off x="0" y="0"/>
          <a:ext cx="0" cy="0"/>
          <a:chOff x="0" y="0"/>
          <a:chExt cx="0" cy="0"/>
        </a:xfrm>
      </p:grpSpPr>
      <p:sp>
        <p:nvSpPr>
          <p:cNvPr id="717" name="Google Shape;717;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8" name="Google Shape;718;p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Salesforce has developed a CRM Community cloud solution for Higher Education.</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3" name="Shape 723"/>
        <p:cNvGrpSpPr/>
        <p:nvPr/>
      </p:nvGrpSpPr>
      <p:grpSpPr>
        <a:xfrm>
          <a:off x="0" y="0"/>
          <a:ext cx="0" cy="0"/>
          <a:chOff x="0" y="0"/>
          <a:chExt cx="0" cy="0"/>
        </a:xfrm>
      </p:grpSpPr>
      <p:sp>
        <p:nvSpPr>
          <p:cNvPr id="724" name="Google Shape;724;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25" name="Google Shape;725;p1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6" name="Google Shape;726;p1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2" name="Shape 732"/>
        <p:cNvGrpSpPr/>
        <p:nvPr/>
      </p:nvGrpSpPr>
      <p:grpSpPr>
        <a:xfrm>
          <a:off x="0" y="0"/>
          <a:ext cx="0" cy="0"/>
          <a:chOff x="0" y="0"/>
          <a:chExt cx="0" cy="0"/>
        </a:xfrm>
      </p:grpSpPr>
      <p:sp>
        <p:nvSpPr>
          <p:cNvPr id="733" name="Google Shape;733;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34" name="Google Shape;734;p1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5" name="Google Shape;735;p1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0" name="Shape 740"/>
        <p:cNvGrpSpPr/>
        <p:nvPr/>
      </p:nvGrpSpPr>
      <p:grpSpPr>
        <a:xfrm>
          <a:off x="0" y="0"/>
          <a:ext cx="0" cy="0"/>
          <a:chOff x="0" y="0"/>
          <a:chExt cx="0" cy="0"/>
        </a:xfrm>
      </p:grpSpPr>
      <p:sp>
        <p:nvSpPr>
          <p:cNvPr id="741" name="Google Shape;741;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42" name="Google Shape;742;p1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Leaders in the PaaS space are trying to future-proof their offerings by supporting programming using </a:t>
            </a:r>
            <a:r>
              <a:rPr lang="en-US" sz="1200" b="0" i="1" u="none" strike="noStrike" cap="none">
                <a:solidFill>
                  <a:srgbClr val="000000"/>
                </a:solidFill>
                <a:latin typeface="Arial" panose="020B0604020202020204"/>
                <a:ea typeface="Arial" panose="020B0604020202020204"/>
                <a:cs typeface="Arial" panose="020B0604020202020204"/>
                <a:sym typeface="Arial" panose="020B0604020202020204"/>
              </a:rPr>
              <a:t>standardized and open-source languages.</a:t>
            </a:r>
            <a:endParaRPr lang="en-US" sz="1200" b="0" i="1"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Google App Engine’s PaaS application development can be conducted using standardized Java and Python as well as its own Go open-source language.</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None/>
            </a:pPr>
          </a:p>
        </p:txBody>
      </p:sp>
      <p:sp>
        <p:nvSpPr>
          <p:cNvPr id="743" name="Google Shape;743;p18: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8" name="Shape 748"/>
        <p:cNvGrpSpPr/>
        <p:nvPr/>
      </p:nvGrpSpPr>
      <p:grpSpPr>
        <a:xfrm>
          <a:off x="0" y="0"/>
          <a:ext cx="0" cy="0"/>
          <a:chOff x="0" y="0"/>
          <a:chExt cx="0" cy="0"/>
        </a:xfrm>
      </p:grpSpPr>
      <p:sp>
        <p:nvSpPr>
          <p:cNvPr id="749" name="Google Shape;749;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50" name="Google Shape;750;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6" name="Shape 756"/>
        <p:cNvGrpSpPr/>
        <p:nvPr/>
      </p:nvGrpSpPr>
      <p:grpSpPr>
        <a:xfrm>
          <a:off x="0" y="0"/>
          <a:ext cx="0" cy="0"/>
          <a:chOff x="0" y="0"/>
          <a:chExt cx="0" cy="0"/>
        </a:xfrm>
      </p:grpSpPr>
      <p:sp>
        <p:nvSpPr>
          <p:cNvPr id="757" name="Google Shape;757;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58" name="Google Shape;758;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6" name="Shape 766"/>
        <p:cNvGrpSpPr/>
        <p:nvPr/>
      </p:nvGrpSpPr>
      <p:grpSpPr>
        <a:xfrm>
          <a:off x="0" y="0"/>
          <a:ext cx="0" cy="0"/>
          <a:chOff x="0" y="0"/>
          <a:chExt cx="0" cy="0"/>
        </a:xfrm>
      </p:grpSpPr>
      <p:sp>
        <p:nvSpPr>
          <p:cNvPr id="767" name="Google Shape;767;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68" name="Google Shape;768;p2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SaaS providers must ensure that one customer cannot access information from another customer.</a:t>
            </a:r>
            <a:endParaRPr lang="en-US" sz="1200" b="0" i="0" u="none" strike="noStrike">
              <a:solidFill>
                <a:schemeClr val="dk1"/>
              </a:solidFill>
              <a:latin typeface="Calibri"/>
              <a:ea typeface="Calibri"/>
              <a:cs typeface="Calibri"/>
              <a:sym typeface="Calibri"/>
            </a:endParaRPr>
          </a:p>
        </p:txBody>
      </p:sp>
      <p:sp>
        <p:nvSpPr>
          <p:cNvPr id="769" name="Google Shape;769;p2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4" name="Shape 774"/>
        <p:cNvGrpSpPr/>
        <p:nvPr/>
      </p:nvGrpSpPr>
      <p:grpSpPr>
        <a:xfrm>
          <a:off x="0" y="0"/>
          <a:ext cx="0" cy="0"/>
          <a:chOff x="0" y="0"/>
          <a:chExt cx="0" cy="0"/>
        </a:xfrm>
      </p:grpSpPr>
      <p:sp>
        <p:nvSpPr>
          <p:cNvPr id="775" name="Google Shape;775;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76" name="Google Shape;776;p2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7" name="Google Shape;777;p2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2" name="Shape 782"/>
        <p:cNvGrpSpPr/>
        <p:nvPr/>
      </p:nvGrpSpPr>
      <p:grpSpPr>
        <a:xfrm>
          <a:off x="0" y="0"/>
          <a:ext cx="0" cy="0"/>
          <a:chOff x="0" y="0"/>
          <a:chExt cx="0" cy="0"/>
        </a:xfrm>
      </p:grpSpPr>
      <p:sp>
        <p:nvSpPr>
          <p:cNvPr id="783" name="Google Shape;783;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4" name="Google Shape;784;p2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5" name="Google Shape;785;p23: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0" name="Shape 790"/>
        <p:cNvGrpSpPr/>
        <p:nvPr/>
      </p:nvGrpSpPr>
      <p:grpSpPr>
        <a:xfrm>
          <a:off x="0" y="0"/>
          <a:ext cx="0" cy="0"/>
          <a:chOff x="0" y="0"/>
          <a:chExt cx="0" cy="0"/>
        </a:xfrm>
      </p:grpSpPr>
      <p:sp>
        <p:nvSpPr>
          <p:cNvPr id="791" name="Google Shape;791;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92" name="Google Shape;792;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7" name="Shape 797"/>
        <p:cNvGrpSpPr/>
        <p:nvPr/>
      </p:nvGrpSpPr>
      <p:grpSpPr>
        <a:xfrm>
          <a:off x="0" y="0"/>
          <a:ext cx="0" cy="0"/>
          <a:chOff x="0" y="0"/>
          <a:chExt cx="0" cy="0"/>
        </a:xfrm>
      </p:grpSpPr>
      <p:sp>
        <p:nvSpPr>
          <p:cNvPr id="798" name="Google Shape;798;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9" name="Google Shape;799;p2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0" name="Google Shape;800;p2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6" name="Shape 806"/>
        <p:cNvGrpSpPr/>
        <p:nvPr/>
      </p:nvGrpSpPr>
      <p:grpSpPr>
        <a:xfrm>
          <a:off x="0" y="0"/>
          <a:ext cx="0" cy="0"/>
          <a:chOff x="0" y="0"/>
          <a:chExt cx="0" cy="0"/>
        </a:xfrm>
      </p:grpSpPr>
      <p:sp>
        <p:nvSpPr>
          <p:cNvPr id="807" name="Google Shape;807;p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08" name="Google Shape;808;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6" name="Shape 816"/>
        <p:cNvGrpSpPr/>
        <p:nvPr/>
      </p:nvGrpSpPr>
      <p:grpSpPr>
        <a:xfrm>
          <a:off x="0" y="0"/>
          <a:ext cx="0" cy="0"/>
          <a:chOff x="0" y="0"/>
          <a:chExt cx="0" cy="0"/>
        </a:xfrm>
      </p:grpSpPr>
      <p:sp>
        <p:nvSpPr>
          <p:cNvPr id="817" name="Google Shape;817;p2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18" name="Google Shape;818;p2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3" name="Shape 823"/>
        <p:cNvGrpSpPr/>
        <p:nvPr/>
      </p:nvGrpSpPr>
      <p:grpSpPr>
        <a:xfrm>
          <a:off x="0" y="0"/>
          <a:ext cx="0" cy="0"/>
          <a:chOff x="0" y="0"/>
          <a:chExt cx="0" cy="0"/>
        </a:xfrm>
      </p:grpSpPr>
      <p:sp>
        <p:nvSpPr>
          <p:cNvPr id="824" name="Google Shape;824;p2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25" name="Google Shape;825;p2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0" name="Shape 830"/>
        <p:cNvGrpSpPr/>
        <p:nvPr/>
      </p:nvGrpSpPr>
      <p:grpSpPr>
        <a:xfrm>
          <a:off x="0" y="0"/>
          <a:ext cx="0" cy="0"/>
          <a:chOff x="0" y="0"/>
          <a:chExt cx="0" cy="0"/>
        </a:xfrm>
      </p:grpSpPr>
      <p:sp>
        <p:nvSpPr>
          <p:cNvPr id="831" name="Google Shape;831;p2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32" name="Google Shape;832;p2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7" name="Shape 837"/>
        <p:cNvGrpSpPr/>
        <p:nvPr/>
      </p:nvGrpSpPr>
      <p:grpSpPr>
        <a:xfrm>
          <a:off x="0" y="0"/>
          <a:ext cx="0" cy="0"/>
          <a:chOff x="0" y="0"/>
          <a:chExt cx="0" cy="0"/>
        </a:xfrm>
      </p:grpSpPr>
      <p:sp>
        <p:nvSpPr>
          <p:cNvPr id="838" name="Google Shape;838;p3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39" name="Google Shape;839;p3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4" name="Shape 844"/>
        <p:cNvGrpSpPr/>
        <p:nvPr/>
      </p:nvGrpSpPr>
      <p:grpSpPr>
        <a:xfrm>
          <a:off x="0" y="0"/>
          <a:ext cx="0" cy="0"/>
          <a:chOff x="0" y="0"/>
          <a:chExt cx="0" cy="0"/>
        </a:xfrm>
      </p:grpSpPr>
      <p:sp>
        <p:nvSpPr>
          <p:cNvPr id="845" name="Google Shape;845;p3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46" name="Google Shape;846;p3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47" name="Google Shape;847;p3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2" name="Shape 852"/>
        <p:cNvGrpSpPr/>
        <p:nvPr/>
      </p:nvGrpSpPr>
      <p:grpSpPr>
        <a:xfrm>
          <a:off x="0" y="0"/>
          <a:ext cx="0" cy="0"/>
          <a:chOff x="0" y="0"/>
          <a:chExt cx="0" cy="0"/>
        </a:xfrm>
      </p:grpSpPr>
      <p:sp>
        <p:nvSpPr>
          <p:cNvPr id="853" name="Google Shape;853;p3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54" name="Google Shape;854;p3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1" name="Shape 861"/>
        <p:cNvGrpSpPr/>
        <p:nvPr/>
      </p:nvGrpSpPr>
      <p:grpSpPr>
        <a:xfrm>
          <a:off x="0" y="0"/>
          <a:ext cx="0" cy="0"/>
          <a:chOff x="0" y="0"/>
          <a:chExt cx="0" cy="0"/>
        </a:xfrm>
      </p:grpSpPr>
      <p:sp>
        <p:nvSpPr>
          <p:cNvPr id="862" name="Google Shape;862;p3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63" name="Google Shape;863;p3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8" name="Shape 868"/>
        <p:cNvGrpSpPr/>
        <p:nvPr/>
      </p:nvGrpSpPr>
      <p:grpSpPr>
        <a:xfrm>
          <a:off x="0" y="0"/>
          <a:ext cx="0" cy="0"/>
          <a:chOff x="0" y="0"/>
          <a:chExt cx="0" cy="0"/>
        </a:xfrm>
      </p:grpSpPr>
      <p:sp>
        <p:nvSpPr>
          <p:cNvPr id="869" name="Google Shape;869;p3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70" name="Google Shape;870;p3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6" name="Shape 876"/>
        <p:cNvGrpSpPr/>
        <p:nvPr/>
      </p:nvGrpSpPr>
      <p:grpSpPr>
        <a:xfrm>
          <a:off x="0" y="0"/>
          <a:ext cx="0" cy="0"/>
          <a:chOff x="0" y="0"/>
          <a:chExt cx="0" cy="0"/>
        </a:xfrm>
      </p:grpSpPr>
      <p:sp>
        <p:nvSpPr>
          <p:cNvPr id="877" name="Google Shape;877;p3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8" name="Google Shape;878;p3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Th physical distance between the AZs guarantees that if an issue such as a power outage or a natural disaster such as an earthquake, tornado, etc., were to impact an AZ, the others AZs will remain unaffected.</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9" name="Google Shape;879;p3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5" name="Shape 15"/>
        <p:cNvGrpSpPr/>
        <p:nvPr/>
      </p:nvGrpSpPr>
      <p:grpSpPr>
        <a:xfrm>
          <a:off x="0" y="0"/>
          <a:ext cx="0" cy="0"/>
          <a:chOff x="0" y="0"/>
          <a:chExt cx="0" cy="0"/>
        </a:xfrm>
      </p:grpSpPr>
      <p:sp>
        <p:nvSpPr>
          <p:cNvPr id="16" name="Google Shape;16;p2"/>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panose="020B0604020202020204"/>
              <a:buNone/>
              <a:defRPr sz="2000"/>
            </a:lvl1pPr>
            <a:lvl2pPr marL="914400" lvl="1" indent="-228600" algn="l">
              <a:spcBef>
                <a:spcPts val="360"/>
              </a:spcBef>
              <a:spcAft>
                <a:spcPts val="0"/>
              </a:spcAft>
              <a:buClr>
                <a:schemeClr val="dk1"/>
              </a:buClr>
              <a:buSzPts val="1800"/>
              <a:buFont typeface="Arial" panose="020B0604020202020204"/>
              <a:buNone/>
              <a:defRPr sz="1800"/>
            </a:lvl2pPr>
            <a:lvl3pPr marL="1371600" lvl="2" indent="-228600" algn="l">
              <a:spcBef>
                <a:spcPts val="320"/>
              </a:spcBef>
              <a:spcAft>
                <a:spcPts val="0"/>
              </a:spcAft>
              <a:buClr>
                <a:schemeClr val="dk1"/>
              </a:buClr>
              <a:buSzPts val="1600"/>
              <a:buFont typeface="Arial" panose="020B0604020202020204"/>
              <a:buNone/>
              <a:defRPr sz="1600"/>
            </a:lvl3pPr>
            <a:lvl4pPr marL="1828800" lvl="3" indent="-228600" algn="l">
              <a:spcBef>
                <a:spcPts val="280"/>
              </a:spcBef>
              <a:spcAft>
                <a:spcPts val="0"/>
              </a:spcAft>
              <a:buClr>
                <a:schemeClr val="dk1"/>
              </a:buClr>
              <a:buSzPts val="1400"/>
              <a:buFont typeface="Arial" panose="020B0604020202020204"/>
              <a:buNone/>
              <a:defRPr sz="1400"/>
            </a:lvl4pPr>
            <a:lvl5pPr marL="2286000" lvl="4" indent="-228600" algn="l">
              <a:spcBef>
                <a:spcPts val="280"/>
              </a:spcBef>
              <a:spcAft>
                <a:spcPts val="0"/>
              </a:spcAft>
              <a:buClr>
                <a:schemeClr val="dk1"/>
              </a:buClr>
              <a:buSzPts val="1400"/>
              <a:buFont typeface="Arial" panose="020B0604020202020204"/>
              <a:buNone/>
              <a:defRPr sz="1400"/>
            </a:lvl5pPr>
            <a:lvl6pPr marL="2743200" lvl="5" indent="-228600" algn="l">
              <a:spcBef>
                <a:spcPts val="280"/>
              </a:spcBef>
              <a:spcAft>
                <a:spcPts val="0"/>
              </a:spcAft>
              <a:buClr>
                <a:schemeClr val="dk1"/>
              </a:buClr>
              <a:buSzPts val="1400"/>
              <a:buFont typeface="Arial" panose="020B0604020202020204"/>
              <a:buNone/>
              <a:defRPr sz="1400"/>
            </a:lvl6pPr>
            <a:lvl7pPr marL="3200400" lvl="6" indent="-228600" algn="l">
              <a:spcBef>
                <a:spcPts val="280"/>
              </a:spcBef>
              <a:spcAft>
                <a:spcPts val="0"/>
              </a:spcAft>
              <a:buClr>
                <a:schemeClr val="dk1"/>
              </a:buClr>
              <a:buSzPts val="1400"/>
              <a:buFont typeface="Arial" panose="020B0604020202020204"/>
              <a:buNone/>
              <a:defRPr sz="1400"/>
            </a:lvl7pPr>
            <a:lvl8pPr marL="3657600" lvl="7" indent="-228600" algn="l">
              <a:spcBef>
                <a:spcPts val="280"/>
              </a:spcBef>
              <a:spcAft>
                <a:spcPts val="0"/>
              </a:spcAft>
              <a:buClr>
                <a:schemeClr val="dk1"/>
              </a:buClr>
              <a:buSzPts val="1400"/>
              <a:buFont typeface="Arial" panose="020B0604020202020204"/>
              <a:buNone/>
              <a:defRPr sz="1400"/>
            </a:lvl8pPr>
            <a:lvl9pPr marL="4114800" lvl="8" indent="-228600" algn="l">
              <a:spcBef>
                <a:spcPts val="280"/>
              </a:spcBef>
              <a:spcAft>
                <a:spcPts val="0"/>
              </a:spcAft>
              <a:buClr>
                <a:schemeClr val="dk1"/>
              </a:buClr>
              <a:buSzPts val="1400"/>
              <a:buFont typeface="Arial" panose="020B0604020202020204"/>
              <a:buNone/>
              <a:defRPr sz="1400"/>
            </a:lvl9pPr>
          </a:lstStyle>
          <a:p/>
        </p:txBody>
      </p:sp>
      <p:sp>
        <p:nvSpPr>
          <p:cNvPr id="18" name="Google Shape;18;p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
        <p:nvSpPr>
          <p:cNvPr id="24" name="Google Shape;24;p3"/>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
        <p:nvSpPr>
          <p:cNvPr id="25" name="Google Shape;25;p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8" name="Shape 28"/>
        <p:cNvGrpSpPr/>
        <p:nvPr/>
      </p:nvGrpSpPr>
      <p:grpSpPr>
        <a:xfrm>
          <a:off x="0" y="0"/>
          <a:ext cx="0" cy="0"/>
          <a:chOff x="0" y="0"/>
          <a:chExt cx="0" cy="0"/>
        </a:xfrm>
      </p:grpSpPr>
      <p:sp>
        <p:nvSpPr>
          <p:cNvPr id="29" name="Google Shape;29;p4"/>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4"/>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panose="020B0604020202020204"/>
              <a:buNone/>
              <a:defRPr/>
            </a:lvl1pPr>
            <a:lvl2pPr lvl="1" algn="ctr">
              <a:spcBef>
                <a:spcPts val="560"/>
              </a:spcBef>
              <a:spcAft>
                <a:spcPts val="0"/>
              </a:spcAft>
              <a:buClr>
                <a:schemeClr val="dk1"/>
              </a:buClr>
              <a:buSzPts val="2800"/>
              <a:buFont typeface="Arial" panose="020B0604020202020204"/>
              <a:buNone/>
              <a:defRPr/>
            </a:lvl2pPr>
            <a:lvl3pPr lvl="2" algn="ctr">
              <a:spcBef>
                <a:spcPts val="480"/>
              </a:spcBef>
              <a:spcAft>
                <a:spcPts val="0"/>
              </a:spcAft>
              <a:buClr>
                <a:schemeClr val="dk1"/>
              </a:buClr>
              <a:buSzPts val="2400"/>
              <a:buFont typeface="Arial" panose="020B0604020202020204"/>
              <a:buNone/>
              <a:defRPr/>
            </a:lvl3pPr>
            <a:lvl4pPr lvl="3" algn="ctr">
              <a:spcBef>
                <a:spcPts val="400"/>
              </a:spcBef>
              <a:spcAft>
                <a:spcPts val="0"/>
              </a:spcAft>
              <a:buClr>
                <a:schemeClr val="dk1"/>
              </a:buClr>
              <a:buSzPts val="2000"/>
              <a:buFont typeface="Arial" panose="020B0604020202020204"/>
              <a:buNone/>
              <a:defRPr/>
            </a:lvl4pPr>
            <a:lvl5pPr lvl="4" algn="ctr">
              <a:spcBef>
                <a:spcPts val="400"/>
              </a:spcBef>
              <a:spcAft>
                <a:spcPts val="0"/>
              </a:spcAft>
              <a:buClr>
                <a:schemeClr val="dk1"/>
              </a:buClr>
              <a:buSzPts val="2000"/>
              <a:buFont typeface="Arial" panose="020B0604020202020204"/>
              <a:buNone/>
              <a:defRPr/>
            </a:lvl5pPr>
            <a:lvl6pPr lvl="5" algn="ctr">
              <a:spcBef>
                <a:spcPts val="400"/>
              </a:spcBef>
              <a:spcAft>
                <a:spcPts val="0"/>
              </a:spcAft>
              <a:buClr>
                <a:schemeClr val="dk1"/>
              </a:buClr>
              <a:buSzPts val="2000"/>
              <a:buFont typeface="Arial" panose="020B0604020202020204"/>
              <a:buNone/>
              <a:defRPr/>
            </a:lvl6pPr>
            <a:lvl7pPr lvl="6" algn="ctr">
              <a:spcBef>
                <a:spcPts val="400"/>
              </a:spcBef>
              <a:spcAft>
                <a:spcPts val="0"/>
              </a:spcAft>
              <a:buClr>
                <a:schemeClr val="dk1"/>
              </a:buClr>
              <a:buSzPts val="2000"/>
              <a:buFont typeface="Arial" panose="020B0604020202020204"/>
              <a:buNone/>
              <a:defRPr/>
            </a:lvl7pPr>
            <a:lvl8pPr lvl="7" algn="ctr">
              <a:spcBef>
                <a:spcPts val="400"/>
              </a:spcBef>
              <a:spcAft>
                <a:spcPts val="0"/>
              </a:spcAft>
              <a:buClr>
                <a:schemeClr val="dk1"/>
              </a:buClr>
              <a:buSzPts val="2000"/>
              <a:buFont typeface="Arial" panose="020B0604020202020204"/>
              <a:buNone/>
              <a:defRPr/>
            </a:lvl8pPr>
            <a:lvl9pPr lvl="8" algn="ctr">
              <a:spcBef>
                <a:spcPts val="400"/>
              </a:spcBef>
              <a:spcAft>
                <a:spcPts val="0"/>
              </a:spcAft>
              <a:buClr>
                <a:schemeClr val="dk1"/>
              </a:buClr>
              <a:buSzPts val="2000"/>
              <a:buFont typeface="Arial" panose="020B0604020202020204"/>
              <a:buNone/>
              <a:defRPr/>
            </a:lvl9pPr>
          </a:lstStyle>
          <a:p/>
        </p:txBody>
      </p:sp>
      <p:sp>
        <p:nvSpPr>
          <p:cNvPr id="31" name="Google Shape;31;p4"/>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4" name="Shape 34"/>
        <p:cNvGrpSpPr/>
        <p:nvPr/>
      </p:nvGrpSpPr>
      <p:grpSpPr>
        <a:xfrm>
          <a:off x="0" y="0"/>
          <a:ext cx="0" cy="0"/>
          <a:chOff x="0" y="0"/>
          <a:chExt cx="0" cy="0"/>
        </a:xfrm>
      </p:grpSpPr>
      <p:sp>
        <p:nvSpPr>
          <p:cNvPr id="35" name="Google Shape;35;p5"/>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6" name="Google Shape;36;p5"/>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7" name="Google Shape;37;p5"/>
          <p:cNvSpPr/>
          <p:nvPr/>
        </p:nvSpPr>
        <p:spPr>
          <a:xfrm>
            <a:off x="3175" y="0"/>
            <a:ext cx="2057400" cy="8382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38" name="Google Shape;38;p5"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9" name="Google Shape;39;p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41" name="Google Shape;41;p5"/>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6"/>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7" name="Google Shape;47;p6"/>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
        <p:nvSpPr>
          <p:cNvPr id="48" name="Google Shape;48;p6"/>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9" name="Google Shape;49;p6"/>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
        <p:nvSpPr>
          <p:cNvPr id="50" name="Google Shape;50;p6"/>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8" name="Shape 58"/>
        <p:cNvGrpSpPr/>
        <p:nvPr/>
      </p:nvGrpSpPr>
      <p:grpSpPr>
        <a:xfrm>
          <a:off x="0" y="0"/>
          <a:ext cx="0" cy="0"/>
          <a:chOff x="0" y="0"/>
          <a:chExt cx="0" cy="0"/>
        </a:xfrm>
      </p:grpSpPr>
      <p:sp>
        <p:nvSpPr>
          <p:cNvPr id="59" name="Google Shape;59;p8"/>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60" name="Google Shape;60;p8"/>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61" name="Google Shape;61;p8"/>
          <p:cNvSpPr/>
          <p:nvPr/>
        </p:nvSpPr>
        <p:spPr>
          <a:xfrm>
            <a:off x="3175" y="0"/>
            <a:ext cx="2057400" cy="8382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62" name="Google Shape;62;p8"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63" name="Google Shape;63;p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panose="020B0604020202020204"/>
              <a:buChar char="•"/>
              <a:defRPr sz="3200"/>
            </a:lvl1pPr>
            <a:lvl2pPr marL="914400" lvl="1" indent="-406400" algn="l">
              <a:spcBef>
                <a:spcPts val="560"/>
              </a:spcBef>
              <a:spcAft>
                <a:spcPts val="0"/>
              </a:spcAft>
              <a:buClr>
                <a:schemeClr val="dk1"/>
              </a:buClr>
              <a:buSzPts val="2800"/>
              <a:buFont typeface="Arial" panose="020B0604020202020204"/>
              <a:buChar char="–"/>
              <a:defRPr sz="2800"/>
            </a:lvl2pPr>
            <a:lvl3pPr marL="1371600" lvl="2" indent="-381000" algn="l">
              <a:spcBef>
                <a:spcPts val="480"/>
              </a:spcBef>
              <a:spcAft>
                <a:spcPts val="0"/>
              </a:spcAft>
              <a:buClr>
                <a:schemeClr val="dk1"/>
              </a:buClr>
              <a:buSzPts val="2400"/>
              <a:buFont typeface="Arial" panose="020B0604020202020204"/>
              <a:buChar char="•"/>
              <a:defRPr sz="2400"/>
            </a:lvl3pPr>
            <a:lvl4pPr marL="1828800" lvl="3" indent="-355600" algn="l">
              <a:spcBef>
                <a:spcPts val="400"/>
              </a:spcBef>
              <a:spcAft>
                <a:spcPts val="0"/>
              </a:spcAft>
              <a:buClr>
                <a:schemeClr val="dk1"/>
              </a:buClr>
              <a:buSzPts val="2000"/>
              <a:buFont typeface="Arial" panose="020B0604020202020204"/>
              <a:buChar char="–"/>
              <a:defRPr sz="2000"/>
            </a:lvl4pPr>
            <a:lvl5pPr marL="2286000" lvl="4" indent="-355600" algn="l">
              <a:spcBef>
                <a:spcPts val="400"/>
              </a:spcBef>
              <a:spcAft>
                <a:spcPts val="0"/>
              </a:spcAft>
              <a:buClr>
                <a:schemeClr val="dk1"/>
              </a:buClr>
              <a:buSzPts val="2000"/>
              <a:buFont typeface="Arial" panose="020B0604020202020204"/>
              <a:buChar char="»"/>
              <a:defRPr sz="2000"/>
            </a:lvl5pPr>
            <a:lvl6pPr marL="2743200" lvl="5" indent="-355600" algn="l">
              <a:spcBef>
                <a:spcPts val="400"/>
              </a:spcBef>
              <a:spcAft>
                <a:spcPts val="0"/>
              </a:spcAft>
              <a:buClr>
                <a:schemeClr val="dk1"/>
              </a:buClr>
              <a:buSzPts val="2000"/>
              <a:buFont typeface="Arial" panose="020B0604020202020204"/>
              <a:buChar char="»"/>
              <a:defRPr sz="2000"/>
            </a:lvl6pPr>
            <a:lvl7pPr marL="3200400" lvl="6" indent="-355600" algn="l">
              <a:spcBef>
                <a:spcPts val="400"/>
              </a:spcBef>
              <a:spcAft>
                <a:spcPts val="0"/>
              </a:spcAft>
              <a:buClr>
                <a:schemeClr val="dk1"/>
              </a:buClr>
              <a:buSzPts val="2000"/>
              <a:buFont typeface="Arial" panose="020B0604020202020204"/>
              <a:buChar char="»"/>
              <a:defRPr sz="2000"/>
            </a:lvl7pPr>
            <a:lvl8pPr marL="3657600" lvl="7" indent="-355600" algn="l">
              <a:spcBef>
                <a:spcPts val="400"/>
              </a:spcBef>
              <a:spcAft>
                <a:spcPts val="0"/>
              </a:spcAft>
              <a:buClr>
                <a:schemeClr val="dk1"/>
              </a:buClr>
              <a:buSzPts val="2000"/>
              <a:buFont typeface="Arial" panose="020B0604020202020204"/>
              <a:buChar char="»"/>
              <a:defRPr sz="2000"/>
            </a:lvl8pPr>
            <a:lvl9pPr marL="4114800" lvl="8" indent="-355600" algn="l">
              <a:spcBef>
                <a:spcPts val="400"/>
              </a:spcBef>
              <a:spcAft>
                <a:spcPts val="0"/>
              </a:spcAft>
              <a:buClr>
                <a:schemeClr val="dk1"/>
              </a:buClr>
              <a:buSzPts val="2000"/>
              <a:buFont typeface="Arial" panose="020B0604020202020204"/>
              <a:buChar char="»"/>
              <a:defRPr sz="2000"/>
            </a:lvl9pPr>
          </a:lstStyle>
          <a:p/>
        </p:txBody>
      </p:sp>
      <p:sp>
        <p:nvSpPr>
          <p:cNvPr id="69" name="Google Shape;69;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
        <p:nvSpPr>
          <p:cNvPr id="70" name="Google Shape;70;p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0"/>
          <p:cNvSpPr/>
          <p:nvPr>
            <p:ph type="pic" idx="2"/>
          </p:nvPr>
        </p:nvSpPr>
        <p:spPr>
          <a:xfrm>
            <a:off x="1792288" y="612775"/>
            <a:ext cx="5486400" cy="4114800"/>
          </a:xfrm>
          <a:prstGeom prst="rect">
            <a:avLst/>
          </a:prstGeom>
          <a:noFill/>
          <a:ln>
            <a:noFill/>
          </a:ln>
        </p:spPr>
      </p:sp>
      <p:sp>
        <p:nvSpPr>
          <p:cNvPr id="76" name="Google Shape;76;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
        <p:nvSpPr>
          <p:cNvPr id="77" name="Google Shape;77;p1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0" name="Shape 80"/>
        <p:cNvGrpSpPr/>
        <p:nvPr/>
      </p:nvGrpSpPr>
      <p:grpSpPr>
        <a:xfrm>
          <a:off x="0" y="0"/>
          <a:ext cx="0" cy="0"/>
          <a:chOff x="0" y="0"/>
          <a:chExt cx="0" cy="0"/>
        </a:xfrm>
      </p:grpSpPr>
      <p:sp>
        <p:nvSpPr>
          <p:cNvPr id="81" name="Google Shape;81;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3" name="Google Shape;83;p1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6" name="Shape 86"/>
        <p:cNvGrpSpPr/>
        <p:nvPr/>
      </p:nvGrpSpPr>
      <p:grpSpPr>
        <a:xfrm>
          <a:off x="0" y="0"/>
          <a:ext cx="0" cy="0"/>
          <a:chOff x="0" y="0"/>
          <a:chExt cx="0" cy="0"/>
        </a:xfrm>
      </p:grpSpPr>
      <p:sp>
        <p:nvSpPr>
          <p:cNvPr id="87" name="Google Shape;87;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9" name="Google Shape;89;p1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98" name="Shape 98"/>
        <p:cNvGrpSpPr/>
        <p:nvPr/>
      </p:nvGrpSpPr>
      <p:grpSpPr>
        <a:xfrm>
          <a:off x="0" y="0"/>
          <a:ext cx="0" cy="0"/>
          <a:chOff x="0" y="0"/>
          <a:chExt cx="0" cy="0"/>
        </a:xfrm>
      </p:grpSpPr>
      <p:sp>
        <p:nvSpPr>
          <p:cNvPr id="99" name="Google Shape;99;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02" name="Shape 102"/>
        <p:cNvGrpSpPr/>
        <p:nvPr/>
      </p:nvGrpSpPr>
      <p:grpSpPr>
        <a:xfrm>
          <a:off x="0" y="0"/>
          <a:ext cx="0" cy="0"/>
          <a:chOff x="0" y="0"/>
          <a:chExt cx="0" cy="0"/>
        </a:xfrm>
      </p:grpSpPr>
      <p:sp>
        <p:nvSpPr>
          <p:cNvPr id="103" name="Google Shape;103;p1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1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05" name="Google Shape;105;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ullet_Heavy Text">
  <p:cSld name="Bullet_Heavy Text">
    <p:spTree>
      <p:nvGrpSpPr>
        <p:cNvPr id="108" name="Shape 108"/>
        <p:cNvGrpSpPr/>
        <p:nvPr/>
      </p:nvGrpSpPr>
      <p:grpSpPr>
        <a:xfrm>
          <a:off x="0" y="0"/>
          <a:ext cx="0" cy="0"/>
          <a:chOff x="0" y="0"/>
          <a:chExt cx="0" cy="0"/>
        </a:xfrm>
      </p:grpSpPr>
      <p:sp>
        <p:nvSpPr>
          <p:cNvPr id="109" name="Google Shape;109;p16"/>
          <p:cNvSpPr txBox="1"/>
          <p:nvPr>
            <p:ph type="body" idx="1"/>
          </p:nvPr>
        </p:nvSpPr>
        <p:spPr>
          <a:xfrm>
            <a:off x="437767" y="1797051"/>
            <a:ext cx="3901123" cy="4110792"/>
          </a:xfrm>
          <a:prstGeom prst="rect">
            <a:avLst/>
          </a:prstGeom>
          <a:noFill/>
          <a:ln>
            <a:noFill/>
          </a:ln>
        </p:spPr>
        <p:txBody>
          <a:bodyPr spcFirstLastPara="1" wrap="square" lIns="91400" tIns="45700" rIns="91400" bIns="45700" anchor="t" anchorCtr="0">
            <a:noAutofit/>
          </a:bodyPr>
          <a:lstStyle>
            <a:lvl1pPr marL="457200" lvl="0" indent="-330200" algn="l">
              <a:lnSpc>
                <a:spcPct val="95000"/>
              </a:lnSpc>
              <a:spcBef>
                <a:spcPts val="1110"/>
              </a:spcBef>
              <a:spcAft>
                <a:spcPts val="0"/>
              </a:spcAft>
              <a:buClr>
                <a:schemeClr val="dk2"/>
              </a:buClr>
              <a:buSzPts val="1600"/>
              <a:buFont typeface="Arial" panose="020B0604020202020204"/>
              <a:buChar char="•"/>
              <a:defRPr sz="2000" b="0" i="0">
                <a:solidFill>
                  <a:srgbClr val="004C69"/>
                </a:solidFill>
                <a:latin typeface="Calibri"/>
                <a:ea typeface="Calibri"/>
                <a:cs typeface="Calibri"/>
                <a:sym typeface="Calibri"/>
              </a:defRPr>
            </a:lvl1pPr>
            <a:lvl2pPr marL="914400" lvl="1" indent="-320040" algn="l">
              <a:lnSpc>
                <a:spcPct val="95000"/>
              </a:lnSpc>
              <a:spcBef>
                <a:spcPts val="450"/>
              </a:spcBef>
              <a:spcAft>
                <a:spcPts val="0"/>
              </a:spcAft>
              <a:buClr>
                <a:schemeClr val="dk2"/>
              </a:buClr>
              <a:buSzPts val="1440"/>
              <a:buFont typeface="Arial" panose="020B0604020202020204"/>
              <a:buChar char="•"/>
              <a:defRPr sz="1800" b="0" i="0">
                <a:solidFill>
                  <a:srgbClr val="004C69"/>
                </a:solidFill>
                <a:latin typeface="Calibri"/>
                <a:ea typeface="Calibri"/>
                <a:cs typeface="Calibri"/>
                <a:sym typeface="Calibri"/>
              </a:defRPr>
            </a:lvl2pPr>
            <a:lvl3pPr marL="1371600" lvl="2" indent="-309880" algn="l">
              <a:spcBef>
                <a:spcPts val="320"/>
              </a:spcBef>
              <a:spcAft>
                <a:spcPts val="0"/>
              </a:spcAft>
              <a:buClr>
                <a:schemeClr val="dk2"/>
              </a:buClr>
              <a:buSzPts val="1280"/>
              <a:buFont typeface="Arial" panose="020B0604020202020204"/>
              <a:buChar char="•"/>
              <a:defRPr sz="1600" b="0" i="0">
                <a:solidFill>
                  <a:srgbClr val="004C69"/>
                </a:solidFill>
                <a:latin typeface="Calibri"/>
                <a:ea typeface="Calibri"/>
                <a:cs typeface="Calibri"/>
                <a:sym typeface="Calibri"/>
              </a:defRPr>
            </a:lvl3pPr>
            <a:lvl4pPr marL="1828800" lvl="3" indent="-299720" algn="l">
              <a:spcBef>
                <a:spcPts val="280"/>
              </a:spcBef>
              <a:spcAft>
                <a:spcPts val="0"/>
              </a:spcAft>
              <a:buClr>
                <a:schemeClr val="dk2"/>
              </a:buClr>
              <a:buSzPts val="1120"/>
              <a:buFont typeface="Arial" panose="020B0604020202020204"/>
              <a:buChar char="•"/>
              <a:defRPr sz="1400" b="0" i="0">
                <a:solidFill>
                  <a:srgbClr val="004C69"/>
                </a:solidFill>
                <a:latin typeface="Calibri"/>
                <a:ea typeface="Calibri"/>
                <a:cs typeface="Calibri"/>
                <a:sym typeface="Calibri"/>
              </a:defRPr>
            </a:lvl4pPr>
            <a:lvl5pPr marL="2286000" lvl="4" indent="-289560" algn="l">
              <a:spcBef>
                <a:spcPts val="240"/>
              </a:spcBef>
              <a:spcAft>
                <a:spcPts val="0"/>
              </a:spcAft>
              <a:buClr>
                <a:schemeClr val="dk2"/>
              </a:buClr>
              <a:buSzPts val="960"/>
              <a:buFont typeface="Arial" panose="020B0604020202020204"/>
              <a:buChar char="•"/>
              <a:defRPr sz="1200" b="0" i="0">
                <a:solidFill>
                  <a:srgbClr val="004C69"/>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10" name="Google Shape;110;p16"/>
          <p:cNvSpPr txBox="1"/>
          <p:nvPr>
            <p:ph type="body" idx="2"/>
          </p:nvPr>
        </p:nvSpPr>
        <p:spPr>
          <a:xfrm>
            <a:off x="4564794" y="1797051"/>
            <a:ext cx="4218460" cy="4110792"/>
          </a:xfrm>
          <a:prstGeom prst="rect">
            <a:avLst/>
          </a:prstGeom>
          <a:noFill/>
          <a:ln>
            <a:noFill/>
          </a:ln>
        </p:spPr>
        <p:txBody>
          <a:bodyPr spcFirstLastPara="1" wrap="square" lIns="91400" tIns="45700" rIns="91400" bIns="45700" anchor="t" anchorCtr="0">
            <a:noAutofit/>
          </a:bodyPr>
          <a:lstStyle>
            <a:lvl1pPr marL="457200" lvl="0" indent="-330200" algn="l">
              <a:lnSpc>
                <a:spcPct val="95000"/>
              </a:lnSpc>
              <a:spcBef>
                <a:spcPts val="1110"/>
              </a:spcBef>
              <a:spcAft>
                <a:spcPts val="0"/>
              </a:spcAft>
              <a:buClr>
                <a:schemeClr val="dk2"/>
              </a:buClr>
              <a:buSzPts val="1600"/>
              <a:buFont typeface="Arial" panose="020B0604020202020204"/>
              <a:buChar char="•"/>
              <a:defRPr sz="2000" b="0" i="0">
                <a:solidFill>
                  <a:srgbClr val="004C69"/>
                </a:solidFill>
                <a:latin typeface="Calibri"/>
                <a:ea typeface="Calibri"/>
                <a:cs typeface="Calibri"/>
                <a:sym typeface="Calibri"/>
              </a:defRPr>
            </a:lvl1pPr>
            <a:lvl2pPr marL="914400" lvl="1" indent="-320040" algn="l">
              <a:lnSpc>
                <a:spcPct val="95000"/>
              </a:lnSpc>
              <a:spcBef>
                <a:spcPts val="450"/>
              </a:spcBef>
              <a:spcAft>
                <a:spcPts val="0"/>
              </a:spcAft>
              <a:buClr>
                <a:schemeClr val="dk2"/>
              </a:buClr>
              <a:buSzPts val="1440"/>
              <a:buFont typeface="Arial" panose="020B0604020202020204"/>
              <a:buChar char="•"/>
              <a:defRPr sz="1800" b="0" i="0">
                <a:solidFill>
                  <a:srgbClr val="004C69"/>
                </a:solidFill>
                <a:latin typeface="Calibri"/>
                <a:ea typeface="Calibri"/>
                <a:cs typeface="Calibri"/>
                <a:sym typeface="Calibri"/>
              </a:defRPr>
            </a:lvl2pPr>
            <a:lvl3pPr marL="1371600" lvl="2" indent="-309880" algn="l">
              <a:spcBef>
                <a:spcPts val="320"/>
              </a:spcBef>
              <a:spcAft>
                <a:spcPts val="0"/>
              </a:spcAft>
              <a:buClr>
                <a:schemeClr val="dk2"/>
              </a:buClr>
              <a:buSzPts val="1280"/>
              <a:buFont typeface="Arial" panose="020B0604020202020204"/>
              <a:buChar char="•"/>
              <a:defRPr sz="1600" b="0" i="0">
                <a:solidFill>
                  <a:srgbClr val="004C69"/>
                </a:solidFill>
                <a:latin typeface="Calibri"/>
                <a:ea typeface="Calibri"/>
                <a:cs typeface="Calibri"/>
                <a:sym typeface="Calibri"/>
              </a:defRPr>
            </a:lvl3pPr>
            <a:lvl4pPr marL="1828800" lvl="3" indent="-299720" algn="l">
              <a:spcBef>
                <a:spcPts val="280"/>
              </a:spcBef>
              <a:spcAft>
                <a:spcPts val="0"/>
              </a:spcAft>
              <a:buClr>
                <a:schemeClr val="dk2"/>
              </a:buClr>
              <a:buSzPts val="1120"/>
              <a:buFont typeface="Arial" panose="020B0604020202020204"/>
              <a:buChar char="•"/>
              <a:defRPr sz="1400" b="0" i="0">
                <a:solidFill>
                  <a:srgbClr val="004C69"/>
                </a:solidFill>
                <a:latin typeface="Calibri"/>
                <a:ea typeface="Calibri"/>
                <a:cs typeface="Calibri"/>
                <a:sym typeface="Calibri"/>
              </a:defRPr>
            </a:lvl4pPr>
            <a:lvl5pPr marL="2286000" lvl="4" indent="-289560" algn="l">
              <a:spcBef>
                <a:spcPts val="240"/>
              </a:spcBef>
              <a:spcAft>
                <a:spcPts val="0"/>
              </a:spcAft>
              <a:buClr>
                <a:schemeClr val="dk2"/>
              </a:buClr>
              <a:buSzPts val="960"/>
              <a:buFont typeface="Arial" panose="020B0604020202020204"/>
              <a:buChar char="•"/>
              <a:defRPr sz="1200" b="0" i="0">
                <a:solidFill>
                  <a:srgbClr val="004C69"/>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11" name="Google Shape;111;p16"/>
          <p:cNvSpPr txBox="1"/>
          <p:nvPr>
            <p:ph type="title"/>
          </p:nvPr>
        </p:nvSpPr>
        <p:spPr>
          <a:xfrm>
            <a:off x="437766" y="455085"/>
            <a:ext cx="8345488" cy="9757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004C6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ullet Slide With Title">
  <p:cSld name="Bullet Slide With Title">
    <p:spTree>
      <p:nvGrpSpPr>
        <p:cNvPr id="112" name="Shape 112"/>
        <p:cNvGrpSpPr/>
        <p:nvPr/>
      </p:nvGrpSpPr>
      <p:grpSpPr>
        <a:xfrm>
          <a:off x="0" y="0"/>
          <a:ext cx="0" cy="0"/>
          <a:chOff x="0" y="0"/>
          <a:chExt cx="0" cy="0"/>
        </a:xfrm>
      </p:grpSpPr>
      <p:sp>
        <p:nvSpPr>
          <p:cNvPr id="113" name="Google Shape;113;p17"/>
          <p:cNvSpPr txBox="1"/>
          <p:nvPr>
            <p:ph type="body" idx="1"/>
          </p:nvPr>
        </p:nvSpPr>
        <p:spPr>
          <a:xfrm>
            <a:off x="437766" y="1797051"/>
            <a:ext cx="8345488" cy="4224280"/>
          </a:xfrm>
          <a:prstGeom prst="rect">
            <a:avLst/>
          </a:prstGeom>
          <a:noFill/>
          <a:ln>
            <a:noFill/>
          </a:ln>
        </p:spPr>
        <p:txBody>
          <a:bodyPr spcFirstLastPara="1" wrap="square" lIns="91400" tIns="45700" rIns="91400" bIns="45700" anchor="t" anchorCtr="0">
            <a:noAutofit/>
          </a:bodyPr>
          <a:lstStyle>
            <a:lvl1pPr marL="457200" lvl="0" indent="-370840" algn="l">
              <a:lnSpc>
                <a:spcPct val="95000"/>
              </a:lnSpc>
              <a:spcBef>
                <a:spcPts val="1110"/>
              </a:spcBef>
              <a:spcAft>
                <a:spcPts val="0"/>
              </a:spcAft>
              <a:buClr>
                <a:srgbClr val="366092"/>
              </a:buClr>
              <a:buSzPts val="2240"/>
              <a:buFont typeface="Arial" panose="020B0604020202020204"/>
              <a:buChar char="•"/>
              <a:defRPr sz="2800" b="0" i="0">
                <a:solidFill>
                  <a:schemeClr val="accent1"/>
                </a:solidFill>
                <a:latin typeface="Calibri"/>
                <a:ea typeface="Calibri"/>
                <a:cs typeface="Calibri"/>
                <a:sym typeface="Calibri"/>
              </a:defRPr>
            </a:lvl1pPr>
            <a:lvl2pPr marL="914400" lvl="1" indent="-320040" algn="l">
              <a:lnSpc>
                <a:spcPct val="95000"/>
              </a:lnSpc>
              <a:spcBef>
                <a:spcPts val="450"/>
              </a:spcBef>
              <a:spcAft>
                <a:spcPts val="0"/>
              </a:spcAft>
              <a:buClr>
                <a:schemeClr val="dk1"/>
              </a:buClr>
              <a:buSzPts val="1440"/>
              <a:buFont typeface="Arial" panose="020B0604020202020204"/>
              <a:buChar char="•"/>
              <a:defRPr sz="1800" b="0" i="0">
                <a:solidFill>
                  <a:srgbClr val="676767"/>
                </a:solidFill>
                <a:latin typeface="Calibri"/>
                <a:ea typeface="Calibri"/>
                <a:cs typeface="Calibri"/>
                <a:sym typeface="Calibri"/>
              </a:defRPr>
            </a:lvl2pPr>
            <a:lvl3pPr marL="1371600" lvl="2" indent="-309880" algn="l">
              <a:spcBef>
                <a:spcPts val="320"/>
              </a:spcBef>
              <a:spcAft>
                <a:spcPts val="0"/>
              </a:spcAft>
              <a:buClr>
                <a:schemeClr val="dk1"/>
              </a:buClr>
              <a:buSzPts val="1280"/>
              <a:buFont typeface="Arial" panose="020B0604020202020204"/>
              <a:buChar char="•"/>
              <a:defRPr sz="1600" b="0" i="0">
                <a:solidFill>
                  <a:srgbClr val="676767"/>
                </a:solidFill>
                <a:latin typeface="Calibri"/>
                <a:ea typeface="Calibri"/>
                <a:cs typeface="Calibri"/>
                <a:sym typeface="Calibri"/>
              </a:defRPr>
            </a:lvl3pPr>
            <a:lvl4pPr marL="1828800" lvl="3" indent="-299720" algn="l">
              <a:spcBef>
                <a:spcPts val="280"/>
              </a:spcBef>
              <a:spcAft>
                <a:spcPts val="0"/>
              </a:spcAft>
              <a:buClr>
                <a:schemeClr val="dk1"/>
              </a:buClr>
              <a:buSzPts val="1120"/>
              <a:buFont typeface="Arial" panose="020B0604020202020204"/>
              <a:buChar char="•"/>
              <a:defRPr sz="1400" b="0" i="0">
                <a:solidFill>
                  <a:srgbClr val="676767"/>
                </a:solidFill>
                <a:latin typeface="Calibri"/>
                <a:ea typeface="Calibri"/>
                <a:cs typeface="Calibri"/>
                <a:sym typeface="Calibri"/>
              </a:defRPr>
            </a:lvl4pPr>
            <a:lvl5pPr marL="2286000" lvl="4" indent="-289560" algn="l">
              <a:spcBef>
                <a:spcPts val="240"/>
              </a:spcBef>
              <a:spcAft>
                <a:spcPts val="0"/>
              </a:spcAft>
              <a:buClr>
                <a:schemeClr val="dk1"/>
              </a:buClr>
              <a:buSzPts val="960"/>
              <a:buFont typeface="Arial" panose="020B0604020202020204"/>
              <a:buChar char="•"/>
              <a:defRPr sz="1200" b="0" i="0">
                <a:solidFill>
                  <a:srgbClr val="676767"/>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14" name="Google Shape;114;p17"/>
          <p:cNvSpPr txBox="1"/>
          <p:nvPr>
            <p:ph type="title"/>
          </p:nvPr>
        </p:nvSpPr>
        <p:spPr>
          <a:xfrm>
            <a:off x="437766" y="455085"/>
            <a:ext cx="8345488" cy="9757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5" name="Shape 115"/>
        <p:cNvGrpSpPr/>
        <p:nvPr/>
      </p:nvGrpSpPr>
      <p:grpSpPr>
        <a:xfrm>
          <a:off x="0" y="0"/>
          <a:ext cx="0" cy="0"/>
          <a:chOff x="0" y="0"/>
          <a:chExt cx="0" cy="0"/>
        </a:xfrm>
      </p:grpSpPr>
      <p:sp>
        <p:nvSpPr>
          <p:cNvPr id="116" name="Google Shape;116;p18"/>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7" name="Google Shape;117;p18"/>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8" name="Google Shape;118;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21" name="Shape 121"/>
        <p:cNvGrpSpPr/>
        <p:nvPr/>
      </p:nvGrpSpPr>
      <p:grpSpPr>
        <a:xfrm>
          <a:off x="0" y="0"/>
          <a:ext cx="0" cy="0"/>
          <a:chOff x="0" y="0"/>
          <a:chExt cx="0" cy="0"/>
        </a:xfrm>
      </p:grpSpPr>
      <p:sp>
        <p:nvSpPr>
          <p:cNvPr id="122" name="Google Shape;122;p19"/>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3" name="Google Shape;123;p19"/>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124" name="Google Shape;124;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27" name="Shape 127"/>
        <p:cNvGrpSpPr/>
        <p:nvPr/>
      </p:nvGrpSpPr>
      <p:grpSpPr>
        <a:xfrm>
          <a:off x="0" y="0"/>
          <a:ext cx="0" cy="0"/>
          <a:chOff x="0" y="0"/>
          <a:chExt cx="0" cy="0"/>
        </a:xfrm>
      </p:grpSpPr>
      <p:sp>
        <p:nvSpPr>
          <p:cNvPr id="128" name="Google Shape;128;p2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9" name="Google Shape;129;p20"/>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30" name="Google Shape;130;p20"/>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31" name="Google Shape;131;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34" name="Shape 134"/>
        <p:cNvGrpSpPr/>
        <p:nvPr/>
      </p:nvGrpSpPr>
      <p:grpSpPr>
        <a:xfrm>
          <a:off x="0" y="0"/>
          <a:ext cx="0" cy="0"/>
          <a:chOff x="0" y="0"/>
          <a:chExt cx="0" cy="0"/>
        </a:xfrm>
      </p:grpSpPr>
      <p:sp>
        <p:nvSpPr>
          <p:cNvPr id="135" name="Google Shape;135;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 name="Google Shape;136;p21"/>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37" name="Google Shape;137;p21"/>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38" name="Google Shape;138;p21"/>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39" name="Google Shape;139;p21"/>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40" name="Google Shape;140;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43" name="Shape 143"/>
        <p:cNvGrpSpPr/>
        <p:nvPr/>
      </p:nvGrpSpPr>
      <p:grpSpPr>
        <a:xfrm>
          <a:off x="0" y="0"/>
          <a:ext cx="0" cy="0"/>
          <a:chOff x="0" y="0"/>
          <a:chExt cx="0" cy="0"/>
        </a:xfrm>
      </p:grpSpPr>
      <p:sp>
        <p:nvSpPr>
          <p:cNvPr id="144" name="Google Shape;144;p2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48" name="Shape 148"/>
        <p:cNvGrpSpPr/>
        <p:nvPr/>
      </p:nvGrpSpPr>
      <p:grpSpPr>
        <a:xfrm>
          <a:off x="0" y="0"/>
          <a:ext cx="0" cy="0"/>
          <a:chOff x="0" y="0"/>
          <a:chExt cx="0" cy="0"/>
        </a:xfrm>
      </p:grpSpPr>
      <p:sp>
        <p:nvSpPr>
          <p:cNvPr id="149" name="Google Shape;149;p23"/>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0" name="Google Shape;150;p23"/>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151" name="Google Shape;151;p23"/>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52" name="Google Shape;152;p2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55" name="Shape 155"/>
        <p:cNvGrpSpPr/>
        <p:nvPr/>
      </p:nvGrpSpPr>
      <p:grpSpPr>
        <a:xfrm>
          <a:off x="0" y="0"/>
          <a:ext cx="0" cy="0"/>
          <a:chOff x="0" y="0"/>
          <a:chExt cx="0" cy="0"/>
        </a:xfrm>
      </p:grpSpPr>
      <p:sp>
        <p:nvSpPr>
          <p:cNvPr id="156" name="Google Shape;156;p24"/>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7" name="Google Shape;157;p24"/>
          <p:cNvSpPr/>
          <p:nvPr>
            <p:ph type="pic" idx="2"/>
          </p:nvPr>
        </p:nvSpPr>
        <p:spPr>
          <a:xfrm>
            <a:off x="1792288" y="612775"/>
            <a:ext cx="5486400" cy="4114800"/>
          </a:xfrm>
          <a:prstGeom prst="rect">
            <a:avLst/>
          </a:prstGeom>
          <a:noFill/>
          <a:ln>
            <a:noFill/>
          </a:ln>
        </p:spPr>
      </p:sp>
      <p:sp>
        <p:nvSpPr>
          <p:cNvPr id="158" name="Google Shape;158;p24"/>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59" name="Google Shape;159;p2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62" name="Shape 162"/>
        <p:cNvGrpSpPr/>
        <p:nvPr/>
      </p:nvGrpSpPr>
      <p:grpSpPr>
        <a:xfrm>
          <a:off x="0" y="0"/>
          <a:ext cx="0" cy="0"/>
          <a:chOff x="0" y="0"/>
          <a:chExt cx="0" cy="0"/>
        </a:xfrm>
      </p:grpSpPr>
      <p:sp>
        <p:nvSpPr>
          <p:cNvPr id="163" name="Google Shape;163;p2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4" name="Google Shape;164;p25"/>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65" name="Google Shape;165;p2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68" name="Shape 168"/>
        <p:cNvGrpSpPr/>
        <p:nvPr/>
      </p:nvGrpSpPr>
      <p:grpSpPr>
        <a:xfrm>
          <a:off x="0" y="0"/>
          <a:ext cx="0" cy="0"/>
          <a:chOff x="0" y="0"/>
          <a:chExt cx="0" cy="0"/>
        </a:xfrm>
      </p:grpSpPr>
      <p:sp>
        <p:nvSpPr>
          <p:cNvPr id="169" name="Google Shape;169;p26"/>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0" name="Google Shape;170;p26"/>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71" name="Google Shape;171;p2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2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Full Media slide">
  <p:cSld name="Full Media slide">
    <p:spTree>
      <p:nvGrpSpPr>
        <p:cNvPr id="174" name="Shape 174"/>
        <p:cNvGrpSpPr/>
        <p:nvPr/>
      </p:nvGrpSpPr>
      <p:grpSpPr>
        <a:xfrm>
          <a:off x="0" y="0"/>
          <a:ext cx="0" cy="0"/>
          <a:chOff x="0" y="0"/>
          <a:chExt cx="0" cy="0"/>
        </a:xfrm>
      </p:grpSpPr>
      <p:sp>
        <p:nvSpPr>
          <p:cNvPr id="175" name="Google Shape;175;p27"/>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6" name="Google Shape;176;p27"/>
          <p:cNvSpPr txBox="1"/>
          <p:nvPr>
            <p:ph type="body" idx="1"/>
          </p:nvPr>
        </p:nvSpPr>
        <p:spPr>
          <a:xfrm>
            <a:off x="7761383" y="6607366"/>
            <a:ext cx="1371600" cy="228600"/>
          </a:xfrm>
          <a:prstGeom prst="rect">
            <a:avLst/>
          </a:prstGeom>
          <a:noFill/>
          <a:ln>
            <a:noFill/>
          </a:ln>
        </p:spPr>
        <p:txBody>
          <a:bodyPr spcFirstLastPara="1" wrap="square" lIns="91425" tIns="45700" rIns="91425" bIns="45700" anchor="t" anchorCtr="0">
            <a:noAutofit/>
          </a:bodyPr>
          <a:lstStyle>
            <a:lvl1pPr marL="457200" lvl="0" indent="-228600" algn="r">
              <a:spcBef>
                <a:spcPts val="240"/>
              </a:spcBef>
              <a:spcAft>
                <a:spcPts val="0"/>
              </a:spcAft>
              <a:buClr>
                <a:schemeClr val="dk1"/>
              </a:buClr>
              <a:buSzPts val="1200"/>
              <a:buNone/>
              <a:defRPr sz="1200">
                <a:latin typeface="Arial" panose="020B0604020202020204"/>
                <a:ea typeface="Arial" panose="020B0604020202020204"/>
                <a:cs typeface="Arial" panose="020B0604020202020204"/>
                <a:sym typeface="Arial" panose="020B0604020202020204"/>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83" name="Shape 183"/>
        <p:cNvGrpSpPr/>
        <p:nvPr/>
      </p:nvGrpSpPr>
      <p:grpSpPr>
        <a:xfrm>
          <a:off x="0" y="0"/>
          <a:ext cx="0" cy="0"/>
          <a:chOff x="0" y="0"/>
          <a:chExt cx="0" cy="0"/>
        </a:xfrm>
      </p:grpSpPr>
      <p:sp>
        <p:nvSpPr>
          <p:cNvPr id="184" name="Google Shape;184;p2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5" name="Google Shape;185;p2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86" name="Google Shape;186;p2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2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89" name="Shape 189"/>
        <p:cNvGrpSpPr/>
        <p:nvPr/>
      </p:nvGrpSpPr>
      <p:grpSpPr>
        <a:xfrm>
          <a:off x="0" y="0"/>
          <a:ext cx="0" cy="0"/>
          <a:chOff x="0" y="0"/>
          <a:chExt cx="0" cy="0"/>
        </a:xfrm>
      </p:grpSpPr>
      <p:sp>
        <p:nvSpPr>
          <p:cNvPr id="190" name="Google Shape;190;p30"/>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1" name="Google Shape;191;p30"/>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2" name="Google Shape;192;p3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95" name="Shape 195"/>
        <p:cNvGrpSpPr/>
        <p:nvPr/>
      </p:nvGrpSpPr>
      <p:grpSpPr>
        <a:xfrm>
          <a:off x="0" y="0"/>
          <a:ext cx="0" cy="0"/>
          <a:chOff x="0" y="0"/>
          <a:chExt cx="0" cy="0"/>
        </a:xfrm>
      </p:grpSpPr>
      <p:sp>
        <p:nvSpPr>
          <p:cNvPr id="196" name="Google Shape;196;p31"/>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7" name="Google Shape;197;p31"/>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198" name="Google Shape;198;p3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01" name="Shape 201"/>
        <p:cNvGrpSpPr/>
        <p:nvPr/>
      </p:nvGrpSpPr>
      <p:grpSpPr>
        <a:xfrm>
          <a:off x="0" y="0"/>
          <a:ext cx="0" cy="0"/>
          <a:chOff x="0" y="0"/>
          <a:chExt cx="0" cy="0"/>
        </a:xfrm>
      </p:grpSpPr>
      <p:sp>
        <p:nvSpPr>
          <p:cNvPr id="202" name="Google Shape;202;p3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3" name="Google Shape;203;p32"/>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204" name="Google Shape;204;p32"/>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205" name="Google Shape;205;p3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3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208" name="Shape 208"/>
        <p:cNvGrpSpPr/>
        <p:nvPr/>
      </p:nvGrpSpPr>
      <p:grpSpPr>
        <a:xfrm>
          <a:off x="0" y="0"/>
          <a:ext cx="0" cy="0"/>
          <a:chOff x="0" y="0"/>
          <a:chExt cx="0" cy="0"/>
        </a:xfrm>
      </p:grpSpPr>
      <p:sp>
        <p:nvSpPr>
          <p:cNvPr id="209" name="Google Shape;209;p3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0" name="Google Shape;210;p33"/>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211" name="Google Shape;211;p33"/>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212" name="Google Shape;212;p33"/>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213" name="Google Shape;213;p33"/>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214" name="Google Shape;214;p3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3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17" name="Shape 217"/>
        <p:cNvGrpSpPr/>
        <p:nvPr/>
      </p:nvGrpSpPr>
      <p:grpSpPr>
        <a:xfrm>
          <a:off x="0" y="0"/>
          <a:ext cx="0" cy="0"/>
          <a:chOff x="0" y="0"/>
          <a:chExt cx="0" cy="0"/>
        </a:xfrm>
      </p:grpSpPr>
      <p:sp>
        <p:nvSpPr>
          <p:cNvPr id="218" name="Google Shape;218;p3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9" name="Google Shape;219;p3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3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3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22" name="Shape 222"/>
        <p:cNvGrpSpPr/>
        <p:nvPr/>
      </p:nvGrpSpPr>
      <p:grpSpPr>
        <a:xfrm>
          <a:off x="0" y="0"/>
          <a:ext cx="0" cy="0"/>
          <a:chOff x="0" y="0"/>
          <a:chExt cx="0" cy="0"/>
        </a:xfrm>
      </p:grpSpPr>
      <p:sp>
        <p:nvSpPr>
          <p:cNvPr id="223" name="Google Shape;223;p3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3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226" name="Shape 226"/>
        <p:cNvGrpSpPr/>
        <p:nvPr/>
      </p:nvGrpSpPr>
      <p:grpSpPr>
        <a:xfrm>
          <a:off x="0" y="0"/>
          <a:ext cx="0" cy="0"/>
          <a:chOff x="0" y="0"/>
          <a:chExt cx="0" cy="0"/>
        </a:xfrm>
      </p:grpSpPr>
      <p:sp>
        <p:nvSpPr>
          <p:cNvPr id="227" name="Google Shape;227;p36"/>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8" name="Google Shape;228;p36"/>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229" name="Google Shape;229;p36"/>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230" name="Google Shape;230;p3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3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233" name="Shape 233"/>
        <p:cNvGrpSpPr/>
        <p:nvPr/>
      </p:nvGrpSpPr>
      <p:grpSpPr>
        <a:xfrm>
          <a:off x="0" y="0"/>
          <a:ext cx="0" cy="0"/>
          <a:chOff x="0" y="0"/>
          <a:chExt cx="0" cy="0"/>
        </a:xfrm>
      </p:grpSpPr>
      <p:sp>
        <p:nvSpPr>
          <p:cNvPr id="234" name="Google Shape;234;p37"/>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5" name="Google Shape;235;p37"/>
          <p:cNvSpPr/>
          <p:nvPr>
            <p:ph type="pic" idx="2"/>
          </p:nvPr>
        </p:nvSpPr>
        <p:spPr>
          <a:xfrm>
            <a:off x="1792288" y="612775"/>
            <a:ext cx="5486400" cy="4114800"/>
          </a:xfrm>
          <a:prstGeom prst="rect">
            <a:avLst/>
          </a:prstGeom>
          <a:noFill/>
          <a:ln>
            <a:noFill/>
          </a:ln>
        </p:spPr>
      </p:sp>
      <p:sp>
        <p:nvSpPr>
          <p:cNvPr id="236" name="Google Shape;236;p37"/>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237" name="Google Shape;237;p3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3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3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240" name="Shape 240"/>
        <p:cNvGrpSpPr/>
        <p:nvPr/>
      </p:nvGrpSpPr>
      <p:grpSpPr>
        <a:xfrm>
          <a:off x="0" y="0"/>
          <a:ext cx="0" cy="0"/>
          <a:chOff x="0" y="0"/>
          <a:chExt cx="0" cy="0"/>
        </a:xfrm>
      </p:grpSpPr>
      <p:sp>
        <p:nvSpPr>
          <p:cNvPr id="241" name="Google Shape;241;p3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2" name="Google Shape;242;p38"/>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3" name="Google Shape;243;p3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3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3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246" name="Shape 246"/>
        <p:cNvGrpSpPr/>
        <p:nvPr/>
      </p:nvGrpSpPr>
      <p:grpSpPr>
        <a:xfrm>
          <a:off x="0" y="0"/>
          <a:ext cx="0" cy="0"/>
          <a:chOff x="0" y="0"/>
          <a:chExt cx="0" cy="0"/>
        </a:xfrm>
      </p:grpSpPr>
      <p:sp>
        <p:nvSpPr>
          <p:cNvPr id="247" name="Google Shape;247;p39"/>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8" name="Google Shape;248;p39"/>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9" name="Google Shape;249;p3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3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3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ull Media slide">
  <p:cSld name="Full Media slide">
    <p:spTree>
      <p:nvGrpSpPr>
        <p:cNvPr id="252" name="Shape 252"/>
        <p:cNvGrpSpPr/>
        <p:nvPr/>
      </p:nvGrpSpPr>
      <p:grpSpPr>
        <a:xfrm>
          <a:off x="0" y="0"/>
          <a:ext cx="0" cy="0"/>
          <a:chOff x="0" y="0"/>
          <a:chExt cx="0" cy="0"/>
        </a:xfrm>
      </p:grpSpPr>
      <p:sp>
        <p:nvSpPr>
          <p:cNvPr id="253" name="Google Shape;253;p40"/>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4" name="Google Shape;254;p40"/>
          <p:cNvSpPr txBox="1"/>
          <p:nvPr>
            <p:ph type="body" idx="1"/>
          </p:nvPr>
        </p:nvSpPr>
        <p:spPr>
          <a:xfrm>
            <a:off x="7761383" y="6607366"/>
            <a:ext cx="1371600" cy="228600"/>
          </a:xfrm>
          <a:prstGeom prst="rect">
            <a:avLst/>
          </a:prstGeom>
          <a:noFill/>
          <a:ln>
            <a:noFill/>
          </a:ln>
        </p:spPr>
        <p:txBody>
          <a:bodyPr spcFirstLastPara="1" wrap="square" lIns="91425" tIns="45700" rIns="91425" bIns="45700" anchor="t" anchorCtr="0">
            <a:noAutofit/>
          </a:bodyPr>
          <a:lstStyle>
            <a:lvl1pPr marL="457200" lvl="0" indent="-228600" algn="r">
              <a:spcBef>
                <a:spcPts val="240"/>
              </a:spcBef>
              <a:spcAft>
                <a:spcPts val="0"/>
              </a:spcAft>
              <a:buClr>
                <a:schemeClr val="dk1"/>
              </a:buClr>
              <a:buSzPts val="1200"/>
              <a:buNone/>
              <a:defRPr sz="1200">
                <a:latin typeface="Arial" panose="020B0604020202020204"/>
                <a:ea typeface="Arial" panose="020B0604020202020204"/>
                <a:cs typeface="Arial" panose="020B0604020202020204"/>
                <a:sym typeface="Arial" panose="020B0604020202020204"/>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Full text slide">
  <p:cSld name="1_Full text slide">
    <p:spTree>
      <p:nvGrpSpPr>
        <p:cNvPr id="255" name="Shape 255"/>
        <p:cNvGrpSpPr/>
        <p:nvPr/>
      </p:nvGrpSpPr>
      <p:grpSpPr>
        <a:xfrm>
          <a:off x="0" y="0"/>
          <a:ext cx="0" cy="0"/>
          <a:chOff x="0" y="0"/>
          <a:chExt cx="0" cy="0"/>
        </a:xfrm>
      </p:grpSpPr>
      <p:sp>
        <p:nvSpPr>
          <p:cNvPr id="256" name="Google Shape;256;p41"/>
          <p:cNvSpPr txBox="1"/>
          <p:nvPr>
            <p:ph type="body" idx="1"/>
          </p:nvPr>
        </p:nvSpPr>
        <p:spPr>
          <a:xfrm>
            <a:off x="533400" y="1066800"/>
            <a:ext cx="8153400" cy="51054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Clr>
                <a:srgbClr val="3C3838"/>
              </a:buClr>
              <a:buSzPts val="1800"/>
              <a:buNone/>
              <a:defRPr sz="1800" b="0">
                <a:solidFill>
                  <a:srgbClr val="3C3838"/>
                </a:solidFill>
                <a:latin typeface="Arial" panose="020B0604020202020204"/>
                <a:ea typeface="Arial" panose="020B0604020202020204"/>
                <a:cs typeface="Arial" panose="020B0604020202020204"/>
                <a:sym typeface="Arial" panose="020B0604020202020204"/>
              </a:defRPr>
            </a:lvl1pPr>
            <a:lvl2pPr marL="914400" lvl="1" indent="-228600" algn="l">
              <a:spcBef>
                <a:spcPts val="360"/>
              </a:spcBef>
              <a:spcAft>
                <a:spcPts val="0"/>
              </a:spcAft>
              <a:buClr>
                <a:srgbClr val="3C3838"/>
              </a:buClr>
              <a:buSzPts val="1800"/>
              <a:buFont typeface="Arial" panose="020B0604020202020204"/>
              <a:buNone/>
              <a:defRPr sz="1800">
                <a:solidFill>
                  <a:srgbClr val="3C3838"/>
                </a:solidFill>
                <a:latin typeface="Arial" panose="020B0604020202020204"/>
                <a:ea typeface="Arial" panose="020B0604020202020204"/>
                <a:cs typeface="Arial" panose="020B0604020202020204"/>
                <a:sym typeface="Arial" panose="020B0604020202020204"/>
              </a:defRPr>
            </a:lvl2pPr>
            <a:lvl3pPr marL="1371600" lvl="2" indent="-330200" algn="l">
              <a:spcBef>
                <a:spcPts val="320"/>
              </a:spcBef>
              <a:spcAft>
                <a:spcPts val="0"/>
              </a:spcAft>
              <a:buClr>
                <a:srgbClr val="3C3838"/>
              </a:buClr>
              <a:buSzPts val="1600"/>
              <a:buFont typeface="Arial" panose="020B0604020202020204"/>
              <a:buChar char="•"/>
              <a:defRPr sz="1600">
                <a:solidFill>
                  <a:srgbClr val="3C3838"/>
                </a:solidFill>
                <a:latin typeface="Arial" panose="020B0604020202020204"/>
                <a:ea typeface="Arial" panose="020B0604020202020204"/>
                <a:cs typeface="Arial" panose="020B0604020202020204"/>
                <a:sym typeface="Arial" panose="020B0604020202020204"/>
              </a:defRPr>
            </a:lvl3pPr>
            <a:lvl4pPr marL="1828800" lvl="3" indent="-330200" algn="l">
              <a:spcBef>
                <a:spcPts val="320"/>
              </a:spcBef>
              <a:spcAft>
                <a:spcPts val="0"/>
              </a:spcAft>
              <a:buClr>
                <a:srgbClr val="3C3838"/>
              </a:buClr>
              <a:buSzPts val="1600"/>
              <a:buFont typeface="Courier New" panose="02070309020205020404"/>
              <a:buChar char="o"/>
              <a:defRPr sz="1600">
                <a:solidFill>
                  <a:srgbClr val="3C3838"/>
                </a:solidFill>
                <a:latin typeface="Arial" panose="020B0604020202020204"/>
                <a:ea typeface="Arial" panose="020B0604020202020204"/>
                <a:cs typeface="Arial" panose="020B0604020202020204"/>
                <a:sym typeface="Arial" panose="020B0604020202020204"/>
              </a:defRPr>
            </a:lvl4pPr>
            <a:lvl5pPr marL="2286000" lvl="4" indent="-330200" algn="l">
              <a:spcBef>
                <a:spcPts val="320"/>
              </a:spcBef>
              <a:spcAft>
                <a:spcPts val="0"/>
              </a:spcAft>
              <a:buClr>
                <a:srgbClr val="3C3838"/>
              </a:buClr>
              <a:buSzPts val="1600"/>
              <a:buChar char="»"/>
              <a:defRPr sz="1600">
                <a:solidFill>
                  <a:srgbClr val="3C3838"/>
                </a:solidFill>
                <a:latin typeface="Arial" panose="020B0604020202020204"/>
                <a:ea typeface="Arial" panose="020B0604020202020204"/>
                <a:cs typeface="Arial" panose="020B0604020202020204"/>
                <a:sym typeface="Arial" panose="020B06040202020202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57" name="Google Shape;257;p41"/>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ull Media slide">
  <p:cSld name="Full Media slide">
    <p:spTree>
      <p:nvGrpSpPr>
        <p:cNvPr id="264" name="Shape 264"/>
        <p:cNvGrpSpPr/>
        <p:nvPr/>
      </p:nvGrpSpPr>
      <p:grpSpPr>
        <a:xfrm>
          <a:off x="0" y="0"/>
          <a:ext cx="0" cy="0"/>
          <a:chOff x="0" y="0"/>
          <a:chExt cx="0" cy="0"/>
        </a:xfrm>
      </p:grpSpPr>
      <p:sp>
        <p:nvSpPr>
          <p:cNvPr id="265" name="Google Shape;265;p43"/>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6" name="Google Shape;266;p43"/>
          <p:cNvSpPr txBox="1"/>
          <p:nvPr>
            <p:ph type="body" idx="1"/>
          </p:nvPr>
        </p:nvSpPr>
        <p:spPr>
          <a:xfrm>
            <a:off x="7761383" y="6607366"/>
            <a:ext cx="1371600" cy="228600"/>
          </a:xfrm>
          <a:prstGeom prst="rect">
            <a:avLst/>
          </a:prstGeom>
          <a:noFill/>
          <a:ln>
            <a:noFill/>
          </a:ln>
        </p:spPr>
        <p:txBody>
          <a:bodyPr spcFirstLastPara="1" wrap="square" lIns="91425" tIns="45700" rIns="91425" bIns="45700" anchor="t" anchorCtr="0">
            <a:noAutofit/>
          </a:bodyPr>
          <a:lstStyle>
            <a:lvl1pPr marL="457200" lvl="0" indent="-228600" algn="r">
              <a:spcBef>
                <a:spcPts val="240"/>
              </a:spcBef>
              <a:spcAft>
                <a:spcPts val="0"/>
              </a:spcAft>
              <a:buClr>
                <a:schemeClr val="dk1"/>
              </a:buClr>
              <a:buSzPts val="1200"/>
              <a:buNone/>
              <a:defRPr sz="1200">
                <a:latin typeface="Arial" panose="020B0604020202020204"/>
                <a:ea typeface="Arial" panose="020B0604020202020204"/>
                <a:cs typeface="Arial" panose="020B0604020202020204"/>
                <a:sym typeface="Arial" panose="020B0604020202020204"/>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rgbClr val="C00000"/>
        </a:solidFill>
        <a:effectLst/>
      </p:bgPr>
    </p:bg>
    <p:spTree>
      <p:nvGrpSpPr>
        <p:cNvPr id="267" name="Shape 267"/>
        <p:cNvGrpSpPr/>
        <p:nvPr/>
      </p:nvGrpSpPr>
      <p:grpSpPr>
        <a:xfrm>
          <a:off x="0" y="0"/>
          <a:ext cx="0" cy="0"/>
          <a:chOff x="0" y="0"/>
          <a:chExt cx="0" cy="0"/>
        </a:xfrm>
      </p:grpSpPr>
      <p:sp>
        <p:nvSpPr>
          <p:cNvPr id="268" name="Google Shape;268;p44"/>
          <p:cNvSpPr/>
          <p:nvPr/>
        </p:nvSpPr>
        <p:spPr>
          <a:xfrm>
            <a:off x="-9525" y="0"/>
            <a:ext cx="9144000" cy="68580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269" name="Google Shape;269;p44" descr="T:\Sybex\Admin\Instructor Materials\Instructor Material Instructions\logoGraphics\sybex_awb_ko_50.tiff"/>
          <p:cNvPicPr preferRelativeResize="0"/>
          <p:nvPr/>
        </p:nvPicPr>
        <p:blipFill rotWithShape="1">
          <a:blip r:embed="rId2"/>
          <a:srcRect/>
          <a:stretch>
            <a:fillRect/>
          </a:stretch>
        </p:blipFill>
        <p:spPr>
          <a:xfrm>
            <a:off x="7086600" y="65088"/>
            <a:ext cx="1676400" cy="617537"/>
          </a:xfrm>
          <a:prstGeom prst="rect">
            <a:avLst/>
          </a:prstGeom>
          <a:noFill/>
          <a:ln>
            <a:noFill/>
          </a:ln>
        </p:spPr>
      </p:pic>
      <p:pic>
        <p:nvPicPr>
          <p:cNvPr id="270" name="Google Shape;270;p44"/>
          <p:cNvPicPr preferRelativeResize="0"/>
          <p:nvPr/>
        </p:nvPicPr>
        <p:blipFill rotWithShape="1">
          <a:blip r:embed="rId3"/>
          <a:srcRect/>
          <a:stretch>
            <a:fillRect/>
          </a:stretch>
        </p:blipFill>
        <p:spPr>
          <a:xfrm>
            <a:off x="-1588" y="0"/>
            <a:ext cx="1820863" cy="674688"/>
          </a:xfrm>
          <a:prstGeom prst="rect">
            <a:avLst/>
          </a:prstGeom>
          <a:noFill/>
          <a:ln>
            <a:noFill/>
          </a:ln>
        </p:spPr>
      </p:pic>
      <p:sp>
        <p:nvSpPr>
          <p:cNvPr id="271" name="Google Shape;271;p44"/>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2" name="Google Shape;272;p44"/>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a:solidFill>
                  <a:schemeClr val="lt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73" name="Google Shape;273;p4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4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4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76" name="Shape 276"/>
        <p:cNvGrpSpPr/>
        <p:nvPr/>
      </p:nvGrpSpPr>
      <p:grpSpPr>
        <a:xfrm>
          <a:off x="0" y="0"/>
          <a:ext cx="0" cy="0"/>
          <a:chOff x="0" y="0"/>
          <a:chExt cx="0" cy="0"/>
        </a:xfrm>
      </p:grpSpPr>
      <p:sp>
        <p:nvSpPr>
          <p:cNvPr id="277" name="Google Shape;277;p45"/>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278" name="Google Shape;278;p45"/>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279" name="Google Shape;279;p45"/>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280" name="Google Shape;280;p45"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281" name="Google Shape;281;p45"/>
          <p:cNvSpPr txBox="1"/>
          <p:nvPr>
            <p:ph type="title"/>
          </p:nvPr>
        </p:nvSpPr>
        <p:spPr>
          <a:xfrm>
            <a:off x="2286000" y="274638"/>
            <a:ext cx="6400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2" name="Google Shape;282;p45"/>
          <p:cNvSpPr txBox="1"/>
          <p:nvPr>
            <p:ph type="body" idx="1"/>
          </p:nvPr>
        </p:nvSpPr>
        <p:spPr>
          <a:xfrm>
            <a:off x="2286000" y="1600200"/>
            <a:ext cx="64008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83" name="Shape 283"/>
        <p:cNvGrpSpPr/>
        <p:nvPr/>
      </p:nvGrpSpPr>
      <p:grpSpPr>
        <a:xfrm>
          <a:off x="0" y="0"/>
          <a:ext cx="0" cy="0"/>
          <a:chOff x="0" y="0"/>
          <a:chExt cx="0" cy="0"/>
        </a:xfrm>
      </p:grpSpPr>
      <p:sp>
        <p:nvSpPr>
          <p:cNvPr id="284" name="Google Shape;284;p46"/>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285" name="Google Shape;285;p46"/>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286" name="Google Shape;286;p46"/>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287" name="Google Shape;287;p46"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288" name="Google Shape;288;p46"/>
          <p:cNvSpPr txBox="1"/>
          <p:nvPr>
            <p:ph type="title"/>
          </p:nvPr>
        </p:nvSpPr>
        <p:spPr>
          <a:xfrm>
            <a:off x="2285999" y="4406900"/>
            <a:ext cx="6208713"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9" name="Google Shape;289;p46"/>
          <p:cNvSpPr txBox="1"/>
          <p:nvPr>
            <p:ph type="body" idx="1"/>
          </p:nvPr>
        </p:nvSpPr>
        <p:spPr>
          <a:xfrm>
            <a:off x="2285999" y="2906713"/>
            <a:ext cx="6208713"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290" name="Google Shape;290;p4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4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4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3" name="Shape 293"/>
        <p:cNvGrpSpPr/>
        <p:nvPr/>
      </p:nvGrpSpPr>
      <p:grpSpPr>
        <a:xfrm>
          <a:off x="0" y="0"/>
          <a:ext cx="0" cy="0"/>
          <a:chOff x="0" y="0"/>
          <a:chExt cx="0" cy="0"/>
        </a:xfrm>
      </p:grpSpPr>
      <p:sp>
        <p:nvSpPr>
          <p:cNvPr id="294" name="Google Shape;294;p47"/>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295" name="Google Shape;295;p47"/>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296" name="Google Shape;296;p47"/>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297" name="Google Shape;297;p47"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298" name="Google Shape;298;p47"/>
          <p:cNvSpPr txBox="1"/>
          <p:nvPr>
            <p:ph type="title"/>
          </p:nvPr>
        </p:nvSpPr>
        <p:spPr>
          <a:xfrm>
            <a:off x="2286000" y="274638"/>
            <a:ext cx="6400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9" name="Google Shape;299;p47"/>
          <p:cNvSpPr txBox="1"/>
          <p:nvPr>
            <p:ph type="body" idx="1"/>
          </p:nvPr>
        </p:nvSpPr>
        <p:spPr>
          <a:xfrm>
            <a:off x="2362200" y="1586816"/>
            <a:ext cx="2895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00" name="Google Shape;300;p47"/>
          <p:cNvSpPr txBox="1"/>
          <p:nvPr>
            <p:ph type="body" idx="2"/>
          </p:nvPr>
        </p:nvSpPr>
        <p:spPr>
          <a:xfrm>
            <a:off x="5486400" y="1600200"/>
            <a:ext cx="3200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01" name="Google Shape;301;p4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4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4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04" name="Shape 304"/>
        <p:cNvGrpSpPr/>
        <p:nvPr/>
      </p:nvGrpSpPr>
      <p:grpSpPr>
        <a:xfrm>
          <a:off x="0" y="0"/>
          <a:ext cx="0" cy="0"/>
          <a:chOff x="0" y="0"/>
          <a:chExt cx="0" cy="0"/>
        </a:xfrm>
      </p:grpSpPr>
      <p:sp>
        <p:nvSpPr>
          <p:cNvPr id="305" name="Google Shape;305;p48"/>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06" name="Google Shape;306;p48"/>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07" name="Google Shape;307;p48"/>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308" name="Google Shape;308;p48"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09" name="Google Shape;309;p48"/>
          <p:cNvSpPr txBox="1"/>
          <p:nvPr>
            <p:ph type="title"/>
          </p:nvPr>
        </p:nvSpPr>
        <p:spPr>
          <a:xfrm>
            <a:off x="2286000" y="274638"/>
            <a:ext cx="6400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0" name="Google Shape;310;p48"/>
          <p:cNvSpPr txBox="1"/>
          <p:nvPr>
            <p:ph type="body" idx="1"/>
          </p:nvPr>
        </p:nvSpPr>
        <p:spPr>
          <a:xfrm>
            <a:off x="2286000" y="1535113"/>
            <a:ext cx="289560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311" name="Google Shape;311;p48"/>
          <p:cNvSpPr txBox="1"/>
          <p:nvPr>
            <p:ph type="body" idx="2"/>
          </p:nvPr>
        </p:nvSpPr>
        <p:spPr>
          <a:xfrm>
            <a:off x="2286000" y="2209800"/>
            <a:ext cx="2897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312" name="Google Shape;312;p48"/>
          <p:cNvSpPr txBox="1"/>
          <p:nvPr>
            <p:ph type="body" idx="3"/>
          </p:nvPr>
        </p:nvSpPr>
        <p:spPr>
          <a:xfrm>
            <a:off x="5410200" y="1535113"/>
            <a:ext cx="327660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313" name="Google Shape;313;p48"/>
          <p:cNvSpPr txBox="1"/>
          <p:nvPr>
            <p:ph type="body" idx="4"/>
          </p:nvPr>
        </p:nvSpPr>
        <p:spPr>
          <a:xfrm>
            <a:off x="5410200" y="2174874"/>
            <a:ext cx="3276600" cy="39973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314" name="Google Shape;314;p4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p4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4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7" name="Shape 317"/>
        <p:cNvGrpSpPr/>
        <p:nvPr/>
      </p:nvGrpSpPr>
      <p:grpSpPr>
        <a:xfrm>
          <a:off x="0" y="0"/>
          <a:ext cx="0" cy="0"/>
          <a:chOff x="0" y="0"/>
          <a:chExt cx="0" cy="0"/>
        </a:xfrm>
      </p:grpSpPr>
      <p:sp>
        <p:nvSpPr>
          <p:cNvPr id="318" name="Google Shape;318;p49"/>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19" name="Google Shape;319;p49"/>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20" name="Google Shape;320;p49"/>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321" name="Google Shape;321;p49"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22" name="Google Shape;322;p49"/>
          <p:cNvSpPr txBox="1"/>
          <p:nvPr>
            <p:ph type="title"/>
          </p:nvPr>
        </p:nvSpPr>
        <p:spPr>
          <a:xfrm>
            <a:off x="2286000" y="274638"/>
            <a:ext cx="6400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3" name="Google Shape;323;p4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4" name="Google Shape;324;p4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5" name="Google Shape;325;p4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326" name="Shape 326"/>
        <p:cNvGrpSpPr/>
        <p:nvPr/>
      </p:nvGrpSpPr>
      <p:grpSpPr>
        <a:xfrm>
          <a:off x="0" y="0"/>
          <a:ext cx="0" cy="0"/>
          <a:chOff x="0" y="0"/>
          <a:chExt cx="0" cy="0"/>
        </a:xfrm>
      </p:grpSpPr>
      <p:sp>
        <p:nvSpPr>
          <p:cNvPr id="327" name="Google Shape;327;p50"/>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28" name="Google Shape;328;p50"/>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29" name="Google Shape;329;p50"/>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330" name="Google Shape;330;p50"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31" name="Google Shape;331;p5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5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5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34" name="Shape 334"/>
        <p:cNvGrpSpPr/>
        <p:nvPr/>
      </p:nvGrpSpPr>
      <p:grpSpPr>
        <a:xfrm>
          <a:off x="0" y="0"/>
          <a:ext cx="0" cy="0"/>
          <a:chOff x="0" y="0"/>
          <a:chExt cx="0" cy="0"/>
        </a:xfrm>
      </p:grpSpPr>
      <p:sp>
        <p:nvSpPr>
          <p:cNvPr id="335" name="Google Shape;335;p51"/>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36" name="Google Shape;336;p51"/>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37" name="Google Shape;337;p51"/>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338" name="Google Shape;338;p51"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39" name="Google Shape;339;p51"/>
          <p:cNvSpPr txBox="1"/>
          <p:nvPr>
            <p:ph type="title"/>
          </p:nvPr>
        </p:nvSpPr>
        <p:spPr>
          <a:xfrm>
            <a:off x="2209800" y="273050"/>
            <a:ext cx="2209800"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0" name="Google Shape;340;p51"/>
          <p:cNvSpPr txBox="1"/>
          <p:nvPr>
            <p:ph type="body" idx="1"/>
          </p:nvPr>
        </p:nvSpPr>
        <p:spPr>
          <a:xfrm>
            <a:off x="4495800" y="273050"/>
            <a:ext cx="419100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341" name="Google Shape;341;p51"/>
          <p:cNvSpPr txBox="1"/>
          <p:nvPr>
            <p:ph type="body" idx="2"/>
          </p:nvPr>
        </p:nvSpPr>
        <p:spPr>
          <a:xfrm>
            <a:off x="2209800" y="1430860"/>
            <a:ext cx="2209800"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342" name="Google Shape;342;p5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5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5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45" name="Shape 345"/>
        <p:cNvGrpSpPr/>
        <p:nvPr/>
      </p:nvGrpSpPr>
      <p:grpSpPr>
        <a:xfrm>
          <a:off x="0" y="0"/>
          <a:ext cx="0" cy="0"/>
          <a:chOff x="0" y="0"/>
          <a:chExt cx="0" cy="0"/>
        </a:xfrm>
      </p:grpSpPr>
      <p:sp>
        <p:nvSpPr>
          <p:cNvPr id="346" name="Google Shape;346;p52"/>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47" name="Google Shape;347;p52"/>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348" name="Google Shape;348;p52"/>
          <p:cNvSpPr/>
          <p:nvPr/>
        </p:nvSpPr>
        <p:spPr>
          <a:xfrm>
            <a:off x="3175" y="0"/>
            <a:ext cx="2057400" cy="838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349" name="Google Shape;349;p52"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350" name="Google Shape;350;p52"/>
          <p:cNvSpPr txBox="1"/>
          <p:nvPr>
            <p:ph type="title"/>
          </p:nvPr>
        </p:nvSpPr>
        <p:spPr>
          <a:xfrm>
            <a:off x="2667000"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1" name="Google Shape;351;p52"/>
          <p:cNvSpPr/>
          <p:nvPr>
            <p:ph type="pic" idx="2"/>
          </p:nvPr>
        </p:nvSpPr>
        <p:spPr>
          <a:xfrm>
            <a:off x="2667000" y="609600"/>
            <a:ext cx="5486400" cy="4114800"/>
          </a:xfrm>
          <a:prstGeom prst="rect">
            <a:avLst/>
          </a:prstGeom>
          <a:noFill/>
          <a:ln>
            <a:noFill/>
          </a:ln>
        </p:spPr>
      </p:sp>
      <p:sp>
        <p:nvSpPr>
          <p:cNvPr id="352" name="Google Shape;352;p52"/>
          <p:cNvSpPr txBox="1"/>
          <p:nvPr>
            <p:ph type="body" idx="1"/>
          </p:nvPr>
        </p:nvSpPr>
        <p:spPr>
          <a:xfrm>
            <a:off x="2667000"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353" name="Google Shape;353;p5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5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5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356" name="Shape 356"/>
        <p:cNvGrpSpPr/>
        <p:nvPr/>
      </p:nvGrpSpPr>
      <p:grpSpPr>
        <a:xfrm>
          <a:off x="0" y="0"/>
          <a:ext cx="0" cy="0"/>
          <a:chOff x="0" y="0"/>
          <a:chExt cx="0" cy="0"/>
        </a:xfrm>
      </p:grpSpPr>
      <p:sp>
        <p:nvSpPr>
          <p:cNvPr id="357" name="Google Shape;357;p5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8" name="Google Shape;358;p53"/>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59" name="Google Shape;359;p5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5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5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362" name="Shape 362"/>
        <p:cNvGrpSpPr/>
        <p:nvPr/>
      </p:nvGrpSpPr>
      <p:grpSpPr>
        <a:xfrm>
          <a:off x="0" y="0"/>
          <a:ext cx="0" cy="0"/>
          <a:chOff x="0" y="0"/>
          <a:chExt cx="0" cy="0"/>
        </a:xfrm>
      </p:grpSpPr>
      <p:sp>
        <p:nvSpPr>
          <p:cNvPr id="363" name="Google Shape;363;p54"/>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4" name="Google Shape;364;p54"/>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65" name="Google Shape;365;p5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5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240"/>
              </a:spcBef>
              <a:spcAft>
                <a:spcPts val="0"/>
              </a:spcAft>
              <a:buSzPts val="1400"/>
              <a:buNone/>
              <a:defRPr>
                <a:latin typeface="Arial" panose="020B0604020202020204"/>
                <a:ea typeface="Arial" panose="020B0604020202020204"/>
                <a:cs typeface="Arial" panose="020B0604020202020204"/>
                <a:sym typeface="Arial" panose="020B0604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5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1pPr>
            <a:lvl2pPr marL="0" marR="0" lvl="1"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2pPr>
            <a:lvl3pPr marL="0" marR="0" lvl="2"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3pPr>
            <a:lvl4pPr marL="0" marR="0" lvl="3"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4pPr>
            <a:lvl5pPr marL="0" marR="0" lvl="4"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5pPr>
            <a:lvl6pPr marL="0" marR="0" lvl="5"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6pPr>
            <a:lvl7pPr marL="0" marR="0" lvl="6"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7pPr>
            <a:lvl8pPr marL="0" marR="0" lvl="7"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8pPr>
            <a:lvl9pPr marL="0" marR="0" lvl="8" indent="0" algn="r">
              <a:lnSpc>
                <a:spcPct val="90000"/>
              </a:lnSpc>
              <a:spcBef>
                <a:spcPts val="0"/>
              </a:spcBef>
              <a:spcAft>
                <a:spcPts val="0"/>
              </a:spcAft>
              <a:buNone/>
              <a:defRPr sz="1200">
                <a:solidFill>
                  <a:srgbClr val="898989"/>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74" name="Shape 374"/>
        <p:cNvGrpSpPr/>
        <p:nvPr/>
      </p:nvGrpSpPr>
      <p:grpSpPr>
        <a:xfrm>
          <a:off x="0" y="0"/>
          <a:ext cx="0" cy="0"/>
          <a:chOff x="0" y="0"/>
          <a:chExt cx="0" cy="0"/>
        </a:xfrm>
      </p:grpSpPr>
      <p:sp>
        <p:nvSpPr>
          <p:cNvPr id="375" name="Google Shape;375;p5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5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77" name="Google Shape;377;p5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5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9" name="Google Shape;379;p5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380" name="Shape 380"/>
        <p:cNvGrpSpPr/>
        <p:nvPr/>
      </p:nvGrpSpPr>
      <p:grpSpPr>
        <a:xfrm>
          <a:off x="0" y="0"/>
          <a:ext cx="0" cy="0"/>
          <a:chOff x="0" y="0"/>
          <a:chExt cx="0" cy="0"/>
        </a:xfrm>
      </p:grpSpPr>
      <p:sp>
        <p:nvSpPr>
          <p:cNvPr id="381" name="Google Shape;381;p57"/>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57"/>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83" name="Google Shape;383;p5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5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5" name="Google Shape;385;p5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86" name="Shape 386"/>
        <p:cNvGrpSpPr/>
        <p:nvPr/>
      </p:nvGrpSpPr>
      <p:grpSpPr>
        <a:xfrm>
          <a:off x="0" y="0"/>
          <a:ext cx="0" cy="0"/>
          <a:chOff x="0" y="0"/>
          <a:chExt cx="0" cy="0"/>
        </a:xfrm>
      </p:grpSpPr>
      <p:sp>
        <p:nvSpPr>
          <p:cNvPr id="387" name="Google Shape;387;p58"/>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58"/>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89" name="Google Shape;389;p5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5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5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2" name="Shape 392"/>
        <p:cNvGrpSpPr/>
        <p:nvPr/>
      </p:nvGrpSpPr>
      <p:grpSpPr>
        <a:xfrm>
          <a:off x="0" y="0"/>
          <a:ext cx="0" cy="0"/>
          <a:chOff x="0" y="0"/>
          <a:chExt cx="0" cy="0"/>
        </a:xfrm>
      </p:grpSpPr>
      <p:sp>
        <p:nvSpPr>
          <p:cNvPr id="393" name="Google Shape;393;p5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59"/>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95" name="Google Shape;395;p59"/>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96" name="Google Shape;396;p5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5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8" name="Google Shape;398;p5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99" name="Shape 399"/>
        <p:cNvGrpSpPr/>
        <p:nvPr/>
      </p:nvGrpSpPr>
      <p:grpSpPr>
        <a:xfrm>
          <a:off x="0" y="0"/>
          <a:ext cx="0" cy="0"/>
          <a:chOff x="0" y="0"/>
          <a:chExt cx="0" cy="0"/>
        </a:xfrm>
      </p:grpSpPr>
      <p:sp>
        <p:nvSpPr>
          <p:cNvPr id="400" name="Google Shape;400;p6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60"/>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02" name="Google Shape;402;p60"/>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03" name="Google Shape;403;p60"/>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04" name="Google Shape;404;p60"/>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05" name="Google Shape;405;p6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6" name="Google Shape;406;p6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7" name="Google Shape;407;p6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8" name="Shape 408"/>
        <p:cNvGrpSpPr/>
        <p:nvPr/>
      </p:nvGrpSpPr>
      <p:grpSpPr>
        <a:xfrm>
          <a:off x="0" y="0"/>
          <a:ext cx="0" cy="0"/>
          <a:chOff x="0" y="0"/>
          <a:chExt cx="0" cy="0"/>
        </a:xfrm>
      </p:grpSpPr>
      <p:sp>
        <p:nvSpPr>
          <p:cNvPr id="409" name="Google Shape;409;p6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6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1" name="Google Shape;411;p6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6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13" name="Shape 413"/>
        <p:cNvGrpSpPr/>
        <p:nvPr/>
      </p:nvGrpSpPr>
      <p:grpSpPr>
        <a:xfrm>
          <a:off x="0" y="0"/>
          <a:ext cx="0" cy="0"/>
          <a:chOff x="0" y="0"/>
          <a:chExt cx="0" cy="0"/>
        </a:xfrm>
      </p:grpSpPr>
      <p:sp>
        <p:nvSpPr>
          <p:cNvPr id="414" name="Google Shape;414;p6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6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6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417" name="Shape 417"/>
        <p:cNvGrpSpPr/>
        <p:nvPr/>
      </p:nvGrpSpPr>
      <p:grpSpPr>
        <a:xfrm>
          <a:off x="0" y="0"/>
          <a:ext cx="0" cy="0"/>
          <a:chOff x="0" y="0"/>
          <a:chExt cx="0" cy="0"/>
        </a:xfrm>
      </p:grpSpPr>
      <p:sp>
        <p:nvSpPr>
          <p:cNvPr id="418" name="Google Shape;418;p63"/>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63"/>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420" name="Google Shape;420;p63"/>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421" name="Google Shape;421;p6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2" name="Google Shape;422;p6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6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424" name="Shape 424"/>
        <p:cNvGrpSpPr/>
        <p:nvPr/>
      </p:nvGrpSpPr>
      <p:grpSpPr>
        <a:xfrm>
          <a:off x="0" y="0"/>
          <a:ext cx="0" cy="0"/>
          <a:chOff x="0" y="0"/>
          <a:chExt cx="0" cy="0"/>
        </a:xfrm>
      </p:grpSpPr>
      <p:sp>
        <p:nvSpPr>
          <p:cNvPr id="425" name="Google Shape;425;p64"/>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64"/>
          <p:cNvSpPr/>
          <p:nvPr>
            <p:ph type="pic" idx="2"/>
          </p:nvPr>
        </p:nvSpPr>
        <p:spPr>
          <a:xfrm>
            <a:off x="1792288" y="612775"/>
            <a:ext cx="5486400" cy="4114800"/>
          </a:xfrm>
          <a:prstGeom prst="rect">
            <a:avLst/>
          </a:prstGeom>
          <a:noFill/>
          <a:ln>
            <a:noFill/>
          </a:ln>
        </p:spPr>
      </p:sp>
      <p:sp>
        <p:nvSpPr>
          <p:cNvPr id="427" name="Google Shape;427;p64"/>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428" name="Google Shape;428;p6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6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6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431" name="Shape 431"/>
        <p:cNvGrpSpPr/>
        <p:nvPr/>
      </p:nvGrpSpPr>
      <p:grpSpPr>
        <a:xfrm>
          <a:off x="0" y="0"/>
          <a:ext cx="0" cy="0"/>
          <a:chOff x="0" y="0"/>
          <a:chExt cx="0" cy="0"/>
        </a:xfrm>
      </p:grpSpPr>
      <p:sp>
        <p:nvSpPr>
          <p:cNvPr id="432" name="Google Shape;432;p6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65"/>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434" name="Google Shape;434;p6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6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6" name="Google Shape;436;p6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437" name="Shape 437"/>
        <p:cNvGrpSpPr/>
        <p:nvPr/>
      </p:nvGrpSpPr>
      <p:grpSpPr>
        <a:xfrm>
          <a:off x="0" y="0"/>
          <a:ext cx="0" cy="0"/>
          <a:chOff x="0" y="0"/>
          <a:chExt cx="0" cy="0"/>
        </a:xfrm>
      </p:grpSpPr>
      <p:sp>
        <p:nvSpPr>
          <p:cNvPr id="438" name="Google Shape;438;p66"/>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66"/>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440" name="Google Shape;440;p6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6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2" name="Google Shape;442;p6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Full text slide">
  <p:cSld name="Full text slide">
    <p:spTree>
      <p:nvGrpSpPr>
        <p:cNvPr id="449" name="Shape 449"/>
        <p:cNvGrpSpPr/>
        <p:nvPr/>
      </p:nvGrpSpPr>
      <p:grpSpPr>
        <a:xfrm>
          <a:off x="0" y="0"/>
          <a:ext cx="0" cy="0"/>
          <a:chOff x="0" y="0"/>
          <a:chExt cx="0" cy="0"/>
        </a:xfrm>
      </p:grpSpPr>
      <p:sp>
        <p:nvSpPr>
          <p:cNvPr id="450" name="Google Shape;450;p68"/>
          <p:cNvSpPr txBox="1"/>
          <p:nvPr>
            <p:ph type="body" idx="1"/>
          </p:nvPr>
        </p:nvSpPr>
        <p:spPr>
          <a:xfrm>
            <a:off x="533400" y="1066800"/>
            <a:ext cx="8153400" cy="51054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Clr>
                <a:srgbClr val="3C3838"/>
              </a:buClr>
              <a:buSzPts val="1800"/>
              <a:buFont typeface="Arial" panose="020B0604020202020204"/>
              <a:buNone/>
              <a:defRPr sz="1800" b="0">
                <a:solidFill>
                  <a:srgbClr val="3C3838"/>
                </a:solidFill>
                <a:latin typeface="Arial" panose="020B0604020202020204"/>
                <a:ea typeface="Arial" panose="020B0604020202020204"/>
                <a:cs typeface="Arial" panose="020B0604020202020204"/>
                <a:sym typeface="Arial" panose="020B0604020202020204"/>
              </a:defRPr>
            </a:lvl1pPr>
            <a:lvl2pPr marL="914400" lvl="1" indent="-228600" algn="l">
              <a:spcBef>
                <a:spcPts val="360"/>
              </a:spcBef>
              <a:spcAft>
                <a:spcPts val="0"/>
              </a:spcAft>
              <a:buClr>
                <a:srgbClr val="3C3838"/>
              </a:buClr>
              <a:buSzPts val="1800"/>
              <a:buFont typeface="Arial" panose="020B0604020202020204"/>
              <a:buNone/>
              <a:defRPr sz="1800">
                <a:solidFill>
                  <a:srgbClr val="3C3838"/>
                </a:solidFill>
                <a:latin typeface="Arial" panose="020B0604020202020204"/>
                <a:ea typeface="Arial" panose="020B0604020202020204"/>
                <a:cs typeface="Arial" panose="020B0604020202020204"/>
                <a:sym typeface="Arial" panose="020B0604020202020204"/>
              </a:defRPr>
            </a:lvl2pPr>
            <a:lvl3pPr marL="1371600" lvl="2" indent="-330200" algn="l">
              <a:spcBef>
                <a:spcPts val="320"/>
              </a:spcBef>
              <a:spcAft>
                <a:spcPts val="0"/>
              </a:spcAft>
              <a:buClr>
                <a:srgbClr val="3C3838"/>
              </a:buClr>
              <a:buSzPts val="1600"/>
              <a:buFont typeface="Arial" panose="020B0604020202020204"/>
              <a:buChar char="•"/>
              <a:defRPr sz="1600">
                <a:solidFill>
                  <a:srgbClr val="3C3838"/>
                </a:solidFill>
                <a:latin typeface="Arial" panose="020B0604020202020204"/>
                <a:ea typeface="Arial" panose="020B0604020202020204"/>
                <a:cs typeface="Arial" panose="020B0604020202020204"/>
                <a:sym typeface="Arial" panose="020B0604020202020204"/>
              </a:defRPr>
            </a:lvl3pPr>
            <a:lvl4pPr marL="1828800" lvl="3" indent="-330200" algn="l">
              <a:spcBef>
                <a:spcPts val="320"/>
              </a:spcBef>
              <a:spcAft>
                <a:spcPts val="0"/>
              </a:spcAft>
              <a:buClr>
                <a:srgbClr val="3C3838"/>
              </a:buClr>
              <a:buSzPts val="1600"/>
              <a:buFont typeface="Courier New" panose="02070309020205020404"/>
              <a:buChar char="o"/>
              <a:defRPr sz="1600">
                <a:solidFill>
                  <a:srgbClr val="3C3838"/>
                </a:solidFill>
                <a:latin typeface="Arial" panose="020B0604020202020204"/>
                <a:ea typeface="Arial" panose="020B0604020202020204"/>
                <a:cs typeface="Arial" panose="020B0604020202020204"/>
                <a:sym typeface="Arial" panose="020B0604020202020204"/>
              </a:defRPr>
            </a:lvl4pPr>
            <a:lvl5pPr marL="2286000" lvl="4" indent="-330200" algn="l">
              <a:spcBef>
                <a:spcPts val="320"/>
              </a:spcBef>
              <a:spcAft>
                <a:spcPts val="0"/>
              </a:spcAft>
              <a:buClr>
                <a:srgbClr val="3C3838"/>
              </a:buClr>
              <a:buSzPts val="1600"/>
              <a:buFont typeface="Arial" panose="020B0604020202020204"/>
              <a:buChar char="»"/>
              <a:defRPr sz="1600">
                <a:solidFill>
                  <a:srgbClr val="3C3838"/>
                </a:solidFill>
                <a:latin typeface="Arial" panose="020B0604020202020204"/>
                <a:ea typeface="Arial" panose="020B0604020202020204"/>
                <a:cs typeface="Arial" panose="020B0604020202020204"/>
                <a:sym typeface="Arial" panose="020B06040202020202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451" name="Google Shape;451;p68"/>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2" name="Google Shape;452;p68"/>
          <p:cNvSpPr txBox="1"/>
          <p:nvPr>
            <p:ph type="body" idx="2"/>
          </p:nvPr>
        </p:nvSpPr>
        <p:spPr>
          <a:xfrm>
            <a:off x="7761383" y="6607366"/>
            <a:ext cx="1371600" cy="228600"/>
          </a:xfrm>
          <a:prstGeom prst="rect">
            <a:avLst/>
          </a:prstGeom>
          <a:noFill/>
          <a:ln>
            <a:noFill/>
          </a:ln>
        </p:spPr>
        <p:txBody>
          <a:bodyPr spcFirstLastPara="1" wrap="square" lIns="91425" tIns="45700" rIns="91425" bIns="45700" anchor="t" anchorCtr="0">
            <a:noAutofit/>
          </a:bodyPr>
          <a:lstStyle>
            <a:lvl1pPr marL="457200" lvl="0" indent="-228600" algn="r">
              <a:spcBef>
                <a:spcPts val="240"/>
              </a:spcBef>
              <a:spcAft>
                <a:spcPts val="0"/>
              </a:spcAft>
              <a:buClr>
                <a:schemeClr val="dk1"/>
              </a:buClr>
              <a:buSzPts val="1200"/>
              <a:buFont typeface="Arial" panose="020B0604020202020204"/>
              <a:buNone/>
              <a:defRPr sz="1200">
                <a:latin typeface="Arial" panose="020B0604020202020204"/>
                <a:ea typeface="Arial" panose="020B0604020202020204"/>
                <a:cs typeface="Arial" panose="020B0604020202020204"/>
                <a:sym typeface="Arial" panose="020B0604020202020204"/>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453" name="Shape 453"/>
        <p:cNvGrpSpPr/>
        <p:nvPr/>
      </p:nvGrpSpPr>
      <p:grpSpPr>
        <a:xfrm>
          <a:off x="0" y="0"/>
          <a:ext cx="0" cy="0"/>
          <a:chOff x="0" y="0"/>
          <a:chExt cx="0" cy="0"/>
        </a:xfrm>
      </p:grpSpPr>
      <p:sp>
        <p:nvSpPr>
          <p:cNvPr id="454" name="Google Shape;454;p69"/>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5" name="Google Shape;455;p69"/>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panose="020B0604020202020204"/>
              <a:buNone/>
              <a:defRPr/>
            </a:lvl1pPr>
            <a:lvl2pPr lvl="1" algn="ctr">
              <a:spcBef>
                <a:spcPts val="560"/>
              </a:spcBef>
              <a:spcAft>
                <a:spcPts val="0"/>
              </a:spcAft>
              <a:buClr>
                <a:schemeClr val="dk1"/>
              </a:buClr>
              <a:buSzPts val="2800"/>
              <a:buFont typeface="Arial" panose="020B0604020202020204"/>
              <a:buNone/>
              <a:defRPr/>
            </a:lvl2pPr>
            <a:lvl3pPr lvl="2" algn="ctr">
              <a:spcBef>
                <a:spcPts val="480"/>
              </a:spcBef>
              <a:spcAft>
                <a:spcPts val="0"/>
              </a:spcAft>
              <a:buClr>
                <a:schemeClr val="dk1"/>
              </a:buClr>
              <a:buSzPts val="2400"/>
              <a:buFont typeface="Arial" panose="020B0604020202020204"/>
              <a:buNone/>
              <a:defRPr/>
            </a:lvl3pPr>
            <a:lvl4pPr lvl="3" algn="ctr">
              <a:spcBef>
                <a:spcPts val="400"/>
              </a:spcBef>
              <a:spcAft>
                <a:spcPts val="0"/>
              </a:spcAft>
              <a:buClr>
                <a:schemeClr val="dk1"/>
              </a:buClr>
              <a:buSzPts val="2000"/>
              <a:buFont typeface="Arial" panose="020B0604020202020204"/>
              <a:buNone/>
              <a:defRPr/>
            </a:lvl4pPr>
            <a:lvl5pPr lvl="4" algn="ctr">
              <a:spcBef>
                <a:spcPts val="400"/>
              </a:spcBef>
              <a:spcAft>
                <a:spcPts val="0"/>
              </a:spcAft>
              <a:buClr>
                <a:schemeClr val="dk1"/>
              </a:buClr>
              <a:buSzPts val="2000"/>
              <a:buFont typeface="Arial" panose="020B0604020202020204"/>
              <a:buNone/>
              <a:defRPr/>
            </a:lvl5pPr>
            <a:lvl6pPr lvl="5" algn="ctr">
              <a:spcBef>
                <a:spcPts val="400"/>
              </a:spcBef>
              <a:spcAft>
                <a:spcPts val="0"/>
              </a:spcAft>
              <a:buClr>
                <a:schemeClr val="dk1"/>
              </a:buClr>
              <a:buSzPts val="2000"/>
              <a:buFont typeface="Arial" panose="020B0604020202020204"/>
              <a:buNone/>
              <a:defRPr/>
            </a:lvl6pPr>
            <a:lvl7pPr lvl="6" algn="ctr">
              <a:spcBef>
                <a:spcPts val="400"/>
              </a:spcBef>
              <a:spcAft>
                <a:spcPts val="0"/>
              </a:spcAft>
              <a:buClr>
                <a:schemeClr val="dk1"/>
              </a:buClr>
              <a:buSzPts val="2000"/>
              <a:buFont typeface="Arial" panose="020B0604020202020204"/>
              <a:buNone/>
              <a:defRPr/>
            </a:lvl7pPr>
            <a:lvl8pPr lvl="7" algn="ctr">
              <a:spcBef>
                <a:spcPts val="400"/>
              </a:spcBef>
              <a:spcAft>
                <a:spcPts val="0"/>
              </a:spcAft>
              <a:buClr>
                <a:schemeClr val="dk1"/>
              </a:buClr>
              <a:buSzPts val="2000"/>
              <a:buFont typeface="Arial" panose="020B0604020202020204"/>
              <a:buNone/>
              <a:defRPr/>
            </a:lvl8pPr>
            <a:lvl9pPr lvl="8" algn="ctr">
              <a:spcBef>
                <a:spcPts val="400"/>
              </a:spcBef>
              <a:spcAft>
                <a:spcPts val="0"/>
              </a:spcAft>
              <a:buClr>
                <a:schemeClr val="dk1"/>
              </a:buClr>
              <a:buSzPts val="2000"/>
              <a:buFont typeface="Arial" panose="020B0604020202020204"/>
              <a:buNone/>
              <a:defRPr/>
            </a:lvl9pPr>
          </a:lstStyle>
          <a:p/>
        </p:txBody>
      </p:sp>
      <p:sp>
        <p:nvSpPr>
          <p:cNvPr id="456" name="Google Shape;456;p6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7" name="Google Shape;457;p6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6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459" name="Shape 459"/>
        <p:cNvGrpSpPr/>
        <p:nvPr/>
      </p:nvGrpSpPr>
      <p:grpSpPr>
        <a:xfrm>
          <a:off x="0" y="0"/>
          <a:ext cx="0" cy="0"/>
          <a:chOff x="0" y="0"/>
          <a:chExt cx="0" cy="0"/>
        </a:xfrm>
      </p:grpSpPr>
      <p:sp>
        <p:nvSpPr>
          <p:cNvPr id="460" name="Google Shape;460;p70"/>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461" name="Google Shape;461;p70"/>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462" name="Google Shape;462;p70"/>
          <p:cNvSpPr/>
          <p:nvPr/>
        </p:nvSpPr>
        <p:spPr>
          <a:xfrm>
            <a:off x="3175" y="0"/>
            <a:ext cx="2057400" cy="8382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463" name="Google Shape;463;p70"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464" name="Google Shape;464;p7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5" name="Google Shape;465;p7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466" name="Google Shape;466;p7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7" name="Google Shape;467;p7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7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69" name="Shape 469"/>
        <p:cNvGrpSpPr/>
        <p:nvPr/>
      </p:nvGrpSpPr>
      <p:grpSpPr>
        <a:xfrm>
          <a:off x="0" y="0"/>
          <a:ext cx="0" cy="0"/>
          <a:chOff x="0" y="0"/>
          <a:chExt cx="0" cy="0"/>
        </a:xfrm>
      </p:grpSpPr>
      <p:sp>
        <p:nvSpPr>
          <p:cNvPr id="470" name="Google Shape;470;p71"/>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1" name="Google Shape;471;p71"/>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panose="020B0604020202020204"/>
              <a:buNone/>
              <a:defRPr sz="2000"/>
            </a:lvl1pPr>
            <a:lvl2pPr marL="914400" lvl="1" indent="-228600" algn="l">
              <a:spcBef>
                <a:spcPts val="360"/>
              </a:spcBef>
              <a:spcAft>
                <a:spcPts val="0"/>
              </a:spcAft>
              <a:buClr>
                <a:schemeClr val="dk1"/>
              </a:buClr>
              <a:buSzPts val="1800"/>
              <a:buFont typeface="Arial" panose="020B0604020202020204"/>
              <a:buNone/>
              <a:defRPr sz="1800"/>
            </a:lvl2pPr>
            <a:lvl3pPr marL="1371600" lvl="2" indent="-228600" algn="l">
              <a:spcBef>
                <a:spcPts val="320"/>
              </a:spcBef>
              <a:spcAft>
                <a:spcPts val="0"/>
              </a:spcAft>
              <a:buClr>
                <a:schemeClr val="dk1"/>
              </a:buClr>
              <a:buSzPts val="1600"/>
              <a:buFont typeface="Arial" panose="020B0604020202020204"/>
              <a:buNone/>
              <a:defRPr sz="1600"/>
            </a:lvl3pPr>
            <a:lvl4pPr marL="1828800" lvl="3" indent="-228600" algn="l">
              <a:spcBef>
                <a:spcPts val="280"/>
              </a:spcBef>
              <a:spcAft>
                <a:spcPts val="0"/>
              </a:spcAft>
              <a:buClr>
                <a:schemeClr val="dk1"/>
              </a:buClr>
              <a:buSzPts val="1400"/>
              <a:buFont typeface="Arial" panose="020B0604020202020204"/>
              <a:buNone/>
              <a:defRPr sz="1400"/>
            </a:lvl4pPr>
            <a:lvl5pPr marL="2286000" lvl="4" indent="-228600" algn="l">
              <a:spcBef>
                <a:spcPts val="280"/>
              </a:spcBef>
              <a:spcAft>
                <a:spcPts val="0"/>
              </a:spcAft>
              <a:buClr>
                <a:schemeClr val="dk1"/>
              </a:buClr>
              <a:buSzPts val="1400"/>
              <a:buFont typeface="Arial" panose="020B0604020202020204"/>
              <a:buNone/>
              <a:defRPr sz="1400"/>
            </a:lvl5pPr>
            <a:lvl6pPr marL="2743200" lvl="5" indent="-228600" algn="l">
              <a:spcBef>
                <a:spcPts val="280"/>
              </a:spcBef>
              <a:spcAft>
                <a:spcPts val="0"/>
              </a:spcAft>
              <a:buClr>
                <a:schemeClr val="dk1"/>
              </a:buClr>
              <a:buSzPts val="1400"/>
              <a:buFont typeface="Arial" panose="020B0604020202020204"/>
              <a:buNone/>
              <a:defRPr sz="1400"/>
            </a:lvl6pPr>
            <a:lvl7pPr marL="3200400" lvl="6" indent="-228600" algn="l">
              <a:spcBef>
                <a:spcPts val="280"/>
              </a:spcBef>
              <a:spcAft>
                <a:spcPts val="0"/>
              </a:spcAft>
              <a:buClr>
                <a:schemeClr val="dk1"/>
              </a:buClr>
              <a:buSzPts val="1400"/>
              <a:buFont typeface="Arial" panose="020B0604020202020204"/>
              <a:buNone/>
              <a:defRPr sz="1400"/>
            </a:lvl7pPr>
            <a:lvl8pPr marL="3657600" lvl="7" indent="-228600" algn="l">
              <a:spcBef>
                <a:spcPts val="280"/>
              </a:spcBef>
              <a:spcAft>
                <a:spcPts val="0"/>
              </a:spcAft>
              <a:buClr>
                <a:schemeClr val="dk1"/>
              </a:buClr>
              <a:buSzPts val="1400"/>
              <a:buFont typeface="Arial" panose="020B0604020202020204"/>
              <a:buNone/>
              <a:defRPr sz="1400"/>
            </a:lvl8pPr>
            <a:lvl9pPr marL="4114800" lvl="8" indent="-228600" algn="l">
              <a:spcBef>
                <a:spcPts val="280"/>
              </a:spcBef>
              <a:spcAft>
                <a:spcPts val="0"/>
              </a:spcAft>
              <a:buClr>
                <a:schemeClr val="dk1"/>
              </a:buClr>
              <a:buSzPts val="1400"/>
              <a:buFont typeface="Arial" panose="020B0604020202020204"/>
              <a:buNone/>
              <a:defRPr sz="1400"/>
            </a:lvl9pPr>
          </a:lstStyle>
          <a:p/>
        </p:txBody>
      </p:sp>
      <p:sp>
        <p:nvSpPr>
          <p:cNvPr id="472" name="Google Shape;472;p7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3" name="Google Shape;473;p7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4" name="Google Shape;474;p7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75" name="Shape 475"/>
        <p:cNvGrpSpPr/>
        <p:nvPr/>
      </p:nvGrpSpPr>
      <p:grpSpPr>
        <a:xfrm>
          <a:off x="0" y="0"/>
          <a:ext cx="0" cy="0"/>
          <a:chOff x="0" y="0"/>
          <a:chExt cx="0" cy="0"/>
        </a:xfrm>
      </p:grpSpPr>
      <p:sp>
        <p:nvSpPr>
          <p:cNvPr id="476" name="Google Shape;476;p7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7" name="Google Shape;477;p72"/>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
        <p:nvSpPr>
          <p:cNvPr id="478" name="Google Shape;478;p72"/>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
        <p:nvSpPr>
          <p:cNvPr id="479" name="Google Shape;479;p7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0" name="Google Shape;480;p7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1" name="Google Shape;481;p7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82" name="Shape 482"/>
        <p:cNvGrpSpPr/>
        <p:nvPr/>
      </p:nvGrpSpPr>
      <p:grpSpPr>
        <a:xfrm>
          <a:off x="0" y="0"/>
          <a:ext cx="0" cy="0"/>
          <a:chOff x="0" y="0"/>
          <a:chExt cx="0" cy="0"/>
        </a:xfrm>
      </p:grpSpPr>
      <p:sp>
        <p:nvSpPr>
          <p:cNvPr id="483" name="Google Shape;483;p7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4" name="Google Shape;484;p73"/>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85" name="Google Shape;485;p73"/>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
        <p:nvSpPr>
          <p:cNvPr id="486" name="Google Shape;486;p73"/>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87" name="Google Shape;487;p73"/>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
        <p:nvSpPr>
          <p:cNvPr id="488" name="Google Shape;488;p7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9" name="Google Shape;489;p7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0" name="Google Shape;490;p7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1" name="Shape 491"/>
        <p:cNvGrpSpPr/>
        <p:nvPr/>
      </p:nvGrpSpPr>
      <p:grpSpPr>
        <a:xfrm>
          <a:off x="0" y="0"/>
          <a:ext cx="0" cy="0"/>
          <a:chOff x="0" y="0"/>
          <a:chExt cx="0" cy="0"/>
        </a:xfrm>
      </p:grpSpPr>
      <p:sp>
        <p:nvSpPr>
          <p:cNvPr id="492" name="Google Shape;492;p7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3" name="Google Shape;493;p74"/>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4" name="Google Shape;494;p74"/>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5" name="Google Shape;495;p74"/>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96" name="Shape 496"/>
        <p:cNvGrpSpPr/>
        <p:nvPr/>
      </p:nvGrpSpPr>
      <p:grpSpPr>
        <a:xfrm>
          <a:off x="0" y="0"/>
          <a:ext cx="0" cy="0"/>
          <a:chOff x="0" y="0"/>
          <a:chExt cx="0" cy="0"/>
        </a:xfrm>
      </p:grpSpPr>
      <p:sp>
        <p:nvSpPr>
          <p:cNvPr id="497" name="Google Shape;497;p75"/>
          <p:cNvSpPr/>
          <p:nvPr/>
        </p:nvSpPr>
        <p:spPr>
          <a:xfrm>
            <a:off x="3175" y="0"/>
            <a:ext cx="2057400" cy="6858000"/>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498" name="Google Shape;498;p75"/>
          <p:cNvPicPr preferRelativeResize="0"/>
          <p:nvPr/>
        </p:nvPicPr>
        <p:blipFill rotWithShape="1">
          <a:blip r:embed="rId2"/>
          <a:srcRect/>
          <a:stretch>
            <a:fillRect/>
          </a:stretch>
        </p:blipFill>
        <p:spPr>
          <a:xfrm>
            <a:off x="0" y="6094413"/>
            <a:ext cx="2060575" cy="763587"/>
          </a:xfrm>
          <a:prstGeom prst="rect">
            <a:avLst/>
          </a:prstGeom>
          <a:noFill/>
          <a:ln>
            <a:noFill/>
          </a:ln>
        </p:spPr>
      </p:pic>
      <p:sp>
        <p:nvSpPr>
          <p:cNvPr id="499" name="Google Shape;499;p75"/>
          <p:cNvSpPr/>
          <p:nvPr/>
        </p:nvSpPr>
        <p:spPr>
          <a:xfrm>
            <a:off x="3175" y="0"/>
            <a:ext cx="2057400" cy="8382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500" name="Google Shape;500;p75" descr="T:\Sybex\Admin\Instructor Materials\Instructor Material Instructions\logoGraphics\sybex_awb_ko_50.tiff"/>
          <p:cNvPicPr preferRelativeResize="0"/>
          <p:nvPr/>
        </p:nvPicPr>
        <p:blipFill rotWithShape="1">
          <a:blip r:embed="rId3"/>
          <a:srcRect/>
          <a:stretch>
            <a:fillRect/>
          </a:stretch>
        </p:blipFill>
        <p:spPr>
          <a:xfrm>
            <a:off x="276225" y="166688"/>
            <a:ext cx="1371600" cy="504825"/>
          </a:xfrm>
          <a:prstGeom prst="rect">
            <a:avLst/>
          </a:prstGeom>
          <a:noFill/>
          <a:ln>
            <a:noFill/>
          </a:ln>
        </p:spPr>
      </p:pic>
      <p:sp>
        <p:nvSpPr>
          <p:cNvPr id="501" name="Google Shape;501;p75"/>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2" name="Google Shape;502;p75"/>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3" name="Google Shape;503;p75"/>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04" name="Shape 504"/>
        <p:cNvGrpSpPr/>
        <p:nvPr/>
      </p:nvGrpSpPr>
      <p:grpSpPr>
        <a:xfrm>
          <a:off x="0" y="0"/>
          <a:ext cx="0" cy="0"/>
          <a:chOff x="0" y="0"/>
          <a:chExt cx="0" cy="0"/>
        </a:xfrm>
      </p:grpSpPr>
      <p:sp>
        <p:nvSpPr>
          <p:cNvPr id="505" name="Google Shape;505;p76"/>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6" name="Google Shape;506;p76"/>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panose="020B0604020202020204"/>
              <a:buChar char="•"/>
              <a:defRPr sz="3200"/>
            </a:lvl1pPr>
            <a:lvl2pPr marL="914400" lvl="1" indent="-406400" algn="l">
              <a:spcBef>
                <a:spcPts val="560"/>
              </a:spcBef>
              <a:spcAft>
                <a:spcPts val="0"/>
              </a:spcAft>
              <a:buClr>
                <a:schemeClr val="dk1"/>
              </a:buClr>
              <a:buSzPts val="2800"/>
              <a:buFont typeface="Arial" panose="020B0604020202020204"/>
              <a:buChar char="–"/>
              <a:defRPr sz="2800"/>
            </a:lvl2pPr>
            <a:lvl3pPr marL="1371600" lvl="2" indent="-381000" algn="l">
              <a:spcBef>
                <a:spcPts val="480"/>
              </a:spcBef>
              <a:spcAft>
                <a:spcPts val="0"/>
              </a:spcAft>
              <a:buClr>
                <a:schemeClr val="dk1"/>
              </a:buClr>
              <a:buSzPts val="2400"/>
              <a:buFont typeface="Arial" panose="020B0604020202020204"/>
              <a:buChar char="•"/>
              <a:defRPr sz="2400"/>
            </a:lvl3pPr>
            <a:lvl4pPr marL="1828800" lvl="3" indent="-355600" algn="l">
              <a:spcBef>
                <a:spcPts val="400"/>
              </a:spcBef>
              <a:spcAft>
                <a:spcPts val="0"/>
              </a:spcAft>
              <a:buClr>
                <a:schemeClr val="dk1"/>
              </a:buClr>
              <a:buSzPts val="2000"/>
              <a:buFont typeface="Arial" panose="020B0604020202020204"/>
              <a:buChar char="–"/>
              <a:defRPr sz="2000"/>
            </a:lvl4pPr>
            <a:lvl5pPr marL="2286000" lvl="4" indent="-355600" algn="l">
              <a:spcBef>
                <a:spcPts val="400"/>
              </a:spcBef>
              <a:spcAft>
                <a:spcPts val="0"/>
              </a:spcAft>
              <a:buClr>
                <a:schemeClr val="dk1"/>
              </a:buClr>
              <a:buSzPts val="2000"/>
              <a:buFont typeface="Arial" panose="020B0604020202020204"/>
              <a:buChar char="»"/>
              <a:defRPr sz="2000"/>
            </a:lvl5pPr>
            <a:lvl6pPr marL="2743200" lvl="5" indent="-355600" algn="l">
              <a:spcBef>
                <a:spcPts val="400"/>
              </a:spcBef>
              <a:spcAft>
                <a:spcPts val="0"/>
              </a:spcAft>
              <a:buClr>
                <a:schemeClr val="dk1"/>
              </a:buClr>
              <a:buSzPts val="2000"/>
              <a:buFont typeface="Arial" panose="020B0604020202020204"/>
              <a:buChar char="»"/>
              <a:defRPr sz="2000"/>
            </a:lvl6pPr>
            <a:lvl7pPr marL="3200400" lvl="6" indent="-355600" algn="l">
              <a:spcBef>
                <a:spcPts val="400"/>
              </a:spcBef>
              <a:spcAft>
                <a:spcPts val="0"/>
              </a:spcAft>
              <a:buClr>
                <a:schemeClr val="dk1"/>
              </a:buClr>
              <a:buSzPts val="2000"/>
              <a:buFont typeface="Arial" panose="020B0604020202020204"/>
              <a:buChar char="»"/>
              <a:defRPr sz="2000"/>
            </a:lvl7pPr>
            <a:lvl8pPr marL="3657600" lvl="7" indent="-355600" algn="l">
              <a:spcBef>
                <a:spcPts val="400"/>
              </a:spcBef>
              <a:spcAft>
                <a:spcPts val="0"/>
              </a:spcAft>
              <a:buClr>
                <a:schemeClr val="dk1"/>
              </a:buClr>
              <a:buSzPts val="2000"/>
              <a:buFont typeface="Arial" panose="020B0604020202020204"/>
              <a:buChar char="»"/>
              <a:defRPr sz="2000"/>
            </a:lvl8pPr>
            <a:lvl9pPr marL="4114800" lvl="8" indent="-355600" algn="l">
              <a:spcBef>
                <a:spcPts val="400"/>
              </a:spcBef>
              <a:spcAft>
                <a:spcPts val="0"/>
              </a:spcAft>
              <a:buClr>
                <a:schemeClr val="dk1"/>
              </a:buClr>
              <a:buSzPts val="2000"/>
              <a:buFont typeface="Arial" panose="020B0604020202020204"/>
              <a:buChar char="»"/>
              <a:defRPr sz="2000"/>
            </a:lvl9pPr>
          </a:lstStyle>
          <a:p/>
        </p:txBody>
      </p:sp>
      <p:sp>
        <p:nvSpPr>
          <p:cNvPr id="507" name="Google Shape;507;p76"/>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
        <p:nvSpPr>
          <p:cNvPr id="508" name="Google Shape;508;p76"/>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9" name="Google Shape;509;p76"/>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0" name="Google Shape;510;p76"/>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11" name="Shape 511"/>
        <p:cNvGrpSpPr/>
        <p:nvPr/>
      </p:nvGrpSpPr>
      <p:grpSpPr>
        <a:xfrm>
          <a:off x="0" y="0"/>
          <a:ext cx="0" cy="0"/>
          <a:chOff x="0" y="0"/>
          <a:chExt cx="0" cy="0"/>
        </a:xfrm>
      </p:grpSpPr>
      <p:sp>
        <p:nvSpPr>
          <p:cNvPr id="512" name="Google Shape;512;p77"/>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3" name="Google Shape;513;p77"/>
          <p:cNvSpPr/>
          <p:nvPr>
            <p:ph type="pic" idx="2"/>
          </p:nvPr>
        </p:nvSpPr>
        <p:spPr>
          <a:xfrm>
            <a:off x="1792288" y="612775"/>
            <a:ext cx="5486400" cy="4114800"/>
          </a:xfrm>
          <a:prstGeom prst="rect">
            <a:avLst/>
          </a:prstGeom>
          <a:noFill/>
          <a:ln>
            <a:noFill/>
          </a:ln>
        </p:spPr>
      </p:sp>
      <p:sp>
        <p:nvSpPr>
          <p:cNvPr id="514" name="Google Shape;514;p77"/>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
        <p:nvSpPr>
          <p:cNvPr id="515" name="Google Shape;515;p7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6" name="Google Shape;516;p7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7" name="Google Shape;517;p7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518" name="Shape 518"/>
        <p:cNvGrpSpPr/>
        <p:nvPr/>
      </p:nvGrpSpPr>
      <p:grpSpPr>
        <a:xfrm>
          <a:off x="0" y="0"/>
          <a:ext cx="0" cy="0"/>
          <a:chOff x="0" y="0"/>
          <a:chExt cx="0" cy="0"/>
        </a:xfrm>
      </p:grpSpPr>
      <p:sp>
        <p:nvSpPr>
          <p:cNvPr id="519" name="Google Shape;519;p7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0" name="Google Shape;520;p78"/>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521" name="Google Shape;521;p7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2" name="Google Shape;522;p7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3" name="Google Shape;523;p7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524" name="Shape 524"/>
        <p:cNvGrpSpPr/>
        <p:nvPr/>
      </p:nvGrpSpPr>
      <p:grpSpPr>
        <a:xfrm>
          <a:off x="0" y="0"/>
          <a:ext cx="0" cy="0"/>
          <a:chOff x="0" y="0"/>
          <a:chExt cx="0" cy="0"/>
        </a:xfrm>
      </p:grpSpPr>
      <p:sp>
        <p:nvSpPr>
          <p:cNvPr id="525" name="Google Shape;525;p79"/>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6" name="Google Shape;526;p79"/>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527" name="Google Shape;527;p7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8" name="Google Shape;528;p7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9" name="Google Shape;529;p7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Full Media slide">
  <p:cSld name="Full Media slide">
    <p:spTree>
      <p:nvGrpSpPr>
        <p:cNvPr id="530" name="Shape 530"/>
        <p:cNvGrpSpPr/>
        <p:nvPr/>
      </p:nvGrpSpPr>
      <p:grpSpPr>
        <a:xfrm>
          <a:off x="0" y="0"/>
          <a:ext cx="0" cy="0"/>
          <a:chOff x="0" y="0"/>
          <a:chExt cx="0" cy="0"/>
        </a:xfrm>
      </p:grpSpPr>
      <p:sp>
        <p:nvSpPr>
          <p:cNvPr id="531" name="Google Shape;531;p80"/>
          <p:cNvSpPr txBox="1"/>
          <p:nvPr>
            <p:ph type="title"/>
          </p:nvPr>
        </p:nvSpPr>
        <p:spPr>
          <a:xfrm>
            <a:off x="129432" y="231992"/>
            <a:ext cx="9014567" cy="56367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400" b="0">
                <a:solidFill>
                  <a:schemeClr val="lt1"/>
                </a:solidFill>
                <a:latin typeface="Arial" panose="020B0604020202020204"/>
                <a:ea typeface="Arial" panose="020B0604020202020204"/>
                <a:cs typeface="Arial" panose="020B0604020202020204"/>
                <a:sym typeface="Arial" panose="020B06040202020202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2" name="Google Shape;532;p80"/>
          <p:cNvSpPr txBox="1"/>
          <p:nvPr>
            <p:ph type="body" idx="1"/>
          </p:nvPr>
        </p:nvSpPr>
        <p:spPr>
          <a:xfrm>
            <a:off x="7761383" y="6607366"/>
            <a:ext cx="1371600" cy="228600"/>
          </a:xfrm>
          <a:prstGeom prst="rect">
            <a:avLst/>
          </a:prstGeom>
          <a:noFill/>
          <a:ln>
            <a:noFill/>
          </a:ln>
        </p:spPr>
        <p:txBody>
          <a:bodyPr spcFirstLastPara="1" wrap="square" lIns="91425" tIns="45700" rIns="91425" bIns="45700" anchor="t" anchorCtr="0">
            <a:noAutofit/>
          </a:bodyPr>
          <a:lstStyle>
            <a:lvl1pPr marL="457200" lvl="0" indent="-228600" algn="r">
              <a:spcBef>
                <a:spcPts val="240"/>
              </a:spcBef>
              <a:spcAft>
                <a:spcPts val="0"/>
              </a:spcAft>
              <a:buClr>
                <a:schemeClr val="dk1"/>
              </a:buClr>
              <a:buSzPts val="1200"/>
              <a:buFont typeface="Arial" panose="020B0604020202020204"/>
              <a:buNone/>
              <a:defRPr sz="1200">
                <a:latin typeface="Arial" panose="020B0604020202020204"/>
                <a:ea typeface="Arial" panose="020B0604020202020204"/>
                <a:cs typeface="Arial" panose="020B0604020202020204"/>
                <a:sym typeface="Arial" panose="020B0604020202020204"/>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39" name="Shape 539"/>
        <p:cNvGrpSpPr/>
        <p:nvPr/>
      </p:nvGrpSpPr>
      <p:grpSpPr>
        <a:xfrm>
          <a:off x="0" y="0"/>
          <a:ext cx="0" cy="0"/>
          <a:chOff x="0" y="0"/>
          <a:chExt cx="0" cy="0"/>
        </a:xfrm>
      </p:grpSpPr>
      <p:sp>
        <p:nvSpPr>
          <p:cNvPr id="540" name="Google Shape;540;p82"/>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1" name="Google Shape;541;p82"/>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2" name="Google Shape;542;p82"/>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543" name="Shape 543"/>
        <p:cNvGrpSpPr/>
        <p:nvPr/>
      </p:nvGrpSpPr>
      <p:grpSpPr>
        <a:xfrm>
          <a:off x="0" y="0"/>
          <a:ext cx="0" cy="0"/>
          <a:chOff x="0" y="0"/>
          <a:chExt cx="0" cy="0"/>
        </a:xfrm>
      </p:grpSpPr>
      <p:sp>
        <p:nvSpPr>
          <p:cNvPr id="544" name="Google Shape;544;p83"/>
          <p:cNvSpPr txBox="1"/>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5" name="Google Shape;545;p83"/>
          <p:cNvSpPr txBox="1"/>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546" name="Google Shape;546;p83"/>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7" name="Google Shape;547;p83"/>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8" name="Google Shape;548;p83"/>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549" name="Shape 549"/>
        <p:cNvGrpSpPr/>
        <p:nvPr/>
      </p:nvGrpSpPr>
      <p:grpSpPr>
        <a:xfrm>
          <a:off x="0" y="0"/>
          <a:ext cx="0" cy="0"/>
          <a:chOff x="0" y="0"/>
          <a:chExt cx="0" cy="0"/>
        </a:xfrm>
      </p:grpSpPr>
      <p:sp>
        <p:nvSpPr>
          <p:cNvPr id="550" name="Google Shape;550;p84"/>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1" name="Google Shape;551;p84"/>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52" name="Google Shape;552;p84"/>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3" name="Google Shape;553;p84"/>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4" name="Google Shape;554;p84"/>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55" name="Shape 555"/>
        <p:cNvGrpSpPr/>
        <p:nvPr/>
      </p:nvGrpSpPr>
      <p:grpSpPr>
        <a:xfrm>
          <a:off x="0" y="0"/>
          <a:ext cx="0" cy="0"/>
          <a:chOff x="0" y="0"/>
          <a:chExt cx="0" cy="0"/>
        </a:xfrm>
      </p:grpSpPr>
      <p:sp>
        <p:nvSpPr>
          <p:cNvPr id="556" name="Google Shape;556;p85"/>
          <p:cNvSpPr txBox="1"/>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7" name="Google Shape;557;p85"/>
          <p:cNvSpPr txBox="1"/>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p:txBody>
      </p:sp>
      <p:sp>
        <p:nvSpPr>
          <p:cNvPr id="558" name="Google Shape;558;p85"/>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9" name="Google Shape;559;p85"/>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0" name="Google Shape;560;p85"/>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561" name="Shape 561"/>
        <p:cNvGrpSpPr/>
        <p:nvPr/>
      </p:nvGrpSpPr>
      <p:grpSpPr>
        <a:xfrm>
          <a:off x="0" y="0"/>
          <a:ext cx="0" cy="0"/>
          <a:chOff x="0" y="0"/>
          <a:chExt cx="0" cy="0"/>
        </a:xfrm>
      </p:grpSpPr>
      <p:sp>
        <p:nvSpPr>
          <p:cNvPr id="562" name="Google Shape;562;p86"/>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3" name="Google Shape;563;p86"/>
          <p:cNvSpPr txBox="1"/>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64" name="Google Shape;564;p86"/>
          <p:cNvSpPr txBox="1"/>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65" name="Google Shape;565;p86"/>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6" name="Google Shape;566;p86"/>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7" name="Google Shape;567;p86"/>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68" name="Shape 568"/>
        <p:cNvGrpSpPr/>
        <p:nvPr/>
      </p:nvGrpSpPr>
      <p:grpSpPr>
        <a:xfrm>
          <a:off x="0" y="0"/>
          <a:ext cx="0" cy="0"/>
          <a:chOff x="0" y="0"/>
          <a:chExt cx="0" cy="0"/>
        </a:xfrm>
      </p:grpSpPr>
      <p:sp>
        <p:nvSpPr>
          <p:cNvPr id="569" name="Google Shape;569;p87"/>
          <p:cNvSpPr txBox="1"/>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0" name="Google Shape;570;p87"/>
          <p:cNvSpPr txBox="1"/>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571" name="Google Shape;571;p87"/>
          <p:cNvSpPr txBox="1"/>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72" name="Google Shape;572;p87"/>
          <p:cNvSpPr txBox="1"/>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573" name="Google Shape;573;p87"/>
          <p:cNvSpPr txBox="1"/>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74" name="Google Shape;574;p87"/>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5" name="Google Shape;575;p87"/>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87"/>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77" name="Shape 577"/>
        <p:cNvGrpSpPr/>
        <p:nvPr/>
      </p:nvGrpSpPr>
      <p:grpSpPr>
        <a:xfrm>
          <a:off x="0" y="0"/>
          <a:ext cx="0" cy="0"/>
          <a:chOff x="0" y="0"/>
          <a:chExt cx="0" cy="0"/>
        </a:xfrm>
      </p:grpSpPr>
      <p:sp>
        <p:nvSpPr>
          <p:cNvPr id="578" name="Google Shape;578;p88"/>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9" name="Google Shape;579;p88"/>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0" name="Google Shape;580;p88"/>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1" name="Google Shape;581;p88"/>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2" name="Shape 582"/>
        <p:cNvGrpSpPr/>
        <p:nvPr/>
      </p:nvGrpSpPr>
      <p:grpSpPr>
        <a:xfrm>
          <a:off x="0" y="0"/>
          <a:ext cx="0" cy="0"/>
          <a:chOff x="0" y="0"/>
          <a:chExt cx="0" cy="0"/>
        </a:xfrm>
      </p:grpSpPr>
      <p:sp>
        <p:nvSpPr>
          <p:cNvPr id="583" name="Google Shape;583;p89"/>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4" name="Google Shape;584;p89"/>
          <p:cNvSpPr txBox="1"/>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p:txBody>
      </p:sp>
      <p:sp>
        <p:nvSpPr>
          <p:cNvPr id="585" name="Google Shape;585;p89"/>
          <p:cNvSpPr txBox="1"/>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586" name="Google Shape;586;p89"/>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89"/>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8" name="Google Shape;588;p89"/>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89" name="Shape 589"/>
        <p:cNvGrpSpPr/>
        <p:nvPr/>
      </p:nvGrpSpPr>
      <p:grpSpPr>
        <a:xfrm>
          <a:off x="0" y="0"/>
          <a:ext cx="0" cy="0"/>
          <a:chOff x="0" y="0"/>
          <a:chExt cx="0" cy="0"/>
        </a:xfrm>
      </p:grpSpPr>
      <p:sp>
        <p:nvSpPr>
          <p:cNvPr id="590" name="Google Shape;590;p90"/>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1" name="Google Shape;591;p90"/>
          <p:cNvSpPr/>
          <p:nvPr>
            <p:ph type="pic" idx="2"/>
          </p:nvPr>
        </p:nvSpPr>
        <p:spPr>
          <a:xfrm>
            <a:off x="3887391" y="987426"/>
            <a:ext cx="4629150" cy="4873625"/>
          </a:xfrm>
          <a:prstGeom prst="rect">
            <a:avLst/>
          </a:prstGeom>
          <a:noFill/>
          <a:ln>
            <a:noFill/>
          </a:ln>
        </p:spPr>
      </p:sp>
      <p:sp>
        <p:nvSpPr>
          <p:cNvPr id="592" name="Google Shape;592;p90"/>
          <p:cNvSpPr txBox="1"/>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593" name="Google Shape;593;p90"/>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4" name="Google Shape;594;p90"/>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5" name="Google Shape;595;p90"/>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596" name="Shape 596"/>
        <p:cNvGrpSpPr/>
        <p:nvPr/>
      </p:nvGrpSpPr>
      <p:grpSpPr>
        <a:xfrm>
          <a:off x="0" y="0"/>
          <a:ext cx="0" cy="0"/>
          <a:chOff x="0" y="0"/>
          <a:chExt cx="0" cy="0"/>
        </a:xfrm>
      </p:grpSpPr>
      <p:sp>
        <p:nvSpPr>
          <p:cNvPr id="597" name="Google Shape;597;p91"/>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8" name="Google Shape;598;p91"/>
          <p:cNvSpPr txBox="1"/>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599" name="Google Shape;599;p91"/>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0" name="Google Shape;600;p91"/>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1" name="Google Shape;601;p91"/>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02" name="Shape 602"/>
        <p:cNvGrpSpPr/>
        <p:nvPr/>
      </p:nvGrpSpPr>
      <p:grpSpPr>
        <a:xfrm>
          <a:off x="0" y="0"/>
          <a:ext cx="0" cy="0"/>
          <a:chOff x="0" y="0"/>
          <a:chExt cx="0" cy="0"/>
        </a:xfrm>
      </p:grpSpPr>
      <p:sp>
        <p:nvSpPr>
          <p:cNvPr id="603" name="Google Shape;603;p92"/>
          <p:cNvSpPr txBox="1"/>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4" name="Google Shape;604;p92"/>
          <p:cNvSpPr txBox="1"/>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605" name="Google Shape;605;p92"/>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6" name="Google Shape;606;p92"/>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92"/>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4" Type="http://schemas.openxmlformats.org/officeDocument/2006/relationships/theme" Target="../theme/theme3.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7.xml"/><Relationship Id="rId8" Type="http://schemas.openxmlformats.org/officeDocument/2006/relationships/slideLayout" Target="../slideLayouts/slideLayout46.xml"/><Relationship Id="rId7" Type="http://schemas.openxmlformats.org/officeDocument/2006/relationships/slideLayout" Target="../slideLayouts/slideLayout45.xml"/><Relationship Id="rId6" Type="http://schemas.openxmlformats.org/officeDocument/2006/relationships/slideLayout" Target="../slideLayouts/slideLayout44.xml"/><Relationship Id="rId5" Type="http://schemas.openxmlformats.org/officeDocument/2006/relationships/slideLayout" Target="../slideLayouts/slideLayout43.xml"/><Relationship Id="rId4" Type="http://schemas.openxmlformats.org/officeDocument/2006/relationships/slideLayout" Target="../slideLayouts/slideLayout42.xml"/><Relationship Id="rId3" Type="http://schemas.openxmlformats.org/officeDocument/2006/relationships/slideLayout" Target="../slideLayouts/slideLayout41.xml"/><Relationship Id="rId2" Type="http://schemas.openxmlformats.org/officeDocument/2006/relationships/slideLayout" Target="../slideLayouts/slideLayout40.xml"/><Relationship Id="rId13" Type="http://schemas.openxmlformats.org/officeDocument/2006/relationships/theme" Target="../theme/theme4.xml"/><Relationship Id="rId12" Type="http://schemas.openxmlformats.org/officeDocument/2006/relationships/slideLayout" Target="../slideLayouts/slideLayout50.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9.xml"/><Relationship Id="rId8" Type="http://schemas.openxmlformats.org/officeDocument/2006/relationships/slideLayout" Target="../slideLayouts/slideLayout58.xml"/><Relationship Id="rId7" Type="http://schemas.openxmlformats.org/officeDocument/2006/relationships/slideLayout" Target="../slideLayouts/slideLayout57.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 Type="http://schemas.openxmlformats.org/officeDocument/2006/relationships/slideLayout" Target="../slideLayouts/slideLayout52.xml"/><Relationship Id="rId12" Type="http://schemas.openxmlformats.org/officeDocument/2006/relationships/theme" Target="../theme/theme5.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0.xml"/><Relationship Id="rId8" Type="http://schemas.openxmlformats.org/officeDocument/2006/relationships/slideLayout" Target="../slideLayouts/slideLayout69.xml"/><Relationship Id="rId7" Type="http://schemas.openxmlformats.org/officeDocument/2006/relationships/slideLayout" Target="../slideLayouts/slideLayout68.xml"/><Relationship Id="rId6" Type="http://schemas.openxmlformats.org/officeDocument/2006/relationships/slideLayout" Target="../slideLayouts/slideLayout67.xml"/><Relationship Id="rId5" Type="http://schemas.openxmlformats.org/officeDocument/2006/relationships/slideLayout" Target="../slideLayouts/slideLayout66.xml"/><Relationship Id="rId4" Type="http://schemas.openxmlformats.org/officeDocument/2006/relationships/slideLayout" Target="../slideLayouts/slideLayout65.xml"/><Relationship Id="rId3" Type="http://schemas.openxmlformats.org/officeDocument/2006/relationships/slideLayout" Target="../slideLayouts/slideLayout64.xml"/><Relationship Id="rId2" Type="http://schemas.openxmlformats.org/officeDocument/2006/relationships/slideLayout" Target="../slideLayouts/slideLayout63.xml"/><Relationship Id="rId14" Type="http://schemas.openxmlformats.org/officeDocument/2006/relationships/theme" Target="../theme/theme6.xml"/><Relationship Id="rId13" Type="http://schemas.openxmlformats.org/officeDocument/2006/relationships/slideLayout" Target="../slideLayouts/slideLayout74.xml"/><Relationship Id="rId12" Type="http://schemas.openxmlformats.org/officeDocument/2006/relationships/slideLayout" Target="../slideLayouts/slideLayout73.xml"/><Relationship Id="rId11" Type="http://schemas.openxmlformats.org/officeDocument/2006/relationships/slideLayout" Target="../slideLayouts/slideLayout72.xml"/><Relationship Id="rId10" Type="http://schemas.openxmlformats.org/officeDocument/2006/relationships/slideLayout" Target="../slideLayouts/slideLayout71.xml"/><Relationship Id="rId1" Type="http://schemas.openxmlformats.org/officeDocument/2006/relationships/slideLayout" Target="../slideLayouts/slideLayout62.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2" Type="http://schemas.openxmlformats.org/officeDocument/2006/relationships/theme" Target="../theme/theme7.xml"/><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2" name="Shape 92"/>
        <p:cNvGrpSpPr/>
        <p:nvPr/>
      </p:nvGrpSpPr>
      <p:grpSpPr>
        <a:xfrm>
          <a:off x="0" y="0"/>
          <a:ext cx="0" cy="0"/>
          <a:chOff x="0" y="0"/>
          <a:chExt cx="0" cy="0"/>
        </a:xfrm>
      </p:grpSpPr>
      <p:sp>
        <p:nvSpPr>
          <p:cNvPr id="93" name="Google Shape;93;p1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p:txBody>
      </p:sp>
      <p:sp>
        <p:nvSpPr>
          <p:cNvPr id="94" name="Google Shape;94;p1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p:txBody>
      </p:sp>
      <p:sp>
        <p:nvSpPr>
          <p:cNvPr id="95" name="Google Shape;95;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6" name="Google Shape;96;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7" name="Google Shape;97;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77" name="Shape 177"/>
        <p:cNvGrpSpPr/>
        <p:nvPr/>
      </p:nvGrpSpPr>
      <p:grpSpPr>
        <a:xfrm>
          <a:off x="0" y="0"/>
          <a:ext cx="0" cy="0"/>
          <a:chOff x="0" y="0"/>
          <a:chExt cx="0" cy="0"/>
        </a:xfrm>
      </p:grpSpPr>
      <p:sp>
        <p:nvSpPr>
          <p:cNvPr id="178" name="Google Shape;178;p2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p:txBody>
      </p:sp>
      <p:sp>
        <p:nvSpPr>
          <p:cNvPr id="179" name="Google Shape;179;p2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p:txBody>
      </p:sp>
      <p:sp>
        <p:nvSpPr>
          <p:cNvPr id="180" name="Google Shape;180;p2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1" name="Google Shape;181;p2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2" name="Google Shape;182;p2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spcAft>
                <a:spcPts val="0"/>
              </a:spcAft>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58" name="Shape 258"/>
        <p:cNvGrpSpPr/>
        <p:nvPr/>
      </p:nvGrpSpPr>
      <p:grpSpPr>
        <a:xfrm>
          <a:off x="0" y="0"/>
          <a:ext cx="0" cy="0"/>
          <a:chOff x="0" y="0"/>
          <a:chExt cx="0" cy="0"/>
        </a:xfrm>
      </p:grpSpPr>
      <p:sp>
        <p:nvSpPr>
          <p:cNvPr id="259" name="Google Shape;259;p4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p:txBody>
      </p:sp>
      <p:sp>
        <p:nvSpPr>
          <p:cNvPr id="260" name="Google Shape;260;p4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p:txBody>
      </p:sp>
      <p:sp>
        <p:nvSpPr>
          <p:cNvPr id="261" name="Google Shape;261;p4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62" name="Google Shape;262;p4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63" name="Google Shape;263;p4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1200">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None/>
              <a:defRPr sz="1200">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None/>
              <a:defRPr sz="1200">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None/>
              <a:defRPr sz="1200">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None/>
              <a:defRPr sz="1200">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None/>
              <a:defRPr sz="1200">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None/>
              <a:defRPr sz="1200">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None/>
              <a:defRPr sz="1200">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68" name="Shape 368"/>
        <p:cNvGrpSpPr/>
        <p:nvPr/>
      </p:nvGrpSpPr>
      <p:grpSpPr>
        <a:xfrm>
          <a:off x="0" y="0"/>
          <a:ext cx="0" cy="0"/>
          <a:chOff x="0" y="0"/>
          <a:chExt cx="0" cy="0"/>
        </a:xfrm>
      </p:grpSpPr>
      <p:sp>
        <p:nvSpPr>
          <p:cNvPr id="369" name="Google Shape;369;p5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0" name="Google Shape;370;p5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p:txBody>
      </p:sp>
      <p:sp>
        <p:nvSpPr>
          <p:cNvPr id="371" name="Google Shape;371;p5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72" name="Google Shape;372;p5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73" name="Google Shape;373;p5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spcAft>
                <a:spcPts val="0"/>
              </a:spcAft>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mc:AlternateContent xmlns:mc="http://schemas.openxmlformats.org/markup-compatibility/2006">
    <mc:Choice xmlns:p14="http://schemas.microsoft.com/office/powerpoint/2010/main" Requires="p14">
      <p:transition spd="slow" p14:dur="700">
        <p:fade/>
      </p:transition>
    </mc:Choice>
    <mc:Fallback>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443" name="Shape 443"/>
        <p:cNvGrpSpPr/>
        <p:nvPr/>
      </p:nvGrpSpPr>
      <p:grpSpPr>
        <a:xfrm>
          <a:off x="0" y="0"/>
          <a:ext cx="0" cy="0"/>
          <a:chOff x="0" y="0"/>
          <a:chExt cx="0" cy="0"/>
        </a:xfrm>
      </p:grpSpPr>
      <p:sp>
        <p:nvSpPr>
          <p:cNvPr id="444" name="Google Shape;444;p6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36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445" name="Google Shape;445;p6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46" name="Google Shape;446;p6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47" name="Google Shape;447;p6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4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48" name="Google Shape;448;p6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None/>
              <a:defRPr sz="1400">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33" name="Shape 533"/>
        <p:cNvGrpSpPr/>
        <p:nvPr/>
      </p:nvGrpSpPr>
      <p:grpSpPr>
        <a:xfrm>
          <a:off x="0" y="0"/>
          <a:ext cx="0" cy="0"/>
          <a:chOff x="0" y="0"/>
          <a:chExt cx="0" cy="0"/>
        </a:xfrm>
      </p:grpSpPr>
      <p:sp>
        <p:nvSpPr>
          <p:cNvPr id="534" name="Google Shape;534;p81"/>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5" name="Google Shape;535;p81"/>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panose="020B0604020202020204"/>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panose="020B0604020202020204"/>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a:ea typeface="Calibri"/>
                <a:cs typeface="Calibri"/>
                <a:sym typeface="Calibri"/>
              </a:defRPr>
            </a:lvl9pPr>
          </a:lstStyle>
          <a:p/>
        </p:txBody>
      </p:sp>
      <p:sp>
        <p:nvSpPr>
          <p:cNvPr id="536" name="Google Shape;536;p81"/>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37" name="Google Shape;537;p81"/>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38" name="Google Shape;538;p81"/>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spcAft>
                <a:spcPts val="0"/>
              </a:spcAft>
              <a:buNone/>
              <a:defRPr sz="9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6.xml"/><Relationship Id="rId2" Type="http://schemas.openxmlformats.org/officeDocument/2006/relationships/image" Target="../media/image12.png"/><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6.xml"/><Relationship Id="rId1" Type="http://schemas.openxmlformats.org/officeDocument/2006/relationships/hyperlink" Target="https://calculator.aws/#/"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6.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6.xml"/><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hyperlink" Target="https://aws.amazon.com/about-aws/global-infrastructure/regions_az/" TargetMode="Externa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11" name="Shape 611"/>
        <p:cNvGrpSpPr/>
        <p:nvPr/>
      </p:nvGrpSpPr>
      <p:grpSpPr>
        <a:xfrm>
          <a:off x="0" y="0"/>
          <a:ext cx="0" cy="0"/>
          <a:chOff x="0" y="0"/>
          <a:chExt cx="0" cy="0"/>
        </a:xfrm>
      </p:grpSpPr>
      <p:sp>
        <p:nvSpPr>
          <p:cNvPr id="612" name="Google Shape;612;p93"/>
          <p:cNvSpPr txBox="1"/>
          <p:nvPr>
            <p:ph type="title"/>
          </p:nvPr>
        </p:nvSpPr>
        <p:spPr>
          <a:xfrm>
            <a:off x="228600" y="4419600"/>
            <a:ext cx="8686800" cy="1295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600" b="0" cap="none">
                <a:solidFill>
                  <a:srgbClr val="000000"/>
                </a:solidFill>
              </a:rPr>
              <a:t>Chapter 1 </a:t>
            </a:r>
            <a:br>
              <a:rPr lang="en-US" sz="3600" b="0" cap="none">
                <a:solidFill>
                  <a:srgbClr val="000000"/>
                </a:solidFill>
              </a:rPr>
            </a:br>
            <a:r>
              <a:rPr lang="en-US" sz="3600" b="0" cap="none">
                <a:solidFill>
                  <a:srgbClr val="000000"/>
                </a:solidFill>
              </a:rPr>
              <a:t>What is Cloud Computing?</a:t>
            </a:r>
            <a:endParaRPr sz="3600" b="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7" name="Shape 617"/>
        <p:cNvGrpSpPr/>
        <p:nvPr/>
      </p:nvGrpSpPr>
      <p:grpSpPr>
        <a:xfrm>
          <a:off x="0" y="0"/>
          <a:ext cx="0" cy="0"/>
          <a:chOff x="0" y="0"/>
          <a:chExt cx="0" cy="0"/>
        </a:xfrm>
      </p:grpSpPr>
      <p:sp>
        <p:nvSpPr>
          <p:cNvPr id="618" name="Google Shape;618;p94"/>
          <p:cNvSpPr txBox="1"/>
          <p:nvPr>
            <p:ph type="body" idx="4294967295"/>
          </p:nvPr>
        </p:nvSpPr>
        <p:spPr>
          <a:xfrm>
            <a:off x="1066800" y="1905000"/>
            <a:ext cx="75438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What is Cloud Computing?</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NIST Definition of Cloud Computing </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Essential Characteristics of Cloud computing</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Cloud Deployment Models </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Cloud Service Models</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Business Drivers for Cloud Computing</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Considerations for Cloud Adoption</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What is Amazon Web Services?</a:t>
            </a:r>
            <a:endParaRPr sz="2800">
              <a:latin typeface="Arial" panose="020B0604020202020204"/>
              <a:ea typeface="Arial" panose="020B0604020202020204"/>
              <a:cs typeface="Arial" panose="020B0604020202020204"/>
              <a:sym typeface="Arial" panose="020B0604020202020204"/>
            </a:endParaRPr>
          </a:p>
        </p:txBody>
      </p:sp>
      <p:sp>
        <p:nvSpPr>
          <p:cNvPr id="619" name="Google Shape;619;p94"/>
          <p:cNvSpPr txBox="1"/>
          <p:nvPr>
            <p:ph type="title" idx="4294967295"/>
          </p:nvPr>
        </p:nvSpPr>
        <p:spPr>
          <a:xfrm>
            <a:off x="0" y="381000"/>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t>Overview</a:t>
            </a:r>
            <a:endParaRPr lang="en-US" sz="3200" b="1"/>
          </a:p>
        </p:txBody>
      </p:sp>
      <p:sp>
        <p:nvSpPr>
          <p:cNvPr id="620" name="Google Shape;620;p9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25" name="Shape 625"/>
        <p:cNvGrpSpPr/>
        <p:nvPr/>
      </p:nvGrpSpPr>
      <p:grpSpPr>
        <a:xfrm>
          <a:off x="0" y="0"/>
          <a:ext cx="0" cy="0"/>
          <a:chOff x="0" y="0"/>
          <a:chExt cx="0" cy="0"/>
        </a:xfrm>
      </p:grpSpPr>
      <p:sp>
        <p:nvSpPr>
          <p:cNvPr id="626" name="Google Shape;626;p95"/>
          <p:cNvSpPr txBox="1"/>
          <p:nvPr>
            <p:ph type="title"/>
          </p:nvPr>
        </p:nvSpPr>
        <p:spPr>
          <a:xfrm>
            <a:off x="0" y="0"/>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Key Terminology</a:t>
            </a:r>
            <a:endParaRPr lang="en-US"/>
          </a:p>
        </p:txBody>
      </p:sp>
      <p:sp>
        <p:nvSpPr>
          <p:cNvPr id="627" name="Google Shape;627;p95"/>
          <p:cNvSpPr txBox="1"/>
          <p:nvPr>
            <p:ph type="body" idx="1"/>
          </p:nvPr>
        </p:nvSpPr>
        <p:spPr>
          <a:xfrm>
            <a:off x="494489" y="1082675"/>
            <a:ext cx="8344711" cy="50133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Data Center – </a:t>
            </a:r>
            <a:r>
              <a:rPr lang="en-US" sz="1600">
                <a:latin typeface="Arial" panose="020B0604020202020204"/>
                <a:ea typeface="Arial" panose="020B0604020202020204"/>
                <a:cs typeface="Arial" panose="020B0604020202020204"/>
                <a:sym typeface="Arial" panose="020B0604020202020204"/>
              </a:rPr>
              <a:t>A facility used by organizations to house and manage data. The core elements of a data center include hardware components such as compute, storage, networks, etc. and software components such as applications and operating systems.</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Cloud User </a:t>
            </a:r>
            <a:r>
              <a:rPr lang="en-US" sz="1600">
                <a:latin typeface="Arial" panose="020B0604020202020204"/>
                <a:ea typeface="Arial" panose="020B0604020202020204"/>
                <a:cs typeface="Arial" panose="020B0604020202020204"/>
                <a:sym typeface="Arial" panose="020B0604020202020204"/>
              </a:rPr>
              <a:t>– a person or organization requesting cloud resources and services (terms user, client, customer, or consumer may also be alternately used)</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Cloud Service Provider (CSP) </a:t>
            </a:r>
            <a:r>
              <a:rPr lang="en-US" sz="1600">
                <a:latin typeface="Arial" panose="020B0604020202020204"/>
                <a:ea typeface="Arial" panose="020B0604020202020204"/>
                <a:cs typeface="Arial" panose="020B0604020202020204"/>
                <a:sym typeface="Arial" panose="020B0604020202020204"/>
              </a:rPr>
              <a:t>- An organization that provides a cloud platform, infrastructure, applications, and services</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Multitenancy</a:t>
            </a:r>
            <a:r>
              <a:rPr lang="en-US" sz="1600">
                <a:latin typeface="Arial" panose="020B0604020202020204"/>
                <a:ea typeface="Arial" panose="020B0604020202020204"/>
                <a:cs typeface="Arial" panose="020B0604020202020204"/>
                <a:sym typeface="Arial" panose="020B0604020202020204"/>
              </a:rPr>
              <a:t> – is an architecture common to cloud computing where multiple customers (tenants) of a cloud service provider share the available resources without the knowledge of one another</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Cloud-native</a:t>
            </a:r>
            <a:r>
              <a:rPr lang="en-US" sz="1600">
                <a:latin typeface="Arial" panose="020B0604020202020204"/>
                <a:ea typeface="Arial" panose="020B0604020202020204"/>
                <a:cs typeface="Arial" panose="020B0604020202020204"/>
                <a:sym typeface="Arial" panose="020B0604020202020204"/>
              </a:rPr>
              <a:t> – specifically designed for the cloud environment</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Vendor lock-in</a:t>
            </a:r>
            <a:r>
              <a:rPr lang="en-US" sz="1600">
                <a:latin typeface="Arial" panose="020B0604020202020204"/>
                <a:ea typeface="Arial" panose="020B0604020202020204"/>
                <a:cs typeface="Arial" panose="020B0604020202020204"/>
                <a:sym typeface="Arial" panose="020B0604020202020204"/>
              </a:rPr>
              <a:t> – Reliance on proprietary software or technology that restricts organizations from adopting alternative solutions easily and without significant costs</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Economies of scale</a:t>
            </a:r>
            <a:r>
              <a:rPr lang="en-US" sz="1600">
                <a:latin typeface="Arial" panose="020B0604020202020204"/>
                <a:ea typeface="Arial" panose="020B0604020202020204"/>
                <a:cs typeface="Arial" panose="020B0604020202020204"/>
                <a:sym typeface="Arial" panose="020B0604020202020204"/>
              </a:rPr>
              <a:t> – is the relationship between the per-unit cost and the production volume; an increase in production leads to a decrease in per-unit cost by spreading out the costs over more units.</a:t>
            </a:r>
            <a:endParaRPr sz="1200" b="1">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Organizational Agility </a:t>
            </a:r>
            <a:r>
              <a:rPr lang="en-US" sz="1600">
                <a:latin typeface="Arial" panose="020B0604020202020204"/>
                <a:ea typeface="Arial" panose="020B0604020202020204"/>
                <a:cs typeface="Arial" panose="020B0604020202020204"/>
                <a:sym typeface="Arial" panose="020B0604020202020204"/>
              </a:rPr>
              <a:t>– is the ability of an organization to quickly adapt to the changes in the market or industry</a:t>
            </a:r>
            <a:endParaRPr lang="en-US" sz="1600">
              <a:latin typeface="Arial" panose="020B0604020202020204"/>
              <a:ea typeface="Arial" panose="020B0604020202020204"/>
              <a:cs typeface="Arial" panose="020B0604020202020204"/>
              <a:sym typeface="Arial" panose="020B0604020202020204"/>
            </a:endParaRPr>
          </a:p>
          <a:p>
            <a:pPr marL="0" lvl="0" indent="0" algn="l" rtl="0">
              <a:spcBef>
                <a:spcPts val="280"/>
              </a:spcBef>
              <a:spcAft>
                <a:spcPts val="0"/>
              </a:spcAft>
              <a:buClr>
                <a:schemeClr val="dk1"/>
              </a:buClr>
              <a:buSzPts val="1400"/>
              <a:buNone/>
            </a:pPr>
            <a:endParaRPr sz="1400">
              <a:latin typeface="Arial" panose="020B0604020202020204"/>
              <a:ea typeface="Arial" panose="020B0604020202020204"/>
              <a:cs typeface="Arial" panose="020B0604020202020204"/>
              <a:sym typeface="Arial" panose="020B0604020202020204"/>
            </a:endParaRPr>
          </a:p>
          <a:p>
            <a:pPr marL="285750" lvl="0" indent="-196850" algn="l" rtl="0">
              <a:spcBef>
                <a:spcPts val="280"/>
              </a:spcBef>
              <a:spcAft>
                <a:spcPts val="0"/>
              </a:spcAft>
              <a:buClr>
                <a:schemeClr val="dk1"/>
              </a:buClr>
              <a:buSzPts val="1400"/>
              <a:buFont typeface="Arial" panose="020B0604020202020204"/>
              <a:buNone/>
            </a:pPr>
            <a:endParaRPr sz="1400"/>
          </a:p>
          <a:p>
            <a:pPr marL="0" lvl="0" indent="0" algn="l" rtl="0">
              <a:spcBef>
                <a:spcPts val="640"/>
              </a:spcBef>
              <a:spcAft>
                <a:spcPts val="0"/>
              </a:spcAft>
              <a:buClr>
                <a:schemeClr val="dk1"/>
              </a:buClr>
              <a:buSzPts val="3200"/>
              <a:buNone/>
            </a:pPr>
          </a:p>
        </p:txBody>
      </p:sp>
      <p:sp>
        <p:nvSpPr>
          <p:cNvPr id="628" name="Google Shape;628;p9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Arial" panose="020B0604020202020204"/>
              <a:buNone/>
            </a:pPr>
            <a:fld id="{00000000-1234-1234-1234-123412341234}" type="slidenum">
              <a:rPr lang="en-US" sz="1200" b="0" i="0" u="none" strike="noStrike" cap="none">
                <a:solidFill>
                  <a:srgbClr val="888888"/>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33" name="Shape 633"/>
        <p:cNvGrpSpPr/>
        <p:nvPr/>
      </p:nvGrpSpPr>
      <p:grpSpPr>
        <a:xfrm>
          <a:off x="0" y="0"/>
          <a:ext cx="0" cy="0"/>
          <a:chOff x="0" y="0"/>
          <a:chExt cx="0" cy="0"/>
        </a:xfrm>
      </p:grpSpPr>
      <p:sp>
        <p:nvSpPr>
          <p:cNvPr id="634" name="Google Shape;634;p96"/>
          <p:cNvSpPr txBox="1"/>
          <p:nvPr>
            <p:ph type="title"/>
          </p:nvPr>
        </p:nvSpPr>
        <p:spPr>
          <a:xfrm>
            <a:off x="0" y="0"/>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Key Terminology - 2 </a:t>
            </a:r>
            <a:endParaRPr lang="en-US"/>
          </a:p>
        </p:txBody>
      </p:sp>
      <p:sp>
        <p:nvSpPr>
          <p:cNvPr id="635" name="Google Shape;635;p96"/>
          <p:cNvSpPr txBox="1"/>
          <p:nvPr>
            <p:ph type="body" idx="1"/>
          </p:nvPr>
        </p:nvSpPr>
        <p:spPr>
          <a:xfrm>
            <a:off x="488004" y="1219200"/>
            <a:ext cx="8503596" cy="53340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Capital Expenses (CAPEX) </a:t>
            </a:r>
            <a:r>
              <a:rPr lang="en-US" sz="1600">
                <a:latin typeface="Arial" panose="020B0604020202020204"/>
                <a:ea typeface="Arial" panose="020B0604020202020204"/>
                <a:cs typeface="Arial" panose="020B0604020202020204"/>
                <a:sym typeface="Arial" panose="020B0604020202020204"/>
              </a:rPr>
              <a:t>– Costs associated with fixed assets including their purchase, maintenance, and improvement; an IT example would be purchasing land, computing equipment, software, etc.</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Font typeface="Arial" panose="020B0604020202020204"/>
              <a:buChar char="•"/>
            </a:pPr>
            <a:r>
              <a:rPr lang="en-US" sz="1600" b="1">
                <a:latin typeface="Arial" panose="020B0604020202020204"/>
                <a:ea typeface="Arial" panose="020B0604020202020204"/>
                <a:cs typeface="Arial" panose="020B0604020202020204"/>
                <a:sym typeface="Arial" panose="020B0604020202020204"/>
              </a:rPr>
              <a:t>Operational Expenses (OPEX)</a:t>
            </a:r>
            <a:r>
              <a:rPr lang="en-US" sz="1600">
                <a:latin typeface="Arial" panose="020B0604020202020204"/>
                <a:ea typeface="Arial" panose="020B0604020202020204"/>
                <a:cs typeface="Arial" panose="020B0604020202020204"/>
                <a:sym typeface="Arial" panose="020B0604020202020204"/>
              </a:rPr>
              <a:t> – costs associated with the day-to-day running of a business; an IT example would be Internet costs, licensing fees, etc.</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Vertical scaling </a:t>
            </a:r>
            <a:r>
              <a:rPr lang="en-US" sz="1600">
                <a:latin typeface="Arial" panose="020B0604020202020204"/>
                <a:ea typeface="Arial" panose="020B0604020202020204"/>
                <a:cs typeface="Arial" panose="020B0604020202020204"/>
                <a:sym typeface="Arial" panose="020B0604020202020204"/>
              </a:rPr>
              <a:t>–</a:t>
            </a:r>
            <a:r>
              <a:rPr lang="en-US" sz="1600" b="1">
                <a:latin typeface="Arial" panose="020B0604020202020204"/>
                <a:ea typeface="Arial" panose="020B0604020202020204"/>
                <a:cs typeface="Arial" panose="020B0604020202020204"/>
                <a:sym typeface="Arial" panose="020B0604020202020204"/>
              </a:rPr>
              <a:t> </a:t>
            </a:r>
            <a:r>
              <a:rPr lang="en-US" sz="1600">
                <a:latin typeface="Arial" panose="020B0604020202020204"/>
                <a:ea typeface="Arial" panose="020B0604020202020204"/>
                <a:cs typeface="Arial" panose="020B0604020202020204"/>
                <a:sym typeface="Arial" panose="020B0604020202020204"/>
              </a:rPr>
              <a:t>involves adding resources  such as memory, processing power, etc. to the same node. </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Horizontal scaling – </a:t>
            </a:r>
            <a:r>
              <a:rPr lang="en-US" sz="1600">
                <a:latin typeface="Arial" panose="020B0604020202020204"/>
                <a:ea typeface="Arial" panose="020B0604020202020204"/>
                <a:cs typeface="Arial" panose="020B0604020202020204"/>
                <a:sym typeface="Arial" panose="020B0604020202020204"/>
              </a:rPr>
              <a:t>involves adding more nodes to a distributed system </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Total Cost of Ownership (TCO) </a:t>
            </a:r>
            <a:r>
              <a:rPr lang="en-US" sz="1600">
                <a:latin typeface="Arial" panose="020B0604020202020204"/>
                <a:ea typeface="Arial" panose="020B0604020202020204"/>
                <a:cs typeface="Arial" panose="020B0604020202020204"/>
                <a:sym typeface="Arial" panose="020B0604020202020204"/>
              </a:rPr>
              <a:t>- Complete cost of an object or service throughout its lifetime, from purchase to disposal, including direct and indirect costs</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Barrier to entry </a:t>
            </a:r>
            <a:r>
              <a:rPr lang="en-US" sz="1600">
                <a:latin typeface="Arial" panose="020B0604020202020204"/>
                <a:ea typeface="Arial" panose="020B0604020202020204"/>
                <a:cs typeface="Arial" panose="020B0604020202020204"/>
                <a:sym typeface="Arial" panose="020B0604020202020204"/>
              </a:rPr>
              <a:t>– This is an economics or business term which means the obstacles for a new company to enter a given market.</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Monolithic application </a:t>
            </a:r>
            <a:r>
              <a:rPr lang="en-US" sz="1600">
                <a:latin typeface="Arial" panose="020B0604020202020204"/>
                <a:ea typeface="Arial" panose="020B0604020202020204"/>
                <a:cs typeface="Arial" panose="020B0604020202020204"/>
                <a:sym typeface="Arial" panose="020B0604020202020204"/>
              </a:rPr>
              <a:t>– designed as a single unit</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Microservices-based application </a:t>
            </a:r>
            <a:r>
              <a:rPr lang="en-US" sz="1600">
                <a:latin typeface="Arial" panose="020B0604020202020204"/>
                <a:ea typeface="Arial" panose="020B0604020202020204"/>
                <a:cs typeface="Arial" panose="020B0604020202020204"/>
                <a:sym typeface="Arial" panose="020B0604020202020204"/>
              </a:rPr>
              <a:t>– an application that is broken down into many loosely-coupled services that interact with each other</a:t>
            </a:r>
            <a:endParaRPr lang="en-US" sz="1600">
              <a:latin typeface="Arial" panose="020B0604020202020204"/>
              <a:ea typeface="Arial" panose="020B0604020202020204"/>
              <a:cs typeface="Arial" panose="020B0604020202020204"/>
              <a:sym typeface="Arial" panose="020B0604020202020204"/>
            </a:endParaRPr>
          </a:p>
          <a:p>
            <a:pPr marL="285750" lvl="0" indent="-28575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Serverless</a:t>
            </a:r>
            <a:r>
              <a:rPr lang="en-US" sz="1600">
                <a:latin typeface="Arial" panose="020B0604020202020204"/>
                <a:ea typeface="Arial" panose="020B0604020202020204"/>
                <a:cs typeface="Arial" panose="020B0604020202020204"/>
                <a:sym typeface="Arial" panose="020B0604020202020204"/>
              </a:rPr>
              <a:t> – independent of the need to provision or manage servers</a:t>
            </a:r>
            <a:endParaRPr lang="en-US" sz="1600">
              <a:latin typeface="Arial" panose="020B0604020202020204"/>
              <a:ea typeface="Arial" panose="020B0604020202020204"/>
              <a:cs typeface="Arial" panose="020B0604020202020204"/>
              <a:sym typeface="Arial" panose="020B0604020202020204"/>
            </a:endParaRPr>
          </a:p>
          <a:p>
            <a:pPr marL="0" lvl="0" indent="0" algn="l" rtl="0">
              <a:spcBef>
                <a:spcPts val="280"/>
              </a:spcBef>
              <a:spcAft>
                <a:spcPts val="0"/>
              </a:spcAft>
              <a:buClr>
                <a:schemeClr val="dk1"/>
              </a:buClr>
              <a:buSzPts val="1400"/>
              <a:buNone/>
            </a:pPr>
            <a:endParaRPr sz="1400">
              <a:latin typeface="Arial" panose="020B0604020202020204"/>
              <a:ea typeface="Arial" panose="020B0604020202020204"/>
              <a:cs typeface="Arial" panose="020B0604020202020204"/>
              <a:sym typeface="Arial" panose="020B0604020202020204"/>
            </a:endParaRPr>
          </a:p>
          <a:p>
            <a:pPr marL="0" lvl="0" indent="0" algn="l" rtl="0">
              <a:spcBef>
                <a:spcPts val="280"/>
              </a:spcBef>
              <a:spcAft>
                <a:spcPts val="0"/>
              </a:spcAft>
              <a:buClr>
                <a:schemeClr val="dk1"/>
              </a:buClr>
              <a:buSzPts val="1400"/>
              <a:buNone/>
            </a:pPr>
            <a:endParaRPr sz="1400">
              <a:latin typeface="Arial" panose="020B0604020202020204"/>
              <a:ea typeface="Arial" panose="020B0604020202020204"/>
              <a:cs typeface="Arial" panose="020B0604020202020204"/>
              <a:sym typeface="Arial" panose="020B0604020202020204"/>
            </a:endParaRPr>
          </a:p>
          <a:p>
            <a:pPr marL="285750" lvl="0" indent="-196850" algn="l" rtl="0">
              <a:spcBef>
                <a:spcPts val="280"/>
              </a:spcBef>
              <a:spcAft>
                <a:spcPts val="0"/>
              </a:spcAft>
              <a:buClr>
                <a:schemeClr val="dk1"/>
              </a:buClr>
              <a:buSzPts val="1400"/>
              <a:buFont typeface="Arial" panose="020B0604020202020204"/>
              <a:buNone/>
            </a:pPr>
            <a:endParaRPr sz="1400"/>
          </a:p>
          <a:p>
            <a:pPr marL="0" lvl="0" indent="0" algn="l" rtl="0">
              <a:spcBef>
                <a:spcPts val="640"/>
              </a:spcBef>
              <a:spcAft>
                <a:spcPts val="0"/>
              </a:spcAft>
              <a:buClr>
                <a:schemeClr val="dk1"/>
              </a:buClr>
              <a:buSzPts val="3200"/>
              <a:buNone/>
            </a:pPr>
          </a:p>
        </p:txBody>
      </p:sp>
      <p:sp>
        <p:nvSpPr>
          <p:cNvPr id="636" name="Google Shape;636;p9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Arial" panose="020B0604020202020204"/>
              <a:buNone/>
            </a:pPr>
            <a:fld id="{00000000-1234-1234-1234-123412341234}" type="slidenum">
              <a:rPr lang="en-US" sz="1200" b="0" i="0" u="none" strike="noStrike" cap="none">
                <a:solidFill>
                  <a:srgbClr val="888888"/>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41" name="Shape 641"/>
        <p:cNvGrpSpPr/>
        <p:nvPr/>
      </p:nvGrpSpPr>
      <p:grpSpPr>
        <a:xfrm>
          <a:off x="0" y="0"/>
          <a:ext cx="0" cy="0"/>
          <a:chOff x="0" y="0"/>
          <a:chExt cx="0" cy="0"/>
        </a:xfrm>
      </p:grpSpPr>
      <p:sp>
        <p:nvSpPr>
          <p:cNvPr id="642" name="Google Shape;642;p97"/>
          <p:cNvSpPr/>
          <p:nvPr/>
        </p:nvSpPr>
        <p:spPr>
          <a:xfrm>
            <a:off x="381000" y="90488"/>
            <a:ext cx="84582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Arial" panose="020B0604020202020204"/>
              <a:buNone/>
            </a:pPr>
            <a:r>
              <a:rPr lang="en-US" sz="3200" b="1" i="0" u="none" strike="noStrike" cap="none">
                <a:solidFill>
                  <a:schemeClr val="dk1"/>
                </a:solidFill>
                <a:latin typeface="Arial" panose="020B0604020202020204"/>
                <a:ea typeface="Arial" panose="020B0604020202020204"/>
                <a:cs typeface="Arial" panose="020B0604020202020204"/>
                <a:sym typeface="Arial" panose="020B0604020202020204"/>
              </a:rPr>
              <a:t>What is Cloud Computing?</a:t>
            </a:r>
            <a:endParaRPr lang="en-US" sz="32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Clr>
                <a:schemeClr val="dk1"/>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An on-demand delivery of servers, storage, database, applications and other IT resources as services over the Internet.</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3" name="Google Shape;643;p97"/>
          <p:cNvSpPr txBox="1"/>
          <p:nvPr/>
        </p:nvSpPr>
        <p:spPr>
          <a:xfrm>
            <a:off x="413426" y="6028188"/>
            <a:ext cx="8534400"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The resources requested by the user are typically hosted in large data centers by CSPs such as Amazon Web Services (AWS), Microsoft Azure, Google, etc. in different locations across the globe. Details of system implementation are abstracted (hidden) from the user.</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4" name="Google Shape;644;p9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645" name="Google Shape;645;p97" descr="Shows how a user can access IT resources  in the cloud over a simple internet connection using either a web browser or a special software interface. The implementation details within the cloud are abstracted from the user."/>
          <p:cNvPicPr preferRelativeResize="0"/>
          <p:nvPr/>
        </p:nvPicPr>
        <p:blipFill rotWithShape="1">
          <a:blip r:embed="rId1"/>
          <a:srcRect/>
          <a:stretch>
            <a:fillRect/>
          </a:stretch>
        </p:blipFill>
        <p:spPr>
          <a:xfrm>
            <a:off x="533400" y="2286000"/>
            <a:ext cx="6410325" cy="33867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650" name="Shape 650"/>
        <p:cNvGrpSpPr/>
        <p:nvPr/>
      </p:nvGrpSpPr>
      <p:grpSpPr>
        <a:xfrm>
          <a:off x="0" y="0"/>
          <a:ext cx="0" cy="0"/>
          <a:chOff x="0" y="0"/>
          <a:chExt cx="0" cy="0"/>
        </a:xfrm>
      </p:grpSpPr>
      <p:sp>
        <p:nvSpPr>
          <p:cNvPr id="651" name="Google Shape;651;p98"/>
          <p:cNvSpPr/>
          <p:nvPr/>
        </p:nvSpPr>
        <p:spPr>
          <a:xfrm>
            <a:off x="7772400" y="6248400"/>
            <a:ext cx="685800" cy="457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chemeClr val="dk1"/>
              </a:buClr>
              <a:buSzPts val="1400"/>
              <a:buFont typeface="Times" panose="00000500000000020000"/>
              <a:buNone/>
            </a:pPr>
            <a:fld id="{00000000-1234-1234-1234-123412341234}" type="slidenum">
              <a:rPr lang="en-US" sz="1400">
                <a:solidFill>
                  <a:schemeClr val="dk1"/>
                </a:solidFill>
                <a:latin typeface="Times" panose="00000500000000020000"/>
                <a:ea typeface="Times" panose="00000500000000020000"/>
                <a:cs typeface="Times" panose="00000500000000020000"/>
                <a:sym typeface="Times" panose="00000500000000020000"/>
              </a:rPr>
            </a:fld>
            <a:endParaRPr sz="1400">
              <a:solidFill>
                <a:schemeClr val="dk1"/>
              </a:solidFill>
              <a:latin typeface="Times" panose="00000500000000020000"/>
              <a:ea typeface="Times" panose="00000500000000020000"/>
              <a:cs typeface="Times" panose="00000500000000020000"/>
              <a:sym typeface="Times" panose="00000500000000020000"/>
            </a:endParaRPr>
          </a:p>
        </p:txBody>
      </p:sp>
      <p:pic>
        <p:nvPicPr>
          <p:cNvPr id="652" name="Google Shape;652;p98" descr="The model of cloud computing can be compared to that of a utility service. You have the flexibility to consume as many or as less resources as you need and you pay only for what you use. "/>
          <p:cNvPicPr preferRelativeResize="0"/>
          <p:nvPr/>
        </p:nvPicPr>
        <p:blipFill rotWithShape="1">
          <a:blip r:embed="rId1"/>
          <a:srcRect/>
          <a:stretch>
            <a:fillRect/>
          </a:stretch>
        </p:blipFill>
        <p:spPr>
          <a:xfrm>
            <a:off x="95250" y="71437"/>
            <a:ext cx="8953500" cy="6715125"/>
          </a:xfrm>
          <a:prstGeom prst="rect">
            <a:avLst/>
          </a:prstGeom>
          <a:noFill/>
          <a:ln>
            <a:noFill/>
          </a:ln>
        </p:spPr>
      </p:pic>
      <p:sp>
        <p:nvSpPr>
          <p:cNvPr id="653" name="Google Shape;653;p9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None/>
            </a:pPr>
            <a:fld id="{00000000-1234-1234-1234-123412341234}" type="slidenum">
              <a:rPr lang="en-US"/>
            </a:fld>
            <a:endParaRPr lang="en-US"/>
          </a:p>
        </p:txBody>
      </p:sp>
      <p:sp>
        <p:nvSpPr>
          <p:cNvPr id="654" name="Google Shape;654;p98"/>
          <p:cNvSpPr txBox="1"/>
          <p:nvPr/>
        </p:nvSpPr>
        <p:spPr>
          <a:xfrm>
            <a:off x="304800" y="6345677"/>
            <a:ext cx="198120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Arial" panose="020B0604020202020204"/>
                <a:ea typeface="Arial" panose="020B0604020202020204"/>
                <a:cs typeface="Arial" panose="020B0604020202020204"/>
                <a:sym typeface="Arial" panose="020B0604020202020204"/>
              </a:rPr>
              <a:t>Source: AWS</a:t>
            </a:r>
            <a:endParaRPr lang="en-US" sz="11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58" name="Shape 658"/>
        <p:cNvGrpSpPr/>
        <p:nvPr/>
      </p:nvGrpSpPr>
      <p:grpSpPr>
        <a:xfrm>
          <a:off x="0" y="0"/>
          <a:ext cx="0" cy="0"/>
          <a:chOff x="0" y="0"/>
          <a:chExt cx="0" cy="0"/>
        </a:xfrm>
      </p:grpSpPr>
      <p:sp>
        <p:nvSpPr>
          <p:cNvPr id="659" name="Google Shape;659;p9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60" name="Google Shape;660;p99"/>
          <p:cNvSpPr txBox="1"/>
          <p:nvPr/>
        </p:nvSpPr>
        <p:spPr>
          <a:xfrm>
            <a:off x="457200" y="1371600"/>
            <a:ext cx="8229600" cy="21185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The US </a:t>
            </a:r>
            <a:r>
              <a:rPr lang="en-US" sz="1800" b="1">
                <a:solidFill>
                  <a:schemeClr val="dk1"/>
                </a:solidFill>
                <a:latin typeface="Arial" panose="020B0604020202020204"/>
                <a:ea typeface="Arial" panose="020B0604020202020204"/>
                <a:cs typeface="Arial" panose="020B0604020202020204"/>
                <a:sym typeface="Arial" panose="020B0604020202020204"/>
              </a:rPr>
              <a:t>National Institute of Standards and Technology (NIST) </a:t>
            </a:r>
            <a:r>
              <a:rPr lang="en-US" sz="1800" i="1">
                <a:solidFill>
                  <a:schemeClr val="dk1"/>
                </a:solidFill>
                <a:latin typeface="Arial" panose="020B0604020202020204"/>
                <a:ea typeface="Arial" panose="020B0604020202020204"/>
                <a:cs typeface="Arial" panose="020B0604020202020204"/>
                <a:sym typeface="Arial" panose="020B0604020202020204"/>
              </a:rPr>
              <a:t>Special Publication 800-145</a:t>
            </a:r>
            <a:r>
              <a:rPr lang="en-US" sz="1800" b="1">
                <a:solidFill>
                  <a:schemeClr val="dk1"/>
                </a:solidFill>
                <a:latin typeface="Arial" panose="020B0604020202020204"/>
                <a:ea typeface="Arial" panose="020B0604020202020204"/>
                <a:cs typeface="Arial" panose="020B0604020202020204"/>
                <a:sym typeface="Arial" panose="020B0604020202020204"/>
              </a:rPr>
              <a:t> </a:t>
            </a:r>
            <a:r>
              <a:rPr lang="en-US" sz="1800">
                <a:solidFill>
                  <a:schemeClr val="dk1"/>
                </a:solidFill>
                <a:latin typeface="Arial" panose="020B0604020202020204"/>
                <a:ea typeface="Arial" panose="020B0604020202020204"/>
                <a:cs typeface="Arial" panose="020B0604020202020204"/>
                <a:sym typeface="Arial" panose="020B0604020202020204"/>
              </a:rPr>
              <a:t>is a widely accepted standard that will be the premise of our next discussion.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The standard includes the definition of</a:t>
            </a:r>
            <a:r>
              <a:rPr lang="en-US" sz="1800" b="1">
                <a:solidFill>
                  <a:schemeClr val="dk1"/>
                </a:solidFill>
                <a:latin typeface="Arial" panose="020B0604020202020204"/>
                <a:ea typeface="Arial" panose="020B0604020202020204"/>
                <a:cs typeface="Arial" panose="020B0604020202020204"/>
                <a:sym typeface="Arial" panose="020B0604020202020204"/>
              </a:rPr>
              <a:t> </a:t>
            </a:r>
            <a:r>
              <a:rPr lang="en-US" sz="1800">
                <a:solidFill>
                  <a:schemeClr val="dk1"/>
                </a:solidFill>
                <a:latin typeface="Arial" panose="020B0604020202020204"/>
                <a:ea typeface="Arial" panose="020B0604020202020204"/>
                <a:cs typeface="Arial" panose="020B0604020202020204"/>
                <a:sym typeface="Arial" panose="020B0604020202020204"/>
              </a:rPr>
              <a:t>Cloud</a:t>
            </a:r>
            <a:r>
              <a:rPr lang="en-US" sz="1800" b="1">
                <a:solidFill>
                  <a:schemeClr val="dk1"/>
                </a:solidFill>
                <a:latin typeface="Arial" panose="020B0604020202020204"/>
                <a:ea typeface="Arial" panose="020B0604020202020204"/>
                <a:cs typeface="Arial" panose="020B0604020202020204"/>
                <a:sym typeface="Arial" panose="020B0604020202020204"/>
              </a:rPr>
              <a:t> </a:t>
            </a:r>
            <a:r>
              <a:rPr lang="en-US" sz="1800">
                <a:solidFill>
                  <a:schemeClr val="dk1"/>
                </a:solidFill>
                <a:latin typeface="Arial" panose="020B0604020202020204"/>
                <a:ea typeface="Arial" panose="020B0604020202020204"/>
                <a:cs typeface="Arial" panose="020B0604020202020204"/>
                <a:sym typeface="Arial" panose="020B0604020202020204"/>
              </a:rPr>
              <a:t>Computing and describes five essential characteristics, four deployment models, and three service models.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61" name="Google Shape;661;p99"/>
          <p:cNvSpPr/>
          <p:nvPr/>
        </p:nvSpPr>
        <p:spPr>
          <a:xfrm>
            <a:off x="107156" y="228600"/>
            <a:ext cx="8929687"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The NIST Cloud Model</a:t>
            </a:r>
            <a:endParaRPr sz="12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65" name="Shape 665"/>
        <p:cNvGrpSpPr/>
        <p:nvPr/>
      </p:nvGrpSpPr>
      <p:grpSpPr>
        <a:xfrm>
          <a:off x="0" y="0"/>
          <a:ext cx="0" cy="0"/>
          <a:chOff x="0" y="0"/>
          <a:chExt cx="0" cy="0"/>
        </a:xfrm>
      </p:grpSpPr>
      <p:sp>
        <p:nvSpPr>
          <p:cNvPr id="666" name="Google Shape;666;p100"/>
          <p:cNvSpPr txBox="1"/>
          <p:nvPr>
            <p:ph type="body" idx="4294967295"/>
          </p:nvPr>
        </p:nvSpPr>
        <p:spPr>
          <a:xfrm>
            <a:off x="990600" y="1676400"/>
            <a:ext cx="7467600" cy="37869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Font typeface="Calibri"/>
              <a:buNone/>
            </a:pPr>
            <a:r>
              <a:rPr lang="en-US" sz="2400" i="1">
                <a:latin typeface="Calibri"/>
                <a:ea typeface="Calibri"/>
                <a:cs typeface="Calibri"/>
                <a:sym typeface="Calibri"/>
              </a:rPr>
              <a:t>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a:t>
            </a:r>
            <a:endParaRPr lang="en-US" sz="2400" i="1">
              <a:latin typeface="Calibri"/>
              <a:ea typeface="Calibri"/>
              <a:cs typeface="Calibri"/>
              <a:sym typeface="Calibri"/>
            </a:endParaRPr>
          </a:p>
          <a:p>
            <a:pPr marL="0" lvl="0" indent="0" algn="r" rtl="0">
              <a:spcBef>
                <a:spcPts val="0"/>
              </a:spcBef>
              <a:spcAft>
                <a:spcPts val="0"/>
              </a:spcAft>
              <a:buClr>
                <a:schemeClr val="dk1"/>
              </a:buClr>
              <a:buSzPts val="2400"/>
              <a:buFont typeface="Calibri"/>
              <a:buNone/>
            </a:pPr>
            <a:r>
              <a:rPr lang="en-US" sz="2400" i="1">
                <a:latin typeface="Calibri"/>
                <a:ea typeface="Calibri"/>
                <a:cs typeface="Calibri"/>
                <a:sym typeface="Calibri"/>
              </a:rPr>
              <a:t>-NIST</a:t>
            </a:r>
            <a:endParaRPr sz="2400" i="1">
              <a:latin typeface="Calibri"/>
              <a:ea typeface="Calibri"/>
              <a:cs typeface="Calibri"/>
              <a:sym typeface="Calibri"/>
            </a:endParaRPr>
          </a:p>
        </p:txBody>
      </p:sp>
      <p:sp>
        <p:nvSpPr>
          <p:cNvPr id="667" name="Google Shape;667;p10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68" name="Google Shape;668;p100"/>
          <p:cNvSpPr/>
          <p:nvPr/>
        </p:nvSpPr>
        <p:spPr>
          <a:xfrm>
            <a:off x="107156" y="381000"/>
            <a:ext cx="8929687"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Calibri"/>
              <a:buNone/>
            </a:pPr>
            <a:r>
              <a:rPr lang="en-US" sz="3600" b="1" i="0" u="none" strike="noStrike" cap="none">
                <a:solidFill>
                  <a:srgbClr val="000000"/>
                </a:solidFill>
                <a:latin typeface="Calibri"/>
                <a:ea typeface="Calibri"/>
                <a:cs typeface="Calibri"/>
                <a:sym typeface="Calibri"/>
              </a:rPr>
              <a:t>NIST Definition of Cloud Computing</a:t>
            </a:r>
            <a:endParaRPr sz="1400" b="1" i="0" u="none" strike="noStrike" cap="none">
              <a:solidFill>
                <a:srgbClr val="000000"/>
              </a:solidFill>
              <a:latin typeface="Calibri"/>
              <a:ea typeface="Calibri"/>
              <a:cs typeface="Calibri"/>
              <a:sym typeface="Calibri"/>
            </a:endParaRPr>
          </a:p>
        </p:txBody>
      </p:sp>
      <p:sp>
        <p:nvSpPr>
          <p:cNvPr id="669" name="Google Shape;669;p100"/>
          <p:cNvSpPr txBox="1"/>
          <p:nvPr/>
        </p:nvSpPr>
        <p:spPr>
          <a:xfrm>
            <a:off x="964660" y="5892581"/>
            <a:ext cx="7620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It is a very common misconception among people that cloud computing is a technology. Cloud computing is in fact a business or a service model that relies on enabling technologies such as virtualization and storage.</a:t>
            </a:r>
            <a:endParaRPr lang="en-US"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74" name="Shape 674"/>
        <p:cNvGrpSpPr/>
        <p:nvPr/>
      </p:nvGrpSpPr>
      <p:grpSpPr>
        <a:xfrm>
          <a:off x="0" y="0"/>
          <a:ext cx="0" cy="0"/>
          <a:chOff x="0" y="0"/>
          <a:chExt cx="0" cy="0"/>
        </a:xfrm>
      </p:grpSpPr>
      <p:sp>
        <p:nvSpPr>
          <p:cNvPr id="675" name="Google Shape;675;p101"/>
          <p:cNvSpPr txBox="1"/>
          <p:nvPr>
            <p:ph type="title"/>
          </p:nvPr>
        </p:nvSpPr>
        <p:spPr>
          <a:xfrm>
            <a:off x="130175" y="231775"/>
            <a:ext cx="9013825" cy="5635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Characteristics of Cloud Computing</a:t>
            </a:r>
            <a:endParaRPr lang="en-US"/>
          </a:p>
        </p:txBody>
      </p:sp>
      <p:sp>
        <p:nvSpPr>
          <p:cNvPr id="676" name="Google Shape;676;p101"/>
          <p:cNvSpPr txBox="1"/>
          <p:nvPr/>
        </p:nvSpPr>
        <p:spPr>
          <a:xfrm>
            <a:off x="407987" y="1524000"/>
            <a:ext cx="8458200" cy="3693319"/>
          </a:xfrm>
          <a:prstGeom prst="rect">
            <a:avLst/>
          </a:prstGeom>
          <a:noFill/>
          <a:ln w="15875" cap="flat" cmpd="sng">
            <a:solidFill>
              <a:srgbClr val="395E89"/>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On-demand Self Service</a:t>
            </a:r>
            <a:r>
              <a:rPr lang="en-US" sz="1800">
                <a:solidFill>
                  <a:schemeClr val="dk1"/>
                </a:solidFill>
                <a:latin typeface="Arial" panose="020B0604020202020204"/>
                <a:ea typeface="Arial" panose="020B0604020202020204"/>
                <a:cs typeface="Arial" panose="020B0604020202020204"/>
                <a:sym typeface="Arial" panose="020B0604020202020204"/>
              </a:rPr>
              <a:t>: A user can provision resources as needed automatically without needing any human interaction with the service provider</a:t>
            </a:r>
            <a:endParaRPr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Broad network access: </a:t>
            </a:r>
            <a:r>
              <a:rPr lang="en-US" sz="1800">
                <a:solidFill>
                  <a:schemeClr val="dk1"/>
                </a:solidFill>
                <a:latin typeface="Arial" panose="020B0604020202020204"/>
                <a:ea typeface="Arial" panose="020B0604020202020204"/>
                <a:cs typeface="Arial" panose="020B0604020202020204"/>
                <a:sym typeface="Arial" panose="020B0604020202020204"/>
              </a:rPr>
              <a:t>Access to resources is available via different client platforms such as phones, tablets, laptops, workstations, etc.</a:t>
            </a:r>
            <a:endParaRPr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Resource pooling: </a:t>
            </a:r>
            <a:r>
              <a:rPr lang="en-US" sz="1800">
                <a:solidFill>
                  <a:schemeClr val="dk1"/>
                </a:solidFill>
                <a:latin typeface="Arial" panose="020B0604020202020204"/>
                <a:ea typeface="Arial" panose="020B0604020202020204"/>
                <a:cs typeface="Arial" panose="020B0604020202020204"/>
                <a:sym typeface="Arial" panose="020B0604020202020204"/>
              </a:rPr>
              <a:t>The service provider creates pools of resources i.e., servers, storage, etc., to serve multiple consumers (multitenancy).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Rapid Elasticity: </a:t>
            </a:r>
            <a:r>
              <a:rPr lang="en-US" sz="1800">
                <a:solidFill>
                  <a:schemeClr val="dk1"/>
                </a:solidFill>
                <a:latin typeface="Arial" panose="020B0604020202020204"/>
                <a:ea typeface="Arial" panose="020B0604020202020204"/>
                <a:cs typeface="Arial" panose="020B0604020202020204"/>
                <a:sym typeface="Arial" panose="020B0604020202020204"/>
              </a:rPr>
              <a:t>Resources can be provisioned or released to match demand. For e.g., virtual machines can be added when demand grows and terminated when demand drops.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Measured Service: </a:t>
            </a:r>
            <a:r>
              <a:rPr lang="en-US" sz="1800">
                <a:solidFill>
                  <a:schemeClr val="dk1"/>
                </a:solidFill>
                <a:latin typeface="Arial" panose="020B0604020202020204"/>
                <a:ea typeface="Arial" panose="020B0604020202020204"/>
                <a:cs typeface="Arial" panose="020B0604020202020204"/>
                <a:sym typeface="Arial" panose="020B0604020202020204"/>
              </a:rPr>
              <a:t>Resource usage is monitored, controlled and reported, providing transparency to both the provider and consumer. Billing is based on actual consumption of services using a “pay as you go” model (similar to consuming electricity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77" name="Google Shape;677;p101"/>
          <p:cNvSpPr/>
          <p:nvPr/>
        </p:nvSpPr>
        <p:spPr>
          <a:xfrm>
            <a:off x="107156" y="381000"/>
            <a:ext cx="8929687"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Calibri"/>
              <a:buNone/>
            </a:pPr>
            <a:r>
              <a:rPr lang="en-US" sz="3600" b="1" i="0" u="none" strike="noStrike" cap="none">
                <a:solidFill>
                  <a:srgbClr val="000000"/>
                </a:solidFill>
                <a:latin typeface="Calibri"/>
                <a:ea typeface="Calibri"/>
                <a:cs typeface="Calibri"/>
                <a:sym typeface="Calibri"/>
              </a:rPr>
              <a:t>Essential Characteristics of Cloud Computing</a:t>
            </a:r>
            <a:endParaRPr sz="1400" b="1" i="0" u="none" strike="noStrike" cap="none">
              <a:solidFill>
                <a:srgbClr val="000000"/>
              </a:solidFill>
              <a:latin typeface="Calibri"/>
              <a:ea typeface="Calibri"/>
              <a:cs typeface="Calibri"/>
              <a:sym typeface="Calibri"/>
            </a:endParaRPr>
          </a:p>
        </p:txBody>
      </p:sp>
      <p:sp>
        <p:nvSpPr>
          <p:cNvPr id="678" name="Google Shape;678;p101"/>
          <p:cNvSpPr txBox="1"/>
          <p:nvPr/>
        </p:nvSpPr>
        <p:spPr>
          <a:xfrm>
            <a:off x="407987" y="6376017"/>
            <a:ext cx="73914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Other terms with similar meaning to </a:t>
            </a:r>
            <a:r>
              <a:rPr lang="en-US" sz="1200" i="1">
                <a:solidFill>
                  <a:schemeClr val="dk1"/>
                </a:solidFill>
                <a:latin typeface="Arial" panose="020B0604020202020204"/>
                <a:ea typeface="Arial" panose="020B0604020202020204"/>
                <a:cs typeface="Arial" panose="020B0604020202020204"/>
                <a:sym typeface="Arial" panose="020B0604020202020204"/>
              </a:rPr>
              <a:t>pay as you go </a:t>
            </a:r>
            <a:r>
              <a:rPr lang="en-US" sz="1200">
                <a:solidFill>
                  <a:schemeClr val="dk1"/>
                </a:solidFill>
                <a:latin typeface="Arial" panose="020B0604020202020204"/>
                <a:ea typeface="Arial" panose="020B0604020202020204"/>
                <a:cs typeface="Arial" panose="020B0604020202020204"/>
                <a:sym typeface="Arial" panose="020B0604020202020204"/>
              </a:rPr>
              <a:t>are </a:t>
            </a:r>
            <a:r>
              <a:rPr lang="en-US" sz="1200" i="1">
                <a:solidFill>
                  <a:schemeClr val="dk1"/>
                </a:solidFill>
                <a:latin typeface="Arial" panose="020B0604020202020204"/>
                <a:ea typeface="Arial" panose="020B0604020202020204"/>
                <a:cs typeface="Arial" panose="020B0604020202020204"/>
                <a:sym typeface="Arial" panose="020B0604020202020204"/>
              </a:rPr>
              <a:t>pay-per-use.</a:t>
            </a:r>
            <a:endParaRPr lang="en-US" sz="1200" i="1">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82" name="Shape 682"/>
        <p:cNvGrpSpPr/>
        <p:nvPr/>
      </p:nvGrpSpPr>
      <p:grpSpPr>
        <a:xfrm>
          <a:off x="0" y="0"/>
          <a:ext cx="0" cy="0"/>
          <a:chOff x="0" y="0"/>
          <a:chExt cx="0" cy="0"/>
        </a:xfrm>
      </p:grpSpPr>
      <p:sp>
        <p:nvSpPr>
          <p:cNvPr id="683" name="Google Shape;683;p102"/>
          <p:cNvSpPr txBox="1"/>
          <p:nvPr>
            <p:ph type="title" idx="4294967295"/>
          </p:nvPr>
        </p:nvSpPr>
        <p:spPr>
          <a:xfrm>
            <a:off x="0" y="10637"/>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t>Cloud Deployment Models</a:t>
            </a:r>
            <a:endParaRPr lang="en-US" sz="3600" b="1"/>
          </a:p>
        </p:txBody>
      </p:sp>
      <p:sp>
        <p:nvSpPr>
          <p:cNvPr id="684" name="Google Shape;684;p102"/>
          <p:cNvSpPr/>
          <p:nvPr/>
        </p:nvSpPr>
        <p:spPr>
          <a:xfrm>
            <a:off x="381000" y="1232001"/>
            <a:ext cx="8610600"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A </a:t>
            </a: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deployment model </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defines who the user of that cloud is and where the </a:t>
            </a:r>
            <a:r>
              <a:rPr lang="en-US" sz="2000">
                <a:solidFill>
                  <a:schemeClr val="dk1"/>
                </a:solidFill>
                <a:latin typeface="Arial" panose="020B0604020202020204"/>
                <a:ea typeface="Arial" panose="020B0604020202020204"/>
                <a:cs typeface="Arial" panose="020B0604020202020204"/>
                <a:sym typeface="Arial" panose="020B0604020202020204"/>
              </a:rPr>
              <a:t>cloud </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infrastructure</a:t>
            </a:r>
            <a:r>
              <a:rPr lang="en-US" sz="2000">
                <a:solidFill>
                  <a:schemeClr val="dk1"/>
                </a:solidFill>
                <a:latin typeface="Arial" panose="020B0604020202020204"/>
                <a:ea typeface="Arial" panose="020B0604020202020204"/>
                <a:cs typeface="Arial" panose="020B0604020202020204"/>
                <a:sym typeface="Arial" panose="020B0604020202020204"/>
              </a:rPr>
              <a:t> resides.</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85" name="Google Shape;685;p10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686" name="Google Shape;686;p102" descr="According to NIST, cloud computing is classified into four deployment models—public, private, community, and hybrid."/>
          <p:cNvPicPr preferRelativeResize="0"/>
          <p:nvPr/>
        </p:nvPicPr>
        <p:blipFill rotWithShape="1">
          <a:blip r:embed="rId1"/>
          <a:srcRect/>
          <a:stretch>
            <a:fillRect/>
          </a:stretch>
        </p:blipFill>
        <p:spPr>
          <a:xfrm>
            <a:off x="890587" y="2180273"/>
            <a:ext cx="6753225" cy="4143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90" name="Shape 690"/>
        <p:cNvGrpSpPr/>
        <p:nvPr/>
      </p:nvGrpSpPr>
      <p:grpSpPr>
        <a:xfrm>
          <a:off x="0" y="0"/>
          <a:ext cx="0" cy="0"/>
          <a:chOff x="0" y="0"/>
          <a:chExt cx="0" cy="0"/>
        </a:xfrm>
      </p:grpSpPr>
      <p:sp>
        <p:nvSpPr>
          <p:cNvPr id="691" name="Google Shape;691;p103"/>
          <p:cNvSpPr txBox="1"/>
          <p:nvPr>
            <p:ph type="title" idx="4294967295"/>
          </p:nvPr>
        </p:nvSpPr>
        <p:spPr>
          <a:xfrm>
            <a:off x="8466" y="0"/>
            <a:ext cx="9135533"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Public Cloud </a:t>
            </a:r>
            <a:endParaRPr lang="en-US" sz="3200"/>
          </a:p>
        </p:txBody>
      </p:sp>
      <p:sp>
        <p:nvSpPr>
          <p:cNvPr id="692" name="Google Shape;692;p103"/>
          <p:cNvSpPr txBox="1"/>
          <p:nvPr>
            <p:ph type="body" idx="4294967295"/>
          </p:nvPr>
        </p:nvSpPr>
        <p:spPr>
          <a:xfrm>
            <a:off x="228600" y="990600"/>
            <a:ext cx="8534400" cy="44196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Cloud infrastructure is provisioned for the general public to use. </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Exists on the premises of the CSP</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Consumers use the cloud services offered by the providers via the Internet and pay metered usage charges (most closely resembles the utility model that was discussed in the beginning). </a:t>
            </a:r>
            <a:endParaRPr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Most cost-effective through multitenancy,</a:t>
            </a:r>
            <a:r>
              <a:rPr lang="en-US" sz="1800">
                <a:latin typeface="Arial" panose="020B0604020202020204"/>
                <a:ea typeface="Arial" panose="020B0604020202020204"/>
                <a:cs typeface="Arial" panose="020B0604020202020204"/>
                <a:sym typeface="Arial" panose="020B0604020202020204"/>
              </a:rPr>
              <a:t> enormous scalability</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Enterprises do not control location of data and equipment (this may be a concern for organizations with regulatory or legislative mandates).</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For e.g., AWS, Google, Salesforce </a:t>
            </a:r>
            <a:endParaRPr sz="1800">
              <a:latin typeface="Arial" panose="020B0604020202020204"/>
              <a:ea typeface="Arial" panose="020B0604020202020204"/>
              <a:cs typeface="Arial" panose="020B0604020202020204"/>
              <a:sym typeface="Arial" panose="020B0604020202020204"/>
            </a:endParaRPr>
          </a:p>
          <a:p>
            <a:pPr marL="342900" lvl="0" indent="-215900" algn="l" rtl="0">
              <a:spcBef>
                <a:spcPts val="400"/>
              </a:spcBef>
              <a:spcAft>
                <a:spcPts val="0"/>
              </a:spcAft>
              <a:buClr>
                <a:schemeClr val="dk1"/>
              </a:buClr>
              <a:buSzPts val="2000"/>
              <a:buNone/>
            </a:pPr>
            <a:endParaRPr sz="2000"/>
          </a:p>
        </p:txBody>
      </p:sp>
      <p:sp>
        <p:nvSpPr>
          <p:cNvPr id="693" name="Google Shape;693;p10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97" name="Shape 697"/>
        <p:cNvGrpSpPr/>
        <p:nvPr/>
      </p:nvGrpSpPr>
      <p:grpSpPr>
        <a:xfrm>
          <a:off x="0" y="0"/>
          <a:ext cx="0" cy="0"/>
          <a:chOff x="0" y="0"/>
          <a:chExt cx="0" cy="0"/>
        </a:xfrm>
      </p:grpSpPr>
      <p:sp>
        <p:nvSpPr>
          <p:cNvPr id="698" name="Google Shape;698;p104"/>
          <p:cNvSpPr txBox="1"/>
          <p:nvPr>
            <p:ph type="title" idx="4294967295"/>
          </p:nvPr>
        </p:nvSpPr>
        <p:spPr>
          <a:xfrm>
            <a:off x="-7776" y="25064"/>
            <a:ext cx="9151776"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Private Cloud</a:t>
            </a:r>
            <a:endParaRPr lang="en-US" sz="3200"/>
          </a:p>
        </p:txBody>
      </p:sp>
      <p:sp>
        <p:nvSpPr>
          <p:cNvPr id="699" name="Google Shape;699;p104"/>
          <p:cNvSpPr txBox="1"/>
          <p:nvPr>
            <p:ph type="body" idx="4294967295"/>
          </p:nvPr>
        </p:nvSpPr>
        <p:spPr>
          <a:xfrm>
            <a:off x="419100" y="1066800"/>
            <a:ext cx="8267700" cy="4623137"/>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For exclusive use by a single organization with multiple consumers (e.g., departments or business units)</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Infrastructure is owned and managed by the organization on-premise</a:t>
            </a:r>
            <a:r>
              <a:rPr lang="en-US" sz="1800" baseline="30000">
                <a:solidFill>
                  <a:srgbClr val="000000"/>
                </a:solidFill>
                <a:latin typeface="Arial" panose="020B0604020202020204"/>
                <a:ea typeface="Arial" panose="020B0604020202020204"/>
                <a:cs typeface="Arial" panose="020B0604020202020204"/>
                <a:sym typeface="Arial" panose="020B0604020202020204"/>
              </a:rPr>
              <a:t>1 </a:t>
            </a:r>
            <a:r>
              <a:rPr lang="en-US" sz="1800">
                <a:solidFill>
                  <a:srgbClr val="000000"/>
                </a:solidFill>
                <a:latin typeface="Arial" panose="020B0604020202020204"/>
                <a:ea typeface="Arial" panose="020B0604020202020204"/>
                <a:cs typeface="Arial" panose="020B0604020202020204"/>
                <a:sym typeface="Arial" panose="020B0604020202020204"/>
              </a:rPr>
              <a:t>(cost-intensive).</a:t>
            </a:r>
            <a:endParaRPr lang="en-US" sz="1800">
              <a:solidFill>
                <a:srgbClr val="000000"/>
              </a:solidFill>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Requires in-house IT skills and expertise</a:t>
            </a:r>
            <a:endParaRPr lang="en-US" sz="1800">
              <a:solidFill>
                <a:srgbClr val="000000"/>
              </a:solidFill>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Better control over data location and security, but limited scalability</a:t>
            </a:r>
            <a:endParaRPr lang="en-US" sz="1800">
              <a:solidFill>
                <a:srgbClr val="000000"/>
              </a:solidFill>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Preferred choice for companies that already own a data center and developed IT infrastructure or driven by legal and compliance requirements.</a:t>
            </a:r>
            <a:endParaRPr lang="en-US" sz="1800">
              <a:latin typeface="Arial" panose="020B0604020202020204"/>
              <a:ea typeface="Arial" panose="020B0604020202020204"/>
              <a:cs typeface="Arial" panose="020B0604020202020204"/>
              <a:sym typeface="Arial" panose="020B0604020202020204"/>
            </a:endParaRPr>
          </a:p>
        </p:txBody>
      </p:sp>
      <p:sp>
        <p:nvSpPr>
          <p:cNvPr id="700" name="Google Shape;700;p10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01" name="Google Shape;701;p104"/>
          <p:cNvSpPr txBox="1"/>
          <p:nvPr/>
        </p:nvSpPr>
        <p:spPr>
          <a:xfrm>
            <a:off x="152400" y="6356350"/>
            <a:ext cx="82677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aseline="30000">
                <a:solidFill>
                  <a:srgbClr val="000000"/>
                </a:solidFill>
                <a:latin typeface="Calibri"/>
                <a:ea typeface="Calibri"/>
                <a:cs typeface="Calibri"/>
                <a:sym typeface="Calibri"/>
              </a:rPr>
              <a:t>1</a:t>
            </a:r>
            <a:r>
              <a:rPr lang="en-US" sz="1200">
                <a:solidFill>
                  <a:srgbClr val="000000"/>
                </a:solidFill>
                <a:latin typeface="Calibri"/>
                <a:ea typeface="Calibri"/>
                <a:cs typeface="Calibri"/>
                <a:sym typeface="Calibri"/>
              </a:rPr>
              <a:t> In the event that the organization does not have the expertise to manage their own infrastructure or for cost reasons, a private cloud can also be managed by a third party and hosted off-premise.</a:t>
            </a:r>
            <a:endParaRPr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05" name="Shape 705"/>
        <p:cNvGrpSpPr/>
        <p:nvPr/>
      </p:nvGrpSpPr>
      <p:grpSpPr>
        <a:xfrm>
          <a:off x="0" y="0"/>
          <a:ext cx="0" cy="0"/>
          <a:chOff x="0" y="0"/>
          <a:chExt cx="0" cy="0"/>
        </a:xfrm>
      </p:grpSpPr>
      <p:sp>
        <p:nvSpPr>
          <p:cNvPr id="706" name="Google Shape;706;p105"/>
          <p:cNvSpPr txBox="1"/>
          <p:nvPr>
            <p:ph type="title" idx="4294967295"/>
          </p:nvPr>
        </p:nvSpPr>
        <p:spPr>
          <a:xfrm>
            <a:off x="0" y="7620"/>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Hybrid Cloud </a:t>
            </a:r>
            <a:endParaRPr lang="en-US" sz="3200"/>
          </a:p>
        </p:txBody>
      </p:sp>
      <p:sp>
        <p:nvSpPr>
          <p:cNvPr id="707" name="Google Shape;707;p105"/>
          <p:cNvSpPr txBox="1"/>
          <p:nvPr>
            <p:ph type="body" idx="4294967295"/>
          </p:nvPr>
        </p:nvSpPr>
        <p:spPr>
          <a:xfrm>
            <a:off x="438150" y="1108710"/>
            <a:ext cx="7867650" cy="323469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A combination of public and private (or other) cloud models</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The models are unique entities but are bridged together by standardized or proprietary technology that enables data and application portability.</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Harder management, but allow better alignment to business needs </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For e.g., an organization with its own data center facility may choose to utilize the services of a public cloud for inexpensive data backup.  </a:t>
            </a:r>
            <a:endParaRPr sz="1800"/>
          </a:p>
          <a:p>
            <a:pPr marL="342900" lvl="0" indent="-228600" algn="l" rtl="0">
              <a:spcBef>
                <a:spcPts val="360"/>
              </a:spcBef>
              <a:spcAft>
                <a:spcPts val="0"/>
              </a:spcAft>
              <a:buClr>
                <a:schemeClr val="dk1"/>
              </a:buClr>
              <a:buSzPts val="1800"/>
              <a:buNone/>
            </a:pPr>
            <a:endParaRPr sz="1800"/>
          </a:p>
          <a:p>
            <a:pPr marL="0" lvl="0" indent="0" algn="l" rtl="0">
              <a:spcBef>
                <a:spcPts val="480"/>
              </a:spcBef>
              <a:spcAft>
                <a:spcPts val="0"/>
              </a:spcAft>
              <a:buClr>
                <a:schemeClr val="dk1"/>
              </a:buClr>
              <a:buSzPts val="2400"/>
              <a:buFont typeface="Calibri"/>
              <a:buNone/>
            </a:pPr>
            <a:endParaRPr sz="2400"/>
          </a:p>
          <a:p>
            <a:pPr marL="0" lvl="0" indent="0" algn="l" rtl="0">
              <a:spcBef>
                <a:spcPts val="560"/>
              </a:spcBef>
              <a:spcAft>
                <a:spcPts val="0"/>
              </a:spcAft>
              <a:buClr>
                <a:schemeClr val="dk1"/>
              </a:buClr>
              <a:buSzPts val="2800"/>
              <a:buNone/>
            </a:pPr>
            <a:endParaRPr sz="2800"/>
          </a:p>
          <a:p>
            <a:pPr marL="457200" lvl="1" indent="0" algn="l" rtl="0">
              <a:spcBef>
                <a:spcPts val="480"/>
              </a:spcBef>
              <a:spcAft>
                <a:spcPts val="0"/>
              </a:spcAft>
              <a:buClr>
                <a:schemeClr val="dk1"/>
              </a:buClr>
              <a:buSzPts val="2400"/>
              <a:buFont typeface="Calibri"/>
              <a:buNone/>
            </a:pPr>
            <a:endParaRPr sz="2400"/>
          </a:p>
        </p:txBody>
      </p:sp>
      <p:sp>
        <p:nvSpPr>
          <p:cNvPr id="708" name="Google Shape;708;p10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12" name="Shape 712"/>
        <p:cNvGrpSpPr/>
        <p:nvPr/>
      </p:nvGrpSpPr>
      <p:grpSpPr>
        <a:xfrm>
          <a:off x="0" y="0"/>
          <a:ext cx="0" cy="0"/>
          <a:chOff x="0" y="0"/>
          <a:chExt cx="0" cy="0"/>
        </a:xfrm>
      </p:grpSpPr>
      <p:sp>
        <p:nvSpPr>
          <p:cNvPr id="713" name="Google Shape;713;p106"/>
          <p:cNvSpPr txBox="1"/>
          <p:nvPr>
            <p:ph type="title" idx="4294967295"/>
          </p:nvPr>
        </p:nvSpPr>
        <p:spPr>
          <a:xfrm>
            <a:off x="0" y="5644"/>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Cloud Bursting using Hybrid Clouds</a:t>
            </a:r>
            <a:r>
              <a:rPr lang="en-US"/>
              <a:t> </a:t>
            </a:r>
            <a:endParaRPr lang="en-US"/>
          </a:p>
        </p:txBody>
      </p:sp>
      <p:sp>
        <p:nvSpPr>
          <p:cNvPr id="714" name="Google Shape;714;p106"/>
          <p:cNvSpPr txBox="1"/>
          <p:nvPr>
            <p:ph type="body" idx="4294967295"/>
          </p:nvPr>
        </p:nvSpPr>
        <p:spPr>
          <a:xfrm>
            <a:off x="304800" y="1223924"/>
            <a:ext cx="8382000" cy="4338676"/>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Use of private cloud resources to support applications</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400"/>
              </a:spcBef>
              <a:spcAft>
                <a:spcPts val="0"/>
              </a:spcAft>
              <a:buClr>
                <a:schemeClr val="dk1"/>
              </a:buClr>
              <a:buSzPts val="2000"/>
              <a:buChar char="•"/>
            </a:pPr>
            <a:r>
              <a:rPr lang="en-US" sz="2000">
                <a:latin typeface="Arial" panose="020B0604020202020204"/>
                <a:ea typeface="Arial" panose="020B0604020202020204"/>
                <a:cs typeface="Arial" panose="020B0604020202020204"/>
                <a:sym typeface="Arial" panose="020B0604020202020204"/>
              </a:rPr>
              <a:t>When spike in demand exceeds local resource limits, bursts are managed by the public cloud.</a:t>
            </a:r>
            <a:endParaRPr lang="en-US" sz="20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For e.g., a tax preparation service company may experience a tremendous increase in volume (two to three times their usual) during tax season. If the company buys resources on-premise to meet their peak load in a year, most of the resources will remain idle for the rest of the year. A good strategy would be to invest in resources on-premise that meet typical load. When the traffic hits peak, they can utilize  a public cloud for the heavy lifting.</a:t>
            </a:r>
            <a:endParaRPr lang="en-US" sz="1600">
              <a:latin typeface="Arial" panose="020B0604020202020204"/>
              <a:ea typeface="Arial" panose="020B0604020202020204"/>
              <a:cs typeface="Arial" panose="020B0604020202020204"/>
              <a:sym typeface="Arial" panose="020B0604020202020204"/>
            </a:endParaRPr>
          </a:p>
          <a:p>
            <a:pPr marL="342900" lvl="0" indent="-228600" algn="l" rtl="0">
              <a:lnSpc>
                <a:spcPct val="150000"/>
              </a:lnSpc>
              <a:spcBef>
                <a:spcPts val="360"/>
              </a:spcBef>
              <a:spcAft>
                <a:spcPts val="0"/>
              </a:spcAft>
              <a:buClr>
                <a:schemeClr val="dk1"/>
              </a:buClr>
              <a:buSzPts val="1800"/>
              <a:buNone/>
            </a:pPr>
            <a:endParaRPr sz="1800">
              <a:latin typeface="Arial" panose="020B0604020202020204"/>
              <a:ea typeface="Arial" panose="020B0604020202020204"/>
              <a:cs typeface="Arial" panose="020B0604020202020204"/>
              <a:sym typeface="Arial" panose="020B0604020202020204"/>
            </a:endParaRPr>
          </a:p>
        </p:txBody>
      </p:sp>
      <p:sp>
        <p:nvSpPr>
          <p:cNvPr id="715" name="Google Shape;715;p10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19" name="Shape 719"/>
        <p:cNvGrpSpPr/>
        <p:nvPr/>
      </p:nvGrpSpPr>
      <p:grpSpPr>
        <a:xfrm>
          <a:off x="0" y="0"/>
          <a:ext cx="0" cy="0"/>
          <a:chOff x="0" y="0"/>
          <a:chExt cx="0" cy="0"/>
        </a:xfrm>
      </p:grpSpPr>
      <p:sp>
        <p:nvSpPr>
          <p:cNvPr id="720" name="Google Shape;720;p107"/>
          <p:cNvSpPr txBox="1"/>
          <p:nvPr>
            <p:ph type="title" idx="4294967295"/>
          </p:nvPr>
        </p:nvSpPr>
        <p:spPr>
          <a:xfrm>
            <a:off x="5644" y="2822"/>
            <a:ext cx="9138356"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Community Cloud</a:t>
            </a:r>
            <a:r>
              <a:rPr lang="en-US"/>
              <a:t> </a:t>
            </a:r>
            <a:endParaRPr lang="en-US"/>
          </a:p>
        </p:txBody>
      </p:sp>
      <p:sp>
        <p:nvSpPr>
          <p:cNvPr id="721" name="Google Shape;721;p107"/>
          <p:cNvSpPr txBox="1"/>
          <p:nvPr>
            <p:ph type="body" idx="4294967295"/>
          </p:nvPr>
        </p:nvSpPr>
        <p:spPr>
          <a:xfrm>
            <a:off x="800100" y="1155347"/>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Cloud infrastructure is provisioned for use by multiple organizations with shared concerns (e.g., mission, security requirements, policy, compliance considerations).</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Owned, managed, and operated by the organizations themselves or a third party </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chemeClr val="dk1"/>
              </a:buClr>
              <a:buSzPts val="1800"/>
              <a:buChar char="•"/>
            </a:pPr>
            <a:r>
              <a:rPr lang="en-US" sz="1800">
                <a:latin typeface="Arial" panose="020B0604020202020204"/>
                <a:ea typeface="Arial" panose="020B0604020202020204"/>
                <a:cs typeface="Arial" panose="020B0604020202020204"/>
                <a:sym typeface="Arial" panose="020B0604020202020204"/>
              </a:rPr>
              <a:t>On- or off-premise</a:t>
            </a:r>
            <a:endParaRPr lang="en-US" sz="1800">
              <a:latin typeface="Arial" panose="020B0604020202020204"/>
              <a:ea typeface="Arial" panose="020B0604020202020204"/>
              <a:cs typeface="Arial" panose="020B0604020202020204"/>
              <a:sym typeface="Arial" panose="020B0604020202020204"/>
            </a:endParaRPr>
          </a:p>
          <a:p>
            <a:pPr marL="342900" lvl="0" indent="-342900" algn="l" rtl="0">
              <a:lnSpc>
                <a:spcPct val="150000"/>
              </a:lnSpc>
              <a:spcBef>
                <a:spcPts val="360"/>
              </a:spcBef>
              <a:spcAft>
                <a:spcPts val="0"/>
              </a:spcAft>
              <a:buClr>
                <a:srgbClr val="000000"/>
              </a:buClr>
              <a:buSzPts val="1800"/>
              <a:buChar char="•"/>
            </a:pPr>
            <a:r>
              <a:rPr lang="en-US" sz="1800">
                <a:solidFill>
                  <a:srgbClr val="000000"/>
                </a:solidFill>
                <a:latin typeface="Arial" panose="020B0604020202020204"/>
                <a:ea typeface="Arial" panose="020B0604020202020204"/>
                <a:cs typeface="Arial" panose="020B0604020202020204"/>
                <a:sym typeface="Arial" panose="020B0604020202020204"/>
              </a:rPr>
              <a:t>For e.g., US Government agencies with similar requirements for security, privacy, audit, etc. can use a Community cloud.</a:t>
            </a:r>
            <a:endParaRPr sz="1800">
              <a:latin typeface="Arial" panose="020B0604020202020204"/>
              <a:ea typeface="Arial" panose="020B0604020202020204"/>
              <a:cs typeface="Arial" panose="020B0604020202020204"/>
              <a:sym typeface="Arial" panose="020B0604020202020204"/>
            </a:endParaRPr>
          </a:p>
        </p:txBody>
      </p:sp>
      <p:sp>
        <p:nvSpPr>
          <p:cNvPr id="722" name="Google Shape;722;p10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27" name="Shape 727"/>
        <p:cNvGrpSpPr/>
        <p:nvPr/>
      </p:nvGrpSpPr>
      <p:grpSpPr>
        <a:xfrm>
          <a:off x="0" y="0"/>
          <a:ext cx="0" cy="0"/>
          <a:chOff x="0" y="0"/>
          <a:chExt cx="0" cy="0"/>
        </a:xfrm>
      </p:grpSpPr>
      <p:sp>
        <p:nvSpPr>
          <p:cNvPr id="728" name="Google Shape;728;p108"/>
          <p:cNvSpPr txBox="1"/>
          <p:nvPr>
            <p:ph type="title"/>
          </p:nvPr>
        </p:nvSpPr>
        <p:spPr>
          <a:xfrm>
            <a:off x="0" y="280988"/>
            <a:ext cx="9144000" cy="68580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dk1"/>
              </a:buClr>
              <a:buSzPts val="3600"/>
              <a:buFont typeface="Calibri"/>
              <a:buNone/>
            </a:pPr>
            <a:r>
              <a:rPr lang="en-US" sz="3600" b="1" i="0" u="none" strike="noStrike" cap="none">
                <a:solidFill>
                  <a:schemeClr val="dk1"/>
                </a:solidFill>
                <a:latin typeface="Calibri"/>
                <a:ea typeface="Calibri"/>
                <a:cs typeface="Calibri"/>
                <a:sym typeface="Calibri"/>
              </a:rPr>
              <a:t>Cloud Service Models</a:t>
            </a:r>
            <a:endParaRPr lang="en-US" sz="3600" b="1" i="0" u="none" strike="noStrike" cap="none">
              <a:solidFill>
                <a:schemeClr val="dk1"/>
              </a:solidFill>
              <a:latin typeface="Calibri"/>
              <a:ea typeface="Calibri"/>
              <a:cs typeface="Calibri"/>
              <a:sym typeface="Calibri"/>
            </a:endParaRPr>
          </a:p>
        </p:txBody>
      </p:sp>
      <p:sp>
        <p:nvSpPr>
          <p:cNvPr id="729" name="Google Shape;729;p108"/>
          <p:cNvSpPr/>
          <p:nvPr/>
        </p:nvSpPr>
        <p:spPr>
          <a:xfrm>
            <a:off x="457200" y="933974"/>
            <a:ext cx="8686800"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alibri"/>
              <a:buNone/>
            </a:pPr>
            <a:r>
              <a:rPr lang="en-US" sz="2400" i="0" u="none" strike="noStrike" cap="none">
                <a:solidFill>
                  <a:schemeClr val="dk1"/>
                </a:solidFill>
                <a:latin typeface="Calibri"/>
                <a:ea typeface="Calibri"/>
                <a:cs typeface="Calibri"/>
                <a:sym typeface="Calibri"/>
              </a:rPr>
              <a:t>A </a:t>
            </a:r>
            <a:r>
              <a:rPr lang="en-US" sz="2400" b="1" i="0" u="none" strike="noStrike" cap="none">
                <a:solidFill>
                  <a:schemeClr val="dk1"/>
                </a:solidFill>
                <a:latin typeface="Calibri"/>
                <a:ea typeface="Calibri"/>
                <a:cs typeface="Calibri"/>
                <a:sym typeface="Calibri"/>
              </a:rPr>
              <a:t>Service model </a:t>
            </a:r>
            <a:r>
              <a:rPr lang="en-US" sz="2400" b="0" i="0" u="none" strike="noStrike" cap="none">
                <a:solidFill>
                  <a:schemeClr val="dk1"/>
                </a:solidFill>
                <a:latin typeface="Calibri"/>
                <a:ea typeface="Calibri"/>
                <a:cs typeface="Calibri"/>
                <a:sym typeface="Calibri"/>
              </a:rPr>
              <a:t>defines the </a:t>
            </a:r>
            <a:r>
              <a:rPr lang="en-US" sz="2400" b="0" i="0" strike="noStrike" cap="none">
                <a:solidFill>
                  <a:schemeClr val="dk1"/>
                </a:solidFill>
                <a:latin typeface="Calibri"/>
                <a:ea typeface="Calibri"/>
                <a:cs typeface="Calibri"/>
                <a:sym typeface="Calibri"/>
              </a:rPr>
              <a:t>type of service </a:t>
            </a:r>
            <a:r>
              <a:rPr lang="en-US" sz="2400" b="0" i="0" u="none" strike="noStrike" cap="none">
                <a:solidFill>
                  <a:schemeClr val="dk1"/>
                </a:solidFill>
                <a:latin typeface="Calibri"/>
                <a:ea typeface="Calibri"/>
                <a:cs typeface="Calibri"/>
                <a:sym typeface="Calibri"/>
              </a:rPr>
              <a:t>that the cloud provider is offering.</a:t>
            </a:r>
            <a:endParaRPr lang="en-US" sz="2400" b="0" i="0" u="none" strike="noStrike" cap="none">
              <a:solidFill>
                <a:schemeClr val="dk1"/>
              </a:solidFill>
              <a:latin typeface="Calibri"/>
              <a:ea typeface="Calibri"/>
              <a:cs typeface="Calibri"/>
              <a:sym typeface="Calibri"/>
            </a:endParaRPr>
          </a:p>
        </p:txBody>
      </p:sp>
      <p:sp>
        <p:nvSpPr>
          <p:cNvPr id="730" name="Google Shape;730;p108"/>
          <p:cNvSpPr txBox="1"/>
          <p:nvPr/>
        </p:nvSpPr>
        <p:spPr>
          <a:xfrm>
            <a:off x="381000" y="6477000"/>
            <a:ext cx="80772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“as a service” implies that SaaS, PaaS, and IaaS are delivered by way of software</a:t>
            </a:r>
            <a:endParaRPr lang="en-US"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731" name="Google Shape;731;p108" descr="The figure shows the three service models of cloud as per NIST."/>
          <p:cNvPicPr preferRelativeResize="0"/>
          <p:nvPr/>
        </p:nvPicPr>
        <p:blipFill rotWithShape="1">
          <a:blip r:embed="rId1"/>
          <a:srcRect/>
          <a:stretch>
            <a:fillRect/>
          </a:stretch>
        </p:blipFill>
        <p:spPr>
          <a:xfrm>
            <a:off x="488004" y="1837721"/>
            <a:ext cx="8162925" cy="452437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3400">
        <p:fade thruBlk="1"/>
      </p:transition>
    </mc:Choice>
    <mc:Fallback>
      <p:transition spd="slow">
        <p:fade thruBlk="1"/>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36" name="Shape 736"/>
        <p:cNvGrpSpPr/>
        <p:nvPr/>
      </p:nvGrpSpPr>
      <p:grpSpPr>
        <a:xfrm>
          <a:off x="0" y="0"/>
          <a:ext cx="0" cy="0"/>
          <a:chOff x="0" y="0"/>
          <a:chExt cx="0" cy="0"/>
        </a:xfrm>
      </p:grpSpPr>
      <p:sp>
        <p:nvSpPr>
          <p:cNvPr id="737" name="Google Shape;737;p109"/>
          <p:cNvSpPr txBox="1"/>
          <p:nvPr/>
        </p:nvSpPr>
        <p:spPr>
          <a:xfrm>
            <a:off x="0" y="276225"/>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rPr>
              <a:t>Characteristics of IaaS </a:t>
            </a:r>
            <a:endPar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8" name="Google Shape;738;p109"/>
          <p:cNvSpPr txBox="1"/>
          <p:nvPr/>
        </p:nvSpPr>
        <p:spPr>
          <a:xfrm>
            <a:off x="914400" y="1478101"/>
            <a:ext cx="7924800" cy="294952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a:solidFill>
                  <a:srgbClr val="000000"/>
                </a:solidFill>
                <a:latin typeface="Arial" panose="020B0604020202020204"/>
                <a:ea typeface="Arial" panose="020B0604020202020204"/>
                <a:cs typeface="Arial" panose="020B0604020202020204"/>
                <a:sym typeface="Arial" panose="020B0604020202020204"/>
              </a:rPr>
              <a:t>Provision of hardware</a:t>
            </a:r>
            <a:endParaRPr lang="en-US" sz="1800">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a:solidFill>
                  <a:srgbClr val="000000"/>
                </a:solidFill>
                <a:latin typeface="Arial" panose="020B0604020202020204"/>
                <a:ea typeface="Arial" panose="020B0604020202020204"/>
                <a:cs typeface="Arial" panose="020B0604020202020204"/>
                <a:sym typeface="Arial" panose="020B0604020202020204"/>
              </a:rPr>
              <a:t>IaaS reduces or eliminates capital costs and complexities of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owning hardware (why buy servers when you can rent them?).</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CSP manages the infrastructure; the client is responsible for other aspects of the deployment such as operating system and applications</a:t>
            </a:r>
            <a:endParaRPr sz="1800" b="0" i="0" u="none" strike="noStrike" cap="none" baseline="30000">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a:solidFill>
                  <a:srgbClr val="000000"/>
                </a:solidFill>
                <a:latin typeface="Arial" panose="020B0604020202020204"/>
                <a:ea typeface="Arial" panose="020B0604020202020204"/>
                <a:cs typeface="Arial" panose="020B0604020202020204"/>
                <a:sym typeface="Arial" panose="020B0604020202020204"/>
              </a:rPr>
              <a:t>IaaS is the base layer of the cloud services stack and serves as the foundation for both PaaS and SaaS.</a:t>
            </a:r>
            <a:endParaRPr lang="en-US" sz="1800">
              <a:solidFill>
                <a:srgbClr val="000000"/>
              </a:solidFill>
              <a:latin typeface="Arial" panose="020B0604020202020204"/>
              <a:ea typeface="Arial" panose="020B0604020202020204"/>
              <a:cs typeface="Arial" panose="020B0604020202020204"/>
              <a:sym typeface="Arial" panose="020B0604020202020204"/>
            </a:endParaRPr>
          </a:p>
        </p:txBody>
      </p:sp>
      <p:sp>
        <p:nvSpPr>
          <p:cNvPr id="739" name="Google Shape;739;p10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44" name="Shape 744"/>
        <p:cNvGrpSpPr/>
        <p:nvPr/>
      </p:nvGrpSpPr>
      <p:grpSpPr>
        <a:xfrm>
          <a:off x="0" y="0"/>
          <a:ext cx="0" cy="0"/>
          <a:chOff x="0" y="0"/>
          <a:chExt cx="0" cy="0"/>
        </a:xfrm>
      </p:grpSpPr>
      <p:sp>
        <p:nvSpPr>
          <p:cNvPr id="745" name="Google Shape;745;p110"/>
          <p:cNvSpPr txBox="1"/>
          <p:nvPr/>
        </p:nvSpPr>
        <p:spPr>
          <a:xfrm>
            <a:off x="0" y="29737"/>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rPr>
              <a:t>Characteristics of PaaS </a:t>
            </a:r>
            <a:endPar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6" name="Google Shape;746;p110"/>
          <p:cNvSpPr txBox="1"/>
          <p:nvPr/>
        </p:nvSpPr>
        <p:spPr>
          <a:xfrm>
            <a:off x="762000" y="1165116"/>
            <a:ext cx="8001000" cy="378052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Provides an environment </a:t>
            </a:r>
            <a:r>
              <a:rPr lang="en-US" sz="1800">
                <a:solidFill>
                  <a:srgbClr val="000000"/>
                </a:solidFill>
                <a:latin typeface="Arial" panose="020B0604020202020204"/>
                <a:ea typeface="Arial" panose="020B0604020202020204"/>
                <a:cs typeface="Arial" panose="020B0604020202020204"/>
                <a:sym typeface="Arial" panose="020B0604020202020204"/>
              </a:rPr>
              <a:t>for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low-cost and rapid development of new applications (e.g., web and mobile).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Most platforms are accessed through an </a:t>
            </a:r>
            <a:r>
              <a:rPr lang="en-US" sz="1800" i="1" u="none" strike="noStrike" cap="none">
                <a:solidFill>
                  <a:srgbClr val="000000"/>
                </a:solidFill>
                <a:latin typeface="Arial" panose="020B0604020202020204"/>
                <a:ea typeface="Arial" panose="020B0604020202020204"/>
                <a:cs typeface="Arial" panose="020B0604020202020204"/>
                <a:sym typeface="Arial" panose="020B0604020202020204"/>
              </a:rPr>
              <a:t>Application programming interface or API.</a:t>
            </a:r>
            <a:endParaRPr lang="en-US" sz="1800" i="1"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Application developers have complete control over deployed applications and configuration settings for the application-hosting environment, but do not manage or control the underlying cloud infrastructure including networks, servers, storage, or </a:t>
            </a:r>
            <a:r>
              <a:rPr lang="en-US" sz="1800">
                <a:solidFill>
                  <a:srgbClr val="000000"/>
                </a:solidFill>
                <a:latin typeface="Arial" panose="020B0604020202020204"/>
                <a:ea typeface="Arial" panose="020B0604020202020204"/>
                <a:cs typeface="Arial" panose="020B0604020202020204"/>
                <a:sym typeface="Arial" panose="020B0604020202020204"/>
              </a:rPr>
              <a:t>operating systems.</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High risk of </a:t>
            </a:r>
            <a:r>
              <a:rPr lang="en-US" sz="1800" b="0" u="none" strike="noStrike" cap="none">
                <a:solidFill>
                  <a:srgbClr val="000000"/>
                </a:solidFill>
                <a:latin typeface="Arial" panose="020B0604020202020204"/>
                <a:ea typeface="Arial" panose="020B0604020202020204"/>
                <a:cs typeface="Arial" panose="020B0604020202020204"/>
                <a:sym typeface="Arial" panose="020B0604020202020204"/>
              </a:rPr>
              <a:t>vendor lock-in</a:t>
            </a:r>
            <a:endParaRPr lang="en-US" sz="1800" b="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7" name="Google Shape;747;p1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51" name="Shape 751"/>
        <p:cNvGrpSpPr/>
        <p:nvPr/>
      </p:nvGrpSpPr>
      <p:grpSpPr>
        <a:xfrm>
          <a:off x="0" y="0"/>
          <a:ext cx="0" cy="0"/>
          <a:chOff x="0" y="0"/>
          <a:chExt cx="0" cy="0"/>
        </a:xfrm>
      </p:grpSpPr>
      <p:sp>
        <p:nvSpPr>
          <p:cNvPr id="752" name="Google Shape;752;p111"/>
          <p:cNvSpPr txBox="1"/>
          <p:nvPr>
            <p:ph type="body" idx="1"/>
          </p:nvPr>
        </p:nvSpPr>
        <p:spPr>
          <a:xfrm>
            <a:off x="437766" y="2205038"/>
            <a:ext cx="5658234" cy="3394333"/>
          </a:xfrm>
          <a:prstGeom prst="rect">
            <a:avLst/>
          </a:prstGeom>
          <a:noFill/>
          <a:ln>
            <a:noFill/>
          </a:ln>
        </p:spPr>
        <p:txBody>
          <a:bodyPr spcFirstLastPara="1" wrap="square" lIns="91400" tIns="45700" rIns="91400" bIns="45700" anchor="t" anchorCtr="0">
            <a:normAutofit/>
          </a:bodyPr>
          <a:lstStyle/>
          <a:p>
            <a:pPr marL="228600" lvl="0" indent="-171450" algn="l" rtl="0">
              <a:lnSpc>
                <a:spcPct val="95000"/>
              </a:lnSpc>
              <a:spcBef>
                <a:spcPts val="0"/>
              </a:spcBef>
              <a:spcAft>
                <a:spcPts val="0"/>
              </a:spcAft>
              <a:buClr>
                <a:schemeClr val="dk2"/>
              </a:buClr>
              <a:buSzPts val="144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An API allows one piece of software talk to another.</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28600" lvl="0" indent="-171450" algn="l" rtl="0">
              <a:lnSpc>
                <a:spcPct val="95000"/>
              </a:lnSpc>
              <a:spcBef>
                <a:spcPts val="1110"/>
              </a:spcBef>
              <a:spcAft>
                <a:spcPts val="0"/>
              </a:spcAft>
              <a:buClr>
                <a:schemeClr val="dk2"/>
              </a:buClr>
              <a:buSzPts val="144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An API defines how a programmer can write a piece of software to extend an existing application’s features or even build entirely new applications.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28600" lvl="0" indent="-80010" algn="l" rtl="0">
              <a:lnSpc>
                <a:spcPct val="95000"/>
              </a:lnSpc>
              <a:spcBef>
                <a:spcPts val="1110"/>
              </a:spcBef>
              <a:spcAft>
                <a:spcPts val="0"/>
              </a:spcAft>
              <a:buClr>
                <a:schemeClr val="dk2"/>
              </a:buClr>
              <a:buSzPts val="1440"/>
              <a:buFont typeface="Arial" panose="020B0604020202020204"/>
              <a:buNone/>
            </a:pPr>
            <a:endParaRPr sz="1800"/>
          </a:p>
          <a:p>
            <a:pPr marL="241300" lvl="1" indent="0" algn="l" rtl="0">
              <a:lnSpc>
                <a:spcPct val="95000"/>
              </a:lnSpc>
              <a:spcBef>
                <a:spcPts val="450"/>
              </a:spcBef>
              <a:spcAft>
                <a:spcPts val="0"/>
              </a:spcAft>
              <a:buSzPts val="1440"/>
              <a:buNone/>
            </a:pPr>
          </a:p>
        </p:txBody>
      </p:sp>
      <p:sp>
        <p:nvSpPr>
          <p:cNvPr id="753" name="Google Shape;753;p111"/>
          <p:cNvSpPr txBox="1"/>
          <p:nvPr>
            <p:ph type="title"/>
          </p:nvPr>
        </p:nvSpPr>
        <p:spPr>
          <a:xfrm>
            <a:off x="0" y="455085"/>
            <a:ext cx="9144000" cy="97578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solidFill>
                  <a:srgbClr val="3F3F3F"/>
                </a:solidFill>
              </a:rPr>
              <a:t>What is an API?</a:t>
            </a:r>
            <a:endParaRPr lang="en-US" sz="3600">
              <a:solidFill>
                <a:srgbClr val="3F3F3F"/>
              </a:solidFill>
            </a:endParaRPr>
          </a:p>
        </p:txBody>
      </p:sp>
      <p:pic>
        <p:nvPicPr>
          <p:cNvPr id="754" name="Google Shape;754;p111"/>
          <p:cNvPicPr preferRelativeResize="0"/>
          <p:nvPr/>
        </p:nvPicPr>
        <p:blipFill rotWithShape="1">
          <a:blip r:embed="rId1"/>
          <a:srcRect/>
          <a:stretch>
            <a:fillRect/>
          </a:stretch>
        </p:blipFill>
        <p:spPr>
          <a:xfrm>
            <a:off x="6210300" y="1846077"/>
            <a:ext cx="2303722" cy="3455583"/>
          </a:xfrm>
          <a:prstGeom prst="rect">
            <a:avLst/>
          </a:prstGeom>
          <a:noFill/>
          <a:ln>
            <a:noFill/>
          </a:ln>
        </p:spPr>
      </p:pic>
      <p:sp>
        <p:nvSpPr>
          <p:cNvPr id="755" name="Google Shape;755;p111"/>
          <p:cNvSpPr txBox="1"/>
          <p:nvPr/>
        </p:nvSpPr>
        <p:spPr>
          <a:xfrm>
            <a:off x="6738824" y="5257800"/>
            <a:ext cx="20574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Source: Cisco</a:t>
            </a:r>
            <a:endParaRPr lang="en-US"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59" name="Shape 759"/>
        <p:cNvGrpSpPr/>
        <p:nvPr/>
      </p:nvGrpSpPr>
      <p:grpSpPr>
        <a:xfrm>
          <a:off x="0" y="0"/>
          <a:ext cx="0" cy="0"/>
          <a:chOff x="0" y="0"/>
          <a:chExt cx="0" cy="0"/>
        </a:xfrm>
      </p:grpSpPr>
      <p:sp>
        <p:nvSpPr>
          <p:cNvPr id="760" name="Google Shape;760;p112"/>
          <p:cNvSpPr txBox="1"/>
          <p:nvPr>
            <p:ph type="title"/>
          </p:nvPr>
        </p:nvSpPr>
        <p:spPr>
          <a:xfrm>
            <a:off x="76200" y="455085"/>
            <a:ext cx="9067800" cy="97578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rgbClr val="3F3F3F"/>
                </a:solidFill>
              </a:rPr>
              <a:t>API using HTTP</a:t>
            </a:r>
            <a:endParaRPr lang="en-US">
              <a:solidFill>
                <a:srgbClr val="3F3F3F"/>
              </a:solidFill>
            </a:endParaRPr>
          </a:p>
        </p:txBody>
      </p:sp>
      <p:sp>
        <p:nvSpPr>
          <p:cNvPr id="761" name="Google Shape;761;p112"/>
          <p:cNvSpPr/>
          <p:nvPr/>
        </p:nvSpPr>
        <p:spPr>
          <a:xfrm>
            <a:off x="304800" y="5489631"/>
            <a:ext cx="385874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JSON = JavaScript Object Notation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62" name="Google Shape;762;p112"/>
          <p:cNvSpPr txBox="1"/>
          <p:nvPr/>
        </p:nvSpPr>
        <p:spPr>
          <a:xfrm>
            <a:off x="5638800" y="4839144"/>
            <a:ext cx="20574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Source: Cisco</a:t>
            </a:r>
            <a:endParaRPr lang="en-US"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763" name="Google Shape;763;p112" descr="Figure shows API using HTTP."/>
          <p:cNvPicPr preferRelativeResize="0"/>
          <p:nvPr/>
        </p:nvPicPr>
        <p:blipFill rotWithShape="1">
          <a:blip r:embed="rId1"/>
          <a:srcRect/>
          <a:stretch>
            <a:fillRect/>
          </a:stretch>
        </p:blipFill>
        <p:spPr>
          <a:xfrm>
            <a:off x="3811204" y="2395000"/>
            <a:ext cx="5000625" cy="2257425"/>
          </a:xfrm>
          <a:prstGeom prst="rect">
            <a:avLst/>
          </a:prstGeom>
          <a:noFill/>
          <a:ln>
            <a:noFill/>
          </a:ln>
        </p:spPr>
      </p:pic>
      <p:sp>
        <p:nvSpPr>
          <p:cNvPr id="764" name="Google Shape;764;p112"/>
          <p:cNvSpPr txBox="1"/>
          <p:nvPr>
            <p:ph type="body" idx="1"/>
          </p:nvPr>
        </p:nvSpPr>
        <p:spPr>
          <a:xfrm>
            <a:off x="76200" y="2205039"/>
            <a:ext cx="3735004" cy="3357562"/>
          </a:xfrm>
          <a:prstGeom prst="rect">
            <a:avLst/>
          </a:prstGeom>
          <a:noFill/>
          <a:ln>
            <a:noFill/>
          </a:ln>
        </p:spPr>
        <p:txBody>
          <a:bodyPr spcFirstLastPara="1" wrap="square" lIns="91400" tIns="45700" rIns="91400" bIns="45700" anchor="t" anchorCtr="0">
            <a:normAutofit/>
          </a:bodyPr>
          <a:lstStyle/>
          <a:p>
            <a:pPr marL="280670" lvl="0" indent="-223520" algn="l" rtl="0">
              <a:lnSpc>
                <a:spcPct val="95000"/>
              </a:lnSpc>
              <a:spcBef>
                <a:spcPts val="0"/>
              </a:spcBef>
              <a:spcAft>
                <a:spcPts val="0"/>
              </a:spcAft>
              <a:buClr>
                <a:srgbClr val="366092"/>
              </a:buClr>
              <a:buSzPts val="144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Developers construct API requests using HyperText Transfer Protocol or HTTP.</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0670" lvl="0" indent="-223520" algn="l" rtl="0">
              <a:lnSpc>
                <a:spcPct val="95000"/>
              </a:lnSpc>
              <a:spcBef>
                <a:spcPts val="1110"/>
              </a:spcBef>
              <a:spcAft>
                <a:spcPts val="0"/>
              </a:spcAft>
              <a:buClr>
                <a:srgbClr val="366092"/>
              </a:buClr>
              <a:buSzPts val="144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The HTTP request asks for JSON formatted data.</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0670" lvl="0" indent="-223520" algn="l" rtl="0">
              <a:lnSpc>
                <a:spcPct val="95000"/>
              </a:lnSpc>
              <a:spcBef>
                <a:spcPts val="1110"/>
              </a:spcBef>
              <a:spcAft>
                <a:spcPts val="0"/>
              </a:spcAft>
              <a:buClr>
                <a:srgbClr val="366092"/>
              </a:buClr>
              <a:buSzPts val="144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If successfully formatted according to the API documentation, the server will respond with JSON data.</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65" name="Google Shape;765;p112"/>
          <p:cNvSpPr/>
          <p:nvPr/>
        </p:nvSpPr>
        <p:spPr>
          <a:xfrm>
            <a:off x="304800" y="5489631"/>
            <a:ext cx="3858749" cy="369332"/>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70" name="Shape 770"/>
        <p:cNvGrpSpPr/>
        <p:nvPr/>
      </p:nvGrpSpPr>
      <p:grpSpPr>
        <a:xfrm>
          <a:off x="0" y="0"/>
          <a:ext cx="0" cy="0"/>
          <a:chOff x="0" y="0"/>
          <a:chExt cx="0" cy="0"/>
        </a:xfrm>
      </p:grpSpPr>
      <p:sp>
        <p:nvSpPr>
          <p:cNvPr id="771" name="Google Shape;771;p113"/>
          <p:cNvSpPr txBox="1"/>
          <p:nvPr/>
        </p:nvSpPr>
        <p:spPr>
          <a:xfrm>
            <a:off x="0" y="15240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rPr>
              <a:t>Characteristics of SaaS </a:t>
            </a:r>
            <a:endPar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2" name="Google Shape;772;p113"/>
          <p:cNvSpPr txBox="1"/>
          <p:nvPr/>
        </p:nvSpPr>
        <p:spPr>
          <a:xfrm>
            <a:off x="609600" y="1295400"/>
            <a:ext cx="8001000" cy="37805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Most popular service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strike="noStrike" cap="none">
                <a:solidFill>
                  <a:srgbClr val="000000"/>
                </a:solidFill>
                <a:latin typeface="Arial" panose="020B0604020202020204"/>
                <a:ea typeface="Arial" panose="020B0604020202020204"/>
                <a:cs typeface="Arial" panose="020B0604020202020204"/>
                <a:sym typeface="Arial" panose="020B0604020202020204"/>
              </a:rPr>
              <a:t>SaaS applications are cloud-native and multitenant.</a:t>
            </a:r>
            <a:endParaRPr lang="en-US" sz="1800" b="0" i="0"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strike="noStrike" cap="none">
                <a:solidFill>
                  <a:srgbClr val="000000"/>
                </a:solidFill>
                <a:latin typeface="Arial" panose="020B0604020202020204"/>
                <a:ea typeface="Arial" panose="020B0604020202020204"/>
                <a:cs typeface="Arial" panose="020B0604020202020204"/>
                <a:sym typeface="Arial" panose="020B0604020202020204"/>
              </a:rPr>
              <a:t>Applications are prebuilt and consumed without </a:t>
            </a:r>
            <a:r>
              <a:rPr lang="en-US" sz="1800">
                <a:solidFill>
                  <a:srgbClr val="000000"/>
                </a:solidFill>
                <a:latin typeface="Arial" panose="020B0604020202020204"/>
                <a:ea typeface="Arial" panose="020B0604020202020204"/>
                <a:cs typeface="Arial" panose="020B0604020202020204"/>
                <a:sym typeface="Arial" panose="020B0604020202020204"/>
              </a:rPr>
              <a:t>significant </a:t>
            </a:r>
            <a:r>
              <a:rPr lang="en-US" sz="1800" b="0" i="0" strike="noStrike" cap="none">
                <a:solidFill>
                  <a:srgbClr val="000000"/>
                </a:solidFill>
                <a:latin typeface="Arial" panose="020B0604020202020204"/>
                <a:ea typeface="Arial" panose="020B0604020202020204"/>
                <a:cs typeface="Arial" panose="020B0604020202020204"/>
                <a:sym typeface="Arial" panose="020B0604020202020204"/>
              </a:rPr>
              <a:t>customization. </a:t>
            </a:r>
            <a:endParaRPr lang="en-US" sz="1800" b="0" i="0"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a:solidFill>
                  <a:srgbClr val="000000"/>
                </a:solidFill>
                <a:latin typeface="Arial" panose="020B0604020202020204"/>
                <a:ea typeface="Arial" panose="020B0604020202020204"/>
                <a:cs typeface="Arial" panose="020B0604020202020204"/>
                <a:sym typeface="Arial" panose="020B0604020202020204"/>
              </a:rPr>
              <a:t>Deployment and maintenance including patching and updates of the application software is handled by the CSP.</a:t>
            </a:r>
            <a:endParaRPr lang="en-US" sz="1800">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Users simply use the software; they do not control or manage the underlying infrastructure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a:solidFill>
                  <a:srgbClr val="000000"/>
                </a:solidFill>
                <a:latin typeface="Arial" panose="020B0604020202020204"/>
                <a:ea typeface="Arial" panose="020B0604020202020204"/>
                <a:cs typeface="Arial" panose="020B0604020202020204"/>
                <a:sym typeface="Arial" panose="020B0604020202020204"/>
              </a:rPr>
              <a:t>Applications can be accessed anytime from anywhere using any client device (device and location independence).</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3" name="Google Shape;773;p1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78" name="Shape 778"/>
        <p:cNvGrpSpPr/>
        <p:nvPr/>
      </p:nvGrpSpPr>
      <p:grpSpPr>
        <a:xfrm>
          <a:off x="0" y="0"/>
          <a:ext cx="0" cy="0"/>
          <a:chOff x="0" y="0"/>
          <a:chExt cx="0" cy="0"/>
        </a:xfrm>
      </p:grpSpPr>
      <p:sp>
        <p:nvSpPr>
          <p:cNvPr id="779" name="Google Shape;779;p114"/>
          <p:cNvSpPr txBox="1"/>
          <p:nvPr/>
        </p:nvSpPr>
        <p:spPr>
          <a:xfrm>
            <a:off x="1" y="182904"/>
            <a:ext cx="9144000"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0" i="0" u="none" strike="noStrike" cap="none">
                <a:solidFill>
                  <a:srgbClr val="000000"/>
                </a:solidFill>
                <a:latin typeface="Arial" panose="020B0604020202020204"/>
                <a:ea typeface="Arial" panose="020B0604020202020204"/>
                <a:cs typeface="Arial" panose="020B0604020202020204"/>
                <a:sym typeface="Arial" panose="020B0604020202020204"/>
              </a:rPr>
              <a:t>Shared Responsibility Model</a:t>
            </a:r>
            <a:endParaRPr lang="en-US" sz="3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0" name="Google Shape;780;p114"/>
          <p:cNvSpPr txBox="1"/>
          <p:nvPr/>
        </p:nvSpPr>
        <p:spPr>
          <a:xfrm>
            <a:off x="304800" y="4395787"/>
            <a:ext cx="8199099"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The figure depicts how responsibilities are shared between two parties,  the CSP and the Cloud Customer and how they vary based on the service model chosen.</a:t>
            </a:r>
            <a:endParaRPr lang="en-US"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As you can clearly see, with an on-premise deployment, an organization manages everything. </a:t>
            </a:r>
            <a:endParaRPr lang="en-US"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With IaaS, the CSP manages the infrastructure components including servers, storage devices, networking equipment, and the virtualization software. The operating system deployed on individual virtual machines including patching and upgrades, applications, and data fall under the customer’s purview.</a:t>
            </a:r>
            <a:endParaRPr lang="en-US"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Customer responsibilities diminish as we move away from IaaS to PaaS to SaaS. No matter what the service model, the organization is always responsible for its data in the cloud.</a:t>
            </a:r>
            <a:endParaRPr lang="en-US" sz="1400">
              <a:solidFill>
                <a:schemeClr val="dk1"/>
              </a:solidFill>
              <a:latin typeface="Arial" panose="020B0604020202020204"/>
              <a:ea typeface="Arial" panose="020B0604020202020204"/>
              <a:cs typeface="Arial" panose="020B0604020202020204"/>
              <a:sym typeface="Arial" panose="020B0604020202020204"/>
            </a:endParaRPr>
          </a:p>
        </p:txBody>
      </p:sp>
      <p:pic>
        <p:nvPicPr>
          <p:cNvPr id="781" name="Google Shape;781;p114" descr="Depiction on how responsibilities between the cloud customer and the CSP vary with the service model."/>
          <p:cNvPicPr preferRelativeResize="0"/>
          <p:nvPr/>
        </p:nvPicPr>
        <p:blipFill rotWithShape="1">
          <a:blip r:embed="rId1"/>
          <a:srcRect/>
          <a:stretch>
            <a:fillRect/>
          </a:stretch>
        </p:blipFill>
        <p:spPr>
          <a:xfrm>
            <a:off x="2102492" y="835856"/>
            <a:ext cx="4939016" cy="35356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86" name="Shape 786"/>
        <p:cNvGrpSpPr/>
        <p:nvPr/>
      </p:nvGrpSpPr>
      <p:grpSpPr>
        <a:xfrm>
          <a:off x="0" y="0"/>
          <a:ext cx="0" cy="0"/>
          <a:chOff x="0" y="0"/>
          <a:chExt cx="0" cy="0"/>
        </a:xfrm>
      </p:grpSpPr>
      <p:sp>
        <p:nvSpPr>
          <p:cNvPr id="787" name="Google Shape;787;p115"/>
          <p:cNvSpPr txBox="1"/>
          <p:nvPr>
            <p:ph type="title" idx="4294967295"/>
          </p:nvPr>
        </p:nvSpPr>
        <p:spPr>
          <a:xfrm>
            <a:off x="0" y="228600"/>
            <a:ext cx="90678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alibri"/>
              <a:buNone/>
            </a:pPr>
            <a:r>
              <a:rPr lang="en-US" sz="3600" b="1">
                <a:latin typeface="Calibri"/>
                <a:ea typeface="Calibri"/>
                <a:cs typeface="Calibri"/>
                <a:sym typeface="Calibri"/>
              </a:rPr>
              <a:t>Business Drivers for Cloud Computing </a:t>
            </a:r>
            <a:endParaRPr lang="en-US" sz="3600" b="1">
              <a:latin typeface="Calibri"/>
              <a:ea typeface="Calibri"/>
              <a:cs typeface="Calibri"/>
              <a:sym typeface="Calibri"/>
            </a:endParaRPr>
          </a:p>
        </p:txBody>
      </p:sp>
      <p:sp>
        <p:nvSpPr>
          <p:cNvPr id="788" name="Google Shape;788;p115"/>
          <p:cNvSpPr/>
          <p:nvPr/>
        </p:nvSpPr>
        <p:spPr>
          <a:xfrm>
            <a:off x="685800" y="1752600"/>
            <a:ext cx="7829550" cy="22860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For most businesses, IT has become a necessity. </a:t>
            </a:r>
            <a:r>
              <a:rPr lang="en-US" sz="1800" b="0" u="none" strike="noStrike" cap="none">
                <a:solidFill>
                  <a:srgbClr val="3F3F3F"/>
                </a:solidFill>
                <a:latin typeface="Arial" panose="020B0604020202020204"/>
                <a:ea typeface="Arial" panose="020B0604020202020204"/>
                <a:cs typeface="Arial" panose="020B0604020202020204"/>
                <a:sym typeface="Arial" panose="020B0604020202020204"/>
              </a:rPr>
              <a:t>Hosting IT services in-house can be costly and distract businesses from focusing on their core competencies. </a:t>
            </a:r>
            <a:endParaRPr lang="en-US" sz="1800" b="0" u="none" strike="noStrike" cap="none">
              <a:solidFill>
                <a:srgbClr val="3F3F3F"/>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36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Two major  business drivers for Cloud are lower costs and increase in agility.</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90000"/>
              </a:lnSpc>
              <a:spcBef>
                <a:spcPts val="480"/>
              </a:spcBef>
              <a:spcAft>
                <a:spcPts val="0"/>
              </a:spcAft>
              <a:buClr>
                <a:schemeClr val="dk1"/>
              </a:buClr>
              <a:buSzPts val="2400"/>
              <a:buFont typeface="Arial" panose="020B0604020202020204"/>
              <a:buNone/>
            </a:pPr>
            <a:endParaRPr sz="2400" b="0" i="0" u="none" strike="noStrike" cap="none">
              <a:solidFill>
                <a:srgbClr val="000000"/>
              </a:solidFill>
              <a:latin typeface="Calibri"/>
              <a:ea typeface="Calibri"/>
              <a:cs typeface="Calibri"/>
              <a:sym typeface="Calibri"/>
            </a:endParaRPr>
          </a:p>
        </p:txBody>
      </p:sp>
      <p:sp>
        <p:nvSpPr>
          <p:cNvPr id="789" name="Google Shape;789;p115"/>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93" name="Shape 793"/>
        <p:cNvGrpSpPr/>
        <p:nvPr/>
      </p:nvGrpSpPr>
      <p:grpSpPr>
        <a:xfrm>
          <a:off x="0" y="0"/>
          <a:ext cx="0" cy="0"/>
          <a:chOff x="0" y="0"/>
          <a:chExt cx="0" cy="0"/>
        </a:xfrm>
      </p:grpSpPr>
      <p:sp>
        <p:nvSpPr>
          <p:cNvPr id="794" name="Google Shape;794;p116"/>
          <p:cNvSpPr txBox="1"/>
          <p:nvPr>
            <p:ph type="body" idx="1"/>
          </p:nvPr>
        </p:nvSpPr>
        <p:spPr>
          <a:xfrm>
            <a:off x="457200" y="1295400"/>
            <a:ext cx="84582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b="1">
                <a:latin typeface="Arial" panose="020B0604020202020204"/>
                <a:ea typeface="Arial" panose="020B0604020202020204"/>
                <a:cs typeface="Arial" panose="020B0604020202020204"/>
                <a:sym typeface="Arial" panose="020B0604020202020204"/>
              </a:rPr>
              <a:t>Lower costs from economies of scale </a:t>
            </a:r>
            <a:endParaRPr lang="en-US" sz="1800" b="1">
              <a:latin typeface="Arial" panose="020B0604020202020204"/>
              <a:ea typeface="Arial" panose="020B0604020202020204"/>
              <a:cs typeface="Arial" panose="020B0604020202020204"/>
              <a:sym typeface="Arial" panose="020B0604020202020204"/>
            </a:endParaRPr>
          </a:p>
          <a:p>
            <a:pPr marL="742950" lvl="1" indent="-285750" algn="just"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Public CSPs support thousands of customers</a:t>
            </a:r>
            <a:endParaRPr lang="en-US" sz="1600">
              <a:latin typeface="Arial" panose="020B0604020202020204"/>
              <a:ea typeface="Arial" panose="020B0604020202020204"/>
              <a:cs typeface="Arial" panose="020B0604020202020204"/>
              <a:sym typeface="Arial" panose="020B0604020202020204"/>
            </a:endParaRPr>
          </a:p>
          <a:p>
            <a:pPr marL="742950" lvl="1" indent="-285750" algn="just"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They are able to offer services at reasonable pricing due to economies of scale</a:t>
            </a:r>
            <a:endParaRPr lang="en-US" sz="1600">
              <a:latin typeface="Arial" panose="020B0604020202020204"/>
              <a:ea typeface="Arial" panose="020B0604020202020204"/>
              <a:cs typeface="Arial" panose="020B0604020202020204"/>
              <a:sym typeface="Arial" panose="020B0604020202020204"/>
            </a:endParaRPr>
          </a:p>
          <a:p>
            <a:pPr marL="742950" lvl="1" indent="-285750" algn="just"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Customers can avail of multiple pricing options based on their workload requirements.</a:t>
            </a:r>
            <a:endParaRPr lang="en-US" sz="1600">
              <a:latin typeface="Arial" panose="020B0604020202020204"/>
              <a:ea typeface="Arial" panose="020B0604020202020204"/>
              <a:cs typeface="Arial" panose="020B0604020202020204"/>
              <a:sym typeface="Arial" panose="020B0604020202020204"/>
            </a:endParaRPr>
          </a:p>
          <a:p>
            <a:pPr marL="342900" lvl="0" indent="-228600" algn="just" rtl="0">
              <a:spcBef>
                <a:spcPts val="360"/>
              </a:spcBef>
              <a:spcAft>
                <a:spcPts val="0"/>
              </a:spcAft>
              <a:buClr>
                <a:schemeClr val="dk1"/>
              </a:buClr>
              <a:buSzPts val="1800"/>
              <a:buNone/>
            </a:pPr>
            <a:endParaRPr sz="1800" b="1">
              <a:latin typeface="Arial" panose="020B0604020202020204"/>
              <a:ea typeface="Arial" panose="020B0604020202020204"/>
              <a:cs typeface="Arial" panose="020B0604020202020204"/>
              <a:sym typeface="Arial" panose="020B0604020202020204"/>
            </a:endParaRPr>
          </a:p>
          <a:p>
            <a:pPr marL="342900" lvl="0" indent="-342900" algn="just" rtl="0">
              <a:spcBef>
                <a:spcPts val="360"/>
              </a:spcBef>
              <a:spcAft>
                <a:spcPts val="0"/>
              </a:spcAft>
              <a:buClr>
                <a:schemeClr val="dk1"/>
              </a:buClr>
              <a:buSzPts val="1800"/>
              <a:buChar char="•"/>
            </a:pPr>
            <a:r>
              <a:rPr lang="en-US" sz="1800" b="1">
                <a:latin typeface="Arial" panose="020B0604020202020204"/>
                <a:ea typeface="Arial" panose="020B0604020202020204"/>
                <a:cs typeface="Arial" panose="020B0604020202020204"/>
                <a:sym typeface="Arial" panose="020B0604020202020204"/>
              </a:rPr>
              <a:t>Shift from CAPEX to OPEX (variable)</a:t>
            </a:r>
            <a:endParaRPr lang="en-US" sz="1800" b="1">
              <a:latin typeface="Arial" panose="020B0604020202020204"/>
              <a:ea typeface="Arial" panose="020B0604020202020204"/>
              <a:cs typeface="Arial" panose="020B0604020202020204"/>
              <a:sym typeface="Arial" panose="020B0604020202020204"/>
            </a:endParaRPr>
          </a:p>
          <a:p>
            <a:pPr marL="742950" lvl="1" indent="-285750" algn="just"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No upfront costs of purchasing and maintaining hardware (except when on-premise)</a:t>
            </a:r>
            <a:endParaRPr lang="en-US" sz="1600">
              <a:latin typeface="Arial" panose="020B0604020202020204"/>
              <a:ea typeface="Arial" panose="020B0604020202020204"/>
              <a:cs typeface="Arial" panose="020B0604020202020204"/>
              <a:sym typeface="Arial" panose="020B0604020202020204"/>
            </a:endParaRPr>
          </a:p>
          <a:p>
            <a:pPr marL="742950" lvl="1" indent="-285750" algn="just"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Only pay for resources or services consumed (pay-per-use)</a:t>
            </a:r>
            <a:endParaRPr lang="en-US" sz="1600">
              <a:latin typeface="Arial" panose="020B0604020202020204"/>
              <a:ea typeface="Arial" panose="020B0604020202020204"/>
              <a:cs typeface="Arial" panose="020B0604020202020204"/>
              <a:sym typeface="Arial" panose="020B0604020202020204"/>
            </a:endParaRPr>
          </a:p>
          <a:p>
            <a:pPr marL="342900" lvl="0" indent="-215900" algn="just" rtl="0">
              <a:spcBef>
                <a:spcPts val="400"/>
              </a:spcBef>
              <a:spcAft>
                <a:spcPts val="0"/>
              </a:spcAft>
              <a:buClr>
                <a:schemeClr val="dk1"/>
              </a:buClr>
              <a:buSzPts val="2000"/>
              <a:buNone/>
            </a:pPr>
            <a:endParaRPr sz="2000" b="1"/>
          </a:p>
          <a:p>
            <a:pPr marL="0" lvl="0" indent="0" algn="just" rtl="0">
              <a:spcBef>
                <a:spcPts val="420"/>
              </a:spcBef>
              <a:spcAft>
                <a:spcPts val="0"/>
              </a:spcAft>
              <a:buClr>
                <a:schemeClr val="dk1"/>
              </a:buClr>
              <a:buSzPts val="2100"/>
              <a:buNone/>
            </a:pPr>
            <a:endParaRPr sz="2100" b="1"/>
          </a:p>
          <a:p>
            <a:pPr marL="457200" lvl="1" indent="0" algn="just" rtl="0">
              <a:spcBef>
                <a:spcPts val="420"/>
              </a:spcBef>
              <a:spcAft>
                <a:spcPts val="0"/>
              </a:spcAft>
              <a:buClr>
                <a:schemeClr val="dk1"/>
              </a:buClr>
              <a:buSzPts val="2100"/>
              <a:buFont typeface="Arial" panose="020B0604020202020204"/>
              <a:buNone/>
            </a:pPr>
            <a:endParaRPr sz="2100"/>
          </a:p>
          <a:p>
            <a:pPr marL="0" lvl="0" indent="0" algn="just" rtl="0">
              <a:spcBef>
                <a:spcPts val="480"/>
              </a:spcBef>
              <a:spcAft>
                <a:spcPts val="0"/>
              </a:spcAft>
              <a:buClr>
                <a:schemeClr val="dk1"/>
              </a:buClr>
              <a:buSzPts val="2400"/>
              <a:buFont typeface="Arial" panose="020B0604020202020204"/>
              <a:buNone/>
            </a:pPr>
            <a:endParaRPr sz="2400"/>
          </a:p>
        </p:txBody>
      </p:sp>
      <p:sp>
        <p:nvSpPr>
          <p:cNvPr id="795" name="Google Shape;795;p1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796" name="Google Shape;796;p116"/>
          <p:cNvSpPr txBox="1"/>
          <p:nvPr/>
        </p:nvSpPr>
        <p:spPr>
          <a:xfrm>
            <a:off x="0" y="0"/>
            <a:ext cx="9067800" cy="121920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3600">
                <a:solidFill>
                  <a:schemeClr val="dk1"/>
                </a:solidFill>
                <a:latin typeface="Calibri"/>
                <a:ea typeface="Calibri"/>
                <a:cs typeface="Calibri"/>
                <a:sym typeface="Calibri"/>
              </a:rPr>
              <a:t>Reducing Costs</a:t>
            </a:r>
            <a:endParaRPr lang="en-US" sz="3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801" name="Shape 801"/>
        <p:cNvGrpSpPr/>
        <p:nvPr/>
      </p:nvGrpSpPr>
      <p:grpSpPr>
        <a:xfrm>
          <a:off x="0" y="0"/>
          <a:ext cx="0" cy="0"/>
          <a:chOff x="0" y="0"/>
          <a:chExt cx="0" cy="0"/>
        </a:xfrm>
      </p:grpSpPr>
      <p:sp>
        <p:nvSpPr>
          <p:cNvPr id="802" name="Google Shape;802;p117"/>
          <p:cNvSpPr txBox="1"/>
          <p:nvPr>
            <p:ph type="body" idx="1"/>
          </p:nvPr>
        </p:nvSpPr>
        <p:spPr>
          <a:xfrm>
            <a:off x="350196" y="990600"/>
            <a:ext cx="8420100" cy="519906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900"/>
              <a:buChar char="•"/>
            </a:pPr>
            <a:r>
              <a:rPr lang="en-US" sz="1900" b="1">
                <a:latin typeface="Arial" panose="020B0604020202020204"/>
                <a:ea typeface="Arial" panose="020B0604020202020204"/>
                <a:cs typeface="Arial" panose="020B0604020202020204"/>
                <a:sym typeface="Arial" panose="020B0604020202020204"/>
              </a:rPr>
              <a:t>On-demand Scalability and Elasticity</a:t>
            </a:r>
            <a:endParaRPr lang="en-US" sz="1900" b="1">
              <a:latin typeface="Arial" panose="020B0604020202020204"/>
              <a:ea typeface="Arial" panose="020B0604020202020204"/>
              <a:cs typeface="Arial" panose="020B0604020202020204"/>
              <a:sym typeface="Arial" panose="020B0604020202020204"/>
            </a:endParaRPr>
          </a:p>
          <a:p>
            <a:pPr marL="822960" lvl="0" indent="-3429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Ability to scale resources up</a:t>
            </a:r>
            <a:r>
              <a:rPr lang="en-US" sz="1600" baseline="30000">
                <a:latin typeface="Arial" panose="020B0604020202020204"/>
                <a:ea typeface="Arial" panose="020B0604020202020204"/>
                <a:cs typeface="Arial" panose="020B0604020202020204"/>
                <a:sym typeface="Arial" panose="020B0604020202020204"/>
              </a:rPr>
              <a:t>1</a:t>
            </a:r>
            <a:r>
              <a:rPr lang="en-US" sz="1600">
                <a:latin typeface="Arial" panose="020B0604020202020204"/>
                <a:ea typeface="Arial" panose="020B0604020202020204"/>
                <a:cs typeface="Arial" panose="020B0604020202020204"/>
                <a:sym typeface="Arial" panose="020B0604020202020204"/>
              </a:rPr>
              <a:t> or down and out</a:t>
            </a:r>
            <a:r>
              <a:rPr lang="en-US" sz="1600" baseline="30000">
                <a:latin typeface="Arial" panose="020B0604020202020204"/>
                <a:ea typeface="Arial" panose="020B0604020202020204"/>
                <a:cs typeface="Arial" panose="020B0604020202020204"/>
                <a:sym typeface="Arial" panose="020B0604020202020204"/>
              </a:rPr>
              <a:t>2</a:t>
            </a:r>
            <a:r>
              <a:rPr lang="en-US" sz="1600">
                <a:latin typeface="Arial" panose="020B0604020202020204"/>
                <a:ea typeface="Arial" panose="020B0604020202020204"/>
                <a:cs typeface="Arial" panose="020B0604020202020204"/>
                <a:sym typeface="Arial" panose="020B0604020202020204"/>
              </a:rPr>
              <a:t> or in based on need</a:t>
            </a:r>
            <a:endParaRPr lang="en-US" sz="1600">
              <a:latin typeface="Arial" panose="020B0604020202020204"/>
              <a:ea typeface="Arial" panose="020B0604020202020204"/>
              <a:cs typeface="Arial" panose="020B0604020202020204"/>
              <a:sym typeface="Arial" panose="020B0604020202020204"/>
            </a:endParaRPr>
          </a:p>
          <a:p>
            <a:pPr marL="822960" lvl="0" indent="-3429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Obviates need for guessing, planning, or provisioning capacity</a:t>
            </a:r>
            <a:endParaRPr lang="en-US" sz="1600">
              <a:latin typeface="Arial" panose="020B0604020202020204"/>
              <a:ea typeface="Arial" panose="020B0604020202020204"/>
              <a:cs typeface="Arial" panose="020B0604020202020204"/>
              <a:sym typeface="Arial" panose="020B0604020202020204"/>
            </a:endParaRPr>
          </a:p>
          <a:p>
            <a:pPr marL="365760" lvl="0" indent="0" algn="l" rtl="0">
              <a:spcBef>
                <a:spcPts val="500"/>
              </a:spcBef>
              <a:spcAft>
                <a:spcPts val="0"/>
              </a:spcAft>
              <a:buClr>
                <a:schemeClr val="dk1"/>
              </a:buClr>
              <a:buSzPts val="1900"/>
              <a:buNone/>
            </a:pPr>
            <a:endParaRPr sz="1900">
              <a:latin typeface="Arial" panose="020B0604020202020204"/>
              <a:ea typeface="Arial" panose="020B0604020202020204"/>
              <a:cs typeface="Arial" panose="020B0604020202020204"/>
              <a:sym typeface="Arial" panose="020B0604020202020204"/>
            </a:endParaRPr>
          </a:p>
          <a:p>
            <a:pPr marL="342900" lvl="0" indent="-342900" algn="l" rtl="0">
              <a:spcBef>
                <a:spcPts val="500"/>
              </a:spcBef>
              <a:spcAft>
                <a:spcPts val="0"/>
              </a:spcAft>
              <a:buClr>
                <a:schemeClr val="dk1"/>
              </a:buClr>
              <a:buSzPts val="1900"/>
              <a:buChar char="•"/>
            </a:pPr>
            <a:r>
              <a:rPr lang="en-US" sz="1900" b="1">
                <a:latin typeface="Arial" panose="020B0604020202020204"/>
                <a:ea typeface="Arial" panose="020B0604020202020204"/>
                <a:cs typeface="Arial" panose="020B0604020202020204"/>
                <a:sym typeface="Arial" panose="020B0604020202020204"/>
              </a:rPr>
              <a:t>Faster time to market</a:t>
            </a:r>
            <a:endParaRPr lang="en-US" sz="1900" b="1">
              <a:latin typeface="Arial" panose="020B0604020202020204"/>
              <a:ea typeface="Arial" panose="020B0604020202020204"/>
              <a:cs typeface="Arial" panose="020B0604020202020204"/>
              <a:sym typeface="Arial" panose="020B0604020202020204"/>
            </a:endParaRPr>
          </a:p>
          <a:p>
            <a:pPr marL="822960" lvl="0" indent="-4572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Organizations can quickly deploy development and testing environments in the cloud.</a:t>
            </a:r>
            <a:endParaRPr lang="en-US" sz="1600">
              <a:latin typeface="Arial" panose="020B0604020202020204"/>
              <a:ea typeface="Arial" panose="020B0604020202020204"/>
              <a:cs typeface="Arial" panose="020B0604020202020204"/>
              <a:sym typeface="Arial" panose="020B0604020202020204"/>
            </a:endParaRPr>
          </a:p>
          <a:p>
            <a:pPr marL="822960" lvl="0" indent="-4572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Provides opportunities to experiment, innovate, and rapidly develop new products</a:t>
            </a:r>
            <a:endParaRPr lang="en-US" sz="1600">
              <a:latin typeface="Arial" panose="020B0604020202020204"/>
              <a:ea typeface="Arial" panose="020B0604020202020204"/>
              <a:cs typeface="Arial" panose="020B0604020202020204"/>
              <a:sym typeface="Arial" panose="020B0604020202020204"/>
            </a:endParaRPr>
          </a:p>
          <a:p>
            <a:pPr marL="365760" lvl="0" indent="0" algn="l" rtl="0">
              <a:spcBef>
                <a:spcPts val="500"/>
              </a:spcBef>
              <a:spcAft>
                <a:spcPts val="0"/>
              </a:spcAft>
              <a:buClr>
                <a:schemeClr val="dk1"/>
              </a:buClr>
              <a:buSzPts val="1900"/>
              <a:buNone/>
            </a:pPr>
            <a:endParaRPr sz="1900">
              <a:latin typeface="Arial" panose="020B0604020202020204"/>
              <a:ea typeface="Arial" panose="020B0604020202020204"/>
              <a:cs typeface="Arial" panose="020B0604020202020204"/>
              <a:sym typeface="Arial" panose="020B0604020202020204"/>
            </a:endParaRPr>
          </a:p>
          <a:p>
            <a:pPr marL="342900" lvl="0" indent="-342900" algn="l" rtl="0">
              <a:spcBef>
                <a:spcPts val="500"/>
              </a:spcBef>
              <a:spcAft>
                <a:spcPts val="0"/>
              </a:spcAft>
              <a:buClr>
                <a:schemeClr val="dk1"/>
              </a:buClr>
              <a:buSzPts val="1900"/>
              <a:buChar char="•"/>
            </a:pPr>
            <a:r>
              <a:rPr lang="en-US" sz="1900" b="1">
                <a:latin typeface="Arial" panose="020B0604020202020204"/>
                <a:ea typeface="Arial" panose="020B0604020202020204"/>
                <a:cs typeface="Arial" panose="020B0604020202020204"/>
                <a:sym typeface="Arial" panose="020B0604020202020204"/>
              </a:rPr>
              <a:t>More Focus on Core Business</a:t>
            </a:r>
            <a:endParaRPr lang="en-US" sz="1900" b="1">
              <a:latin typeface="Arial" panose="020B0604020202020204"/>
              <a:ea typeface="Arial" panose="020B0604020202020204"/>
              <a:cs typeface="Arial" panose="020B0604020202020204"/>
              <a:sym typeface="Arial" panose="020B0604020202020204"/>
            </a:endParaRPr>
          </a:p>
          <a:p>
            <a:pPr marL="822960" lvl="0" indent="-4572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Cloud adoption transfers many routine administrative duties to the CSP.</a:t>
            </a:r>
            <a:endParaRPr lang="en-US" sz="1600">
              <a:latin typeface="Arial" panose="020B0604020202020204"/>
              <a:ea typeface="Arial" panose="020B0604020202020204"/>
              <a:cs typeface="Arial" panose="020B0604020202020204"/>
              <a:sym typeface="Arial" panose="020B0604020202020204"/>
            </a:endParaRPr>
          </a:p>
          <a:p>
            <a:pPr marL="822960" marR="0" lvl="0" indent="-457200" algn="l" rtl="0">
              <a:lnSpc>
                <a:spcPct val="100000"/>
              </a:lnSpc>
              <a:spcBef>
                <a:spcPts val="50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IT staff can focus their time on more important business goals.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spcBef>
                <a:spcPts val="500"/>
              </a:spcBef>
              <a:spcAft>
                <a:spcPts val="0"/>
              </a:spcAft>
              <a:buClr>
                <a:schemeClr val="dk1"/>
              </a:buClr>
              <a:buSzPts val="1600"/>
              <a:buNone/>
            </a:pPr>
            <a:endParaRPr sz="1600" b="1">
              <a:latin typeface="Arial" panose="020B0604020202020204"/>
              <a:ea typeface="Arial" panose="020B0604020202020204"/>
              <a:cs typeface="Arial" panose="020B0604020202020204"/>
              <a:sym typeface="Arial" panose="020B0604020202020204"/>
            </a:endParaRPr>
          </a:p>
          <a:p>
            <a:pPr marL="342900" lvl="0" indent="-342900" algn="l" rtl="0">
              <a:spcBef>
                <a:spcPts val="500"/>
              </a:spcBef>
              <a:spcAft>
                <a:spcPts val="0"/>
              </a:spcAft>
              <a:buClr>
                <a:schemeClr val="dk1"/>
              </a:buClr>
              <a:buSzPts val="1900"/>
              <a:buChar char="•"/>
            </a:pPr>
            <a:r>
              <a:rPr lang="en-US" sz="1900" b="1">
                <a:latin typeface="Arial" panose="020B0604020202020204"/>
                <a:ea typeface="Arial" panose="020B0604020202020204"/>
                <a:cs typeface="Arial" panose="020B0604020202020204"/>
                <a:sym typeface="Arial" panose="020B0604020202020204"/>
              </a:rPr>
              <a:t>Global access </a:t>
            </a:r>
            <a:endParaRPr lang="en-US" sz="1900" b="1">
              <a:latin typeface="Arial" panose="020B0604020202020204"/>
              <a:ea typeface="Arial" panose="020B0604020202020204"/>
              <a:cs typeface="Arial" panose="020B0604020202020204"/>
              <a:sym typeface="Arial" panose="020B0604020202020204"/>
            </a:endParaRPr>
          </a:p>
          <a:p>
            <a:pPr marL="822960" lvl="0" indent="-457200" algn="l" rtl="0">
              <a:spcBef>
                <a:spcPts val="500"/>
              </a:spcBef>
              <a:spcAft>
                <a:spcPts val="0"/>
              </a:spcAft>
              <a:buClr>
                <a:schemeClr val="dk1"/>
              </a:buClr>
              <a:buSzPts val="1600"/>
              <a:buFont typeface="Arial" panose="020B0604020202020204"/>
              <a:buChar char="‒"/>
            </a:pPr>
            <a:r>
              <a:rPr lang="en-US" sz="1600">
                <a:latin typeface="Arial" panose="020B0604020202020204"/>
                <a:ea typeface="Arial" panose="020B0604020202020204"/>
                <a:cs typeface="Arial" panose="020B0604020202020204"/>
                <a:sym typeface="Arial" panose="020B0604020202020204"/>
              </a:rPr>
              <a:t>Applications can be deployed in multiple geographic regions across the globe to provide lower latency and improved experience to users.</a:t>
            </a:r>
            <a:endParaRPr lang="en-US" sz="1600">
              <a:latin typeface="Arial" panose="020B0604020202020204"/>
              <a:ea typeface="Arial" panose="020B0604020202020204"/>
              <a:cs typeface="Arial" panose="020B0604020202020204"/>
              <a:sym typeface="Arial" panose="020B0604020202020204"/>
            </a:endParaRPr>
          </a:p>
          <a:p>
            <a:pPr marL="708660" lvl="0" indent="-215900" algn="l" rtl="0">
              <a:spcBef>
                <a:spcPts val="0"/>
              </a:spcBef>
              <a:spcAft>
                <a:spcPts val="0"/>
              </a:spcAft>
              <a:buClr>
                <a:schemeClr val="dk1"/>
              </a:buClr>
              <a:buSzPts val="2000"/>
              <a:buFont typeface="Calibri"/>
              <a:buNone/>
            </a:pPr>
            <a:endParaRPr sz="2000" b="1"/>
          </a:p>
        </p:txBody>
      </p:sp>
      <p:sp>
        <p:nvSpPr>
          <p:cNvPr id="803" name="Google Shape;803;p1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04" name="Google Shape;804;p117"/>
          <p:cNvSpPr txBox="1"/>
          <p:nvPr/>
        </p:nvSpPr>
        <p:spPr>
          <a:xfrm>
            <a:off x="0" y="0"/>
            <a:ext cx="9067800" cy="121920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3600">
                <a:solidFill>
                  <a:schemeClr val="dk1"/>
                </a:solidFill>
                <a:latin typeface="Calibri"/>
                <a:ea typeface="Calibri"/>
                <a:cs typeface="Calibri"/>
                <a:sym typeface="Calibri"/>
              </a:rPr>
              <a:t>Increasing Agility</a:t>
            </a:r>
            <a:endParaRPr lang="en-US" sz="3600">
              <a:solidFill>
                <a:schemeClr val="dk1"/>
              </a:solidFill>
              <a:latin typeface="Calibri"/>
              <a:ea typeface="Calibri"/>
              <a:cs typeface="Calibri"/>
              <a:sym typeface="Calibri"/>
            </a:endParaRPr>
          </a:p>
        </p:txBody>
      </p:sp>
      <p:sp>
        <p:nvSpPr>
          <p:cNvPr id="805" name="Google Shape;805;p117"/>
          <p:cNvSpPr txBox="1"/>
          <p:nvPr/>
        </p:nvSpPr>
        <p:spPr>
          <a:xfrm>
            <a:off x="685800" y="6173077"/>
            <a:ext cx="8001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aseline="30000">
                <a:solidFill>
                  <a:schemeClr val="dk1"/>
                </a:solidFill>
                <a:latin typeface="Arial" panose="020B0604020202020204"/>
                <a:ea typeface="Arial" panose="020B0604020202020204"/>
                <a:cs typeface="Arial" panose="020B0604020202020204"/>
                <a:sym typeface="Arial" panose="020B0604020202020204"/>
              </a:rPr>
              <a:t>1</a:t>
            </a:r>
            <a:r>
              <a:rPr lang="en-US" sz="1200">
                <a:solidFill>
                  <a:schemeClr val="dk1"/>
                </a:solidFill>
                <a:latin typeface="Arial" panose="020B0604020202020204"/>
                <a:ea typeface="Arial" panose="020B0604020202020204"/>
                <a:cs typeface="Arial" panose="020B0604020202020204"/>
                <a:sym typeface="Arial" panose="020B0604020202020204"/>
              </a:rPr>
              <a:t> Scaling up is also known as vertical scaling.</a:t>
            </a:r>
            <a:endParaRPr lang="en-US"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baseline="30000">
                <a:solidFill>
                  <a:schemeClr val="dk1"/>
                </a:solidFill>
                <a:latin typeface="Arial" panose="020B0604020202020204"/>
                <a:ea typeface="Arial" panose="020B0604020202020204"/>
                <a:cs typeface="Arial" panose="020B0604020202020204"/>
                <a:sym typeface="Arial" panose="020B0604020202020204"/>
              </a:rPr>
              <a:t>2</a:t>
            </a:r>
            <a:r>
              <a:rPr lang="en-US" sz="1200">
                <a:solidFill>
                  <a:schemeClr val="dk1"/>
                </a:solidFill>
                <a:latin typeface="Arial" panose="020B0604020202020204"/>
                <a:ea typeface="Arial" panose="020B0604020202020204"/>
                <a:cs typeface="Arial" panose="020B0604020202020204"/>
                <a:sym typeface="Arial" panose="020B0604020202020204"/>
              </a:rPr>
              <a:t> Scaling out is also known as horizontal scaling.</a:t>
            </a:r>
            <a:endParaRPr lang="en-US"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If both are used, it is referred to as diagonal scaling</a:t>
            </a:r>
            <a:endParaRPr lang="en-US" sz="12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809" name="Shape 809"/>
        <p:cNvGrpSpPr/>
        <p:nvPr/>
      </p:nvGrpSpPr>
      <p:grpSpPr>
        <a:xfrm>
          <a:off x="0" y="0"/>
          <a:ext cx="0" cy="0"/>
          <a:chOff x="0" y="0"/>
          <a:chExt cx="0" cy="0"/>
        </a:xfrm>
      </p:grpSpPr>
      <p:sp>
        <p:nvSpPr>
          <p:cNvPr id="810" name="Google Shape;810;p118"/>
          <p:cNvSpPr/>
          <p:nvPr/>
        </p:nvSpPr>
        <p:spPr>
          <a:xfrm>
            <a:off x="61913" y="55563"/>
            <a:ext cx="8929687" cy="120032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rPr>
              <a:t>Capacity Provisioning</a:t>
            </a:r>
            <a:endPar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3600"/>
              <a:buFont typeface="Arial" panose="020B0604020202020204"/>
              <a:buNone/>
            </a:pPr>
            <a:r>
              <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rPr>
              <a:t>Traditional Data Center vs. Cloud</a:t>
            </a:r>
            <a:endParaRPr lang="en-US" sz="3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1" name="Google Shape;811;p118"/>
          <p:cNvSpPr txBox="1"/>
          <p:nvPr/>
        </p:nvSpPr>
        <p:spPr>
          <a:xfrm>
            <a:off x="7858125" y="4748207"/>
            <a:ext cx="1133475"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Source: AWS</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2" name="Google Shape;812;p1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Arial" panose="020B0604020202020204"/>
              <a:buNone/>
            </a:pPr>
            <a:fld id="{00000000-1234-1234-1234-123412341234}" type="slidenum">
              <a:rPr lang="en-US" sz="1200" b="0" i="0" u="none" strike="noStrike" cap="none">
                <a:solidFill>
                  <a:srgbClr val="888888"/>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pic>
        <p:nvPicPr>
          <p:cNvPr id="813" name="Google Shape;813;p118" descr="Figure shows capacity provisioning in a traditional data center set up and its challenges."/>
          <p:cNvPicPr preferRelativeResize="0"/>
          <p:nvPr/>
        </p:nvPicPr>
        <p:blipFill rotWithShape="1">
          <a:blip r:embed="rId1"/>
          <a:srcRect/>
          <a:stretch>
            <a:fillRect/>
          </a:stretch>
        </p:blipFill>
        <p:spPr>
          <a:xfrm>
            <a:off x="231571" y="1498599"/>
            <a:ext cx="4340429" cy="3222345"/>
          </a:xfrm>
          <a:prstGeom prst="rect">
            <a:avLst/>
          </a:prstGeom>
          <a:noFill/>
          <a:ln>
            <a:noFill/>
          </a:ln>
        </p:spPr>
      </p:pic>
      <p:pic>
        <p:nvPicPr>
          <p:cNvPr id="814" name="Google Shape;814;p118" descr="Figure shows how capacity provisioning with AWS closely follows the demand curve resulting in no waste or customer dissatisfaction."/>
          <p:cNvPicPr preferRelativeResize="0"/>
          <p:nvPr/>
        </p:nvPicPr>
        <p:blipFill rotWithShape="1">
          <a:blip r:embed="rId2"/>
          <a:srcRect/>
          <a:stretch>
            <a:fillRect/>
          </a:stretch>
        </p:blipFill>
        <p:spPr>
          <a:xfrm>
            <a:off x="4593114" y="1498598"/>
            <a:ext cx="4319315" cy="3222346"/>
          </a:xfrm>
          <a:prstGeom prst="rect">
            <a:avLst/>
          </a:prstGeom>
          <a:noFill/>
          <a:ln>
            <a:noFill/>
          </a:ln>
        </p:spPr>
      </p:pic>
      <p:sp>
        <p:nvSpPr>
          <p:cNvPr id="815" name="Google Shape;815;p118"/>
          <p:cNvSpPr txBox="1"/>
          <p:nvPr/>
        </p:nvSpPr>
        <p:spPr>
          <a:xfrm>
            <a:off x="450056" y="5106841"/>
            <a:ext cx="81534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figure on the right shows how capacity provisioning with AWS closely follows the demand curve resulting in no waste or customer dissatisfaction.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19" name="Shape 819"/>
        <p:cNvGrpSpPr/>
        <p:nvPr/>
      </p:nvGrpSpPr>
      <p:grpSpPr>
        <a:xfrm>
          <a:off x="0" y="0"/>
          <a:ext cx="0" cy="0"/>
          <a:chOff x="0" y="0"/>
          <a:chExt cx="0" cy="0"/>
        </a:xfrm>
      </p:grpSpPr>
      <p:sp>
        <p:nvSpPr>
          <p:cNvPr id="820" name="Google Shape;820;p119"/>
          <p:cNvSpPr txBox="1"/>
          <p:nvPr>
            <p:ph type="title"/>
          </p:nvPr>
        </p:nvSpPr>
        <p:spPr>
          <a:xfrm>
            <a:off x="76200" y="73481"/>
            <a:ext cx="9067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t>Considerations for Cloud Adoption</a:t>
            </a:r>
            <a:endParaRPr lang="en-US" sz="3600" b="1"/>
          </a:p>
        </p:txBody>
      </p:sp>
      <p:sp>
        <p:nvSpPr>
          <p:cNvPr id="821" name="Google Shape;821;p1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22" name="Google Shape;822;p119"/>
          <p:cNvSpPr txBox="1"/>
          <p:nvPr/>
        </p:nvSpPr>
        <p:spPr>
          <a:xfrm>
            <a:off x="457200" y="1090653"/>
            <a:ext cx="7772400" cy="54168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Organizations must consider various factors before moving their business processes to the cloud.</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Choosing the right Deployment model</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The greatest barrier to entry for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startup</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companies is capital. For startups, public cloud solutions offer the advantage of reduced costs which outweighs other risks.</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Small-to-Medium</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sized businesses with a moderate customer base may prefer hybrid cloud deployments. These enable them to run mission-critical applications on their private cloud while less critical applications can be deployed in a public cloud.  </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Enterprises</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have a large customer base across the globe. They are financially capable and may prefer private cloud deployment that enables them to control data location, security, etc.</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Migrate or retain?</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Mission-critical applications are best run in an on-premise environment or in the private cloud.</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Regulatory and compliance requirements may prevent moving applications using sensitive information to the public cloud.</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Legacy applications or applications that require proprietary technology should be run in-house. </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Applications with dependencies on resources or other applications residing in a private data center may suffer from performance (latency) issues if migrated to the public cloud.</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26" name="Shape 826"/>
        <p:cNvGrpSpPr/>
        <p:nvPr/>
      </p:nvGrpSpPr>
      <p:grpSpPr>
        <a:xfrm>
          <a:off x="0" y="0"/>
          <a:ext cx="0" cy="0"/>
          <a:chOff x="0" y="0"/>
          <a:chExt cx="0" cy="0"/>
        </a:xfrm>
      </p:grpSpPr>
      <p:sp>
        <p:nvSpPr>
          <p:cNvPr id="827" name="Google Shape;827;p120"/>
          <p:cNvSpPr txBox="1"/>
          <p:nvPr>
            <p:ph type="title"/>
          </p:nvPr>
        </p:nvSpPr>
        <p:spPr>
          <a:xfrm>
            <a:off x="17834" y="32426"/>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t>Considerations for Cloud Adoption - 2</a:t>
            </a:r>
            <a:endParaRPr lang="en-US" sz="3600" b="1"/>
          </a:p>
        </p:txBody>
      </p:sp>
      <p:sp>
        <p:nvSpPr>
          <p:cNvPr id="828" name="Google Shape;828;p1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29" name="Google Shape;829;p120"/>
          <p:cNvSpPr txBox="1"/>
          <p:nvPr/>
        </p:nvSpPr>
        <p:spPr>
          <a:xfrm>
            <a:off x="457200" y="1295400"/>
            <a:ext cx="7772400" cy="3262432"/>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Non-critical, low-risk applications such as collaboration (email, web conferencing, etc.), personal productivity (word processing, spreadsheets, etc.), development and testing, etc. make a good fit for migration to the public cloud.</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spcBef>
                <a:spcPts val="0"/>
              </a:spcBef>
              <a:spcAft>
                <a:spcPts val="0"/>
              </a:spcAft>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Choosing a Cloud Service Provider</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How long has the provider been in business?</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Can the provider meet the current and future requirements of the organization?</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How easy is it to add or remove services?</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Can applications and services be easily transferred to another provider at the end of the contract?</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4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Does the provider notify clients of maintenance windows and is that downtime scheduled?</a:t>
            </a:r>
            <a:endPar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spcBef>
                <a:spcPts val="0"/>
              </a:spcBef>
              <a:spcAft>
                <a:spcPts val="0"/>
              </a:spcAft>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33" name="Shape 833"/>
        <p:cNvGrpSpPr/>
        <p:nvPr/>
      </p:nvGrpSpPr>
      <p:grpSpPr>
        <a:xfrm>
          <a:off x="0" y="0"/>
          <a:ext cx="0" cy="0"/>
          <a:chOff x="0" y="0"/>
          <a:chExt cx="0" cy="0"/>
        </a:xfrm>
      </p:grpSpPr>
      <p:sp>
        <p:nvSpPr>
          <p:cNvPr id="834" name="Google Shape;834;p121"/>
          <p:cNvSpPr txBox="1"/>
          <p:nvPr>
            <p:ph type="title"/>
          </p:nvPr>
        </p:nvSpPr>
        <p:spPr>
          <a:xfrm>
            <a:off x="0" y="274638"/>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t>Is there a Cost Advantage?</a:t>
            </a:r>
            <a:endParaRPr lang="en-US" sz="3600"/>
          </a:p>
        </p:txBody>
      </p:sp>
      <p:sp>
        <p:nvSpPr>
          <p:cNvPr id="835" name="Google Shape;835;p1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36" name="Google Shape;836;p121"/>
          <p:cNvSpPr txBox="1"/>
          <p:nvPr/>
        </p:nvSpPr>
        <p:spPr>
          <a:xfrm>
            <a:off x="304800" y="1417638"/>
            <a:ext cx="8153400" cy="526097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It is important for organizations to compare the TCO(Total cost of ownership) for an on-premise environment versus the public cloud environment to identify if there is any potential benefit in cloud adoption.</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If an organization owns and maintains its own data center, the TCO calculation will include both capital and operational expenses. CAPEX involves costs for data center facilities, servers, storage devices, network equipment, operating systems, etc. Examples of OPEX include costs for power and cooling, personnel, Internet service, etc.</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Cloud adoption costs will include migration costs, usage fees for cloud services, plus costs to ensure security and compliance.</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CSPs such as Amazon Web Services provide free online TCO calculators that can be useful for such financial analysis. AWS Pricing calculator (</a:t>
            </a:r>
            <a:r>
              <a:rPr lang="en-US" sz="1600" u="sng">
                <a:solidFill>
                  <a:schemeClr val="hlink"/>
                </a:solidFill>
                <a:latin typeface="Arial" panose="020B0604020202020204"/>
                <a:ea typeface="Arial" panose="020B0604020202020204"/>
                <a:cs typeface="Arial" panose="020B0604020202020204"/>
                <a:sym typeface="Arial" panose="020B0604020202020204"/>
                <a:hlinkClick r:id="rId1"/>
              </a:rPr>
              <a:t>https://calculator.aws/#/</a:t>
            </a:r>
            <a:r>
              <a:rPr lang="en-US" sz="1600">
                <a:solidFill>
                  <a:schemeClr val="dk1"/>
                </a:solidFill>
                <a:latin typeface="Arial" panose="020B0604020202020204"/>
                <a:ea typeface="Arial" panose="020B0604020202020204"/>
                <a:cs typeface="Arial" panose="020B0604020202020204"/>
                <a:sym typeface="Arial" panose="020B0604020202020204"/>
              </a:rPr>
              <a:t>) is another free tool that can aid in TCO calculation by creating cost estimates for AWS services that an organization may utilize.</a:t>
            </a:r>
            <a:endParaRPr lang="en-US" sz="16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40" name="Shape 840"/>
        <p:cNvGrpSpPr/>
        <p:nvPr/>
      </p:nvGrpSpPr>
      <p:grpSpPr>
        <a:xfrm>
          <a:off x="0" y="0"/>
          <a:ext cx="0" cy="0"/>
          <a:chOff x="0" y="0"/>
          <a:chExt cx="0" cy="0"/>
        </a:xfrm>
      </p:grpSpPr>
      <p:sp>
        <p:nvSpPr>
          <p:cNvPr id="841" name="Google Shape;841;p12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t>Strategies for Application Migration</a:t>
            </a:r>
            <a:br>
              <a:rPr lang="en-US"/>
            </a:br>
            <a:endParaRPr lang="en-US"/>
          </a:p>
        </p:txBody>
      </p:sp>
      <p:sp>
        <p:nvSpPr>
          <p:cNvPr id="842" name="Google Shape;842;p122"/>
          <p:cNvSpPr txBox="1"/>
          <p:nvPr>
            <p:ph type="body" idx="1"/>
          </p:nvPr>
        </p:nvSpPr>
        <p:spPr>
          <a:xfrm>
            <a:off x="152400" y="717550"/>
            <a:ext cx="9067800" cy="60039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en-US" sz="1600">
                <a:latin typeface="Arial" panose="020B0604020202020204"/>
                <a:ea typeface="Arial" panose="020B0604020202020204"/>
                <a:cs typeface="Arial" panose="020B0604020202020204"/>
                <a:sym typeface="Arial" panose="020B0604020202020204"/>
              </a:rPr>
              <a:t>Organizations must carefully review their existing applications and choose strategies that best match with their business needs such as cost savings, improved scalability, availability, etc. Here is a summary of some common strategies:</a:t>
            </a:r>
            <a:endParaRPr lang="en-US" sz="1600">
              <a:latin typeface="Arial" panose="020B0604020202020204"/>
              <a:ea typeface="Arial" panose="020B0604020202020204"/>
              <a:cs typeface="Arial" panose="020B0604020202020204"/>
              <a:sym typeface="Arial" panose="020B0604020202020204"/>
            </a:endParaRPr>
          </a:p>
          <a:p>
            <a:pPr marL="0" lvl="0" indent="0" algn="l" rtl="0">
              <a:spcBef>
                <a:spcPts val="320"/>
              </a:spcBef>
              <a:spcAft>
                <a:spcPts val="0"/>
              </a:spcAft>
              <a:buClr>
                <a:schemeClr val="dk1"/>
              </a:buClr>
              <a:buSzPts val="1600"/>
              <a:buNone/>
            </a:pPr>
            <a:endParaRPr sz="1600">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Rehosting (Lift-and-shift) – </a:t>
            </a:r>
            <a:endParaRPr lang="en-US" sz="1600" b="1">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Redeploying an on-premise applications into a cloud IaaS environment</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Utilized to meet business needs quickly without any optimizations</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Fastest to perform but does not utilize full potential of the cloud</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Can be performed manually or through automated tools such as AWS VM Import/Export (allows organizations to export virtual machine images from on-premise environment into Amazon EC2 instances)</a:t>
            </a:r>
            <a:endParaRPr sz="1600" b="1">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Re-platforming </a:t>
            </a:r>
            <a:endParaRPr lang="en-US" sz="1600" b="1">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Involves optimizations without changing the core architecture of applications</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For e.g., to reduce the administrative overhead of managing their on-premise database solution, an organization may consider migrating to a fully managed database service such as Amazon Relational Database Service (RDS). With a managed service, the CSP is responsible for most administrative tasks.</a:t>
            </a:r>
            <a:endParaRPr sz="1600" b="1">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Repurchasing</a:t>
            </a:r>
            <a:endParaRPr lang="en-US" sz="1600" b="1">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Investing in SaaS applications (cloud-native) i.e., moving to a different product</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Frees the IT staff of maintenance and updates</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32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For e.g., moving an HR system to Workday, moving Microsoft Outlook to Office 365, in-house CRM solution to Salesforce</a:t>
            </a:r>
            <a:r>
              <a:rPr lang="en-US" sz="1600" b="1">
                <a:latin typeface="Arial" panose="020B0604020202020204"/>
                <a:ea typeface="Arial" panose="020B0604020202020204"/>
                <a:cs typeface="Arial" panose="020B0604020202020204"/>
                <a:sym typeface="Arial" panose="020B0604020202020204"/>
              </a:rPr>
              <a:t>	</a:t>
            </a:r>
            <a:endParaRPr lang="en-US" sz="1600" b="1">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b="1">
                <a:latin typeface="Arial" panose="020B0604020202020204"/>
                <a:ea typeface="Arial" panose="020B0604020202020204"/>
                <a:cs typeface="Arial" panose="020B0604020202020204"/>
                <a:sym typeface="Arial" panose="020B0604020202020204"/>
              </a:rPr>
              <a:t>Rebuilding/ Re-architecting</a:t>
            </a:r>
            <a:endParaRPr lang="en-US" sz="1600" b="1">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Changing the core architecture of applications; for e.g., transforming a monolithic application into a microservices-based application or going serverless (we will discuss these terms in Chapter 3) </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Goal is to achieve considerable increase in performance, scale, agility or new features</a:t>
            </a:r>
            <a:endParaRPr lang="en-US" sz="1200">
              <a:latin typeface="Arial" panose="020B0604020202020204"/>
              <a:ea typeface="Arial" panose="020B0604020202020204"/>
              <a:cs typeface="Arial" panose="020B0604020202020204"/>
              <a:sym typeface="Arial" panose="020B0604020202020204"/>
            </a:endParaRPr>
          </a:p>
          <a:p>
            <a:pPr marL="742950" lvl="1" indent="-285750" algn="l" rtl="0">
              <a:spcBef>
                <a:spcPts val="240"/>
              </a:spcBef>
              <a:spcAft>
                <a:spcPts val="0"/>
              </a:spcAft>
              <a:buClr>
                <a:schemeClr val="dk1"/>
              </a:buClr>
              <a:buSzPts val="1200"/>
              <a:buChar char="–"/>
            </a:pPr>
            <a:r>
              <a:rPr lang="en-US" sz="1200">
                <a:latin typeface="Arial" panose="020B0604020202020204"/>
                <a:ea typeface="Arial" panose="020B0604020202020204"/>
                <a:cs typeface="Arial" panose="020B0604020202020204"/>
                <a:sym typeface="Arial" panose="020B0604020202020204"/>
              </a:rPr>
              <a:t>Most expensive option</a:t>
            </a:r>
            <a:endParaRPr sz="1600">
              <a:latin typeface="Arial" panose="020B0604020202020204"/>
              <a:ea typeface="Arial" panose="020B0604020202020204"/>
              <a:cs typeface="Arial" panose="020B0604020202020204"/>
              <a:sym typeface="Arial" panose="020B0604020202020204"/>
            </a:endParaRPr>
          </a:p>
        </p:txBody>
      </p:sp>
      <p:sp>
        <p:nvSpPr>
          <p:cNvPr id="843" name="Google Shape;843;p1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848" name="Shape 848"/>
        <p:cNvGrpSpPr/>
        <p:nvPr/>
      </p:nvGrpSpPr>
      <p:grpSpPr>
        <a:xfrm>
          <a:off x="0" y="0"/>
          <a:ext cx="0" cy="0"/>
          <a:chOff x="0" y="0"/>
          <a:chExt cx="0" cy="0"/>
        </a:xfrm>
      </p:grpSpPr>
      <p:sp>
        <p:nvSpPr>
          <p:cNvPr id="849" name="Google Shape;849;p123"/>
          <p:cNvSpPr txBox="1"/>
          <p:nvPr>
            <p:ph type="title"/>
          </p:nvPr>
        </p:nvSpPr>
        <p:spPr>
          <a:xfrm>
            <a:off x="0" y="32426"/>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t>Service Level Agreements (SLAs)</a:t>
            </a:r>
            <a:endParaRPr lang="en-US" sz="3600"/>
          </a:p>
        </p:txBody>
      </p:sp>
      <p:sp>
        <p:nvSpPr>
          <p:cNvPr id="850" name="Google Shape;850;p123"/>
          <p:cNvSpPr txBox="1"/>
          <p:nvPr>
            <p:ph type="body" idx="1"/>
          </p:nvPr>
        </p:nvSpPr>
        <p:spPr>
          <a:xfrm>
            <a:off x="457200" y="1170562"/>
            <a:ext cx="8229600" cy="522537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en-US" sz="1600" b="1">
                <a:latin typeface="Arial" panose="020B0604020202020204"/>
                <a:ea typeface="Arial" panose="020B0604020202020204"/>
                <a:cs typeface="Arial" panose="020B0604020202020204"/>
                <a:sym typeface="Arial" panose="020B0604020202020204"/>
              </a:rPr>
              <a:t>An SLA is a contract between a customer and a CSP that specifies the level of uptime that will be supported by the provider as well as the expected performance metrics.</a:t>
            </a:r>
            <a:endParaRPr lang="en-US" sz="1600" b="1">
              <a:latin typeface="Arial" panose="020B0604020202020204"/>
              <a:ea typeface="Arial" panose="020B0604020202020204"/>
              <a:cs typeface="Arial" panose="020B0604020202020204"/>
              <a:sym typeface="Arial" panose="020B0604020202020204"/>
            </a:endParaRPr>
          </a:p>
          <a:p>
            <a:pPr marL="342900" lvl="0" indent="-241300" algn="l" rtl="0">
              <a:spcBef>
                <a:spcPts val="320"/>
              </a:spcBef>
              <a:spcAft>
                <a:spcPts val="0"/>
              </a:spcAft>
              <a:buClr>
                <a:schemeClr val="dk1"/>
              </a:buClr>
              <a:buSzPts val="1600"/>
              <a:buNone/>
            </a:pPr>
            <a:endParaRPr sz="1600">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Should include provision for how the CSP will compensate cloud consumers if SLAs are not met (e.g., monetary compensation or service credits)</a:t>
            </a:r>
            <a:endParaRPr lang="en-US" sz="1600">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SLAs are specific to a cloud service i.e., SLA for cloud storage may differ from the SLA for cloud virtual machines.</a:t>
            </a:r>
            <a:endParaRPr lang="en-US" sz="1600">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An SLA may describe a single service that is provided to all customers uniformly or it could be a custom agreement unique between a customer and the CSP.</a:t>
            </a:r>
            <a:endParaRPr lang="en-US" sz="1600">
              <a:latin typeface="Arial" panose="020B0604020202020204"/>
              <a:ea typeface="Arial" panose="020B0604020202020204"/>
              <a:cs typeface="Arial" panose="020B0604020202020204"/>
              <a:sym typeface="Arial" panose="020B0604020202020204"/>
            </a:endParaRPr>
          </a:p>
          <a:p>
            <a:pPr marL="342900" lvl="0" indent="-342900" algn="l" rtl="0">
              <a:spcBef>
                <a:spcPts val="320"/>
              </a:spcBef>
              <a:spcAft>
                <a:spcPts val="0"/>
              </a:spcAft>
              <a:buClr>
                <a:schemeClr val="dk1"/>
              </a:buClr>
              <a:buSzPts val="1600"/>
              <a:buChar char="•"/>
            </a:pPr>
            <a:r>
              <a:rPr lang="en-US" sz="1600">
                <a:latin typeface="Arial" panose="020B0604020202020204"/>
                <a:ea typeface="Arial" panose="020B0604020202020204"/>
                <a:cs typeface="Arial" panose="020B0604020202020204"/>
                <a:sym typeface="Arial" panose="020B0604020202020204"/>
              </a:rPr>
              <a:t>SLAs are an important part of ensuring adequate availability of key resources so that organizations can continue doing business and not suffer excessive losses.</a:t>
            </a:r>
            <a:endParaRPr lang="en-US" sz="1600">
              <a:latin typeface="Arial" panose="020B0604020202020204"/>
              <a:ea typeface="Arial" panose="020B0604020202020204"/>
              <a:cs typeface="Arial" panose="020B0604020202020204"/>
              <a:sym typeface="Arial" panose="020B0604020202020204"/>
            </a:endParaRPr>
          </a:p>
          <a:p>
            <a:pPr marL="342900" lvl="0" indent="-190500" algn="l" rtl="0">
              <a:spcBef>
                <a:spcPts val="480"/>
              </a:spcBef>
              <a:spcAft>
                <a:spcPts val="0"/>
              </a:spcAft>
              <a:buClr>
                <a:schemeClr val="dk1"/>
              </a:buClr>
              <a:buSzPts val="2400"/>
              <a:buNone/>
            </a:pPr>
            <a:endParaRPr sz="2400"/>
          </a:p>
        </p:txBody>
      </p:sp>
      <p:sp>
        <p:nvSpPr>
          <p:cNvPr id="851" name="Google Shape;851;p1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855" name="Shape 855"/>
        <p:cNvGrpSpPr/>
        <p:nvPr/>
      </p:nvGrpSpPr>
      <p:grpSpPr>
        <a:xfrm>
          <a:off x="0" y="0"/>
          <a:ext cx="0" cy="0"/>
          <a:chOff x="0" y="0"/>
          <a:chExt cx="0" cy="0"/>
        </a:xfrm>
      </p:grpSpPr>
      <p:pic>
        <p:nvPicPr>
          <p:cNvPr id="856" name="Google Shape;856;p124" descr="Figure shows an example of AWS SLA for an individual Amazon EC2 instance."/>
          <p:cNvPicPr preferRelativeResize="0"/>
          <p:nvPr/>
        </p:nvPicPr>
        <p:blipFill rotWithShape="1">
          <a:blip r:embed="rId1"/>
          <a:srcRect/>
          <a:stretch>
            <a:fillRect/>
          </a:stretch>
        </p:blipFill>
        <p:spPr>
          <a:xfrm>
            <a:off x="381000" y="1430110"/>
            <a:ext cx="8153400" cy="2784087"/>
          </a:xfrm>
          <a:prstGeom prst="rect">
            <a:avLst/>
          </a:prstGeom>
          <a:noFill/>
          <a:ln>
            <a:noFill/>
          </a:ln>
        </p:spPr>
      </p:pic>
      <p:sp>
        <p:nvSpPr>
          <p:cNvPr id="857" name="Google Shape;857;p124"/>
          <p:cNvSpPr txBox="1"/>
          <p:nvPr>
            <p:ph type="title"/>
          </p:nvPr>
        </p:nvSpPr>
        <p:spPr>
          <a:xfrm>
            <a:off x="0" y="48697"/>
            <a:ext cx="9142379"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An Example of SLA</a:t>
            </a:r>
            <a:endParaRPr lang="en-US"/>
          </a:p>
        </p:txBody>
      </p:sp>
      <p:sp>
        <p:nvSpPr>
          <p:cNvPr id="858" name="Google Shape;858;p1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59" name="Google Shape;859;p124"/>
          <p:cNvSpPr txBox="1"/>
          <p:nvPr/>
        </p:nvSpPr>
        <p:spPr>
          <a:xfrm>
            <a:off x="457200" y="4191000"/>
            <a:ext cx="228600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Arial" panose="020B0604020202020204"/>
                <a:ea typeface="Arial" panose="020B0604020202020204"/>
                <a:cs typeface="Arial" panose="020B0604020202020204"/>
                <a:sym typeface="Arial" panose="020B0604020202020204"/>
              </a:rPr>
              <a:t>Source: AWS</a:t>
            </a:r>
            <a:endParaRPr lang="en-US" sz="1050">
              <a:solidFill>
                <a:schemeClr val="dk1"/>
              </a:solidFill>
              <a:latin typeface="Arial" panose="020B0604020202020204"/>
              <a:ea typeface="Arial" panose="020B0604020202020204"/>
              <a:cs typeface="Arial" panose="020B0604020202020204"/>
              <a:sym typeface="Arial" panose="020B0604020202020204"/>
            </a:endParaRPr>
          </a:p>
        </p:txBody>
      </p:sp>
      <p:sp>
        <p:nvSpPr>
          <p:cNvPr id="860" name="Google Shape;860;p124"/>
          <p:cNvSpPr txBox="1"/>
          <p:nvPr/>
        </p:nvSpPr>
        <p:spPr>
          <a:xfrm>
            <a:off x="452336" y="4625544"/>
            <a:ext cx="7848600"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panose="020B0604020202020204"/>
                <a:ea typeface="Arial" panose="020B0604020202020204"/>
                <a:cs typeface="Arial" panose="020B0604020202020204"/>
                <a:sym typeface="Arial" panose="020B0604020202020204"/>
              </a:rPr>
              <a:t>The above is an example of an Instance-level SLA that AWS has specified on their website for each individual Amazon EC2 instance. </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a:solidFill>
                  <a:schemeClr val="dk1"/>
                </a:solidFill>
                <a:latin typeface="Arial" panose="020B0604020202020204"/>
                <a:ea typeface="Arial" panose="020B0604020202020204"/>
                <a:cs typeface="Arial" panose="020B0604020202020204"/>
                <a:sym typeface="Arial" panose="020B0604020202020204"/>
              </a:rPr>
              <a:t>An Amazon Elastic Compute Cloud or EC2 instance is synonymous to a virtual machine deployed in the AWS cloud.</a:t>
            </a:r>
            <a:endParaRPr lang="en-US" sz="16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64" name="Shape 864"/>
        <p:cNvGrpSpPr/>
        <p:nvPr/>
      </p:nvGrpSpPr>
      <p:grpSpPr>
        <a:xfrm>
          <a:off x="0" y="0"/>
          <a:ext cx="0" cy="0"/>
          <a:chOff x="0" y="0"/>
          <a:chExt cx="0" cy="0"/>
        </a:xfrm>
      </p:grpSpPr>
      <p:sp>
        <p:nvSpPr>
          <p:cNvPr id="865" name="Google Shape;865;p12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Current Trends</a:t>
            </a:r>
            <a:endParaRPr lang="en-US"/>
          </a:p>
        </p:txBody>
      </p:sp>
      <p:sp>
        <p:nvSpPr>
          <p:cNvPr id="866" name="Google Shape;866;p12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67" name="Google Shape;867;p125"/>
          <p:cNvSpPr txBox="1"/>
          <p:nvPr/>
        </p:nvSpPr>
        <p:spPr>
          <a:xfrm>
            <a:off x="457200" y="1463045"/>
            <a:ext cx="8382000" cy="255217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600">
                <a:solidFill>
                  <a:schemeClr val="dk1"/>
                </a:solidFill>
                <a:latin typeface="Arial" panose="020B0604020202020204"/>
                <a:ea typeface="Arial" panose="020B0604020202020204"/>
                <a:cs typeface="Arial" panose="020B0604020202020204"/>
                <a:sym typeface="Arial" panose="020B0604020202020204"/>
              </a:rPr>
              <a:t>The current trend in the industry is “Multi-cloud”. Multi-cloud is the use of cloud services from more than one cloud vendor.</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7000"/>
              </a:lnSpc>
              <a:spcBef>
                <a:spcPts val="80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Each cloud vendor such as AWS, Azure, Google, etc. continues to offer a myriad of services for organizations to use. A service offered by one cloud vendor may be better than other vendors in terms of performance, easy of use, cost, compliance, etc.</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7000"/>
              </a:lnSpc>
              <a:spcBef>
                <a:spcPts val="80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Multi-cloud gives organizations the flexibility to choose a service from a vendor that best fits their needs and may also prevent vendor lock-in. </a:t>
            </a:r>
            <a:endParaRPr lang="en-US" sz="16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7000"/>
              </a:lnSpc>
              <a:spcBef>
                <a:spcPts val="80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Though very appealing, the obvious pitfall is management complexity.</a:t>
            </a:r>
            <a:endParaRPr lang="en-US" sz="16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871" name="Shape 871"/>
        <p:cNvGrpSpPr/>
        <p:nvPr/>
      </p:nvGrpSpPr>
      <p:grpSpPr>
        <a:xfrm>
          <a:off x="0" y="0"/>
          <a:ext cx="0" cy="0"/>
          <a:chOff x="0" y="0"/>
          <a:chExt cx="0" cy="0"/>
        </a:xfrm>
      </p:grpSpPr>
      <p:sp>
        <p:nvSpPr>
          <p:cNvPr id="872" name="Google Shape;872;p126"/>
          <p:cNvSpPr txBox="1"/>
          <p:nvPr>
            <p:ph type="title"/>
          </p:nvPr>
        </p:nvSpPr>
        <p:spPr>
          <a:xfrm>
            <a:off x="0" y="24928"/>
            <a:ext cx="9143999"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t>What is Amazon Web Services?</a:t>
            </a:r>
            <a:endParaRPr lang="en-US" sz="3600"/>
          </a:p>
        </p:txBody>
      </p:sp>
      <p:sp>
        <p:nvSpPr>
          <p:cNvPr id="873" name="Google Shape;873;p12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74" name="Google Shape;874;p126"/>
          <p:cNvSpPr txBox="1"/>
          <p:nvPr/>
        </p:nvSpPr>
        <p:spPr>
          <a:xfrm>
            <a:off x="533400" y="990600"/>
            <a:ext cx="8441055" cy="245999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Amazon Web Services (AWS) was founded in March 2006 and is the world’s largest public cloud service provider today.</a:t>
            </a:r>
            <a:endParaRPr lang="en-US"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196850" algn="l" rtl="0">
              <a:spcBef>
                <a:spcPts val="0"/>
              </a:spcBef>
              <a:spcAft>
                <a:spcPts val="0"/>
              </a:spcAft>
              <a:buClr>
                <a:schemeClr val="dk1"/>
              </a:buClr>
              <a:buSzPts val="1400"/>
              <a:buFont typeface="Arial" panose="020B0604020202020204"/>
              <a:buNone/>
            </a:pPr>
            <a:endParaRPr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AWS provides a broad range of core services such as compute, storage, database, networking, and other functional services over its Global Infrastructure comprising of Regions, Availability Zones, and Edge Locations. </a:t>
            </a:r>
            <a:endParaRPr lang="en-US"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196850" algn="l" rtl="0">
              <a:spcBef>
                <a:spcPts val="0"/>
              </a:spcBef>
              <a:spcAft>
                <a:spcPts val="0"/>
              </a:spcAft>
              <a:buClr>
                <a:schemeClr val="dk1"/>
              </a:buClr>
              <a:buSzPts val="1400"/>
              <a:buFont typeface="Arial" panose="020B0604020202020204"/>
              <a:buNone/>
            </a:pPr>
            <a:endParaRPr sz="14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400"/>
              <a:buFont typeface="Arial" panose="020B0604020202020204"/>
              <a:buChar char="•"/>
            </a:pPr>
            <a:r>
              <a:rPr lang="en-US" sz="1400">
                <a:solidFill>
                  <a:schemeClr val="dk1"/>
                </a:solidFill>
                <a:latin typeface="Arial" panose="020B0604020202020204"/>
                <a:ea typeface="Arial" panose="020B0604020202020204"/>
                <a:cs typeface="Arial" panose="020B0604020202020204"/>
                <a:sym typeface="Arial" panose="020B0604020202020204"/>
              </a:rPr>
              <a:t>AWS services can be accessed using either the management console (think of this as a GUI interface), Command Line Interface (CLI) which allows scripts, or Software Development Toolkits (SDKs) which is an option preferred by developers and supports multiple  programming languages such as Python, Java, PHP, Ruby, C++, etc..</a:t>
            </a:r>
            <a:endParaRPr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875" name="Google Shape;875;p126" descr="Figure shows the different core and functional services provisioned over the AWS Global Infrastructure."/>
          <p:cNvPicPr preferRelativeResize="0"/>
          <p:nvPr/>
        </p:nvPicPr>
        <p:blipFill rotWithShape="1">
          <a:blip r:embed="rId1"/>
          <a:srcRect/>
          <a:stretch>
            <a:fillRect/>
          </a:stretch>
        </p:blipFill>
        <p:spPr>
          <a:xfrm>
            <a:off x="1944370" y="3450746"/>
            <a:ext cx="6400800" cy="315263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880" name="Shape 880"/>
        <p:cNvGrpSpPr/>
        <p:nvPr/>
      </p:nvGrpSpPr>
      <p:grpSpPr>
        <a:xfrm>
          <a:off x="0" y="0"/>
          <a:ext cx="0" cy="0"/>
          <a:chOff x="0" y="0"/>
          <a:chExt cx="0" cy="0"/>
        </a:xfrm>
      </p:grpSpPr>
      <p:sp>
        <p:nvSpPr>
          <p:cNvPr id="881" name="Google Shape;881;p127"/>
          <p:cNvSpPr txBox="1"/>
          <p:nvPr>
            <p:ph type="title"/>
          </p:nvPr>
        </p:nvSpPr>
        <p:spPr>
          <a:xfrm>
            <a:off x="466725" y="82334"/>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t>Understanding the AWS Landscape</a:t>
            </a:r>
            <a:endParaRPr lang="en-US" sz="2800"/>
          </a:p>
        </p:txBody>
      </p:sp>
      <p:sp>
        <p:nvSpPr>
          <p:cNvPr id="882" name="Google Shape;882;p12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883" name="Google Shape;883;p127" descr="Figure shows AWS Regions on the world map."/>
          <p:cNvPicPr preferRelativeResize="0"/>
          <p:nvPr/>
        </p:nvPicPr>
        <p:blipFill rotWithShape="1">
          <a:blip r:embed="rId1"/>
          <a:srcRect/>
          <a:stretch>
            <a:fillRect/>
          </a:stretch>
        </p:blipFill>
        <p:spPr>
          <a:xfrm>
            <a:off x="756684" y="1695007"/>
            <a:ext cx="3457577" cy="1960841"/>
          </a:xfrm>
          <a:prstGeom prst="rect">
            <a:avLst/>
          </a:prstGeom>
          <a:noFill/>
          <a:ln>
            <a:noFill/>
          </a:ln>
        </p:spPr>
      </p:pic>
      <p:sp>
        <p:nvSpPr>
          <p:cNvPr id="884" name="Google Shape;884;p127"/>
          <p:cNvSpPr txBox="1"/>
          <p:nvPr/>
        </p:nvSpPr>
        <p:spPr>
          <a:xfrm>
            <a:off x="1090613" y="1378824"/>
            <a:ext cx="2743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AWS Regions on the world map</a:t>
            </a:r>
            <a:endPar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5" name="Google Shape;885;p127"/>
          <p:cNvSpPr txBox="1"/>
          <p:nvPr/>
        </p:nvSpPr>
        <p:spPr>
          <a:xfrm>
            <a:off x="4435142" y="1339337"/>
            <a:ext cx="457200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Availability Zones within Regions in AWS</a:t>
            </a:r>
            <a:endPar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6" name="Google Shape;886;p127"/>
          <p:cNvSpPr txBox="1"/>
          <p:nvPr/>
        </p:nvSpPr>
        <p:spPr>
          <a:xfrm>
            <a:off x="3124200" y="3685401"/>
            <a:ext cx="167640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Source: AWS</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7" name="Google Shape;887;p127"/>
          <p:cNvSpPr txBox="1"/>
          <p:nvPr/>
        </p:nvSpPr>
        <p:spPr>
          <a:xfrm>
            <a:off x="7362825" y="3608325"/>
            <a:ext cx="167640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Source: AWS</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8" name="Google Shape;888;p127"/>
          <p:cNvSpPr txBox="1"/>
          <p:nvPr/>
        </p:nvSpPr>
        <p:spPr>
          <a:xfrm>
            <a:off x="282242" y="4013517"/>
            <a:ext cx="8305800" cy="255454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The AWS footprint consists of several geographic “Regions” spread across the globe. Each Region comprises of multiple, physically separate Availability Zones. The typical number is three.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An “Availability Zone” is a </a:t>
            </a:r>
            <a:r>
              <a:rPr lang="en-US" sz="1600">
                <a:solidFill>
                  <a:srgbClr val="000000"/>
                </a:solidFill>
                <a:latin typeface="Arial" panose="020B0604020202020204"/>
                <a:ea typeface="Arial" panose="020B0604020202020204"/>
                <a:cs typeface="Arial" panose="020B0604020202020204"/>
                <a:sym typeface="Arial" panose="020B0604020202020204"/>
              </a:rPr>
              <a:t>cluster of one or more discrete data centers. The AZs are</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powered independently and separated from the other AZs within the Region by about 100 kms or 60 miles. AZs within a Region are interconnected using high-throughput metro fiber connections.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Click </a:t>
            </a:r>
            <a:r>
              <a:rPr lang="en-US" sz="16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2"/>
              </a:rPr>
              <a:t>https://aws.amazon.com/about-aws/global-infrastructure/regions_az/</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for more information.</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889" name="Google Shape;889;p127" descr="The figure shows how an AWS Region is further divided into multiple Availability Zones. The typical number is three."/>
          <p:cNvPicPr preferRelativeResize="0"/>
          <p:nvPr/>
        </p:nvPicPr>
        <p:blipFill rotWithShape="1">
          <a:blip r:embed="rId3"/>
          <a:srcRect/>
          <a:stretch>
            <a:fillRect/>
          </a:stretch>
        </p:blipFill>
        <p:spPr>
          <a:xfrm>
            <a:off x="5110162" y="1781340"/>
            <a:ext cx="3277154" cy="1806220"/>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19848</Words>
  <Application>WPS Writer</Application>
  <PresentationFormat/>
  <Paragraphs>392</Paragraphs>
  <Slides>35</Slides>
  <Notes>0</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35</vt:i4>
      </vt:variant>
    </vt:vector>
  </HeadingPairs>
  <TitlesOfParts>
    <vt:vector size="54" baseType="lpstr">
      <vt:lpstr>Arial</vt:lpstr>
      <vt:lpstr>SimSun</vt:lpstr>
      <vt:lpstr>Wingdings</vt:lpstr>
      <vt:lpstr>Arial</vt:lpstr>
      <vt:lpstr>Calibri</vt:lpstr>
      <vt:lpstr>Helvetica Neue</vt:lpstr>
      <vt:lpstr>Courier New</vt:lpstr>
      <vt:lpstr>Times</vt:lpstr>
      <vt:lpstr>Microsoft YaHei</vt:lpstr>
      <vt:lpstr>汉仪旗黑</vt:lpstr>
      <vt:lpstr>Arial Unicode MS</vt:lpstr>
      <vt:lpstr>宋体-简</vt:lpstr>
      <vt:lpstr>Default Design</vt:lpstr>
      <vt:lpstr>2_Office Theme</vt:lpstr>
      <vt:lpstr>1_Office Theme</vt:lpstr>
      <vt:lpstr>Office Theme</vt:lpstr>
      <vt:lpstr>4_Office Theme</vt:lpstr>
      <vt:lpstr>1_Default Design</vt:lpstr>
      <vt:lpstr>3_Office Theme</vt:lpstr>
      <vt:lpstr>Chapter 1  What is Cloud Computing?</vt:lpstr>
      <vt:lpstr>Overview</vt:lpstr>
      <vt:lpstr>Key Terminology</vt:lpstr>
      <vt:lpstr>Key Terminology - 2 </vt:lpstr>
      <vt:lpstr>PowerPoint 演示文稿</vt:lpstr>
      <vt:lpstr>PowerPoint 演示文稿</vt:lpstr>
      <vt:lpstr>PowerPoint 演示文稿</vt:lpstr>
      <vt:lpstr>PowerPoint 演示文稿</vt:lpstr>
      <vt:lpstr>Characteristics of Cloud Computing</vt:lpstr>
      <vt:lpstr>Cloud Deployment Models</vt:lpstr>
      <vt:lpstr>Public Cloud </vt:lpstr>
      <vt:lpstr>Private Cloud</vt:lpstr>
      <vt:lpstr>Hybrid Cloud </vt:lpstr>
      <vt:lpstr>Cloud Bursting using Hybrid Clouds </vt:lpstr>
      <vt:lpstr>Community Cloud </vt:lpstr>
      <vt:lpstr>Cloud Service Models</vt:lpstr>
      <vt:lpstr>PowerPoint 演示文稿</vt:lpstr>
      <vt:lpstr>PowerPoint 演示文稿</vt:lpstr>
      <vt:lpstr>What is an API?</vt:lpstr>
      <vt:lpstr>API using HTTP</vt:lpstr>
      <vt:lpstr>PowerPoint 演示文稿</vt:lpstr>
      <vt:lpstr>PowerPoint 演示文稿</vt:lpstr>
      <vt:lpstr>Business Drivers for Cloud Computing </vt:lpstr>
      <vt:lpstr>PowerPoint 演示文稿</vt:lpstr>
      <vt:lpstr>PowerPoint 演示文稿</vt:lpstr>
      <vt:lpstr>PowerPoint 演示文稿</vt:lpstr>
      <vt:lpstr>Considerations for Cloud Adoption</vt:lpstr>
      <vt:lpstr>Considerations for Cloud Adoption - 2</vt:lpstr>
      <vt:lpstr>Is there a Cost Advantage?</vt:lpstr>
      <vt:lpstr>Strategies for Application Migration </vt:lpstr>
      <vt:lpstr>Service Level Agreements (SLAs)</vt:lpstr>
      <vt:lpstr>An Example of SLA</vt:lpstr>
      <vt:lpstr>Current Trends</vt:lpstr>
      <vt:lpstr>What is Amazon Web Services?</vt:lpstr>
      <vt:lpstr>Understanding the AWS Landscape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is Cloud Computing?</dc:title>
  <dc:creator/>
  <cp:lastModifiedBy>Divya Thakur</cp:lastModifiedBy>
  <cp:revision>2</cp:revision>
  <dcterms:created xsi:type="dcterms:W3CDTF">2024-09-02T05:27:31Z</dcterms:created>
  <dcterms:modified xsi:type="dcterms:W3CDTF">2024-09-02T05:27:31Z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1033-5.7.1.8092</vt:lpwstr>
  </property>
</Properties>
</file>