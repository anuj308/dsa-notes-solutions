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81" r:id="rId6"/>
    <p:sldId id="260" r:id="rId7"/>
    <p:sldId id="261" r:id="rId8"/>
    <p:sldId id="282" r:id="rId9"/>
    <p:sldId id="283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85" r:id="rId19"/>
    <p:sldId id="286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Introduction to Amazon Web Services (AWS)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foundational overview of AWS and its core cloud services.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AWS?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cloud computing platform by Amazon.</a:t>
            </a:r>
          </a:p>
          <a:p>
            <a:r>
              <a:t>Provides infrastructure and software services on-demand.</a:t>
            </a:r>
          </a:p>
          <a:p>
            <a:r>
              <a:t>Used globally by startups, enterprises, and governments.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AWS?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Reliable, Scalable, Cost-effective.</a:t>
            </a:r>
          </a:p>
          <a:p>
            <a:r>
              <a:t>Offers 200+ fully featured services.</a:t>
            </a:r>
          </a:p>
          <a:p>
            <a:r>
              <a:t>Pay only for what you use.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of AWS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Launched in 2006.</a:t>
            </a:r>
          </a:p>
          <a:p>
            <a:r>
              <a:rPr dirty="0"/>
              <a:t>Started with S3 and EC2.</a:t>
            </a:r>
            <a:endParaRPr lang="en-CA" dirty="0"/>
          </a:p>
          <a:p>
            <a:r>
              <a:rPr lang="en-US" b="1" dirty="0"/>
              <a:t>Amazon S3 (Simple Storage Service)</a:t>
            </a:r>
          </a:p>
          <a:p>
            <a:r>
              <a:rPr lang="en-US" b="1" dirty="0"/>
              <a:t>Purpose:</a:t>
            </a:r>
            <a:r>
              <a:rPr lang="en-US" dirty="0"/>
              <a:t> Store and retrieve files (data, images, backups, etc.) from anywhere.</a:t>
            </a:r>
          </a:p>
          <a:p>
            <a:r>
              <a:rPr lang="en-US" dirty="0"/>
              <a:t>Think of it as a </a:t>
            </a:r>
            <a:r>
              <a:rPr lang="en-US" b="1" dirty="0"/>
              <a:t>cloud hard drive</a:t>
            </a:r>
            <a:r>
              <a:rPr lang="en-US" dirty="0"/>
              <a:t> that’s safe, scalable, and accessible online.</a:t>
            </a:r>
          </a:p>
          <a:p>
            <a:r>
              <a:rPr lang="en-US" dirty="0"/>
              <a:t>Example: You can upload files to S3 and access them through a web link or application.</a:t>
            </a:r>
          </a:p>
          <a:p>
            <a:pPr marL="0" indent="0">
              <a:buNone/>
            </a:pPr>
            <a:endParaRPr dirty="0"/>
          </a:p>
          <a:p>
            <a:r>
              <a:rPr dirty="0"/>
              <a:t>Now includes databases, analytics, AI, IoT, and more.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44814-4624-0F21-2A43-EEB3CE6BB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F3CB7-53B8-3581-E1AF-EB0842422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Amazon EC2 (Elastic Compute Cloud)</a:t>
            </a:r>
          </a:p>
          <a:p>
            <a:r>
              <a:rPr lang="en-US" b="1" dirty="0"/>
              <a:t>Purpose:</a:t>
            </a:r>
            <a:r>
              <a:rPr lang="en-US" dirty="0"/>
              <a:t> Rent virtual servers (computers) on the cloud to run applications.</a:t>
            </a:r>
          </a:p>
          <a:p>
            <a:r>
              <a:rPr lang="en-US" dirty="0"/>
              <a:t>You can choose CPU, memory, and storage as needed.</a:t>
            </a:r>
          </a:p>
          <a:p>
            <a:r>
              <a:rPr lang="en-US" dirty="0"/>
              <a:t>Developers use EC2 to </a:t>
            </a:r>
            <a:r>
              <a:rPr lang="en-US" b="1" dirty="0"/>
              <a:t>host websites, apps, and databases</a:t>
            </a:r>
            <a:r>
              <a:rPr lang="en-US" dirty="0"/>
              <a:t> without buying physical machines.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76551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Global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Operates in 30+ regions and 100+ Availability Zones.</a:t>
            </a:r>
          </a:p>
          <a:p>
            <a:r>
              <a:rPr dirty="0"/>
              <a:t>Provides high availability.</a:t>
            </a:r>
          </a:p>
          <a:p>
            <a:r>
              <a:rPr dirty="0"/>
              <a:t>Edge locations support global content delivery.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Compute Services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Key compute services:</a:t>
            </a:r>
          </a:p>
          <a:p>
            <a:r>
              <a:rPr dirty="0"/>
              <a:t>- EC2</a:t>
            </a:r>
          </a:p>
          <a:p>
            <a:r>
              <a:rPr dirty="0"/>
              <a:t>- Lambda</a:t>
            </a:r>
          </a:p>
          <a:p>
            <a:r>
              <a:rPr dirty="0"/>
              <a:t>- Elastic Beanstalk</a:t>
            </a:r>
          </a:p>
          <a:p>
            <a:r>
              <a:rPr dirty="0"/>
              <a:t>Enable scalable, flexible computing on cloud.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C6F15-ED99-AE7B-6AB2-B044DBCB0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AWS Lambda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1AF77-52F2-BEB5-ADC8-44A52CB90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br>
              <a:rPr lang="en-US" dirty="0"/>
            </a:br>
            <a:r>
              <a:rPr lang="en-US" dirty="0"/>
              <a:t>AWS Lambda is a </a:t>
            </a:r>
            <a:r>
              <a:rPr lang="en-US" b="1" dirty="0"/>
              <a:t>serverless computing service</a:t>
            </a:r>
            <a:r>
              <a:rPr lang="en-US" dirty="0"/>
              <a:t> by Amazon. </a:t>
            </a:r>
          </a:p>
          <a:p>
            <a:pPr marL="0" indent="0">
              <a:buNone/>
            </a:pPr>
            <a:r>
              <a:rPr lang="en-US" dirty="0"/>
              <a:t>You upload your code, and AWS automatically runs it when it’s needed — </a:t>
            </a:r>
            <a:r>
              <a:rPr lang="en-US" b="1" dirty="0"/>
              <a:t>no servers to manage</a:t>
            </a:r>
            <a:r>
              <a:rPr lang="en-US" dirty="0"/>
              <a:t>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58375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7D13F-2E48-E2E4-0532-86C785545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Amazon Elastic Beanstalk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B0E59-DB84-884D-98B8-45A7C57A2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AWS Elastic Beanstalk is a </a:t>
            </a:r>
            <a:r>
              <a:rPr lang="en-US" b="1" dirty="0"/>
              <a:t>Platform-as-a-Service (PaaS)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You upload your web application, and Beanstalk takes care of </a:t>
            </a:r>
            <a:r>
              <a:rPr lang="en-US" b="1" dirty="0"/>
              <a:t>deploying, scaling, and managing</a:t>
            </a:r>
            <a:r>
              <a:rPr lang="en-US" dirty="0"/>
              <a:t> it automatically.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62096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Amazon EC2 (Elastic Compute Cloud)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Virtual servers in the cloud.</a:t>
            </a:r>
          </a:p>
          <a:p>
            <a:r>
              <a:t>Customizable CPU, memory, and OS.</a:t>
            </a:r>
          </a:p>
          <a:p>
            <a:r>
              <a:t>Used for hosting websites and applications.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AWS Lambda (Serverless Computing)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 code without managing servers.</a:t>
            </a:r>
          </a:p>
          <a:p>
            <a:r>
              <a:t>Pay only for execution time.</a:t>
            </a:r>
          </a:p>
          <a:p>
            <a:r>
              <a:t>Supports multiple languages and triggers.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Elastic Beanstalk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Platform-as-a-Service for deploying applications.</a:t>
            </a:r>
          </a:p>
          <a:p>
            <a:r>
              <a:t>Handles provisioning, load balancing, and scaling automatically.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Storage Services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Primary storage services:</a:t>
            </a:r>
          </a:p>
          <a:p>
            <a:r>
              <a:t>- S3 (Object Storage)</a:t>
            </a:r>
          </a:p>
          <a:p>
            <a:r>
              <a:t>- EBS (Block Storage)</a:t>
            </a:r>
          </a:p>
          <a:p>
            <a:r>
              <a:t>- Glacier (Archival Storage)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Amazon S3 (Simple Storage Service)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Stores data as objects in buckets.</a:t>
            </a:r>
          </a:p>
          <a:p>
            <a:r>
              <a:t>Highly durable and scalable.</a:t>
            </a:r>
          </a:p>
          <a:p>
            <a:r>
              <a:t>Used for backups, websites, and media storage.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EBS (Elastic Block Store)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Block-level storage for EC2.</a:t>
            </a:r>
          </a:p>
          <a:p>
            <a:r>
              <a:t>Persistent and high-performance volumes.</a:t>
            </a:r>
          </a:p>
          <a:p>
            <a:r>
              <a:t>Attach/detach with virtual machines easily.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Glacier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Low-cost archival storage.</a:t>
            </a:r>
          </a:p>
          <a:p>
            <a:r>
              <a:t>Ideal for long-term backups and infrequent access data.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Relational: RDS, Aurora.</a:t>
            </a:r>
          </a:p>
          <a:p>
            <a:r>
              <a:rPr dirty="0"/>
              <a:t>NoSQL: DynamoDB.</a:t>
            </a:r>
          </a:p>
          <a:p>
            <a:r>
              <a:rPr dirty="0"/>
              <a:t>Fully managed, scalable, and secure databases.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C9736-AFD8-2AA7-9BF6-0D2AA626A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F9E7AA-B1B2-892A-EACF-AFF124A4BA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Amazon RDS (Relational Database Service)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Fully managed database service.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Automates backups, updates, and scaling.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popular engines: MySQL, PostgreSQL, Oracle, SQL Server.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Amazon Aurora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High-performance version of MySQL/PostgreSQL.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5× faster than standard MySQL.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77912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5B9AD-CF5D-DC0D-D5B9-B3DB83DB0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AE403-95BB-D922-2FB0-9528FD680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DynamoDB is a super-fast cloud database for apps that need quick access to data — like chat apps or gaming servers.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994115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Networking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VPC: Private network isolation.</a:t>
            </a:r>
            <a:endParaRPr lang="en-CA" dirty="0"/>
          </a:p>
          <a:p>
            <a:pPr marL="0" indent="0">
              <a:buNone/>
            </a:pPr>
            <a:r>
              <a:rPr lang="en-US" sz="1600" dirty="0"/>
              <a:t>VPC (Virtual Private Cloud) allows you to create your own </a:t>
            </a:r>
            <a:r>
              <a:rPr lang="en-US" sz="1600" b="1" dirty="0"/>
              <a:t>private network inside AWS</a:t>
            </a:r>
            <a:r>
              <a:rPr lang="en-US" sz="1600" dirty="0"/>
              <a:t>.</a:t>
            </a:r>
            <a:br>
              <a:rPr lang="en-US" sz="1600" dirty="0"/>
            </a:br>
            <a:r>
              <a:rPr lang="en-US" sz="1600" dirty="0"/>
              <a:t>It isolates your resources (like EC2 instances or databases) for security and control.</a:t>
            </a:r>
            <a:endParaRPr sz="1600" dirty="0"/>
          </a:p>
          <a:p>
            <a:r>
              <a:rPr dirty="0"/>
              <a:t>Route 53: DNS and traffic routing.</a:t>
            </a:r>
            <a:endParaRPr lang="en-CA" dirty="0"/>
          </a:p>
          <a:p>
            <a:pPr marL="0" indent="0">
              <a:buNone/>
            </a:pPr>
            <a:r>
              <a:rPr lang="en-US" sz="1600" dirty="0"/>
              <a:t>Amazon Route 53 is a </a:t>
            </a:r>
            <a:r>
              <a:rPr lang="en-US" sz="1600" b="1" dirty="0"/>
              <a:t>DNS web service</a:t>
            </a:r>
            <a:r>
              <a:rPr lang="en-US" sz="1600" dirty="0"/>
              <a:t> that connects users to your website or app by converting domain names (like myapp.com) into IP addresses.</a:t>
            </a:r>
            <a:endParaRPr dirty="0"/>
          </a:p>
          <a:p>
            <a:r>
              <a:rPr dirty="0"/>
              <a:t>CloudFront: Global</a:t>
            </a:r>
            <a:endParaRPr lang="en-CA" dirty="0"/>
          </a:p>
          <a:p>
            <a:pPr marL="0" indent="0">
              <a:buNone/>
            </a:pPr>
            <a:r>
              <a:rPr lang="en-US" sz="1600" dirty="0"/>
              <a:t>Amazon CloudFront delivers your website or app content </a:t>
            </a:r>
            <a:r>
              <a:rPr lang="en-US" sz="1600" b="1" dirty="0"/>
              <a:t>faster</a:t>
            </a:r>
            <a:r>
              <a:rPr lang="en-US" sz="1600" dirty="0"/>
              <a:t> by caching it in multiple data centers around the world (</a:t>
            </a:r>
            <a:r>
              <a:rPr sz="1600" dirty="0"/>
              <a:t> content delivery network.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AWS Identity and Access Management (IAM)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Controls access to AWS services.</a:t>
            </a:r>
          </a:p>
          <a:p>
            <a:r>
              <a:t>Defines users, roles, and permissions.</a:t>
            </a:r>
          </a:p>
          <a:p>
            <a:r>
              <a:t>Enhances security and compliance.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CloudWatch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Monitors resources and applications.</a:t>
            </a:r>
          </a:p>
          <a:p>
            <a:r>
              <a:t>Provides metrics, logs, and alerts.</a:t>
            </a:r>
          </a:p>
          <a:p>
            <a:r>
              <a:t>Helps optimize performance and cost.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CloudFormation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Infrastructure as Code (IaC).</a:t>
            </a:r>
          </a:p>
          <a:p>
            <a:r>
              <a:t>Automates setup and management of AWS resources.</a:t>
            </a:r>
          </a:p>
          <a:p>
            <a:r>
              <a:t>Templates simplify deployments.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Auto 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Adjusts capacity automatically.</a:t>
            </a:r>
          </a:p>
          <a:p>
            <a:r>
              <a:t>Maintains performance at the lowest cost.</a:t>
            </a:r>
          </a:p>
          <a:p>
            <a:r>
              <a:t>Ensures application reliability.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Pricing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Pay-as-you-go: pay only for usage.</a:t>
            </a:r>
          </a:p>
          <a:p>
            <a:r>
              <a:t>Reserved Instances: save with commitments.</a:t>
            </a:r>
          </a:p>
          <a:p>
            <a:r>
              <a:t>Spot Instances: use unused capacity at lower prices.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Example: Hosting a Website on AWS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S3 for static files.</a:t>
            </a:r>
          </a:p>
          <a:p>
            <a:r>
              <a:t>EC2 for application servers.</a:t>
            </a:r>
          </a:p>
          <a:p>
            <a:r>
              <a:t>Route 53 for DNS management.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Serverless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AWS Lambda with API Gateway.</a:t>
            </a:r>
          </a:p>
          <a:p>
            <a:r>
              <a:t>Trigger functions automatically.</a:t>
            </a:r>
          </a:p>
          <a:p>
            <a:r>
              <a:t>No need to manage infrastructure.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Backup and Recovery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S3 for storage and Glacier for archival.</a:t>
            </a:r>
          </a:p>
          <a:p>
            <a:r>
              <a:t>Automated lifecycle management for data protection.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AWS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Scalable and flexible architecture.</a:t>
            </a:r>
          </a:p>
          <a:p>
            <a:r>
              <a:t>Secure and compliant platform.</a:t>
            </a:r>
          </a:p>
          <a:p>
            <a:r>
              <a:t>Global presence and continuous innovation.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of AWS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Expanding into AI, Machine Learning, IoT, and Quantum Computing.</a:t>
            </a:r>
          </a:p>
          <a:p>
            <a:r>
              <a:t>Driving the future of cloud-based innovation.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899</Words>
  <Application>Microsoft Office PowerPoint</Application>
  <PresentationFormat>On-screen Show (4:3)</PresentationFormat>
  <Paragraphs>124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Introduction to Amazon Web Services (AWS)</vt:lpstr>
      <vt:lpstr>What is AWS?</vt:lpstr>
      <vt:lpstr>Why AWS?</vt:lpstr>
      <vt:lpstr>History of AWS</vt:lpstr>
      <vt:lpstr>PowerPoint Presentation</vt:lpstr>
      <vt:lpstr>Global Infrastructure</vt:lpstr>
      <vt:lpstr>Compute Services Overview</vt:lpstr>
      <vt:lpstr>AWS Lambda</vt:lpstr>
      <vt:lpstr>Amazon Elastic Beanstalk</vt:lpstr>
      <vt:lpstr>Amazon EC2 (Elastic Compute Cloud)</vt:lpstr>
      <vt:lpstr>AWS Lambda (Serverless Computing)</vt:lpstr>
      <vt:lpstr>Elastic Beanstalk</vt:lpstr>
      <vt:lpstr>Storage Services Overview</vt:lpstr>
      <vt:lpstr>Amazon S3 (Simple Storage Service)</vt:lpstr>
      <vt:lpstr>Amazon EBS (Elastic Block Store)</vt:lpstr>
      <vt:lpstr>Amazon Glacier</vt:lpstr>
      <vt:lpstr>Database Services</vt:lpstr>
      <vt:lpstr>PowerPoint Presentation</vt:lpstr>
      <vt:lpstr>PowerPoint Presentation</vt:lpstr>
      <vt:lpstr>Networking Services</vt:lpstr>
      <vt:lpstr>AWS Identity and Access Management (IAM)</vt:lpstr>
      <vt:lpstr>AWS CloudWatch</vt:lpstr>
      <vt:lpstr>AWS CloudFormation</vt:lpstr>
      <vt:lpstr>AWS Auto Scaling</vt:lpstr>
      <vt:lpstr>AWS Pricing Models</vt:lpstr>
      <vt:lpstr>Example: Hosting a Website on AWS</vt:lpstr>
      <vt:lpstr>Example: Serverless Application</vt:lpstr>
      <vt:lpstr>Example: Backup and Recovery</vt:lpstr>
      <vt:lpstr>Advantages of AWS</vt:lpstr>
      <vt:lpstr>Future of AWS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Sidhant Gagneja</dc:creator>
  <cp:keywords/>
  <dc:description>generated using python-pptx</dc:description>
  <cp:lastModifiedBy>Sidhant Gagneja</cp:lastModifiedBy>
  <cp:revision>3</cp:revision>
  <dcterms:created xsi:type="dcterms:W3CDTF">2013-01-27T09:14:16Z</dcterms:created>
  <dcterms:modified xsi:type="dcterms:W3CDTF">2025-10-22T05:38:04Z</dcterms:modified>
  <cp:category/>
</cp:coreProperties>
</file>