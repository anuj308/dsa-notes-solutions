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DevOps Needs 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DevOps = Combination of Development and Operations</a:t>
            </a:r>
          </a:p>
          <a:p>
            <a:pPr marL="0" indent="0">
              <a:buNone/>
            </a:pPr>
            <a:r>
              <a:rPr dirty="0"/>
              <a:t> Focuses on automation, collaboration, and continuous delivery</a:t>
            </a:r>
          </a:p>
          <a:p>
            <a:pPr marL="0" indent="0">
              <a:buNone/>
            </a:pPr>
            <a:r>
              <a:rPr dirty="0"/>
              <a:t> Cloud Computing provides the infrastructure and tools that make DevOps efficient</a:t>
            </a:r>
          </a:p>
          <a:p>
            <a:pPr marL="0" indent="0">
              <a:buNone/>
            </a:pPr>
            <a:r>
              <a:rPr dirty="0"/>
              <a:t> Together they enable fast, scalable, and reliable deployments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Infrastructure Setup – Create servers instantly without hardware</a:t>
            </a:r>
          </a:p>
          <a:p>
            <a:r>
              <a:t>• Automation Support – Integrates with CI/CD tools like Jenkins, GitHub Actions, AWS CodePipeline</a:t>
            </a:r>
          </a:p>
          <a:p>
            <a:r>
              <a:t>• Scalability – Automatically adjusts resources as demand changes</a:t>
            </a:r>
          </a:p>
          <a:p>
            <a:r>
              <a:t>• Collaboration – Shared access from anywhere promotes teamwork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Cloud for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software releases</a:t>
            </a:r>
          </a:p>
          <a:p>
            <a:r>
              <a:t>• Lower infrastructure cost (pay-as-you-go)</a:t>
            </a:r>
          </a:p>
          <a:p>
            <a:r>
              <a:t>• Real-time monitoring and feedback</a:t>
            </a:r>
          </a:p>
          <a:p>
            <a:r>
              <a:t>• Reliable data backup and disaster recovery</a:t>
            </a:r>
          </a:p>
          <a:p>
            <a:r>
              <a:t>• Security and compliance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   </a:t>
            </a:r>
            <a:r>
              <a:rPr dirty="0"/>
              <a:t>DevOps needs the Cloud because it provides the </a:t>
            </a:r>
            <a:r>
              <a:rPr lang="en-CA" dirty="0"/>
              <a:t>  </a:t>
            </a:r>
            <a:r>
              <a:rPr dirty="0"/>
              <a:t>speed, flexibility, and automation required for continuous software delivery.</a:t>
            </a:r>
          </a:p>
          <a:p>
            <a:endParaRPr dirty="0"/>
          </a:p>
          <a:p>
            <a:pPr marL="0" indent="0">
              <a:buNone/>
            </a:pPr>
            <a:r>
              <a:rPr lang="en-CA" dirty="0"/>
              <a:t>     </a:t>
            </a:r>
            <a:r>
              <a:rPr dirty="0"/>
              <a:t>Together, they drive:</a:t>
            </a:r>
          </a:p>
          <a:p>
            <a:pPr marL="0" indent="0">
              <a:buNone/>
            </a:pPr>
            <a:r>
              <a:rPr lang="en-CA" dirty="0"/>
              <a:t>    </a:t>
            </a:r>
            <a:r>
              <a:rPr dirty="0"/>
              <a:t> Rapid development cycles</a:t>
            </a:r>
          </a:p>
          <a:p>
            <a:pPr marL="0" indent="0">
              <a:buNone/>
            </a:pPr>
            <a:r>
              <a:rPr lang="en-CA" dirty="0"/>
              <a:t>    </a:t>
            </a:r>
            <a:r>
              <a:rPr dirty="0"/>
              <a:t> Efficient deployment</a:t>
            </a:r>
          </a:p>
          <a:p>
            <a:pPr marL="0" indent="0">
              <a:buNone/>
            </a:pPr>
            <a:r>
              <a:rPr lang="en-CA" dirty="0"/>
              <a:t>    </a:t>
            </a:r>
            <a:r>
              <a:rPr dirty="0"/>
              <a:t> Better teamwork</a:t>
            </a:r>
          </a:p>
          <a:p>
            <a:pPr marL="0" indent="0">
              <a:buNone/>
            </a:pPr>
            <a:r>
              <a:rPr lang="en-CA" dirty="0"/>
              <a:t>    </a:t>
            </a:r>
            <a:r>
              <a:rPr dirty="0"/>
              <a:t> Scalable business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Why DevOps Needs Cloud Computing</vt:lpstr>
      <vt:lpstr>Introduction</vt:lpstr>
      <vt:lpstr>Key Reasons</vt:lpstr>
      <vt:lpstr>Benefits of Cloud for DevOps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3</cp:revision>
  <dcterms:created xsi:type="dcterms:W3CDTF">2013-01-27T09:14:16Z</dcterms:created>
  <dcterms:modified xsi:type="dcterms:W3CDTF">2025-10-17T06:37:40Z</dcterms:modified>
  <cp:category/>
</cp:coreProperties>
</file>