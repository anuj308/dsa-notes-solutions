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Importance and Benefits of 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why DevOps matters in modern software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combines Development (Dev) and Operations (Ops) to improve collaboration, automation, and continuous delivery of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Encourages teamwork between developers and IT operations</a:t>
            </a:r>
          </a:p>
          <a:p>
            <a:r>
              <a:t>• Speeds up software delivery and updates</a:t>
            </a:r>
          </a:p>
          <a:p>
            <a:r>
              <a:t>• Improves product quality and stability</a:t>
            </a:r>
          </a:p>
          <a:p>
            <a:r>
              <a:t>• Enables faster problem detection and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DevOps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Continuous Integration and Continuous Delivery (CI/CD)</a:t>
            </a:r>
          </a:p>
          <a:p>
            <a:r>
              <a:t>• Reduced time to market</a:t>
            </a:r>
          </a:p>
          <a:p>
            <a:r>
              <a:t>• Increased deployment frequency</a:t>
            </a:r>
          </a:p>
          <a:p>
            <a:r>
              <a:t>• Better scalability and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DevOps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Enhanced communication and collaboration</a:t>
            </a:r>
          </a:p>
          <a:p>
            <a:r>
              <a:t>• Improved resource utilization</a:t>
            </a:r>
          </a:p>
          <a:p>
            <a:r>
              <a:t>• Reduced human errors through automation</a:t>
            </a:r>
          </a:p>
          <a:p>
            <a:r>
              <a:t>• Stronger security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helps organizations achieve business goals by improving efficiency, reducing costs, and ensuring customer satisfaction through reliable software releases.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Companies like Netflix, Amazon, and Google use DevOps to automate deployment, enhance performance, and deliver updates continuously.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is essential for modern software development. It ensures faster delivery, better quality, and continuous improvement through collaboration and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</Words>
  <Application>Microsoft Office PowerPoint</Application>
  <PresentationFormat>On-screen Show (4:3)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Importance and Benefits of DevOps</vt:lpstr>
      <vt:lpstr>What is DevOps?</vt:lpstr>
      <vt:lpstr>Importance of DevOps</vt:lpstr>
      <vt:lpstr>Benefits of DevOps (Part 1)</vt:lpstr>
      <vt:lpstr>Benefits of DevOps (Part 2)</vt:lpstr>
      <vt:lpstr>Business Perspective</vt:lpstr>
      <vt:lpstr>Real-World Example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Sidhant Gagneja</dc:creator>
  <cp:keywords/>
  <dc:description>generated using python-pptx</dc:description>
  <cp:lastModifiedBy>Sidhant Gagneja</cp:lastModifiedBy>
  <cp:revision>1</cp:revision>
  <dcterms:created xsi:type="dcterms:W3CDTF">2013-01-27T09:14:16Z</dcterms:created>
  <dcterms:modified xsi:type="dcterms:W3CDTF">2025-10-09T04:13:26Z</dcterms:modified>
  <cp:category/>
</cp:coreProperties>
</file>