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FreeSerif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FreeSerif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088F450A-AD16-465E-9CE6-89326A4AE2B4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440" cy="116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0920" cy="585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440" cy="469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FreeSerif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FreeSerif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0" name="PlaceHolder 6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098E96DF-E103-4E1B-B552-703AE0B2B157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5680" cy="56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5680" cy="80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FreeSerif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FreeSerif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6" name="PlaceHolder 6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5E475157-B32F-440F-8DC2-C9E52D3DE4FC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680" cy="146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FreeSerif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FreeSerif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A901CD8-B834-4AA2-AE1E-2D6016EB0353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FreeSerif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FreeSerif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8A2D762E-F4FD-420D-A28E-478AC9BCB7D2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6680" cy="5850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200" cy="5850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FreeSerif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FreeSerif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B4836ACE-BDE0-4547-A6B7-E0FC70068EFA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FreeSerif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FreeSerif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10881651-2616-4064-95FE-71E9DBFB94F7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1680" cy="1361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1680" cy="149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FreeSerif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FreeSerif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1CA2F183-91EA-443A-AACF-1E6A4AAF0295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FreeSerif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FreeSerif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534A4E45-AE96-499E-9B7C-71DC2906D58A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560" cy="63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560" cy="39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000" cy="63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000" cy="39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53" name="PlaceHolder 7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FreeSerif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FreeSerif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54" name="PlaceHolder 8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1D6E6FC1-C9CF-4917-9A49-BCDC6B2E1298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FreeSerif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FreeSerif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886B4EEB-D82B-41BD-8E04-43E5879A05C6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Project: </a:t>
            </a: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  <a:ea typeface="FreeSans"/>
              </a:rPr>
              <a:t>To-Do List Application with Continuous Integration using Git, Maven, and GitHub Actions 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343080"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343080"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343080"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  <a:ea typeface="FreeSans"/>
              </a:rPr>
              <a:t>By: Anuj Kumar Sharma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Project Overview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This is a simple Java-based To-Do List application.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Main focus: DevOps automation using Git, Maven, and GitHub Actions.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Tools &amp; Technologies Used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Java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Maven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Git &amp; GitHub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GitHub Actions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JUnit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Java Swing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Maven Commands Used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mvn compile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mvn test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mvn package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mvn exec:exec -Dexec.executable="java" -Dexec.args="-jar target/todo-devops-project-1.0.0.jar"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888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Dependencies &amp; Plugins Used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67" name=""/>
          <p:cNvSpPr/>
          <p:nvPr/>
        </p:nvSpPr>
        <p:spPr>
          <a:xfrm>
            <a:off x="685800" y="1600200"/>
            <a:ext cx="7772040" cy="480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FreeSerif"/>
              </a:rPr>
              <a:t>JUnit 5 — for unit testing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FreeSerif"/>
              </a:rPr>
              <a:t>Maven Compiler Plugin — compiles Java source code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FreeSerif"/>
              </a:rPr>
              <a:t>Maven Surefire Plugin — executes unit tests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FreeSerif"/>
              </a:rPr>
              <a:t>Maven Shade Plugin — builds runnable JAR file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>
              <a:lnSpc>
                <a:spcPct val="100000"/>
              </a:lnSpc>
            </a:pPr>
            <a:endParaRPr b="0" lang="en-US" sz="10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Git Commands Used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git init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git add .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git commit -m "Initial commit"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git push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CI Automation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Every push triggers CI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Build and test automatically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JAR generated as artifact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Results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Automated builds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Early bug detection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Clean version control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Professional DevOps workflow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Conclusion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DevOps improves software quality, speed, and reliability.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LibreOffice/25.8.3.2$Linux_X86_64 LibreOffice_project/580$Build-2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2026-01-02T08:32:21Z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