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Need DevOps on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the importance of DevOps in cloud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= Development + Operations.</a:t>
            </a:r>
          </a:p>
          <a:p>
            <a:r>
              <a:t>Bridges gap between coding and deployment.</a:t>
            </a:r>
          </a:p>
          <a:p>
            <a:r>
              <a:t>Focuses on automation, collaboration, and continuous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Combine DevOps and Cloud?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supports DevOps principles.</a:t>
            </a:r>
          </a:p>
          <a:p>
            <a:r>
              <a:t>Provides automation, scalability, and rapid deployment.</a:t>
            </a:r>
          </a:p>
          <a:p>
            <a:r>
              <a:t>Perfect platform for CI/CD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Software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Slow releases and manual deployments.</a:t>
            </a:r>
          </a:p>
          <a:p>
            <a:r>
              <a:t>Limited collaboration between teams.</a:t>
            </a:r>
          </a:p>
          <a:p>
            <a:r>
              <a:t>Difficulty managing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servers.</a:t>
            </a:r>
          </a:p>
          <a:p>
            <a:r>
              <a:t>High maintenance and manual scaling.</a:t>
            </a:r>
          </a:p>
          <a:p>
            <a:r>
              <a:t>Limited flexibility and recovery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Testing and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errors cause failures.</a:t>
            </a:r>
          </a:p>
          <a:p>
            <a:r>
              <a:t>Slow updates.</a:t>
            </a:r>
          </a:p>
          <a:p>
            <a:r>
              <a:t>No automated rollback or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eliminates manual errors.</a:t>
            </a:r>
          </a:p>
          <a:p>
            <a:r>
              <a:t>Faster deployment cycles.</a:t>
            </a:r>
          </a:p>
          <a:p>
            <a:r>
              <a:t>Better testing and integration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Faster Development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on cloud accelerates build and deployment.</a:t>
            </a:r>
          </a:p>
          <a:p>
            <a:r>
              <a:t>Continuous feedback ensures quality.</a:t>
            </a:r>
          </a:p>
          <a:p>
            <a:r>
              <a:t>Faster time-to-market.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Flexibility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auto-scales resources.</a:t>
            </a:r>
          </a:p>
          <a:p>
            <a:r>
              <a:t>No downtime for traffic surges.</a:t>
            </a:r>
          </a:p>
          <a:p>
            <a:r>
              <a:t>Pay-as-you-go model saves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&amp;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dashboards and pipelines.</a:t>
            </a:r>
          </a:p>
          <a:p>
            <a:r>
              <a:t>Real-time monitoring and notifications.</a:t>
            </a:r>
          </a:p>
          <a:p>
            <a:r>
              <a:t>Improved communication between teams.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infrastructure costs.</a:t>
            </a:r>
          </a:p>
          <a:p>
            <a:r>
              <a:t>No need for physical servers.</a:t>
            </a:r>
          </a:p>
          <a:p>
            <a:r>
              <a:t>Efficient resource utilization.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offers built-in monitoring tools.</a:t>
            </a:r>
          </a:p>
          <a:p>
            <a:r>
              <a:t>Auto recovery and failover support.</a:t>
            </a:r>
          </a:p>
          <a:p>
            <a:r>
              <a:t>Improved uptime and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build, test, and deployment.</a:t>
            </a:r>
          </a:p>
          <a:p>
            <a:r>
              <a:t>Supports Jenkins, GitHub Actions, and GitLab CI.</a:t>
            </a:r>
          </a:p>
          <a:p>
            <a:r>
              <a:t>Delivers frequent, stable releases.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platforms enforce encryption and access control.</a:t>
            </a:r>
          </a:p>
          <a:p>
            <a:r>
              <a:t>Automated audits and compliance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DevOps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Jenkins, Docker, Kubernetes, Git.</a:t>
            </a:r>
          </a:p>
          <a:p>
            <a:r>
              <a:t>Integrated for automation and orchestration.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Services for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DevOps Suite.</a:t>
            </a:r>
          </a:p>
          <a:p>
            <a:r>
              <a:t>Azure DevOps.</a:t>
            </a:r>
          </a:p>
          <a:p>
            <a:r>
              <a:t>Google Cloud Build.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as Code (IaC)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infrastructure using code.</a:t>
            </a:r>
          </a:p>
          <a:p>
            <a:r>
              <a:t>Tools: Terraform, CloudFormation.</a:t>
            </a:r>
          </a:p>
          <a:p>
            <a:r>
              <a:t>Ensures reproducible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Prometheus, Grafana, CloudWatch.</a:t>
            </a:r>
          </a:p>
          <a:p>
            <a:r>
              <a:t>Tracks performance and detects issues early.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in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scaling, load balancing.</a:t>
            </a:r>
          </a:p>
          <a:p>
            <a:r>
              <a:t>Serverless architectures simplify operations.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Jenkins on AWS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build and deployment pipelines.</a:t>
            </a:r>
          </a:p>
          <a:p>
            <a:r>
              <a:t>Continuous delivery to production servers.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Docker &amp; 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Containerized applications for portability.</a:t>
            </a:r>
          </a:p>
          <a:p>
            <a:r>
              <a:t>Auto scaling and load balancing on cloud.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Ansible for Cloud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provisioning and configuration.</a:t>
            </a:r>
          </a:p>
          <a:p>
            <a:r>
              <a:t>Ensures consistency across servers.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- Why DevOps on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Speed, Scalability, Efficiency, Reliability.</a:t>
            </a:r>
          </a:p>
          <a:p>
            <a:r>
              <a:t>Automation and flexibility are key benefits.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DevOps on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pipelines.</a:t>
            </a:r>
          </a:p>
          <a:p>
            <a:r>
              <a:t>NoOps and Edge Cloud trends.</a:t>
            </a:r>
          </a:p>
          <a:p>
            <a:r>
              <a:t>Next-gen automated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454</Words>
  <Application>Microsoft Office PowerPoint</Application>
  <PresentationFormat>On-screen Show (4:3)</PresentationFormat>
  <Paragraphs>86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Why We Need DevOps on Cloud</vt:lpstr>
      <vt:lpstr>What is DevOps?</vt:lpstr>
      <vt:lpstr>Why Combine DevOps and Cloud?</vt:lpstr>
      <vt:lpstr>Traditional Software Challenges</vt:lpstr>
      <vt:lpstr>Infrastructure Limitations</vt:lpstr>
      <vt:lpstr>Manual Testing and Deployment</vt:lpstr>
      <vt:lpstr>Need for Automation</vt:lpstr>
      <vt:lpstr>Faster Development &amp; Deployment</vt:lpstr>
      <vt:lpstr>Scalability &amp; Flexibility</vt:lpstr>
      <vt:lpstr>Collaboration &amp; Transparency</vt:lpstr>
      <vt:lpstr>Cost Efficiency</vt:lpstr>
      <vt:lpstr>Reliability &amp; Monitoring</vt:lpstr>
      <vt:lpstr>CI/CD Integration</vt:lpstr>
      <vt:lpstr>Security &amp; Compliance</vt:lpstr>
      <vt:lpstr>Popular DevOps Tools</vt:lpstr>
      <vt:lpstr>Cloud Services for DevOps</vt:lpstr>
      <vt:lpstr>Infrastructure as Code (IaC)</vt:lpstr>
      <vt:lpstr>Monitoring &amp; Logging</vt:lpstr>
      <vt:lpstr>Automation in Cloud</vt:lpstr>
      <vt:lpstr>Example: Jenkins on AWS EC2</vt:lpstr>
      <vt:lpstr>Example: Docker &amp; Kubernetes</vt:lpstr>
      <vt:lpstr>Example: Ansible for Cloud Config</vt:lpstr>
      <vt:lpstr>Summary - Why DevOps on Cloud</vt:lpstr>
      <vt:lpstr>Future of DevOps on Cloud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Sidhant Gagneja</dc:creator>
  <cp:keywords/>
  <dc:description>generated using python-pptx</dc:description>
  <cp:lastModifiedBy>Sidhant Gagneja</cp:lastModifiedBy>
  <cp:revision>2</cp:revision>
  <dcterms:created xsi:type="dcterms:W3CDTF">2013-01-27T09:14:16Z</dcterms:created>
  <dcterms:modified xsi:type="dcterms:W3CDTF">2025-10-22T05:24:08Z</dcterms:modified>
  <cp:category/>
</cp:coreProperties>
</file>