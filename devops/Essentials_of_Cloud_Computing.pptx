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Essentials of Cloud Computing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Cloud Computing?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Delivery of computing services (servers, storage, databases, networking, etc.) over the Internet ("the cloud")</a:t>
            </a:r>
          </a:p>
          <a:p>
            <a:r>
              <a:t>• Enables access anytime, anywhere</a:t>
            </a:r>
          </a:p>
          <a:p>
            <a:r>
              <a:t>• Pay only for what you use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On-demand self-service</a:t>
            </a:r>
          </a:p>
          <a:p>
            <a:r>
              <a:t>• Broad network access</a:t>
            </a:r>
          </a:p>
          <a:p>
            <a:r>
              <a:t>• Resource pooling</a:t>
            </a:r>
          </a:p>
          <a:p>
            <a:r>
              <a:t>• Rapid elasticity</a:t>
            </a:r>
          </a:p>
          <a:p>
            <a:r>
              <a:t>• Measured service (pay-per-use)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 Service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IaaS (Infrastructure as a Service) – Virtual machines, storage</a:t>
            </a:r>
          </a:p>
          <a:p>
            <a:r>
              <a:t>2. PaaS (Platform as a Service) – Development environment</a:t>
            </a:r>
          </a:p>
          <a:p>
            <a:r>
              <a:t>3. SaaS (Software as a Service) – Applications over the web</a:t>
            </a:r>
          </a:p>
          <a:p>
            <a:r>
              <a:t>Examples: AWS EC2, Google App Engine, Gmail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 Deployment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Public Cloud – Open to all users (e.g., AWS, Azure)</a:t>
            </a:r>
          </a:p>
          <a:p>
            <a:r>
              <a:t>• Private Cloud – Used by one organization only</a:t>
            </a:r>
          </a:p>
          <a:p>
            <a:r>
              <a:t>• Hybrid Cloud – Combines both public &amp; private clouds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Cloud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Cost savings</a:t>
            </a:r>
          </a:p>
          <a:p>
            <a:r>
              <a:t>• Flexibility &amp; scalability</a:t>
            </a:r>
          </a:p>
          <a:p>
            <a:r>
              <a:t>• Reliability</a:t>
            </a:r>
          </a:p>
          <a:p>
            <a:r>
              <a:t>• Accessibility</a:t>
            </a:r>
          </a:p>
          <a:p>
            <a:r>
              <a:t>• Automatic software updates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in Cloud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 privacy &amp; security</a:t>
            </a:r>
          </a:p>
          <a:p>
            <a:r>
              <a:t>• Downtime &amp; internet dependency</a:t>
            </a:r>
          </a:p>
          <a:p>
            <a:r>
              <a:t>• Limited control &amp; compliance issues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 Service Providers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Amazon Web Services (AWS)</a:t>
            </a:r>
          </a:p>
          <a:p>
            <a:r>
              <a:rPr dirty="0"/>
              <a:t>• Microsoft Azure</a:t>
            </a:r>
          </a:p>
          <a:p>
            <a:r>
              <a:rPr dirty="0"/>
              <a:t>• Google Cloud Platform (GCP)</a:t>
            </a:r>
          </a:p>
          <a:p>
            <a:r>
              <a:rPr dirty="0"/>
              <a:t>• IBM Cloud</a:t>
            </a:r>
          </a:p>
          <a:p>
            <a:r>
              <a:rPr dirty="0"/>
              <a:t>• Oracle Cloud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223</Words>
  <Application>Microsoft Office PowerPoint</Application>
  <PresentationFormat>On-screen Show (4:3)</PresentationFormat>
  <Paragraphs>36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Essentials of Cloud Computing</vt:lpstr>
      <vt:lpstr>What is Cloud Computing?</vt:lpstr>
      <vt:lpstr>Key Characteristics</vt:lpstr>
      <vt:lpstr>Cloud Service Models</vt:lpstr>
      <vt:lpstr>Cloud Deployment Models</vt:lpstr>
      <vt:lpstr>Advantages of Cloud Computing</vt:lpstr>
      <vt:lpstr>Challenges in Cloud Computing</vt:lpstr>
      <vt:lpstr>Cloud Service Providers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Sidhant Gagneja</dc:creator>
  <cp:keywords/>
  <dc:description>generated using python-pptx</dc:description>
  <cp:lastModifiedBy>Sidhant Gagneja</cp:lastModifiedBy>
  <cp:revision>2</cp:revision>
  <dcterms:created xsi:type="dcterms:W3CDTF">2013-01-27T09:14:16Z</dcterms:created>
  <dcterms:modified xsi:type="dcterms:W3CDTF">2025-10-17T06:37:54Z</dcterms:modified>
  <cp:category/>
</cp:coreProperties>
</file>