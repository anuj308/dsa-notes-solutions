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DevOps?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dirty="0"/>
          </a:p>
          <a:p>
            <a:r>
              <a:rPr dirty="0"/>
              <a:t>DevOps = Development (Dev) + Operations (Ops)</a:t>
            </a:r>
          </a:p>
          <a:p>
            <a:r>
              <a:rPr dirty="0"/>
              <a:t>A set of practices, tools, and cultural philosophies</a:t>
            </a:r>
          </a:p>
          <a:p>
            <a:r>
              <a:rPr dirty="0"/>
              <a:t>Automates and integrates software development &amp; IT operations</a:t>
            </a:r>
          </a:p>
          <a:p>
            <a:r>
              <a:rPr dirty="0"/>
              <a:t>Goals:</a:t>
            </a:r>
          </a:p>
          <a:p>
            <a:pPr marL="0" indent="0">
              <a:buNone/>
            </a:pPr>
            <a:r>
              <a:rPr dirty="0"/>
              <a:t>• Increase delivery speed</a:t>
            </a:r>
          </a:p>
          <a:p>
            <a:pPr marL="0" indent="0">
              <a:buNone/>
            </a:pPr>
            <a:r>
              <a:rPr dirty="0"/>
              <a:t>• Improve quality</a:t>
            </a:r>
          </a:p>
          <a:p>
            <a:pPr marL="0" indent="0">
              <a:buNone/>
            </a:pPr>
            <a:r>
              <a:rPr dirty="0"/>
              <a:t>• Enhance collaboration</a:t>
            </a:r>
          </a:p>
          <a:p>
            <a:pPr marL="0" indent="0">
              <a:buNone/>
            </a:pPr>
            <a:r>
              <a:rPr dirty="0"/>
              <a:t>• Enable continuous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DevOps is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Traditional model had separate Dev &amp; Ops teams</a:t>
            </a:r>
          </a:p>
          <a:p>
            <a:r>
              <a:t>Caused delays, miscommunication, and manual errors</a:t>
            </a:r>
          </a:p>
          <a:p>
            <a:r>
              <a:t>DevOps unifies processes via automation and collaboration</a:t>
            </a:r>
          </a:p>
          <a:p>
            <a:r>
              <a:t>Enables faster and safer software delivery</a:t>
            </a:r>
          </a:p>
          <a:p>
            <a:r>
              <a:t>Supports continuous improvement and innovation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Core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Collaboration – shared responsibility and communication</a:t>
            </a:r>
          </a:p>
          <a:p>
            <a:r>
              <a:t>Automation – reduce manual work</a:t>
            </a:r>
          </a:p>
          <a:p>
            <a:r>
              <a:t>Continuous Integration &amp; Continuous Deployment (CI/CD)</a:t>
            </a:r>
          </a:p>
          <a:p>
            <a:r>
              <a:t>Monitoring &amp; Feedback – detect and fix issues early</a:t>
            </a:r>
          </a:p>
          <a:p>
            <a:r>
              <a:t>Security Integration – DevSecOps culture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 of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dirty="0"/>
          </a:p>
          <a:p>
            <a:r>
              <a:rPr dirty="0"/>
              <a:t>Version Control: Git, GitHub</a:t>
            </a:r>
            <a:endParaRPr lang="en-CA" dirty="0"/>
          </a:p>
          <a:p>
            <a:pPr marL="0" indent="0">
              <a:buNone/>
            </a:pPr>
            <a:r>
              <a:rPr lang="en-CA" dirty="0"/>
              <a:t>(</a:t>
            </a:r>
            <a:r>
              <a:rPr lang="en-US" dirty="0"/>
              <a:t>Version control is a system that records changes to files over time so that you can track, compare, and restore previous versions whenever needed.</a:t>
            </a:r>
            <a:r>
              <a:rPr lang="en-CA" dirty="0"/>
              <a:t>)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Build Tools: Jenkins, Maven</a:t>
            </a:r>
          </a:p>
          <a:p>
            <a:r>
              <a:rPr dirty="0"/>
              <a:t>Testing Tools: Selenium, JUnit</a:t>
            </a:r>
          </a:p>
          <a:p>
            <a:r>
              <a:rPr dirty="0"/>
              <a:t>Containerization: Docker, Kubernetes</a:t>
            </a:r>
          </a:p>
          <a:p>
            <a:r>
              <a:rPr dirty="0"/>
              <a:t>Monitoring: Nagios, Grafana</a:t>
            </a:r>
            <a:endParaRPr lang="en-CA" dirty="0"/>
          </a:p>
          <a:p>
            <a:r>
              <a:rPr lang="en-US" b="1" dirty="0"/>
              <a:t>Nagios:</a:t>
            </a:r>
            <a:r>
              <a:rPr lang="en-US" dirty="0"/>
              <a:t> A tool that checks if computers and networks are working properly.</a:t>
            </a:r>
          </a:p>
          <a:p>
            <a:r>
              <a:rPr lang="en-US" b="1" dirty="0"/>
              <a:t>Grafana:</a:t>
            </a:r>
            <a:r>
              <a:rPr lang="en-US" dirty="0"/>
              <a:t> A tool that shows data and system health using easy-to-read charts and graphs.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1. Plan – Define project goals and requirements</a:t>
            </a:r>
          </a:p>
          <a:p>
            <a:r>
              <a:rPr dirty="0"/>
              <a:t>2. Code – Develop using Git</a:t>
            </a:r>
          </a:p>
          <a:p>
            <a:r>
              <a:rPr dirty="0"/>
              <a:t>3. Build – Compile and package software</a:t>
            </a:r>
          </a:p>
          <a:p>
            <a:r>
              <a:rPr dirty="0"/>
              <a:t>4. Test – Automated testing for quality assurance</a:t>
            </a:r>
          </a:p>
          <a:p>
            <a:r>
              <a:rPr dirty="0"/>
              <a:t>5. Deploy – Continuous deployment to production</a:t>
            </a:r>
          </a:p>
          <a:p>
            <a:r>
              <a:rPr dirty="0"/>
              <a:t>6. Operate – Manage infrastructure and performance</a:t>
            </a:r>
          </a:p>
          <a:p>
            <a:r>
              <a:rPr dirty="0"/>
              <a:t>7. Monitor – Continuous feedback and improvement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Examples of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Netflix – automated deployments, 100s per day</a:t>
            </a:r>
          </a:p>
          <a:p>
            <a:r>
              <a:t>Amazon – fast CI/CD with minimal downtime</a:t>
            </a:r>
          </a:p>
          <a:p>
            <a:r>
              <a:t>Facebook – continuous updates without user disruption</a:t>
            </a:r>
          </a:p>
          <a:p>
            <a:r>
              <a:t>Google – infrastructure automation and scaling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309</Words>
  <Application>Microsoft Office PowerPoint</Application>
  <PresentationFormat>On-screen Show (4:3)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What is DevOps?</vt:lpstr>
      <vt:lpstr>Why DevOps is Needed</vt:lpstr>
      <vt:lpstr>DevOps Core Principles</vt:lpstr>
      <vt:lpstr>Key Components of DevOps</vt:lpstr>
      <vt:lpstr>DevOps Workflow</vt:lpstr>
      <vt:lpstr>Real-World Examples of DevOps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Sidhant Gagneja</dc:creator>
  <cp:keywords/>
  <dc:description>generated using python-pptx</dc:description>
  <cp:lastModifiedBy>Sidhant Gagneja</cp:lastModifiedBy>
  <cp:revision>3</cp:revision>
  <dcterms:created xsi:type="dcterms:W3CDTF">2013-01-27T09:14:16Z</dcterms:created>
  <dcterms:modified xsi:type="dcterms:W3CDTF">2025-10-09T04:01:53Z</dcterms:modified>
  <cp:category/>
</cp:coreProperties>
</file>