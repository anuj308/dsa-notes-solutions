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DevOps lifecycle is a continuous process of software development and delivery.</a:t>
            </a:r>
          </a:p>
          <a:p>
            <a:r>
              <a:t>It focuses on automation, collaboration, and monitoring at every stage.</a:t>
            </a:r>
          </a:p>
          <a:p>
            <a:r>
              <a:t>The main goal is faster and reliable deployment with continuous improvement.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DevOps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Consists of 7 key phases forming an infinite loop:</a:t>
            </a:r>
          </a:p>
          <a:p>
            <a:r>
              <a:t>1. Plan  2. Code  3. Build  4. Test</a:t>
            </a:r>
          </a:p>
          <a:p>
            <a:r>
              <a:t>5. Release  6. Deploy  7. Monitor</a:t>
            </a:r>
          </a:p>
          <a:p>
            <a:r>
              <a:t>Ensures continuous integration and continuous delivery (CI/CD).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Teams define project scope, objectives, and tasks.</a:t>
            </a:r>
          </a:p>
          <a:p>
            <a:r>
              <a:rPr lang="en-CA" dirty="0"/>
              <a:t>Example </a:t>
            </a:r>
            <a:r>
              <a:rPr dirty="0"/>
              <a:t>Tools: Jira, Trello, Azure Boards.</a:t>
            </a:r>
          </a:p>
          <a:p>
            <a:r>
              <a:rPr dirty="0"/>
              <a:t>Emphasizes collaboration between developers and operations.</a:t>
            </a:r>
          </a:p>
          <a:p>
            <a:r>
              <a:rPr dirty="0"/>
              <a:t>Outcomes: clear roadmap and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Developers write and manage source code.</a:t>
            </a:r>
          </a:p>
          <a:p>
            <a:r>
              <a:rPr dirty="0"/>
              <a:t>Version control ensures team collaboration and tracking changes.</a:t>
            </a:r>
          </a:p>
          <a:p>
            <a:r>
              <a:rPr dirty="0"/>
              <a:t>Tools: Git, GitHub.</a:t>
            </a:r>
          </a:p>
          <a:p>
            <a:r>
              <a:rPr dirty="0"/>
              <a:t>Focus: clean, modular, and efficient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Source code is compiled and packaged.</a:t>
            </a:r>
          </a:p>
          <a:p>
            <a:r>
              <a:t>Automated build tools ensure consistency.</a:t>
            </a:r>
          </a:p>
          <a:p>
            <a:r>
              <a:t>Tools: Jenkins, Maven, Gradle.</a:t>
            </a:r>
          </a:p>
          <a:p>
            <a:r>
              <a:t>Goal: produce executable applications quickly and reliably.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Automated tests validate software functionality and performance.</a:t>
            </a:r>
          </a:p>
          <a:p>
            <a:r>
              <a:t>Reduces bugs and deployment risks.</a:t>
            </a:r>
          </a:p>
          <a:p>
            <a:r>
              <a:t>Tools: Selenium, JUnit, TestNG.</a:t>
            </a:r>
          </a:p>
          <a:p>
            <a:r>
              <a:t>Ensures code quality before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Approved builds are released to staging or production environments.</a:t>
            </a:r>
          </a:p>
          <a:p>
            <a:r>
              <a:t>Focus on automation and controlled rollouts.</a:t>
            </a:r>
          </a:p>
          <a:p>
            <a:r>
              <a:t>Tools: Jenkins, GitLab CI/CD, Bamboo.</a:t>
            </a:r>
          </a:p>
          <a:p>
            <a:r>
              <a:t>Goal: smooth, error-free releases.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Software is deployed automatically or semi-automatically.</a:t>
            </a:r>
          </a:p>
          <a:p>
            <a:r>
              <a:t>Supports containerized and cloud-based environments.</a:t>
            </a:r>
          </a:p>
          <a:p>
            <a:r>
              <a:t>Tools: Docker, Kubernetes, Ansible.</a:t>
            </a:r>
          </a:p>
          <a:p>
            <a:r>
              <a:t>Goal: continuous delivery and high availability.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7: Monitor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Post-deployment monitoring for performance and issues.</a:t>
            </a:r>
          </a:p>
          <a:p>
            <a:r>
              <a:t>Continuous feedback helps in iterative improvements.</a:t>
            </a:r>
          </a:p>
          <a:p>
            <a:r>
              <a:t>Tools: Nagios, Prometheus, Grafana.</a:t>
            </a:r>
          </a:p>
          <a:p>
            <a:r>
              <a:t>Ensures system reliability and user satisfaction.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Lifecycle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Plan → Code → Build → Test → Release → Deploy → Monitor.</a:t>
            </a:r>
          </a:p>
          <a:p>
            <a:r>
              <a:t>Forms a continuous improvement loop.</a:t>
            </a:r>
          </a:p>
          <a:p>
            <a:r>
              <a:t>Benefits: Faster delivery, reduced errors, and improved collaboration.</a:t>
            </a:r>
          </a:p>
          <a:p>
            <a:r>
              <a:t>Supports modern CI/CD pipelines and agile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376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DevOps Lifecycle</vt:lpstr>
      <vt:lpstr>Overview of DevOps Lifecycle</vt:lpstr>
      <vt:lpstr>Phase 1: Plan</vt:lpstr>
      <vt:lpstr>Phase 2: Code</vt:lpstr>
      <vt:lpstr>Phase 3: Build</vt:lpstr>
      <vt:lpstr>Phase 4: Test</vt:lpstr>
      <vt:lpstr>Phase 5: Release</vt:lpstr>
      <vt:lpstr>Phase 6: Deploy</vt:lpstr>
      <vt:lpstr>Phase 7: Monitor</vt:lpstr>
      <vt:lpstr>DevOps Lifecycle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Sidhant Gagneja</dc:creator>
  <cp:keywords/>
  <dc:description>generated using python-pptx</dc:description>
  <cp:lastModifiedBy>Sidhant Gagneja</cp:lastModifiedBy>
  <cp:revision>4</cp:revision>
  <dcterms:created xsi:type="dcterms:W3CDTF">2013-01-27T09:14:16Z</dcterms:created>
  <dcterms:modified xsi:type="dcterms:W3CDTF">2025-10-09T07:09:37Z</dcterms:modified>
  <cp:category/>
</cp:coreProperties>
</file>