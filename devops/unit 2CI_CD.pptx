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00" d="100"/>
          <a:sy n="400" d="100"/>
        </p:scale>
        <p:origin x="-8016" y="-71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on Cloud with Basic Linux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Topic: Continuous Integration (CI) and Continuous Delivery (CD)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Cloud in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Enables scalability and flexibility.</a:t>
            </a:r>
          </a:p>
          <a:p>
            <a:r>
              <a:t>Supports automation tools (Jenkins, Docker, etc.).</a:t>
            </a:r>
          </a:p>
          <a:p>
            <a:r>
              <a:t>Provides continuous availability for pipelines.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Continuous Integration (CI)?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Developers merge code frequently into a shared repository.</a:t>
            </a:r>
          </a:p>
          <a:p>
            <a:r>
              <a:t>Automated build and test run on each commit.</a:t>
            </a:r>
          </a:p>
          <a:p>
            <a:r>
              <a:t>Helps detect bugs early.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Goals of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Maintain code quality.</a:t>
            </a:r>
          </a:p>
          <a:p>
            <a:r>
              <a:t>Reduce integration issues.</a:t>
            </a:r>
          </a:p>
          <a:p>
            <a:r>
              <a:t>Provide quick feedback to developers.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 Workflow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Developer commits code.</a:t>
            </a:r>
          </a:p>
          <a:p>
            <a:r>
              <a:t>2. Build triggered automatically.</a:t>
            </a:r>
          </a:p>
          <a:p>
            <a:r>
              <a:t>3. Automated tests run.</a:t>
            </a:r>
          </a:p>
          <a:p>
            <a:r>
              <a:t>4. Report generated.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for Continuous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Jenkins</a:t>
            </a:r>
          </a:p>
          <a:p>
            <a:r>
              <a:rPr dirty="0"/>
              <a:t>GitHub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bug detection.</a:t>
            </a:r>
          </a:p>
          <a:p>
            <a:r>
              <a:t>Consistent build and test process.</a:t>
            </a:r>
          </a:p>
          <a:p>
            <a:r>
              <a:t>Faster collaboration and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Complex setup.</a:t>
            </a:r>
          </a:p>
          <a:p>
            <a:r>
              <a:t>Merge conflicts.</a:t>
            </a:r>
          </a:p>
          <a:p>
            <a:r>
              <a:t>Managing large-scale 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Open-source automation server.</a:t>
            </a:r>
          </a:p>
          <a:p>
            <a:r>
              <a:t>Central tool for CI/CD pipelines.</a:t>
            </a:r>
          </a:p>
          <a:p>
            <a:r>
              <a:t>Supports 1000+ plugins.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Master: Controls job scheduling.</a:t>
            </a:r>
          </a:p>
          <a:p>
            <a:r>
              <a:t>Agent: Executes build tasks.</a:t>
            </a:r>
          </a:p>
          <a:p>
            <a:r>
              <a:t>Plugins: Extend Jenkins functionality.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Pipeline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Stages:</a:t>
            </a:r>
          </a:p>
          <a:p>
            <a:r>
              <a:t>1. Build (compile code)</a:t>
            </a:r>
          </a:p>
          <a:p>
            <a:r>
              <a:t>2. Test (unit/integration tests)</a:t>
            </a:r>
          </a:p>
          <a:p>
            <a:r>
              <a:t>3. Deploy (push to server or cloud)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integrate with Git, Docker, Ansible.</a:t>
            </a:r>
          </a:p>
          <a:p>
            <a:r>
              <a:t>Automates end-to-end workflow.</a:t>
            </a:r>
          </a:p>
          <a:p>
            <a:r>
              <a:t>User-friendly web dashboard.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Continuous Delivery (CD)?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Extension of CI.</a:t>
            </a:r>
          </a:p>
          <a:p>
            <a:r>
              <a:t>Ensures software is always ready for deployment.</a:t>
            </a:r>
          </a:p>
          <a:p>
            <a:r>
              <a:t>Deploys automatically after successful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 vs CD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CI: Focus on build &amp; test.</a:t>
            </a:r>
          </a:p>
          <a:p>
            <a:r>
              <a:rPr dirty="0"/>
              <a:t>CD: Focus on deployment.</a:t>
            </a:r>
          </a:p>
          <a:p>
            <a:r>
              <a:rPr dirty="0"/>
              <a:t>Tools: Jenkins.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Pipeline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Build</a:t>
            </a:r>
          </a:p>
          <a:p>
            <a:r>
              <a:t>2. Test</a:t>
            </a:r>
          </a:p>
          <a:p>
            <a:r>
              <a:t>3. Deploy to staging</a:t>
            </a:r>
          </a:p>
          <a:p>
            <a:r>
              <a:t>4. Deploy to production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Jenkins</a:t>
            </a:r>
          </a:p>
          <a:p>
            <a:r>
              <a:t>Ansible</a:t>
            </a:r>
          </a:p>
          <a:p>
            <a:r>
              <a:t>Docker</a:t>
            </a:r>
          </a:p>
          <a:p>
            <a:r>
              <a:t>Kubernetes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Delivery vs Continuous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Delivery: Manual approval before release.</a:t>
            </a:r>
          </a:p>
          <a:p>
            <a:r>
              <a:t>Continuous Deployment: Fully automated release.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Jenkins 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 1: Build using Maven.</a:t>
            </a:r>
          </a:p>
          <a:p>
            <a:r>
              <a:t>Stage 2: Test using JUnit.</a:t>
            </a:r>
          </a:p>
          <a:p>
            <a:r>
              <a:t>Stage 3: Deploy using Docker + Ansible.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Linux Commands in CI/CD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systemctl: Manage Jenkins/Apache services.</a:t>
            </a:r>
          </a:p>
          <a:p>
            <a:r>
              <a:t>chmod: Adjust file permissions.</a:t>
            </a:r>
          </a:p>
          <a:p>
            <a:r>
              <a:t>scp: Transfer files.</a:t>
            </a:r>
          </a:p>
          <a:p>
            <a:r>
              <a:t>grep: Monitor logs.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with Cloud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Jenkins with AWS, Azure, or GCP.</a:t>
            </a:r>
          </a:p>
          <a:p>
            <a:r>
              <a:t>Automatically deploy web apps or containers.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CI/CD on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Scalability and automation.</a:t>
            </a:r>
          </a:p>
          <a:p>
            <a:r>
              <a:t>Reduced human error.</a:t>
            </a:r>
          </a:p>
          <a:p>
            <a:r>
              <a:t>Fast and consistent deployments.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CI/CD improves speed, quality, and reliability.</a:t>
            </a:r>
          </a:p>
          <a:p>
            <a:r>
              <a:t>Jenkins simplifies automation.</a:t>
            </a:r>
          </a:p>
          <a:p>
            <a:r>
              <a:t>Cloud + Linux form the foundation for modern DevOps.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469</Words>
  <Application>Microsoft Office PowerPoint</Application>
  <PresentationFormat>On-screen Show (4:3)</PresentationFormat>
  <Paragraphs>88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DevOps on Cloud with Basic Linux Commands</vt:lpstr>
      <vt:lpstr>Role of Cloud in DevOps</vt:lpstr>
      <vt:lpstr>What is Continuous Integration (CI)?</vt:lpstr>
      <vt:lpstr>Key Goals of CI</vt:lpstr>
      <vt:lpstr>CI Workflow Overview</vt:lpstr>
      <vt:lpstr>Tools for Continuous Integration</vt:lpstr>
      <vt:lpstr>Advantages of CI</vt:lpstr>
      <vt:lpstr>Challenges in CI</vt:lpstr>
      <vt:lpstr>Introduction to Jenkins</vt:lpstr>
      <vt:lpstr>Jenkins Architecture</vt:lpstr>
      <vt:lpstr>Jenkins Pipeline Example</vt:lpstr>
      <vt:lpstr>Benefits of Jenkins</vt:lpstr>
      <vt:lpstr>What is Continuous Delivery (CD)?</vt:lpstr>
      <vt:lpstr>CI vs CD Comparison</vt:lpstr>
      <vt:lpstr>CD Pipeline Stages</vt:lpstr>
      <vt:lpstr>CD Tools</vt:lpstr>
      <vt:lpstr>Continuous Delivery vs Continuous Deployment</vt:lpstr>
      <vt:lpstr>Example Jenkins CD Pipeline</vt:lpstr>
      <vt:lpstr>Linux Commands in CI/CD Pipelines</vt:lpstr>
      <vt:lpstr>Jenkins with Cloud Platforms</vt:lpstr>
      <vt:lpstr>Benefits of CI/CD on Cloud</vt:lpstr>
      <vt:lpstr>Summary and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Sidhant Gagneja</dc:creator>
  <cp:keywords/>
  <dc:description>generated using python-pptx</dc:description>
  <cp:lastModifiedBy>Sidhant Gagneja</cp:lastModifiedBy>
  <cp:revision>3</cp:revision>
  <dcterms:created xsi:type="dcterms:W3CDTF">2013-01-27T09:14:16Z</dcterms:created>
  <dcterms:modified xsi:type="dcterms:W3CDTF">2025-10-22T05:20:12Z</dcterms:modified>
  <cp:category/>
</cp:coreProperties>
</file>