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24"/>
  </p:notesMasterIdLst>
  <p:sldIdLst>
    <p:sldId id="276" r:id="rId3"/>
    <p:sldId id="4042" r:id="rId4"/>
    <p:sldId id="4043" r:id="rId5"/>
    <p:sldId id="4044" r:id="rId6"/>
    <p:sldId id="4045" r:id="rId7"/>
    <p:sldId id="4046" r:id="rId8"/>
    <p:sldId id="4047" r:id="rId9"/>
    <p:sldId id="4048" r:id="rId10"/>
    <p:sldId id="4049" r:id="rId11"/>
    <p:sldId id="4050" r:id="rId12"/>
    <p:sldId id="4051" r:id="rId13"/>
    <p:sldId id="4052" r:id="rId14"/>
    <p:sldId id="4053" r:id="rId15"/>
    <p:sldId id="4054" r:id="rId16"/>
    <p:sldId id="4055" r:id="rId17"/>
    <p:sldId id="4056" r:id="rId18"/>
    <p:sldId id="4057" r:id="rId19"/>
    <p:sldId id="4058" r:id="rId20"/>
    <p:sldId id="4060" r:id="rId21"/>
    <p:sldId id="4061" r:id="rId22"/>
    <p:sldId id="401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32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2F04C1-726D-492B-B2C3-4D8C7EEF6737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18FDD-872E-456E-80A0-C4F2FEE16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106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9pPr>
          </a:lstStyle>
          <a:p>
            <a:fld id="{54D74875-FFDB-46A6-B54C-833D27C586D2}" type="slidenum">
              <a:rPr lang="en-IN" altLang="en-US">
                <a:latin typeface="Calibri" pitchFamily="32" charset="0"/>
              </a:rPr>
              <a:pPr/>
              <a:t>1</a:t>
            </a:fld>
            <a:endParaRPr lang="en-IN" altLang="en-US">
              <a:latin typeface="Calibri" pitchFamily="32" charset="0"/>
            </a:endParaRPr>
          </a:p>
        </p:txBody>
      </p:sp>
      <p:sp>
        <p:nvSpPr>
          <p:cNvPr id="1331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31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9pPr>
          </a:lstStyle>
          <a:p>
            <a:fld id="{341E80A0-5749-422A-8BF6-649022B87008}" type="slidenum">
              <a:rPr lang="en-IN" altLang="en-US">
                <a:latin typeface="Calibri" pitchFamily="32" charset="0"/>
              </a:rPr>
              <a:pPr/>
              <a:t>2</a:t>
            </a:fld>
            <a:endParaRPr lang="en-IN" altLang="en-US">
              <a:latin typeface="Calibri" pitchFamily="32" charset="0"/>
            </a:endParaRPr>
          </a:p>
        </p:txBody>
      </p:sp>
      <p:sp>
        <p:nvSpPr>
          <p:cNvPr id="3174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9pPr>
          </a:lstStyle>
          <a:p>
            <a:fld id="{341E80A0-5749-422A-8BF6-649022B87008}" type="slidenum">
              <a:rPr lang="en-IN" altLang="en-US">
                <a:latin typeface="Calibri" pitchFamily="32" charset="0"/>
              </a:rPr>
              <a:pPr/>
              <a:t>21</a:t>
            </a:fld>
            <a:endParaRPr lang="en-IN" altLang="en-US">
              <a:latin typeface="Calibri" pitchFamily="32" charset="0"/>
            </a:endParaRPr>
          </a:p>
        </p:txBody>
      </p:sp>
      <p:sp>
        <p:nvSpPr>
          <p:cNvPr id="3174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454A-B50B-99CF-5F2C-9914471B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906C5-4742-264F-78E1-18B014E03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54A67-BCE4-0B38-9F85-49846340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73FDC-B283-4F3C-A1C7-CE9AA8538919}" type="datetime1">
              <a:rPr lang="en-IN" smtClean="0"/>
              <a:t>07-01-2025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1F8AC-443C-1ECA-AB44-6EBF6FD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DF0F3-AEC5-C9B9-7171-1B6A033D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846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43DA-CBC5-58B5-65B8-9D38B35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5CF5-59AF-DD83-C89A-DF31B51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4E04A-0F9D-BFA3-1170-4193E83A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1DD79-9B97-4B05-B560-223CF6B11257}" type="datetime1">
              <a:rPr lang="en-IN" smtClean="0"/>
              <a:t>07-01-2025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989B7-C73D-98DA-3AF0-70E1DF6A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4C7C3-2C9F-8A2C-CC92-9224B93D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Slide </a:t>
            </a:r>
            <a:fld id="{1005F464-475C-44AD-B39D-86A1D68B524E}" type="slidenum">
              <a:rPr lang="en-IN" smtClean="0"/>
              <a:pPr/>
              <a:t>‹#›</a:t>
            </a:fld>
            <a:r>
              <a:rPr lang="en-IN" dirty="0"/>
              <a:t> of 21</a:t>
            </a:r>
          </a:p>
        </p:txBody>
      </p:sp>
    </p:spTree>
    <p:extLst>
      <p:ext uri="{BB962C8B-B14F-4D97-AF65-F5344CB8AC3E}">
        <p14:creationId xmlns:p14="http://schemas.microsoft.com/office/powerpoint/2010/main" val="9245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116C-C79E-55DD-9F00-FFDBCF60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E630C-B948-FAC9-6274-CA2DCE44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E107-FDF9-7A65-56F5-E97F0661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D537D-127F-4F0E-BC79-1420B792EFCC}" type="datetime1">
              <a:rPr lang="en-IN" smtClean="0"/>
              <a:t>07-01-2025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5382A-4979-C9DC-A38D-71EEC2F2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4B501-66BB-E071-2D45-786A5032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Slide </a:t>
            </a:r>
            <a:fld id="{1005F464-475C-44AD-B39D-86A1D68B524E}" type="slidenum">
              <a:rPr lang="en-IN" smtClean="0"/>
              <a:pPr/>
              <a:t>‹#›</a:t>
            </a:fld>
            <a:r>
              <a:rPr lang="en-IN" dirty="0"/>
              <a:t> of 21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0733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DFD8-0D14-BAF4-B9E1-9E8435A7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BAE9-DB1F-171F-6D48-3F467841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CAD39-A292-B30E-5E61-53E6C13E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F5A39-F187-8FE8-5DEB-F7100659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2A04B-C047-4755-96D7-A2668F5CD748}" type="datetime1">
              <a:rPr lang="en-IN" smtClean="0"/>
              <a:t>07-01-2025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0DC70-1010-1A04-FE7B-7DB3E671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68834-3EFD-4C90-DC78-7AB1AA3B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Slide </a:t>
            </a:r>
            <a:fld id="{1005F464-475C-44AD-B39D-86A1D68B524E}" type="slidenum">
              <a:rPr lang="en-IN" smtClean="0"/>
              <a:pPr/>
              <a:t>‹#›</a:t>
            </a:fld>
            <a:r>
              <a:rPr lang="en-IN" dirty="0"/>
              <a:t> of 21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2013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3B6E-AAAA-C190-F84C-C7A9E54B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E850B-3436-7B73-9CAF-6857749D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40929-494D-74D0-7921-2D938A37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974FE-72C9-137E-0265-73F50D8D7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57EA2-CA11-4B56-861E-239081BE5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161D1-E209-E17B-7F43-1EA7214E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99E8-A428-4BE9-93D7-EEA23CB25D6B}" type="datetime1">
              <a:rPr lang="en-IN" smtClean="0"/>
              <a:t>07-01-2025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D1B75-14EF-E88A-5B4F-ECF203D0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406F7-C76D-E3CE-11A0-2DF7C798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Slide </a:t>
            </a:r>
            <a:fld id="{1005F464-475C-44AD-B39D-86A1D68B524E}" type="slidenum">
              <a:rPr lang="en-IN" smtClean="0"/>
              <a:pPr/>
              <a:t>‹#›</a:t>
            </a:fld>
            <a:r>
              <a:rPr lang="en-IN" dirty="0"/>
              <a:t> of 21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2817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6511-9AF4-26A2-B0E0-2904E16E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37283-2B3B-38B3-2541-367195BB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ABB2D-4B65-4B42-AB56-9784A351CBA9}" type="datetime1">
              <a:rPr lang="en-IN" smtClean="0"/>
              <a:t>07-01-2025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109F2-D873-FF79-0EAD-7BB606B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DAC8C-10EC-B45D-546A-403F5F41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Slide </a:t>
            </a:r>
            <a:fld id="{1005F464-475C-44AD-B39D-86A1D68B524E}" type="slidenum">
              <a:rPr lang="en-IN" smtClean="0"/>
              <a:pPr/>
              <a:t>‹#›</a:t>
            </a:fld>
            <a:r>
              <a:rPr lang="en-IN" dirty="0"/>
              <a:t> of 21</a:t>
            </a:r>
          </a:p>
        </p:txBody>
      </p:sp>
    </p:spTree>
    <p:extLst>
      <p:ext uri="{BB962C8B-B14F-4D97-AF65-F5344CB8AC3E}">
        <p14:creationId xmlns:p14="http://schemas.microsoft.com/office/powerpoint/2010/main" val="318250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1B28-282D-9541-5396-99E0DEE5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FACF6-3696-BA79-A674-7B2FB7D6C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AE520-B0BD-9957-B156-89F4DEFC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1797-4552-4DEF-97F6-2CD0C1E6D968}" type="datetime1">
              <a:rPr lang="en-IN" smtClean="0"/>
              <a:t>07-01-2025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5B5D-0A2A-D9E7-19E8-E963CF0D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85D3D-8D58-9A45-B29D-22587F4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Slide </a:t>
            </a:r>
            <a:fld id="{1005F464-475C-44AD-B39D-86A1D68B524E}" type="slidenum">
              <a:rPr lang="en-IN" smtClean="0"/>
              <a:pPr/>
              <a:t>‹#›</a:t>
            </a:fld>
            <a:r>
              <a:rPr lang="en-IN" dirty="0"/>
              <a:t> of 21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355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756CC-275B-5F05-BC12-BB1376D4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52B4-A770-41AD-BE59-98511BDD8B07}" type="datetime1">
              <a:rPr lang="en-IN" smtClean="0"/>
              <a:t>07-01-2025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4A5A5C-6A14-6463-9263-E1C97FDE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8AB0B-4F9E-B3E8-F5BE-48D1A7FC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Slide </a:t>
            </a:r>
            <a:fld id="{1005F464-475C-44AD-B39D-86A1D68B524E}" type="slidenum">
              <a:rPr lang="en-IN" smtClean="0"/>
              <a:pPr/>
              <a:t>‹#›</a:t>
            </a:fld>
            <a:r>
              <a:rPr lang="en-IN" dirty="0"/>
              <a:t> of 21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3060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790F-A78E-F728-A554-7D4A7AF1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C0024-81A1-24AC-3552-CA9CEA7E4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8CF34-E943-6E55-F9DC-69271DB3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B6FBF-46A8-C3B9-7C32-FF6F9D37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F6F7C-F757-4D1D-9B0B-E214625EA78C}" type="datetime1">
              <a:rPr lang="en-IN" smtClean="0"/>
              <a:t>07-01-2025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4E712-4476-5F97-67B0-BBB596A0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A3B25-9720-6577-0395-9103E77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Slide </a:t>
            </a:r>
            <a:fld id="{1005F464-475C-44AD-B39D-86A1D68B524E}" type="slidenum">
              <a:rPr lang="en-IN" smtClean="0"/>
              <a:pPr/>
              <a:t>‹#›</a:t>
            </a:fld>
            <a:r>
              <a:rPr lang="en-IN" dirty="0"/>
              <a:t> of 21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320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3F6F-8F6C-7195-27A7-50671BA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E7027-CB64-2D79-C450-A50A1A1A5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3577A-646B-877F-ACC8-447532FEA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BA6D9-4ADB-E95F-6717-B7292C01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C0193-24C8-4487-861E-A65074D6B859}" type="datetime1">
              <a:rPr lang="en-IN" smtClean="0"/>
              <a:t>07-01-2025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0814B-405F-B37D-4F5F-B70E8488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74CF4-2834-8D90-41B2-3FFB1D4B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Slide </a:t>
            </a:r>
            <a:fld id="{1005F464-475C-44AD-B39D-86A1D68B524E}" type="slidenum">
              <a:rPr lang="en-IN" smtClean="0"/>
              <a:pPr/>
              <a:t>‹#›</a:t>
            </a:fld>
            <a:r>
              <a:rPr lang="en-IN" dirty="0"/>
              <a:t> of 21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2249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C2A8B3-3C5F-769E-BE44-7FCB772A8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CE24B-7910-B2E8-C9C8-E2F93AFB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D1D4F-E585-8CF2-AC0F-F3EA4F0C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3004F-ABF0-4FD4-A39C-81E3DC6D4861}" type="datetime1">
              <a:rPr lang="en-IN" smtClean="0"/>
              <a:t>07-01-2025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C96A0-30C4-BF0C-B817-DF0BA33B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19994-D6D6-8277-D64E-72F4CB96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Slide </a:t>
            </a:r>
            <a:fld id="{1005F464-475C-44AD-B39D-86A1D68B524E}" type="slidenum">
              <a:rPr lang="en-IN" smtClean="0"/>
              <a:pPr/>
              <a:t>‹#›</a:t>
            </a:fld>
            <a:r>
              <a:rPr lang="en-IN" dirty="0"/>
              <a:t> of 21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993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43606C-9B53-79F1-02DD-16BC50BEB5CE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FF37-7309-52C1-8095-3F729737C2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48388E-C341-A5AF-55B7-4442EC1A9B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31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891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55B25-CA05-D46C-5438-FF3DCCF7B2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DBBDB6-0697-580B-D52E-89274D25CD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59CF3-4C50-1CC2-1A5E-464EB44D2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411D2-6CF4-4354-B394-8F80A1677309}" type="datetime1">
              <a:rPr lang="en-IN" smtClean="0"/>
              <a:t>07-01-2025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C77BC-2CE2-D26B-74B7-EDE46FE5A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24319-9B62-BB02-2231-7A61ADB09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E6DD9-22EE-4B57-9BE2-4D84D390CC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13020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478AC-164B-7B36-8409-DFFAC3216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9517B-8F5E-7C15-41DE-C69B62C4B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71F5D-AF8F-DDB6-972F-66F39A32D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08AEB-FEF8-4B54-9860-076CB79A67C3}" type="datetime1">
              <a:rPr lang="en-IN" smtClean="0"/>
              <a:t>07-01-2025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C3205-9103-31F7-AC1D-C9C116740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3E16F-09D0-8447-3C08-7A1E2CE9F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E6DD9-22EE-4B57-9BE2-4D84D390CC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7591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57702-0C3D-429D-6CB9-791265D0C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EE3602-4023-1D74-4353-2BA30207A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7D51D-9B39-7A7B-5065-5D12CDA9D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404F-4D1D-4423-BA5A-CF401DCF91B8}" type="datetime1">
              <a:rPr lang="en-IN" smtClean="0"/>
              <a:t>07-01-2025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0952E-C22E-6F08-4BCA-A8E4ABCDA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4AFF1-7C83-72EA-60B1-3B43A62C2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E6DD9-22EE-4B57-9BE2-4D84D390CC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20076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B9750-2244-0D36-7E70-92DCC179F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06E48-523C-570B-280B-A025A8B476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819AD8-F13D-26EF-EE15-15528B0C5C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B91C3B-1978-4C5E-1ECB-90319C110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EAE53-704C-4C2D-996E-6A18414351BE}" type="datetime1">
              <a:rPr lang="en-IN" smtClean="0"/>
              <a:t>07-01-2025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D9267-5EFB-4486-7F12-6AE304D04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C92AC4-0713-057A-A969-C8D178F64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E6DD9-22EE-4B57-9BE2-4D84D390CC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6480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A340A-0FB5-B5CA-8705-7B7BE7539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2006A3-A85B-3827-28A3-78AF28D7F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676F0B-C4A8-68D9-9F76-C67672F046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96678F-0EC2-0C98-D4E8-363CC6D640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E0ED6F-ED34-FF22-15FD-ECD55377C0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D8ED01-1D25-E504-7DC6-91BECE7B0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C66F8-0171-46AD-A748-1EB97CD5CA42}" type="datetime1">
              <a:rPr lang="en-IN" smtClean="0"/>
              <a:t>07-01-2025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FA522C-06FB-78F2-2543-C2AA93074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06E5C3-555C-CBA6-F1CE-663E091CC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E6DD9-22EE-4B57-9BE2-4D84D390CC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21353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F20F0-5672-F517-7F93-22527D3A3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DB86A-4E00-69F8-A406-C087A9022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321BB-867B-4526-BA4F-5BD26D18C796}" type="datetime1">
              <a:rPr lang="en-IN" smtClean="0"/>
              <a:t>07-01-2025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5F5D77-18F6-3E04-19EB-6233C2DA6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C1658D-2C01-CA56-AB77-F6B932182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E6DD9-22EE-4B57-9BE2-4D84D390CC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3642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E115CD-DE27-9291-404F-0D110FFE0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BB6B5-FEA1-4EF2-8B1E-834AAA67C0FE}" type="datetime1">
              <a:rPr lang="en-IN" smtClean="0"/>
              <a:t>07-01-2025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8B0523-6633-4A13-5838-58FADB617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A595D3-FBBC-8A03-BEFC-4416E1AEF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E6DD9-22EE-4B57-9BE2-4D84D390CC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50340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3F8B1-A254-5805-47E5-A18FE40F6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852F7-18E9-FDB1-704F-F38AE8288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0A739-6B86-3039-B813-DA7D57E309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5F806-DCAC-4A7E-3087-24E32E369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D5454-06E7-4584-9910-F359D8AB064E}" type="datetime1">
              <a:rPr lang="en-IN" smtClean="0"/>
              <a:t>07-01-2025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061B51-ED28-16AD-A852-AF7F34F2F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AE50CE-E972-A963-A93F-0DA8FD5C7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E6DD9-22EE-4B57-9BE2-4D84D390CC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18344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CBD3A-C904-097E-049F-F89C93BF3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2A1FB9-BD86-EB04-3827-3B8C252A3C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8126FF-CEE4-AD82-3AFA-813F9B87CC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774644-5021-3C63-3002-EF8D62E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8B502-1803-4BA7-A36B-3293ABEBB966}" type="datetime1">
              <a:rPr lang="en-IN" smtClean="0"/>
              <a:t>07-01-2025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B3BE4-CBCE-9E6E-6484-4067EEABC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6765CE-F76A-16BA-DD65-FE5957CBE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E6DD9-22EE-4B57-9BE2-4D84D390CC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6172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E933B-CEE7-C3C5-0DC4-9360FDFF7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8617A3-6F67-98CE-F8C9-0BE448FDC4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44989-07B8-EF78-308E-C9FE09432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70B6-BFDD-46F2-A930-9945F638CAE3}" type="datetime1">
              <a:rPr lang="en-IN" smtClean="0"/>
              <a:t>07-01-2025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6A81A-2F9B-172E-2D68-B9C6A30ED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817B0-BAC6-D5AA-1FC6-21BF9688A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Slide </a:t>
            </a:r>
            <a:fld id="{1005F464-475C-44AD-B39D-86A1D68B524E}" type="slidenum">
              <a:rPr lang="en-IN" smtClean="0"/>
              <a:pPr/>
              <a:t>‹#›</a:t>
            </a:fld>
            <a:r>
              <a:rPr lang="en-IN" dirty="0"/>
              <a:t> of 21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9219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C72C80-E097-D6E4-46B8-AECFA1A930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D7E922-D35F-9E00-F449-B47972E6CF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3456B-0ED4-3AD9-E132-C397D2450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A3D-4C04-4BDE-BA63-50AAA0937CCB}" type="datetime1">
              <a:rPr lang="en-IN" smtClean="0"/>
              <a:t>07-01-2025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651B0-CB5C-94C8-1A0D-EFE92CAAC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FF4D9-1378-39A9-119A-2E32D5A5E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Slide </a:t>
            </a:r>
            <a:fld id="{1005F464-475C-44AD-B39D-86A1D68B524E}" type="slidenum">
              <a:rPr lang="en-IN" smtClean="0"/>
              <a:pPr/>
              <a:t>‹#›</a:t>
            </a:fld>
            <a:r>
              <a:rPr lang="en-IN" dirty="0"/>
              <a:t> of 21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8304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BC712-3CD6-D18D-1483-CAFF2130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7F309-DEC2-2A35-6A1B-36732AE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BBC8F-5AA1-6A5F-813E-EC818CB3A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11E19D-02B8-4E7D-A3ED-F9C660BB4DB2}" type="datetime1">
              <a:rPr lang="en-IN" smtClean="0"/>
              <a:t>07-01-2025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EE63-802B-29AB-6E8E-2336CA6B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85C65-30CE-BE4C-6597-F76452533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E00DB2-1B79-F076-988B-189E25D268A4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E6FB77-67DC-C0AD-16FE-6E68AF2B887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ED9CD6-CADD-7BD4-3F8E-872DFDE3128D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318C861-1BD5-B856-A0FD-4B28D1D8BE11}"/>
              </a:ext>
            </a:extLst>
          </p:cNvPr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39611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C3D91E-FA6A-D3DB-4769-CAC609AB0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B3930F-5B88-82EA-0DD7-6BA270A82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98CC2-43CC-D6ED-85CB-AFE539F81C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A46A11-144F-4A43-85CD-58D65E94FEEB}" type="datetime1">
              <a:rPr lang="en-IN" smtClean="0"/>
              <a:t>07-01-2025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DAFC9-1D6B-B93E-2FB4-FBC0D0919C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CAD2E-7036-5055-C7CB-94713DCD19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Slide </a:t>
            </a:r>
            <a:fld id="{555E6DD9-22EE-4B57-9BE2-4D84D390CCB6}" type="slidenum">
              <a:rPr lang="en-IN" smtClean="0"/>
              <a:pPr/>
              <a:t>‹#›</a:t>
            </a:fld>
            <a:r>
              <a:rPr lang="en-IN" dirty="0"/>
              <a:t> of 21</a:t>
            </a:r>
          </a:p>
        </p:txBody>
      </p:sp>
    </p:spTree>
    <p:extLst>
      <p:ext uri="{BB962C8B-B14F-4D97-AF65-F5344CB8AC3E}">
        <p14:creationId xmlns:p14="http://schemas.microsoft.com/office/powerpoint/2010/main" val="1586665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be.com/playlist?list=PLyqSpQzTE6M9SYI5RqwFYtFYab94gJpWk&amp;si=ilqHadOgkv5osVpj" TargetMode="External"/><Relationship Id="rId2" Type="http://schemas.openxmlformats.org/officeDocument/2006/relationships/hyperlink" Target="https://youtube.com/playlist?list=PLsylUObW5M3CAGT6OdubyH6FztKfJCcFB&amp;si=v1v4jchTBSJYXOwq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youtube.com/playlist?list=PLBlnK6fEyqRiVhbXDGLXDk_OQAeuVcp2O&amp;si=7ELRRSTFhYXv5-xg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operating_system/os_overview.htm" TargetMode="External"/><Relationship Id="rId2" Type="http://schemas.openxmlformats.org/officeDocument/2006/relationships/hyperlink" Target="https://www.javatpoint.com/operating-system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1"/>
          <p:cNvSpPr txBox="1">
            <a:spLocks noChangeArrowheads="1"/>
          </p:cNvSpPr>
          <p:nvPr/>
        </p:nvSpPr>
        <p:spPr bwMode="auto">
          <a:xfrm>
            <a:off x="2117725" y="1855789"/>
            <a:ext cx="7956550" cy="1222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r>
              <a:rPr lang="en-US" altLang="en-US" sz="5400" dirty="0">
                <a:solidFill>
                  <a:schemeClr val="tx1"/>
                </a:solidFill>
                <a:latin typeface="Berlin Sans FB Demi" pitchFamily="32" charset="0"/>
              </a:rPr>
              <a:t>CSE357: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5700" b="1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COMBINATORIAL STUDIES</a:t>
            </a:r>
            <a:endParaRPr lang="en-US" sz="57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292" name="Line 3"/>
          <p:cNvSpPr>
            <a:spLocks noChangeShapeType="1"/>
          </p:cNvSpPr>
          <p:nvPr/>
        </p:nvSpPr>
        <p:spPr bwMode="auto">
          <a:xfrm>
            <a:off x="2566989" y="3789364"/>
            <a:ext cx="7058025" cy="1587"/>
          </a:xfrm>
          <a:prstGeom prst="line">
            <a:avLst/>
          </a:prstGeom>
          <a:noFill/>
          <a:ln w="38160">
            <a:solidFill>
              <a:srgbClr val="F79646"/>
            </a:solidFill>
            <a:miter lim="800000"/>
            <a:headEnd/>
            <a:tailEnd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23C344-CDC7-844A-D517-E97D7F2A7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1</a:t>
            </a:fld>
            <a:r>
              <a:rPr lang="en-IN"/>
              <a:t> of 21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138130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/>
          <p:cNvSpPr txBox="1">
            <a:spLocks noChangeArrowheads="1"/>
          </p:cNvSpPr>
          <p:nvPr/>
        </p:nvSpPr>
        <p:spPr bwMode="auto">
          <a:xfrm>
            <a:off x="2123957" y="42545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 I: Operating System Basics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723" name="Text Box 2"/>
          <p:cNvSpPr txBox="1">
            <a:spLocks noChangeArrowheads="1"/>
          </p:cNvSpPr>
          <p:nvPr/>
        </p:nvSpPr>
        <p:spPr bwMode="auto">
          <a:xfrm>
            <a:off x="1981200" y="1694733"/>
            <a:ext cx="8229600" cy="5068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Foundations of Operating Systems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Operating Systems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Scheduling and Process Loading, Processor Scheduling Algorithms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Synchronization and Inter-process Communication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Management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 structure and Scheduling, Protection mechanisms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0C161D-B21C-96D0-2FCA-3AE5E9DAD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2</a:t>
            </a:fld>
            <a:r>
              <a:rPr lang="en-IN"/>
              <a:t> of 21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327471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1645D-CF3E-E0B1-C95B-4C277E45C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to Operating System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7DBB0-8C6E-5B76-3DDC-735A01F1A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software that manages computer hardware and provides services for computer programs.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BE3619-59E2-D54D-FACC-90D0AD2FAA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866" y="2721505"/>
            <a:ext cx="6197600" cy="3889904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1C7ABF-AB85-D98E-780D-D3200EFF8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3</a:t>
            </a:fld>
            <a:r>
              <a:rPr lang="en-IN"/>
              <a:t> of 21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8023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1F3CD-81BC-D1F6-AB19-CA046FF44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Operating Systems: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14F48-8C3C-EB2A-5DFF-E666F45BE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Operating System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Time-Sharing Operating System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Multiprogramming Operating System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Multitasking Operating System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Operating System (RTOS)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Operating System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Operating System(NOS)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Operating System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Operating System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Single-User Operating System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Multi-User Operating System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E375FE-3D4B-D3C7-FE23-909912DF4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4</a:t>
            </a:fld>
            <a:r>
              <a:rPr lang="en-IN"/>
              <a:t> of 21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1020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AF27B-E902-762C-46F4-F7EAAC4A0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BF350-B7EE-A24A-8043-67B14BDAF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core component of an operating system that provides essential services.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Kernels: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Monolithic Kernel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Microkernel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Kernel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Exokernel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Nanokernel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Kernel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Hypervisor (Virtualization Kernel)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Hurd Microkernel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NT Kernel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Kernel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62274A-5C1E-30A7-4875-1F2050FC5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5</a:t>
            </a:fld>
            <a:r>
              <a:rPr lang="en-IN"/>
              <a:t> of 21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1202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985B1-59E7-7F8B-8978-90A4B6CF3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B1821-6C92-47C0-556F-D9089520E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calls allow user-level processes or programs to request services or functionality from the operating system kernel.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System Calls: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Control System Calls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Management System Calls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Management System Calls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Maintenance System Calls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System Calls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 System Calls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Communication System Calls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C2263C-E269-EA05-05C7-89CA99FAE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6</a:t>
            </a:fld>
            <a:r>
              <a:rPr lang="en-IN"/>
              <a:t> of 21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2971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4EF64-AE59-D1E5-B570-1C1B9E93D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24675-9F1B-E014-CE81-6A2851C151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program in execution.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Processes: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Foreground Process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Process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Parent Process: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 Process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Daemon Process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Orphan Process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Zombie Process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438F58-4387-FD14-FE9B-980D3E74823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Process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Process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User-Level Process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System-Level Process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Cooperative Process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Preemptive Process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Foreground Process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82B3A-F3D0-C985-ECF8-6968EB0BB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7</a:t>
            </a:fld>
            <a:r>
              <a:rPr lang="en-IN"/>
              <a:t> of 21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7604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B762B-EAE4-FC11-AB40-D4FAFFE50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State Transition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5B08F-D762-8AF3-88FC-8239B96BE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New</a:t>
            </a:r>
          </a:p>
          <a:p>
            <a:r>
              <a:rPr lang="en-US" dirty="0"/>
              <a:t>Ready</a:t>
            </a:r>
          </a:p>
          <a:p>
            <a:r>
              <a:rPr lang="en-US" dirty="0"/>
              <a:t>Running</a:t>
            </a:r>
          </a:p>
          <a:p>
            <a:r>
              <a:rPr lang="en-US" dirty="0"/>
              <a:t>Waiting (Blocked)</a:t>
            </a:r>
          </a:p>
          <a:p>
            <a:r>
              <a:rPr lang="en-US" dirty="0"/>
              <a:t>Terminated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A536A0-24F0-4288-9D58-F03583BDE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5932" y="3823170"/>
            <a:ext cx="6751905" cy="28234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38BE5-7960-DE32-9773-1D83344A8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8</a:t>
            </a:fld>
            <a:r>
              <a:rPr lang="en-IN"/>
              <a:t> of 21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5302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BDA93-D199-E763-C162-DD41A184A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2BC30-852B-27F4-A6E3-4024EDD3E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scheduling manages the execution of processes in a computer system with a single central processing unit (CPU)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Various CPU Scheduling Algorithms: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First-Come-First-Serve (FCFS)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Shortest Job Next (SJN) or Shortest Job First (SJF)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Scheduling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(RR)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Multilevel Queue Scheduling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Multilevel Feedback Queue Scheduling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Response Ratio Next (HRRN)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Lottery Scheduling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06AF15-0ED5-BBFC-B369-5874DEC12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9</a:t>
            </a:fld>
            <a:r>
              <a:rPr lang="en-IN"/>
              <a:t> of 21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2638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7BC55-1B22-A102-61CD-25FFA02D9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0A3E8-B3B7-636F-C0EB-386C14426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thread is the smallest unit of execution within a process.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Threads: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User-Level Threads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Kernel-Level Threads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Models: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Many-to-One Model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One-to-One Model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Many-to-Many Model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Model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405356-8827-BF70-CC04-215DFF5AB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10</a:t>
            </a:fld>
            <a:r>
              <a:rPr lang="en-IN"/>
              <a:t> of 21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23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46DE6-A426-33A4-3074-4711CF784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FA559-9E6E-44A9-795D-2767A3E46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or thread synchronization is a mechanism employed in operating systems to control the access to shared resources by multiple processes or threads</a:t>
            </a:r>
            <a:r>
              <a:rPr lang="en-US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8F6C40-EA9A-834D-7904-070729F46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11</a:t>
            </a:fld>
            <a:r>
              <a:rPr lang="en-IN"/>
              <a:t> of 21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5980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EB75F-1190-498F-14BC-1FD4F8AE4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or Thread Synchronization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EAD05-4760-0B80-77BC-AFAF3992408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employed to control the access to shared resources by multiple processes or threads.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key concepts related to synchronization: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Section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Exclusion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Semaphore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Mutex (Mutual Exclusion)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 Variable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F5F640-E66C-6A1B-EC8F-FDCE896F553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Deadlock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Race Condition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Atomic Operations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Barrier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Read-Write Lock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Busy Waiting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AFF1D-8B93-8F09-B4AB-D4ED5B749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12</a:t>
            </a:fld>
            <a:r>
              <a:rPr lang="en-IN"/>
              <a:t> of 21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1865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624BF-EED5-DC97-C41A-B696286CD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78DF3-FED3-217A-E36D-08C6B9597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deadlock is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asituation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computing where two or more processes are unable to proceed because each is waiting for the other to release a resource.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occurrence of a deadlock requires the simultaneous satisfaction of four conditions: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Exclusion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 and Wait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Preemption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Wait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EA230E-F3BF-DE30-0880-2E24CC1F3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13</a:t>
            </a:fld>
            <a:r>
              <a:rPr lang="en-IN"/>
              <a:t> of 21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1025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97953-6656-E7C1-C147-86505362D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733D9-A81D-85B1-14FE-D595EFFC0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Memory (Main Memory)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Memory (Storage Devices)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Disk Drives (HDD)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Solid State Drives (SSD)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Flash Drives (USB Drives)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Optical Drives (CDs, DVDs, Blu-rays)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 Memory L1, L2, and L3 Cache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Graphics Memory (GPU Memory)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Cards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BD1388-471D-F43C-530C-75EEFC4A3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14</a:t>
            </a:fld>
            <a:r>
              <a:rPr lang="en-IN"/>
              <a:t> of 21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8745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A02C9-10A9-FAC3-AFAD-BE744F09C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 Schemes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F928D-680A-25D8-8E29-ABFC43664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Partitioning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Partitioning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Allocation Algorithms: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Paging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Paging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AA5916-A113-3D69-642A-A93BF49D1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15</a:t>
            </a:fld>
            <a:r>
              <a:rPr lang="en-IN"/>
              <a:t> of 21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4450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A36C6-9AA6-A530-0F7D-F7644EC57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 (Redundant Array of Independent Disks)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53C3F-D65E-FAF2-7BB5-1DC9283FF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 is a technology used to improve the performance and reliability of computer storage.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 Levels: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 0 (Striping)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RAID1(Mirroring)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RAID5(Striping with Distributed Parity)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RAID6(Striping with Dual Parity)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RAID10(Striping and Mirroring)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C1A4D1-1776-6FAC-3893-376A6D5D4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16</a:t>
            </a:fld>
            <a:r>
              <a:rPr lang="en-IN"/>
              <a:t> of 21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33116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A4BB0-9FA8-B669-F907-31C2ADEFD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67FE-9512-3D6C-21C3-ED3F64DCE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File Attributes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7D4534-B4FB-4850-7636-4BE6DDFFD2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52"/>
          <a:stretch/>
        </p:blipFill>
        <p:spPr>
          <a:xfrm>
            <a:off x="922867" y="2474553"/>
            <a:ext cx="9457266" cy="342671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4D776-9525-B3E9-6749-8EB67E07A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17</a:t>
            </a:fld>
            <a:r>
              <a:rPr lang="en-IN"/>
              <a:t> of 21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98585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FF692-ECE6-B21E-CD24-716E0B8CC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 Scheduling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2BE417-CC2A-B4BE-72D2-04935A9F93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6684" y="1690688"/>
            <a:ext cx="9320981" cy="396286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2CD0D-0CBE-31FE-F574-C9693F8CD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18</a:t>
            </a:fld>
            <a:r>
              <a:rPr lang="en-IN"/>
              <a:t> of 21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8629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80C18-B94C-5712-41CB-B8F647610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 Links For Reference (Complete Video Course) 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2708D-10EE-872D-673E-BE95AB9F2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https://youtube.com/playlist?list=PLsylUObW5M3CAGT6OdubyH6FztKfJCcFB&amp;si=v1v4jchTBSJYXOwq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https://youtube.com/playlist?list=PLyqSpQzTE6M9SYI5RqwFYtFYab94gJpWk&amp;si=ilqHadOgkv5osVpj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https://youtube.com/playlist?list=PLBlnK6fEyqRiVhbXDGLXDk_OQAeuVcp2O&amp;si=7ELRRSTFhYXv5-xg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E1B977-321F-5030-A5B1-1B75059A1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19</a:t>
            </a:fld>
            <a:r>
              <a:rPr lang="en-IN"/>
              <a:t> of 21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58146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B836B-9E34-C8A8-3E97-1D3B82190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 Links For Reference (Study Material) 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9453C-981A-AF8B-6DBB-AAB692E01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https://www.geeksforgeeks.org/operating-systems/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https://www.javatpoint.com/operating-system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https://www.tutorialspoint.com/operating_system/os_overview.htm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BAEFE-8639-5578-DB20-D3845C41F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20</a:t>
            </a:fld>
            <a:r>
              <a:rPr lang="en-IN"/>
              <a:t> of 21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12469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/>
          <p:cNvSpPr txBox="1">
            <a:spLocks noChangeArrowheads="1"/>
          </p:cNvSpPr>
          <p:nvPr/>
        </p:nvSpPr>
        <p:spPr bwMode="auto">
          <a:xfrm>
            <a:off x="769290" y="748378"/>
            <a:ext cx="974631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NEXT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----&gt;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Database Management Systems 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723" name="Text Box 2"/>
          <p:cNvSpPr txBox="1">
            <a:spLocks noChangeArrowheads="1"/>
          </p:cNvSpPr>
          <p:nvPr/>
        </p:nvSpPr>
        <p:spPr bwMode="auto">
          <a:xfrm>
            <a:off x="769290" y="1911623"/>
            <a:ext cx="8229600" cy="5068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to Databases and RDBMS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Basics of Databases and RDBMS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Definitions: Tables, Fields, Records, SQL and Data Manipulation, Database Keys and Data Integrity 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Database Normalization and Transactions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Fundamentals of Normalization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Transaction Management in DBMS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933530-6FC5-39E1-868B-793BEC9EB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21</a:t>
            </a:fld>
            <a:r>
              <a:rPr lang="en-IN"/>
              <a:t> of 21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424921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841</Words>
  <Application>Microsoft Office PowerPoint</Application>
  <PresentationFormat>Widescreen</PresentationFormat>
  <Paragraphs>185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Aptos</vt:lpstr>
      <vt:lpstr>Aptos Display</vt:lpstr>
      <vt:lpstr>Arial</vt:lpstr>
      <vt:lpstr>Berlin Sans FB</vt:lpstr>
      <vt:lpstr>Berlin Sans FB Demi</vt:lpstr>
      <vt:lpstr>Calibri</vt:lpstr>
      <vt:lpstr>Calibri Light</vt:lpstr>
      <vt:lpstr>Times New Roman</vt:lpstr>
      <vt:lpstr>1_Office Theme</vt:lpstr>
      <vt:lpstr>Custom Design</vt:lpstr>
      <vt:lpstr>PowerPoint Presentation</vt:lpstr>
      <vt:lpstr>PowerPoint Presentation</vt:lpstr>
      <vt:lpstr>Introduction to Operating System</vt:lpstr>
      <vt:lpstr>Types of Operating Systems:</vt:lpstr>
      <vt:lpstr>Kernel</vt:lpstr>
      <vt:lpstr>System Calls</vt:lpstr>
      <vt:lpstr>Process</vt:lpstr>
      <vt:lpstr>Process State Transition Diagram</vt:lpstr>
      <vt:lpstr>CPU Scheduling</vt:lpstr>
      <vt:lpstr>Thread</vt:lpstr>
      <vt:lpstr>Synchronization</vt:lpstr>
      <vt:lpstr>Process or Thread Synchronization</vt:lpstr>
      <vt:lpstr>Deadlock</vt:lpstr>
      <vt:lpstr>Types of Memory</vt:lpstr>
      <vt:lpstr>Memory Management Schemes</vt:lpstr>
      <vt:lpstr>RAID (Redundant Array of Independent Disks)</vt:lpstr>
      <vt:lpstr>File System</vt:lpstr>
      <vt:lpstr>Disc Scheduling</vt:lpstr>
      <vt:lpstr>Web Links For Reference (Complete Video Course) </vt:lpstr>
      <vt:lpstr>Web Links For Reference (Study Material)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lovi raj gupta</dc:creator>
  <cp:lastModifiedBy>Prince Rana</cp:lastModifiedBy>
  <cp:revision>25</cp:revision>
  <dcterms:created xsi:type="dcterms:W3CDTF">2024-12-19T08:47:23Z</dcterms:created>
  <dcterms:modified xsi:type="dcterms:W3CDTF">2025-01-07T07:26:45Z</dcterms:modified>
</cp:coreProperties>
</file>